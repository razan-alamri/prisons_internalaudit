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Amasis MT Pro Medium" panose="02040604050005020304" pitchFamily="18" charset="0"/>
      <p:regular r:id="rId17"/>
      <p:italic r:id="rId18"/>
    </p:embeddedFont>
    <p:embeddedFont>
      <p:font typeface="Montserrat" pitchFamily="2" charset="0"/>
      <p:regular r:id="rId19"/>
      <p:bold r:id="rId20"/>
      <p:italic r:id="rId21"/>
      <p:boldItalic r:id="rId22"/>
    </p:embeddedFont>
    <p:embeddedFont>
      <p:font typeface="RB" panose="00000500000000000000" pitchFamily="2" charset="-78"/>
      <p:regular r:id="rId23"/>
      <p:bold r:id="rId24"/>
    </p:embeddedFont>
    <p:embeddedFont>
      <p:font typeface="Tajawal" panose="00000500000000000000" pitchFamily="2" charset="-78"/>
      <p:regular r:id="rId25"/>
      <p:bold r:id="rId26"/>
    </p:embeddedFont>
    <p:embeddedFont>
      <p:font typeface="Tajawal Black" panose="00000500000000000000" pitchFamily="2" charset="-78"/>
      <p:bold r:id="rId27"/>
    </p:embeddedFont>
    <p:embeddedFont>
      <p:font typeface="Tajawal Medium" panose="00000600000000000000" pitchFamily="2" charset="-78"/>
      <p:regular r:id="rId28"/>
    </p:embeddedFont>
    <p:embeddedFont>
      <p:font typeface="Tw Cen MT" panose="020B0602020104020603" pitchFamily="3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3CC"/>
    <a:srgbClr val="3B3F1E"/>
    <a:srgbClr val="DEB63D"/>
    <a:srgbClr val="FFF9E7"/>
    <a:srgbClr val="FAF9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77582A-F88E-4E74-B343-F0FC239469E1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FB16D2-7F8C-4741-97C7-F6C0449AD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319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B16D2-7F8C-4741-97C7-F6C0449ADF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399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169E1-DE5E-2004-2AAF-FC230C5C9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593E90-C2A5-6328-FB33-98CC0FF72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55749B-BF17-B164-6B9E-A9530164D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7EC62-B529-AFB7-C10F-90CA871CB2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B16D2-7F8C-4741-97C7-F6C0449ADFA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67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763CA-556B-748C-5253-17F1D3066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67179A-9BFF-5BDA-545D-9012DE103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EF97A-88E3-1266-A813-88C4FCD2F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B04D5-1BBA-1D22-5D4F-3D9AF8878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B16D2-7F8C-4741-97C7-F6C0449ADF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49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C6231-017B-8E34-59A4-4DF7F91A7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7F763F-744C-F79A-1534-5EB08B610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D0012-DEB1-3A5C-9B12-1B5830EA0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A8849-67D2-6F34-1A1A-6156C43F6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B16D2-7F8C-4741-97C7-F6C0449ADFA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00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00C4F-7402-00BC-2461-21C87FA20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F38F4-95D2-42AD-1346-AE8AF5B37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AAA8E9-EBBA-ABFD-D3B7-42588647B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42257-9C87-2A63-7E71-808FA186B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B16D2-7F8C-4741-97C7-F6C0449ADFA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89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9B025-9282-FE3A-EECB-F67AC25A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EAC02F-FCCD-6D36-1BF3-929FFCC3A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68AF9-A402-C971-5623-900AF0364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1A092-DFEB-4F94-740B-B0E95F1CE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B16D2-7F8C-4741-97C7-F6C0449ADFA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15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95D62-BB96-112E-1E69-96CB81407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9FFE47-09E8-2B48-AA1C-0658F2FD8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E23A72-AE21-B83A-6DBF-EC7C8D642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B2897-99DA-B49B-E9E1-608796808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B16D2-7F8C-4741-97C7-F6C0449ADFA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709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80B4B-06F9-F4E5-E9D3-64DE5F07C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B2CDC-752A-8BBD-6CD1-F1E2AE0B9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F2155A-5F0A-52B7-80FB-4AF572090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42F0D-9844-2917-056B-9652CA068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B16D2-7F8C-4741-97C7-F6C0449ADFA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008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8BEED-AB83-73FA-3653-85D7032C6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9977FC-1DF0-8AF1-E4FA-90EC28E26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D6AA9F-A87C-E79A-51B5-41C6D2535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F390F-9F6C-3DCF-30FA-9A42450E8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B16D2-7F8C-4741-97C7-F6C0449ADFA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36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45CA4-6579-2061-BA3F-8E6627B1C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F05750-309A-4C8C-B751-804EE54CF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81F4E6-C113-928E-2148-BD61F93C4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8FFCF-C281-D6A5-D2E4-7700A7BAA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B16D2-7F8C-4741-97C7-F6C0449ADFA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2172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29C04-9A7A-4FF2-95B6-1DA58A307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80454-EA85-FF28-8E09-636D51877D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2A0543-AFE3-90A4-91A1-C370FB7B3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58AA2-26BF-1899-C34F-482A6985D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B16D2-7F8C-4741-97C7-F6C0449ADFA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577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FFCF1-9846-6C30-6FBB-98B84EE69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1998E-DD77-E83B-3E7D-D7BCF6152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F0A7CC-F41C-EE82-7D67-2D2B2EBF8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AFC48-EE7A-371A-E1B5-8488A01CF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B16D2-7F8C-4741-97C7-F6C0449ADFA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361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CC01F-7365-743C-8E60-362C95707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359C1-224C-DEBA-DAAC-FC2727457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B69BB-58E0-E15A-733F-DD8DD30F24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79EED-DC8D-49F1-FF00-AA95EDA1F7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B16D2-7F8C-4741-97C7-F6C0449ADFA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2746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88025-EB78-0157-0739-BB36D09AB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2CF099-A108-9B05-4F42-2D6AB9707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59C3B-F601-76DE-B8F9-2853C6948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2782C-658E-D169-D45C-176E473A3C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B16D2-7F8C-4741-97C7-F6C0449ADFA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92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0716C-FDB0-F4E5-6689-C4A43FA4D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771C0-F43A-752C-A3A0-BE9B37B5F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76675-F530-30D5-5702-EB4622E9A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5C74-B8EF-4166-8D63-23CEB49F573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7E43A-7DA4-87DC-29AA-AD8D22FE6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75D63-21BE-9149-0B39-27BBB1EC7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FF1FD-172D-4844-8662-01146AB4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35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0BF80-3663-AC49-C9BA-6FEEDC62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FC31F-211A-1C2A-2F14-2C0D4E6A3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7290C-DCB0-A5AC-9F03-494A9FD41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5C74-B8EF-4166-8D63-23CEB49F573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4B91-454E-950A-371C-F153747F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E0895-5242-B2D8-DC79-27B14EED8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FF1FD-172D-4844-8662-01146AB4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140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0C103-8171-00D1-4496-2E2CE6211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6C083-6369-1CB5-CFCB-2987017C9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908B5-2CBA-2E30-0E45-B051C9A6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5C74-B8EF-4166-8D63-23CEB49F573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4DB8F-C2F2-6B31-67A2-61E3209BE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098EC-93FC-F627-2F94-4657EDA2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FF1FD-172D-4844-8662-01146AB4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48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F975-77AE-6B20-1499-6129275EC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BB4D7-6EA5-72C5-B27A-BC2C58031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77AEA-DD0C-72EE-A33F-9F4F65829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636F8-F884-EBE4-FAB3-36A08133E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5C74-B8EF-4166-8D63-23CEB49F573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A84ED-7A02-4AA2-EC3D-4A63EEFCD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5966-64B8-15C1-B9A6-75C8DB59A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FF1FD-172D-4844-8662-01146AB4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869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AAE91-BD1A-4EBC-0FAB-11955EA4B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FE538-3A63-B1AA-4FDF-7DACE2465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43139-E148-A181-B225-A2D7E3279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9E524E-4C5A-9547-9BD3-4A78AEB273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D5434-BBC4-1F18-11F9-87694C2BF3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685B3F-B9B4-97EB-8524-37F8C3D52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5C74-B8EF-4166-8D63-23CEB49F573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33285F-1F45-18FC-22F0-EC525C989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B0311-25F5-3A81-A5A6-920CEA9FC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FF1FD-172D-4844-8662-01146AB4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99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E9A12-876D-6641-AAA8-050986A89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C3E425-8C78-04E7-9578-CE3C6DA15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5C74-B8EF-4166-8D63-23CEB49F573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FD88B-5368-B3C7-3136-379D58187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CDF7C2-2C2E-7F69-9976-F190D00B3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FF1FD-172D-4844-8662-01146AB4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71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CD3D9-6113-AA62-29CB-65365DECD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5C74-B8EF-4166-8D63-23CEB49F573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1F8BD-2E21-562F-52CD-96576B3B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7E6FE-B7EE-959D-BE81-3C95F4814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FF1FD-172D-4844-8662-01146AB4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854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1DCC5-30D9-EE37-D835-761CDAFC3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94F65-1E3C-541E-5C24-F103F7C7C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4D91D-D2F6-0256-86F2-01FBAD949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95025-ECB8-2391-F5DB-384D39973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5C74-B8EF-4166-8D63-23CEB49F573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D0AA1-8F52-6B8B-AEC9-0D0227886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5C109-FE3C-7673-EC81-2D443F9DC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FF1FD-172D-4844-8662-01146AB4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646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784B-E97F-3174-756B-E779A8A46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2CF03E-0767-9272-712A-98F9C8BB2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5B8316-CAEC-A535-86CC-F6F72E5C2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2949B-0A37-A241-D7C2-DE97F850F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5C74-B8EF-4166-8D63-23CEB49F573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49A3F5-A679-F5C2-E497-82F55012F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3991C-3883-594C-94E8-F41ECECF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FF1FD-172D-4844-8662-01146AB4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549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19E71-BA03-76CA-3A7B-EB3519A44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E2751-55F3-D5D5-4393-227EDB92E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C0077-B0AD-E5B6-97F1-DB17C98C7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5C74-B8EF-4166-8D63-23CEB49F573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0B271-34D7-E8A5-9176-96774017A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0CC04-872B-3B73-A83F-BC25ED0FA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FF1FD-172D-4844-8662-01146AB4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24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363FCE-E447-8733-EFC8-FBCCB50B7B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9B864-6C15-6A3D-FFCB-73C9F169A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BFBC8-7D8D-AE14-8167-9DB5919C3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5C74-B8EF-4166-8D63-23CEB49F573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EF1E0-DADC-ABCA-3458-4021890AE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E1D8D-5DEC-BFB2-1FC1-868BAD2C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FF1FD-172D-4844-8662-01146AB4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134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401601-75F0-D70D-CE8D-61BA07D0E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A80E5-CD10-9B7A-C5D5-967D840A6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4E9E-1DFB-9373-729F-30D4AD23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45C74-B8EF-4166-8D63-23CEB49F573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3A173-495A-EC36-DF69-839956223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C9D60-68B3-951D-6377-E9FEDAED5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FF1FD-172D-4844-8662-01146AB4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03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2F3CC">
                <a:alpha val="0"/>
              </a:srgbClr>
            </a:gs>
            <a:gs pos="100000">
              <a:srgbClr val="F2F3CC">
                <a:alpha val="50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47518D5-7CFA-1DC0-9726-A3E049AB4C2B}"/>
              </a:ext>
            </a:extLst>
          </p:cNvPr>
          <p:cNvGrpSpPr/>
          <p:nvPr/>
        </p:nvGrpSpPr>
        <p:grpSpPr>
          <a:xfrm>
            <a:off x="14310602" y="762648"/>
            <a:ext cx="490221" cy="3694958"/>
            <a:chOff x="11020425" y="1733550"/>
            <a:chExt cx="871504" cy="255804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C51242D-1FBF-1B31-8315-4AB976C54444}"/>
                </a:ext>
              </a:extLst>
            </p:cNvPr>
            <p:cNvSpPr/>
            <p:nvPr/>
          </p:nvSpPr>
          <p:spPr>
            <a:xfrm>
              <a:off x="11020425" y="1733550"/>
              <a:ext cx="871504" cy="790808"/>
            </a:xfrm>
            <a:prstGeom prst="roundRect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40E53B6-41B7-D821-BAE4-1088C68CC9C7}"/>
                </a:ext>
              </a:extLst>
            </p:cNvPr>
            <p:cNvSpPr/>
            <p:nvPr/>
          </p:nvSpPr>
          <p:spPr>
            <a:xfrm>
              <a:off x="11020425" y="2617170"/>
              <a:ext cx="871504" cy="790808"/>
            </a:xfrm>
            <a:prstGeom prst="roundRect">
              <a:avLst/>
            </a:prstGeom>
            <a:solidFill>
              <a:srgbClr val="DEB6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A878677-F189-981D-6C9F-4A2ECD806CD2}"/>
                </a:ext>
              </a:extLst>
            </p:cNvPr>
            <p:cNvSpPr/>
            <p:nvPr/>
          </p:nvSpPr>
          <p:spPr>
            <a:xfrm>
              <a:off x="11020425" y="3500790"/>
              <a:ext cx="871504" cy="790808"/>
            </a:xfrm>
            <a:prstGeom prst="roundRect">
              <a:avLst/>
            </a:prstGeom>
            <a:solidFill>
              <a:srgbClr val="F2F3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778F8B0-FF72-16E0-7AAB-E40CB476613E}"/>
              </a:ext>
            </a:extLst>
          </p:cNvPr>
          <p:cNvGrpSpPr/>
          <p:nvPr/>
        </p:nvGrpSpPr>
        <p:grpSpPr>
          <a:xfrm>
            <a:off x="0" y="762648"/>
            <a:ext cx="12192000" cy="6858000"/>
            <a:chOff x="0" y="0"/>
            <a:chExt cx="1219200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8313022-71DC-BEFB-3AF8-068007893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941018"/>
              <a:ext cx="12192000" cy="5737028"/>
            </a:xfrm>
            <a:custGeom>
              <a:avLst/>
              <a:gdLst>
                <a:gd name="connsiteX0" fmla="*/ 411 w 6924626"/>
                <a:gd name="connsiteY0" fmla="*/ 544 h 7220141"/>
                <a:gd name="connsiteX1" fmla="*/ 6925038 w 6924626"/>
                <a:gd name="connsiteY1" fmla="*/ 544 h 7220141"/>
                <a:gd name="connsiteX2" fmla="*/ 6925038 w 6924626"/>
                <a:gd name="connsiteY2" fmla="*/ 7220685 h 7220141"/>
                <a:gd name="connsiteX3" fmla="*/ 411 w 6924626"/>
                <a:gd name="connsiteY3" fmla="*/ 7220685 h 722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4626" h="7220141">
                  <a:moveTo>
                    <a:pt x="411" y="544"/>
                  </a:moveTo>
                  <a:lnTo>
                    <a:pt x="6925038" y="544"/>
                  </a:lnTo>
                  <a:lnTo>
                    <a:pt x="6925038" y="7220685"/>
                  </a:lnTo>
                  <a:lnTo>
                    <a:pt x="411" y="7220685"/>
                  </a:lnTo>
                  <a:close/>
                </a:path>
              </a:pathLst>
            </a:custGeom>
          </p:spPr>
        </p:pic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82EE567-7C50-2E4F-8E38-01C5F653A20C}"/>
                </a:ext>
              </a:extLst>
            </p:cNvPr>
            <p:cNvSpPr/>
            <p:nvPr/>
          </p:nvSpPr>
          <p:spPr>
            <a:xfrm>
              <a:off x="0" y="3439553"/>
              <a:ext cx="12192000" cy="3418447"/>
            </a:xfrm>
            <a:custGeom>
              <a:avLst/>
              <a:gdLst>
                <a:gd name="connsiteX0" fmla="*/ 6924095 w 6924094"/>
                <a:gd name="connsiteY0" fmla="*/ 0 h 4302170"/>
                <a:gd name="connsiteX1" fmla="*/ 6893108 w 6924094"/>
                <a:gd name="connsiteY1" fmla="*/ 7144 h 4302170"/>
                <a:gd name="connsiteX2" fmla="*/ 4790293 w 6924094"/>
                <a:gd name="connsiteY2" fmla="*/ 702242 h 4302170"/>
                <a:gd name="connsiteX3" fmla="*/ 0 w 6924094"/>
                <a:gd name="connsiteY3" fmla="*/ 4154133 h 4302170"/>
                <a:gd name="connsiteX4" fmla="*/ 0 w 6924094"/>
                <a:gd name="connsiteY4" fmla="*/ 4302171 h 4302170"/>
                <a:gd name="connsiteX5" fmla="*/ 4790293 w 6924094"/>
                <a:gd name="connsiteY5" fmla="*/ 850280 h 4302170"/>
                <a:gd name="connsiteX6" fmla="*/ 6893108 w 6924094"/>
                <a:gd name="connsiteY6" fmla="*/ 155182 h 4302170"/>
                <a:gd name="connsiteX7" fmla="*/ 6924095 w 6924094"/>
                <a:gd name="connsiteY7" fmla="*/ 148038 h 4302170"/>
                <a:gd name="connsiteX8" fmla="*/ 6924095 w 6924094"/>
                <a:gd name="connsiteY8" fmla="*/ 0 h 4302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24094" h="4302170">
                  <a:moveTo>
                    <a:pt x="6924095" y="0"/>
                  </a:moveTo>
                  <a:cubicBezTo>
                    <a:pt x="6913746" y="2424"/>
                    <a:pt x="6903457" y="4656"/>
                    <a:pt x="6893108" y="7144"/>
                  </a:cubicBezTo>
                  <a:cubicBezTo>
                    <a:pt x="6187045" y="175209"/>
                    <a:pt x="5484174" y="405782"/>
                    <a:pt x="4790293" y="702242"/>
                  </a:cubicBezTo>
                  <a:cubicBezTo>
                    <a:pt x="2923363" y="1499902"/>
                    <a:pt x="1310121" y="2691799"/>
                    <a:pt x="0" y="4154133"/>
                  </a:cubicBezTo>
                  <a:lnTo>
                    <a:pt x="0" y="4302171"/>
                  </a:lnTo>
                  <a:cubicBezTo>
                    <a:pt x="1310121" y="2839837"/>
                    <a:pt x="2923363" y="1647940"/>
                    <a:pt x="4790293" y="850280"/>
                  </a:cubicBezTo>
                  <a:cubicBezTo>
                    <a:pt x="5484174" y="553820"/>
                    <a:pt x="6187045" y="323248"/>
                    <a:pt x="6893108" y="155182"/>
                  </a:cubicBezTo>
                  <a:cubicBezTo>
                    <a:pt x="6903457" y="152695"/>
                    <a:pt x="6913746" y="150526"/>
                    <a:pt x="6924095" y="148038"/>
                  </a:cubicBezTo>
                  <a:lnTo>
                    <a:pt x="6924095" y="0"/>
                  </a:lnTo>
                  <a:close/>
                </a:path>
              </a:pathLst>
            </a:custGeom>
            <a:gradFill>
              <a:gsLst>
                <a:gs pos="0">
                  <a:srgbClr val="3B3F1E"/>
                </a:gs>
                <a:gs pos="100000">
                  <a:srgbClr val="DEB63D"/>
                </a:gs>
              </a:gsLst>
              <a:lin ang="10800000" scaled="1"/>
            </a:gradFill>
            <a:ln w="591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140DAF3-0C32-1D7A-37CA-FC2B6B2567C8}"/>
                </a:ext>
              </a:extLst>
            </p:cNvPr>
            <p:cNvSpPr/>
            <p:nvPr/>
          </p:nvSpPr>
          <p:spPr>
            <a:xfrm>
              <a:off x="0" y="1010011"/>
              <a:ext cx="12192000" cy="5733986"/>
            </a:xfrm>
            <a:custGeom>
              <a:avLst/>
              <a:gdLst>
                <a:gd name="connsiteX0" fmla="*/ 6923976 w 6923976"/>
                <a:gd name="connsiteY0" fmla="*/ 0 h 7216313"/>
                <a:gd name="connsiteX1" fmla="*/ 3286152 w 6923976"/>
                <a:gd name="connsiteY1" fmla="*/ 2419194 h 7216313"/>
                <a:gd name="connsiteX2" fmla="*/ 0 w 6923976"/>
                <a:gd name="connsiteY2" fmla="*/ 3282996 h 7216313"/>
                <a:gd name="connsiteX3" fmla="*/ 0 w 6923976"/>
                <a:gd name="connsiteY3" fmla="*/ 7216314 h 7216313"/>
                <a:gd name="connsiteX4" fmla="*/ 4790293 w 6923976"/>
                <a:gd name="connsiteY4" fmla="*/ 3764423 h 7216313"/>
                <a:gd name="connsiteX5" fmla="*/ 6893108 w 6923976"/>
                <a:gd name="connsiteY5" fmla="*/ 3069325 h 7216313"/>
                <a:gd name="connsiteX6" fmla="*/ 6923976 w 6923976"/>
                <a:gd name="connsiteY6" fmla="*/ 3062246 h 7216313"/>
                <a:gd name="connsiteX7" fmla="*/ 6923976 w 6923976"/>
                <a:gd name="connsiteY7" fmla="*/ 0 h 7216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923976" h="7216313">
                  <a:moveTo>
                    <a:pt x="6923976" y="0"/>
                  </a:moveTo>
                  <a:cubicBezTo>
                    <a:pt x="5881853" y="1004442"/>
                    <a:pt x="4661202" y="1831696"/>
                    <a:pt x="3286152" y="2419194"/>
                  </a:cubicBezTo>
                  <a:cubicBezTo>
                    <a:pt x="2206005" y="2880722"/>
                    <a:pt x="1101376" y="3164233"/>
                    <a:pt x="0" y="3282996"/>
                  </a:cubicBezTo>
                  <a:lnTo>
                    <a:pt x="0" y="7216314"/>
                  </a:lnTo>
                  <a:cubicBezTo>
                    <a:pt x="1310120" y="5753981"/>
                    <a:pt x="2923422" y="4562084"/>
                    <a:pt x="4790293" y="3764423"/>
                  </a:cubicBezTo>
                  <a:cubicBezTo>
                    <a:pt x="5484175" y="3467964"/>
                    <a:pt x="6187045" y="3237391"/>
                    <a:pt x="6893108" y="3069325"/>
                  </a:cubicBezTo>
                  <a:cubicBezTo>
                    <a:pt x="6903398" y="3066902"/>
                    <a:pt x="6913687" y="3064669"/>
                    <a:pt x="6923976" y="3062246"/>
                  </a:cubicBezTo>
                  <a:lnTo>
                    <a:pt x="6923976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DEB63D">
                    <a:alpha val="76000"/>
                  </a:srgbClr>
                </a:gs>
                <a:gs pos="0">
                  <a:srgbClr val="DEB63D">
                    <a:lumMod val="94000"/>
                  </a:srgbClr>
                </a:gs>
              </a:gsLst>
              <a:lin ang="10800000" scaled="1"/>
              <a:tileRect/>
            </a:gradFill>
            <a:ln w="115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869F452-B730-ABC0-3A2B-5DADFD7E2377}"/>
                </a:ext>
              </a:extLst>
            </p:cNvPr>
            <p:cNvSpPr/>
            <p:nvPr/>
          </p:nvSpPr>
          <p:spPr>
            <a:xfrm>
              <a:off x="0" y="608978"/>
              <a:ext cx="12192000" cy="3022025"/>
            </a:xfrm>
            <a:custGeom>
              <a:avLst/>
              <a:gdLst>
                <a:gd name="connsiteX0" fmla="*/ 6924095 w 6924094"/>
                <a:gd name="connsiteY0" fmla="*/ 64 h 3803266"/>
                <a:gd name="connsiteX1" fmla="*/ 3200112 w 6924094"/>
                <a:gd name="connsiteY1" fmla="*/ 2679106 h 3803266"/>
                <a:gd name="connsiteX2" fmla="*/ 0 w 6924094"/>
                <a:gd name="connsiteY2" fmla="*/ 3463499 h 3803266"/>
                <a:gd name="connsiteX3" fmla="*/ 0 w 6924094"/>
                <a:gd name="connsiteY3" fmla="*/ 3803267 h 3803266"/>
                <a:gd name="connsiteX4" fmla="*/ 3286152 w 6924094"/>
                <a:gd name="connsiteY4" fmla="*/ 2939465 h 3803266"/>
                <a:gd name="connsiteX5" fmla="*/ 6924095 w 6924094"/>
                <a:gd name="connsiteY5" fmla="*/ 520144 h 3803266"/>
                <a:gd name="connsiteX6" fmla="*/ 6924095 w 6924094"/>
                <a:gd name="connsiteY6" fmla="*/ 0 h 380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24094" h="3803266">
                  <a:moveTo>
                    <a:pt x="6924095" y="64"/>
                  </a:moveTo>
                  <a:cubicBezTo>
                    <a:pt x="5904265" y="1134366"/>
                    <a:pt x="4650499" y="2059399"/>
                    <a:pt x="3200112" y="2679106"/>
                  </a:cubicBezTo>
                  <a:cubicBezTo>
                    <a:pt x="2148822" y="3128324"/>
                    <a:pt x="1070863" y="3384410"/>
                    <a:pt x="0" y="3463499"/>
                  </a:cubicBezTo>
                  <a:lnTo>
                    <a:pt x="0" y="3803267"/>
                  </a:lnTo>
                  <a:cubicBezTo>
                    <a:pt x="1101377" y="3684505"/>
                    <a:pt x="2206005" y="3400993"/>
                    <a:pt x="3286152" y="2939465"/>
                  </a:cubicBezTo>
                  <a:cubicBezTo>
                    <a:pt x="4661261" y="2351968"/>
                    <a:pt x="5881971" y="1524649"/>
                    <a:pt x="6924095" y="520144"/>
                  </a:cubicBezTo>
                  <a:lnTo>
                    <a:pt x="6924095" y="0"/>
                  </a:lnTo>
                  <a:close/>
                </a:path>
              </a:pathLst>
            </a:custGeom>
            <a:gradFill>
              <a:gsLst>
                <a:gs pos="59000">
                  <a:srgbClr val="3B3F1E"/>
                </a:gs>
                <a:gs pos="0">
                  <a:srgbClr val="DEB63D"/>
                </a:gs>
              </a:gsLst>
              <a:lin ang="10800000" scaled="1"/>
            </a:gradFill>
            <a:ln w="5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C0DEC1D-11F7-7173-6550-08DC48B1BBC7}"/>
                </a:ext>
              </a:extLst>
            </p:cNvPr>
            <p:cNvSpPr/>
            <p:nvPr/>
          </p:nvSpPr>
          <p:spPr>
            <a:xfrm>
              <a:off x="0" y="0"/>
              <a:ext cx="12192000" cy="3349775"/>
            </a:xfrm>
            <a:custGeom>
              <a:avLst/>
              <a:gdLst>
                <a:gd name="connsiteX0" fmla="*/ 6924154 w 6924153"/>
                <a:gd name="connsiteY0" fmla="*/ 64 h 4215746"/>
                <a:gd name="connsiteX1" fmla="*/ 2930696 w 6924153"/>
                <a:gd name="connsiteY1" fmla="*/ 3311506 h 4215746"/>
                <a:gd name="connsiteX2" fmla="*/ 0 w 6924153"/>
                <a:gd name="connsiteY2" fmla="*/ 3997228 h 4215746"/>
                <a:gd name="connsiteX3" fmla="*/ 0 w 6924153"/>
                <a:gd name="connsiteY3" fmla="*/ 4215746 h 4215746"/>
                <a:gd name="connsiteX4" fmla="*/ 3200112 w 6924153"/>
                <a:gd name="connsiteY4" fmla="*/ 3431353 h 4215746"/>
                <a:gd name="connsiteX5" fmla="*/ 6924095 w 6924153"/>
                <a:gd name="connsiteY5" fmla="*/ 752311 h 4215746"/>
                <a:gd name="connsiteX6" fmla="*/ 6924095 w 6924153"/>
                <a:gd name="connsiteY6" fmla="*/ 0 h 421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24153" h="4215746">
                  <a:moveTo>
                    <a:pt x="6924154" y="64"/>
                  </a:moveTo>
                  <a:cubicBezTo>
                    <a:pt x="5940455" y="1437395"/>
                    <a:pt x="4584091" y="2605119"/>
                    <a:pt x="2930696" y="3311506"/>
                  </a:cubicBezTo>
                  <a:cubicBezTo>
                    <a:pt x="1968108" y="3722774"/>
                    <a:pt x="979560" y="3945820"/>
                    <a:pt x="0" y="3997228"/>
                  </a:cubicBezTo>
                  <a:lnTo>
                    <a:pt x="0" y="4215746"/>
                  </a:lnTo>
                  <a:cubicBezTo>
                    <a:pt x="1070863" y="4136656"/>
                    <a:pt x="2148823" y="3880571"/>
                    <a:pt x="3200112" y="3431353"/>
                  </a:cubicBezTo>
                  <a:cubicBezTo>
                    <a:pt x="4650499" y="2811646"/>
                    <a:pt x="5904324" y="1886613"/>
                    <a:pt x="6924095" y="752311"/>
                  </a:cubicBezTo>
                  <a:lnTo>
                    <a:pt x="6924095" y="0"/>
                  </a:lnTo>
                  <a:close/>
                </a:path>
              </a:pathLst>
            </a:custGeom>
            <a:solidFill>
              <a:srgbClr val="F7F8E0"/>
            </a:solidFill>
            <a:ln w="5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9FCA739-C9BB-10F9-332C-B7FE33EC22FB}"/>
                </a:ext>
              </a:extLst>
            </p:cNvPr>
            <p:cNvSpPr/>
            <p:nvPr/>
          </p:nvSpPr>
          <p:spPr>
            <a:xfrm>
              <a:off x="4224484" y="1317940"/>
              <a:ext cx="3718665" cy="3718666"/>
            </a:xfrm>
            <a:custGeom>
              <a:avLst/>
              <a:gdLst>
                <a:gd name="connsiteX0" fmla="*/ 4529333 w 4529332"/>
                <a:gd name="connsiteY0" fmla="*/ 2442666 h 4885331"/>
                <a:gd name="connsiteX1" fmla="*/ 2264667 w 4529332"/>
                <a:gd name="connsiteY1" fmla="*/ 4885331 h 4885331"/>
                <a:gd name="connsiteX2" fmla="*/ 1 w 4529332"/>
                <a:gd name="connsiteY2" fmla="*/ 2442666 h 4885331"/>
                <a:gd name="connsiteX3" fmla="*/ 2264667 w 4529332"/>
                <a:gd name="connsiteY3" fmla="*/ 0 h 4885331"/>
                <a:gd name="connsiteX4" fmla="*/ 4529333 w 4529332"/>
                <a:gd name="connsiteY4" fmla="*/ 2442666 h 4885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9332" h="4885331">
                  <a:moveTo>
                    <a:pt x="4529333" y="2442666"/>
                  </a:moveTo>
                  <a:cubicBezTo>
                    <a:pt x="4529333" y="3791713"/>
                    <a:pt x="3515407" y="4885331"/>
                    <a:pt x="2264667" y="4885331"/>
                  </a:cubicBezTo>
                  <a:cubicBezTo>
                    <a:pt x="1013926" y="4885331"/>
                    <a:pt x="1" y="3791712"/>
                    <a:pt x="1" y="2442666"/>
                  </a:cubicBezTo>
                  <a:cubicBezTo>
                    <a:pt x="1" y="1093619"/>
                    <a:pt x="1013926" y="0"/>
                    <a:pt x="2264667" y="0"/>
                  </a:cubicBezTo>
                  <a:cubicBezTo>
                    <a:pt x="3515408" y="0"/>
                    <a:pt x="4529333" y="1093619"/>
                    <a:pt x="4529333" y="2442666"/>
                  </a:cubicBezTo>
                  <a:close/>
                </a:path>
              </a:pathLst>
            </a:custGeom>
            <a:solidFill>
              <a:srgbClr val="F7F8E0"/>
            </a:solidFill>
            <a:ln w="5910" cap="flat">
              <a:noFill/>
              <a:prstDash val="solid"/>
              <a:miter/>
            </a:ln>
            <a:effectLst>
              <a:outerShdw blurRad="635000" dist="342900" dir="2700000" algn="tl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28" name="Picture 27" descr="A glowing graph with a rising arrow&#10;&#10;AI-generated content may be incorrect.">
              <a:extLst>
                <a:ext uri="{FF2B5EF4-FFF2-40B4-BE49-F238E27FC236}">
                  <a16:creationId xmlns:a16="http://schemas.microsoft.com/office/drawing/2014/main" id="{F6C8CC7F-D387-4E93-7AF8-9896F688DA57}"/>
                </a:ext>
              </a:extLst>
            </p:cNvPr>
            <p:cNvPicPr>
              <a:picLocks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0488" y="1473944"/>
              <a:ext cx="3406869" cy="3406870"/>
            </a:xfrm>
            <a:prstGeom prst="flowChartConnector">
              <a:avLst/>
            </a:prstGeom>
          </p:spPr>
        </p:pic>
      </p:grpSp>
      <p:pic>
        <p:nvPicPr>
          <p:cNvPr id="33" name="صورة 6">
            <a:extLst>
              <a:ext uri="{FF2B5EF4-FFF2-40B4-BE49-F238E27FC236}">
                <a16:creationId xmlns:a16="http://schemas.microsoft.com/office/drawing/2014/main" id="{0B766D83-E4B5-EEF4-D397-51C18B8AABE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52" y="256083"/>
            <a:ext cx="705344" cy="70579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مربع نص 12">
            <a:extLst>
              <a:ext uri="{FF2B5EF4-FFF2-40B4-BE49-F238E27FC236}">
                <a16:creationId xmlns:a16="http://schemas.microsoft.com/office/drawing/2014/main" id="{AE13677D-F9FB-F54D-F543-1215FD3DB0B4}"/>
              </a:ext>
            </a:extLst>
          </p:cNvPr>
          <p:cNvSpPr txBox="1"/>
          <p:nvPr/>
        </p:nvSpPr>
        <p:spPr>
          <a:xfrm>
            <a:off x="2497494" y="633860"/>
            <a:ext cx="6935756" cy="1154162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ar-EG" sz="2400" dirty="0">
                <a:gradFill flip="none" rotWithShape="1">
                  <a:gsLst>
                    <a:gs pos="32000">
                      <a:srgbClr val="3B3F1E"/>
                    </a:gs>
                    <a:gs pos="100000">
                      <a:srgbClr val="DEB63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Tajawal Black" panose="00000500000000000000" pitchFamily="2" charset="-78"/>
                <a:cs typeface="Tajawal Black" panose="00000500000000000000" pitchFamily="2" charset="-78"/>
              </a:rPr>
              <a:t>المســــــاعد الـــــذكي لقيــــــاس مستــــــــوى المخــــــــاطر بالسجـــون وتحسينها ومعالجتها بشكل آلي وذكي</a:t>
            </a:r>
          </a:p>
        </p:txBody>
      </p:sp>
    </p:spTree>
    <p:extLst>
      <p:ext uri="{BB962C8B-B14F-4D97-AF65-F5344CB8AC3E}">
        <p14:creationId xmlns:p14="http://schemas.microsoft.com/office/powerpoint/2010/main" val="2583365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DEB63D">
                <a:alpha val="10000"/>
              </a:srgbClr>
            </a:gs>
            <a:gs pos="1000">
              <a:srgbClr val="F2F3CC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EEC294-40F0-AC98-3802-35D9FF915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1C1662C-B1CB-902C-6316-073020C760A1}"/>
              </a:ext>
            </a:extLst>
          </p:cNvPr>
          <p:cNvGrpSpPr/>
          <p:nvPr/>
        </p:nvGrpSpPr>
        <p:grpSpPr>
          <a:xfrm>
            <a:off x="14310602" y="762648"/>
            <a:ext cx="490221" cy="3694958"/>
            <a:chOff x="11020425" y="1733550"/>
            <a:chExt cx="871504" cy="255804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CF3EF9C-6738-EA43-632D-B30BCFC02F10}"/>
                </a:ext>
              </a:extLst>
            </p:cNvPr>
            <p:cNvSpPr/>
            <p:nvPr/>
          </p:nvSpPr>
          <p:spPr>
            <a:xfrm>
              <a:off x="11020425" y="1733550"/>
              <a:ext cx="871504" cy="790808"/>
            </a:xfrm>
            <a:prstGeom prst="roundRect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5341CD0-E5F3-5C71-0449-57EC083154EB}"/>
                </a:ext>
              </a:extLst>
            </p:cNvPr>
            <p:cNvSpPr/>
            <p:nvPr/>
          </p:nvSpPr>
          <p:spPr>
            <a:xfrm>
              <a:off x="11020425" y="2617170"/>
              <a:ext cx="871504" cy="790808"/>
            </a:xfrm>
            <a:prstGeom prst="roundRect">
              <a:avLst/>
            </a:prstGeom>
            <a:solidFill>
              <a:srgbClr val="DEB6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7B43FB6-79FF-A417-70A1-276D863AFD73}"/>
                </a:ext>
              </a:extLst>
            </p:cNvPr>
            <p:cNvSpPr/>
            <p:nvPr/>
          </p:nvSpPr>
          <p:spPr>
            <a:xfrm>
              <a:off x="11020425" y="3500790"/>
              <a:ext cx="871504" cy="790808"/>
            </a:xfrm>
            <a:prstGeom prst="roundRect">
              <a:avLst/>
            </a:prstGeom>
            <a:solidFill>
              <a:srgbClr val="F2F3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pic>
        <p:nvPicPr>
          <p:cNvPr id="33" name="صورة 6">
            <a:extLst>
              <a:ext uri="{FF2B5EF4-FFF2-40B4-BE49-F238E27FC236}">
                <a16:creationId xmlns:a16="http://schemas.microsoft.com/office/drawing/2014/main" id="{32F0041E-DBA4-4797-85AC-FFE4496507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52" y="256083"/>
            <a:ext cx="705344" cy="7057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مربع نص 12">
            <a:extLst>
              <a:ext uri="{FF2B5EF4-FFF2-40B4-BE49-F238E27FC236}">
                <a16:creationId xmlns:a16="http://schemas.microsoft.com/office/drawing/2014/main" id="{1EA44FD4-6FE8-1C5D-C709-7198557747F9}"/>
              </a:ext>
            </a:extLst>
          </p:cNvPr>
          <p:cNvSpPr txBox="1"/>
          <p:nvPr/>
        </p:nvSpPr>
        <p:spPr>
          <a:xfrm>
            <a:off x="4895461" y="762648"/>
            <a:ext cx="2401078" cy="620170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pPr marR="0" lvl="0" indent="0" algn="ctr" rtl="1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EG" sz="2800" dirty="0">
                <a:gradFill flip="none" rotWithShape="1">
                  <a:gsLst>
                    <a:gs pos="20000">
                      <a:srgbClr val="3B3F1E"/>
                    </a:gs>
                    <a:gs pos="100000">
                      <a:srgbClr val="DEB63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Tajawal Black" panose="00000500000000000000" pitchFamily="2" charset="-78"/>
                <a:cs typeface="Tajawal Black" panose="00000500000000000000" pitchFamily="2" charset="-78"/>
              </a:rPr>
              <a:t>المـقـدمــة:</a:t>
            </a:r>
            <a:endParaRPr lang="ar-SA" sz="2800" dirty="0">
              <a:gradFill flip="none" rotWithShape="1">
                <a:gsLst>
                  <a:gs pos="20000">
                    <a:srgbClr val="3B3F1E"/>
                  </a:gs>
                  <a:gs pos="100000">
                    <a:srgbClr val="DEB63D"/>
                  </a:gs>
                </a:gsLst>
                <a:path path="circle">
                  <a:fillToRect l="100000" t="100000"/>
                </a:path>
                <a:tileRect r="-100000" b="-100000"/>
              </a:gradFill>
              <a:latin typeface="Tajawal Black" panose="00000500000000000000" pitchFamily="2" charset="-78"/>
              <a:cs typeface="Tajawal Black" panose="00000500000000000000" pitchFamily="2" charset="-78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142B393-4DF9-938C-B15D-53BDC1951936}"/>
              </a:ext>
            </a:extLst>
          </p:cNvPr>
          <p:cNvGrpSpPr/>
          <p:nvPr/>
        </p:nvGrpSpPr>
        <p:grpSpPr>
          <a:xfrm>
            <a:off x="1605305" y="2196117"/>
            <a:ext cx="8981390" cy="3708708"/>
            <a:chOff x="1605305" y="2520208"/>
            <a:chExt cx="8981390" cy="370870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0BBCC83-52DE-D8C2-7436-3339B507D937}"/>
                </a:ext>
              </a:extLst>
            </p:cNvPr>
            <p:cNvSpPr/>
            <p:nvPr/>
          </p:nvSpPr>
          <p:spPr>
            <a:xfrm>
              <a:off x="1605305" y="2520208"/>
              <a:ext cx="8981390" cy="3364929"/>
            </a:xfrm>
            <a:prstGeom prst="roundRect">
              <a:avLst>
                <a:gd name="adj" fmla="val 11223"/>
              </a:avLst>
            </a:prstGeom>
            <a:solidFill>
              <a:sysClr val="window" lastClr="FFFFFF"/>
            </a:solidFill>
            <a:ln w="15875" cap="flat" cmpd="sng" algn="ctr">
              <a:noFill/>
              <a:prstDash val="solid"/>
            </a:ln>
            <a:effectLst>
              <a:outerShdw blurRad="762000" dist="736600" dir="2700000" sx="97000" sy="97000" algn="tl" rotWithShape="0">
                <a:schemeClr val="tx1">
                  <a:lumMod val="95000"/>
                  <a:lumOff val="5000"/>
                  <a:alpha val="10000"/>
                </a:scheme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latin typeface="Tw Cen MT" panose="020B0602020104020603"/>
              </a:endParaRPr>
            </a:p>
          </p:txBody>
        </p:sp>
        <p:sp>
          <p:nvSpPr>
            <p:cNvPr id="16" name="مربع نص 24">
              <a:extLst>
                <a:ext uri="{FF2B5EF4-FFF2-40B4-BE49-F238E27FC236}">
                  <a16:creationId xmlns:a16="http://schemas.microsoft.com/office/drawing/2014/main" id="{14AC0E17-6D60-0EDE-6708-6CBE4A24EAF3}"/>
                </a:ext>
              </a:extLst>
            </p:cNvPr>
            <p:cNvSpPr txBox="1"/>
            <p:nvPr/>
          </p:nvSpPr>
          <p:spPr>
            <a:xfrm>
              <a:off x="2282890" y="2520208"/>
              <a:ext cx="7626220" cy="3708708"/>
            </a:xfrm>
            <a:prstGeom prst="rect">
              <a:avLst/>
            </a:prstGeom>
            <a:noFill/>
          </p:spPr>
          <p:txBody>
            <a:bodyPr wrap="square" lIns="91440" tIns="45720" rIns="91440" bIns="45720" rtlCol="1" anchor="t">
              <a:spAutoFit/>
            </a:bodyPr>
            <a:lstStyle/>
            <a:p>
              <a:pPr marL="0" marR="0" lvl="0" indent="0" algn="justLow" defTabSz="457200" rtl="1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EG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DEB63D"/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                                 </a:t>
              </a:r>
              <a:r>
                <a:rPr kumimoji="0" lang="ar-SA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DEB63D"/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السلام عليكم ورحمة الله وبركاته</a:t>
              </a:r>
            </a:p>
            <a:p>
              <a:pPr marL="0" marR="0" lvl="0" indent="0" algn="justLow" defTabSz="457200" rtl="1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يشرفني اليوم أن أقدّم أمامكم مبادرة </a:t>
              </a:r>
              <a:r>
                <a:rPr kumimoji="0" lang="ar-EG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"</a:t>
              </a:r>
              <a:r>
                <a:rPr kumimoji="0" lang="ar-SA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المؤشر الذكي 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KRI)</a:t>
              </a:r>
              <a:r>
                <a:rPr kumimoji="0" lang="ar-EG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)"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، </a:t>
              </a:r>
              <a:r>
                <a:rPr kumimoji="0" lang="ar-SA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وهي مبادرة تطويرية</a:t>
              </a:r>
              <a:r>
                <a:rPr lang="ar-EG" sz="2000" b="1" dirty="0">
                  <a:latin typeface="Tajawal" panose="00000500000000000000" pitchFamily="2" charset="-78"/>
                  <a:cs typeface="Tajawal" panose="00000500000000000000" pitchFamily="2" charset="-78"/>
                </a:rPr>
                <a:t> </a:t>
              </a:r>
              <a:r>
                <a:rPr kumimoji="0" lang="ar-SA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تهدف إلى تعزيز كفاءة المراجعة </a:t>
              </a:r>
              <a:br>
                <a:rPr kumimoji="0" lang="ar-EG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</a:br>
              <a:r>
                <a:rPr kumimoji="0" lang="ar-SA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الداخلية وتحسين</a:t>
              </a:r>
              <a:r>
                <a:rPr kumimoji="0" lang="ar-EG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 </a:t>
              </a:r>
              <a:r>
                <a:rPr kumimoji="0" lang="ar-SA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الرقابة من خلال</a:t>
              </a:r>
              <a:r>
                <a:rPr lang="ar-EG" sz="2000" b="1" dirty="0">
                  <a:latin typeface="Tajawal" panose="00000500000000000000" pitchFamily="2" charset="-78"/>
                  <a:cs typeface="Tajawal" panose="00000500000000000000" pitchFamily="2" charset="-78"/>
                </a:rPr>
                <a:t> </a:t>
              </a:r>
              <a:r>
                <a:rPr kumimoji="0" lang="ar-SA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استخدام أنظمة ذكية</a:t>
              </a:r>
              <a:br>
                <a:rPr kumimoji="0" lang="ar-EG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</a:br>
              <a:r>
                <a:rPr kumimoji="0" lang="ar-SA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 للإنذار المبكر بالمخاطر داخل بيئة</a:t>
              </a:r>
              <a:r>
                <a:rPr lang="ar-EG" sz="2000" b="1" dirty="0">
                  <a:latin typeface="Tajawal" panose="00000500000000000000" pitchFamily="2" charset="-78"/>
                  <a:cs typeface="Tajawal" panose="00000500000000000000" pitchFamily="2" charset="-78"/>
                </a:rPr>
                <a:t> </a:t>
              </a:r>
              <a:r>
                <a:rPr kumimoji="0" lang="ar-SA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العمل.</a:t>
              </a:r>
              <a:br>
                <a:rPr kumimoji="0" lang="ar-EG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</a:br>
              <a:endParaRPr kumimoji="0" lang="ar-EG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grpSp>
        <p:nvGrpSpPr>
          <p:cNvPr id="7" name="Graphic 5">
            <a:extLst>
              <a:ext uri="{FF2B5EF4-FFF2-40B4-BE49-F238E27FC236}">
                <a16:creationId xmlns:a16="http://schemas.microsoft.com/office/drawing/2014/main" id="{495B46CC-C42E-C107-DBAA-2D3839908C16}"/>
              </a:ext>
            </a:extLst>
          </p:cNvPr>
          <p:cNvGrpSpPr/>
          <p:nvPr/>
        </p:nvGrpSpPr>
        <p:grpSpPr>
          <a:xfrm>
            <a:off x="10114061" y="1769248"/>
            <a:ext cx="944830" cy="977330"/>
            <a:chOff x="10114061" y="1769248"/>
            <a:chExt cx="944830" cy="97733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0E68D71-12F0-C009-3CD7-DF120B6615A4}"/>
                </a:ext>
              </a:extLst>
            </p:cNvPr>
            <p:cNvSpPr/>
            <p:nvPr/>
          </p:nvSpPr>
          <p:spPr>
            <a:xfrm>
              <a:off x="10512550" y="2661269"/>
              <a:ext cx="159166" cy="85308"/>
            </a:xfrm>
            <a:custGeom>
              <a:avLst/>
              <a:gdLst>
                <a:gd name="connsiteX0" fmla="*/ 149434 w 159166"/>
                <a:gd name="connsiteY0" fmla="*/ 85309 h 85308"/>
                <a:gd name="connsiteX1" fmla="*/ 9161 w 159166"/>
                <a:gd name="connsiteY1" fmla="*/ 85309 h 85308"/>
                <a:gd name="connsiteX2" fmla="*/ 0 w 159166"/>
                <a:gd name="connsiteY2" fmla="*/ 73858 h 85308"/>
                <a:gd name="connsiteX3" fmla="*/ 0 w 159166"/>
                <a:gd name="connsiteY3" fmla="*/ 11451 h 85308"/>
                <a:gd name="connsiteX4" fmla="*/ 9161 w 159166"/>
                <a:gd name="connsiteY4" fmla="*/ 0 h 85308"/>
                <a:gd name="connsiteX5" fmla="*/ 149434 w 159166"/>
                <a:gd name="connsiteY5" fmla="*/ 0 h 85308"/>
                <a:gd name="connsiteX6" fmla="*/ 159167 w 159166"/>
                <a:gd name="connsiteY6" fmla="*/ 11451 h 85308"/>
                <a:gd name="connsiteX7" fmla="*/ 159167 w 159166"/>
                <a:gd name="connsiteY7" fmla="*/ 73858 h 85308"/>
                <a:gd name="connsiteX8" fmla="*/ 149434 w 159166"/>
                <a:gd name="connsiteY8" fmla="*/ 85309 h 85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9166" h="85308">
                  <a:moveTo>
                    <a:pt x="149434" y="85309"/>
                  </a:moveTo>
                  <a:lnTo>
                    <a:pt x="9161" y="85309"/>
                  </a:lnTo>
                  <a:cubicBezTo>
                    <a:pt x="4008" y="85309"/>
                    <a:pt x="0" y="80156"/>
                    <a:pt x="0" y="73858"/>
                  </a:cubicBezTo>
                  <a:lnTo>
                    <a:pt x="0" y="11451"/>
                  </a:lnTo>
                  <a:cubicBezTo>
                    <a:pt x="0" y="5153"/>
                    <a:pt x="4008" y="0"/>
                    <a:pt x="9161" y="0"/>
                  </a:cubicBezTo>
                  <a:lnTo>
                    <a:pt x="149434" y="0"/>
                  </a:lnTo>
                  <a:cubicBezTo>
                    <a:pt x="154586" y="0"/>
                    <a:pt x="159167" y="5153"/>
                    <a:pt x="159167" y="11451"/>
                  </a:cubicBezTo>
                  <a:lnTo>
                    <a:pt x="159167" y="73858"/>
                  </a:lnTo>
                  <a:cubicBezTo>
                    <a:pt x="159167" y="80156"/>
                    <a:pt x="154586" y="85309"/>
                    <a:pt x="149434" y="85309"/>
                  </a:cubicBezTo>
                  <a:close/>
                </a:path>
              </a:pathLst>
            </a:custGeom>
            <a:solidFill>
              <a:srgbClr val="3B3F1E"/>
            </a:solidFill>
            <a:ln w="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7145EBE-65D0-8D1C-0D3D-A346E83D5E46}"/>
                </a:ext>
              </a:extLst>
            </p:cNvPr>
            <p:cNvSpPr/>
            <p:nvPr/>
          </p:nvSpPr>
          <p:spPr>
            <a:xfrm>
              <a:off x="10512550" y="2661269"/>
              <a:ext cx="159166" cy="38360"/>
            </a:xfrm>
            <a:custGeom>
              <a:avLst/>
              <a:gdLst>
                <a:gd name="connsiteX0" fmla="*/ 0 w 159166"/>
                <a:gd name="connsiteY0" fmla="*/ 38360 h 38360"/>
                <a:gd name="connsiteX1" fmla="*/ 0 w 159166"/>
                <a:gd name="connsiteY1" fmla="*/ 11451 h 38360"/>
                <a:gd name="connsiteX2" fmla="*/ 9161 w 159166"/>
                <a:gd name="connsiteY2" fmla="*/ 0 h 38360"/>
                <a:gd name="connsiteX3" fmla="*/ 149434 w 159166"/>
                <a:gd name="connsiteY3" fmla="*/ 0 h 38360"/>
                <a:gd name="connsiteX4" fmla="*/ 159167 w 159166"/>
                <a:gd name="connsiteY4" fmla="*/ 11451 h 38360"/>
                <a:gd name="connsiteX5" fmla="*/ 159167 w 159166"/>
                <a:gd name="connsiteY5" fmla="*/ 38360 h 38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9166" h="38360">
                  <a:moveTo>
                    <a:pt x="0" y="38360"/>
                  </a:moveTo>
                  <a:lnTo>
                    <a:pt x="0" y="11451"/>
                  </a:lnTo>
                  <a:cubicBezTo>
                    <a:pt x="0" y="5153"/>
                    <a:pt x="4008" y="0"/>
                    <a:pt x="9161" y="0"/>
                  </a:cubicBezTo>
                  <a:lnTo>
                    <a:pt x="149434" y="0"/>
                  </a:lnTo>
                  <a:cubicBezTo>
                    <a:pt x="154586" y="0"/>
                    <a:pt x="159167" y="5153"/>
                    <a:pt x="159167" y="11451"/>
                  </a:cubicBezTo>
                  <a:lnTo>
                    <a:pt x="159167" y="38360"/>
                  </a:lnTo>
                  <a:close/>
                </a:path>
              </a:pathLst>
            </a:custGeom>
            <a:solidFill>
              <a:srgbClr val="F2F3CC"/>
            </a:solidFill>
            <a:ln w="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8E1530D-EE1E-6B9E-3C11-6B938E29BDB4}"/>
                </a:ext>
              </a:extLst>
            </p:cNvPr>
            <p:cNvSpPr/>
            <p:nvPr/>
          </p:nvSpPr>
          <p:spPr>
            <a:xfrm>
              <a:off x="10488503" y="2599434"/>
              <a:ext cx="206687" cy="84736"/>
            </a:xfrm>
            <a:custGeom>
              <a:avLst/>
              <a:gdLst>
                <a:gd name="connsiteX0" fmla="*/ 196955 w 206687"/>
                <a:gd name="connsiteY0" fmla="*/ 84736 h 84736"/>
                <a:gd name="connsiteX1" fmla="*/ 9733 w 206687"/>
                <a:gd name="connsiteY1" fmla="*/ 84736 h 84736"/>
                <a:gd name="connsiteX2" fmla="*/ 0 w 206687"/>
                <a:gd name="connsiteY2" fmla="*/ 73285 h 84736"/>
                <a:gd name="connsiteX3" fmla="*/ 0 w 206687"/>
                <a:gd name="connsiteY3" fmla="*/ 11451 h 84736"/>
                <a:gd name="connsiteX4" fmla="*/ 9733 w 206687"/>
                <a:gd name="connsiteY4" fmla="*/ 0 h 84736"/>
                <a:gd name="connsiteX5" fmla="*/ 196955 w 206687"/>
                <a:gd name="connsiteY5" fmla="*/ 0 h 84736"/>
                <a:gd name="connsiteX6" fmla="*/ 206688 w 206687"/>
                <a:gd name="connsiteY6" fmla="*/ 11451 h 84736"/>
                <a:gd name="connsiteX7" fmla="*/ 206688 w 206687"/>
                <a:gd name="connsiteY7" fmla="*/ 73285 h 84736"/>
                <a:gd name="connsiteX8" fmla="*/ 196955 w 206687"/>
                <a:gd name="connsiteY8" fmla="*/ 84736 h 84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6687" h="84736">
                  <a:moveTo>
                    <a:pt x="196955" y="84736"/>
                  </a:moveTo>
                  <a:lnTo>
                    <a:pt x="9733" y="84736"/>
                  </a:lnTo>
                  <a:cubicBezTo>
                    <a:pt x="4580" y="84736"/>
                    <a:pt x="0" y="79583"/>
                    <a:pt x="0" y="73285"/>
                  </a:cubicBezTo>
                  <a:lnTo>
                    <a:pt x="0" y="11451"/>
                  </a:lnTo>
                  <a:cubicBezTo>
                    <a:pt x="0" y="5153"/>
                    <a:pt x="4580" y="0"/>
                    <a:pt x="9733" y="0"/>
                  </a:cubicBezTo>
                  <a:lnTo>
                    <a:pt x="196955" y="0"/>
                  </a:lnTo>
                  <a:cubicBezTo>
                    <a:pt x="202680" y="0"/>
                    <a:pt x="206688" y="5153"/>
                    <a:pt x="206688" y="11451"/>
                  </a:cubicBezTo>
                  <a:lnTo>
                    <a:pt x="206688" y="73285"/>
                  </a:lnTo>
                  <a:cubicBezTo>
                    <a:pt x="206688" y="79583"/>
                    <a:pt x="202680" y="84736"/>
                    <a:pt x="196955" y="84736"/>
                  </a:cubicBezTo>
                  <a:close/>
                </a:path>
              </a:pathLst>
            </a:custGeom>
            <a:solidFill>
              <a:srgbClr val="3B3F1E"/>
            </a:solidFill>
            <a:ln w="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32E9016-E394-AE07-9E10-EDC2E1BFD17F}"/>
                </a:ext>
              </a:extLst>
            </p:cNvPr>
            <p:cNvSpPr/>
            <p:nvPr/>
          </p:nvSpPr>
          <p:spPr>
            <a:xfrm>
              <a:off x="10488503" y="2599434"/>
              <a:ext cx="206687" cy="37787"/>
            </a:xfrm>
            <a:custGeom>
              <a:avLst/>
              <a:gdLst>
                <a:gd name="connsiteX0" fmla="*/ 0 w 206687"/>
                <a:gd name="connsiteY0" fmla="*/ 37788 h 37787"/>
                <a:gd name="connsiteX1" fmla="*/ 0 w 206687"/>
                <a:gd name="connsiteY1" fmla="*/ 11451 h 37787"/>
                <a:gd name="connsiteX2" fmla="*/ 9733 w 206687"/>
                <a:gd name="connsiteY2" fmla="*/ 0 h 37787"/>
                <a:gd name="connsiteX3" fmla="*/ 196955 w 206687"/>
                <a:gd name="connsiteY3" fmla="*/ 0 h 37787"/>
                <a:gd name="connsiteX4" fmla="*/ 206688 w 206687"/>
                <a:gd name="connsiteY4" fmla="*/ 11451 h 37787"/>
                <a:gd name="connsiteX5" fmla="*/ 206688 w 206687"/>
                <a:gd name="connsiteY5" fmla="*/ 37788 h 37787"/>
                <a:gd name="connsiteX6" fmla="*/ 203825 w 206687"/>
                <a:gd name="connsiteY6" fmla="*/ 37788 h 37787"/>
                <a:gd name="connsiteX7" fmla="*/ 3435 w 206687"/>
                <a:gd name="connsiteY7" fmla="*/ 37788 h 37787"/>
                <a:gd name="connsiteX8" fmla="*/ 0 w 206687"/>
                <a:gd name="connsiteY8" fmla="*/ 37788 h 37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6687" h="37787">
                  <a:moveTo>
                    <a:pt x="0" y="37788"/>
                  </a:moveTo>
                  <a:lnTo>
                    <a:pt x="0" y="11451"/>
                  </a:lnTo>
                  <a:cubicBezTo>
                    <a:pt x="0" y="5153"/>
                    <a:pt x="4580" y="0"/>
                    <a:pt x="9733" y="0"/>
                  </a:cubicBezTo>
                  <a:lnTo>
                    <a:pt x="196955" y="0"/>
                  </a:lnTo>
                  <a:cubicBezTo>
                    <a:pt x="202680" y="0"/>
                    <a:pt x="206688" y="5153"/>
                    <a:pt x="206688" y="11451"/>
                  </a:cubicBezTo>
                  <a:lnTo>
                    <a:pt x="206688" y="37788"/>
                  </a:lnTo>
                  <a:cubicBezTo>
                    <a:pt x="206115" y="37788"/>
                    <a:pt x="204970" y="37788"/>
                    <a:pt x="203825" y="37788"/>
                  </a:cubicBezTo>
                  <a:lnTo>
                    <a:pt x="3435" y="37788"/>
                  </a:lnTo>
                  <a:cubicBezTo>
                    <a:pt x="2290" y="37788"/>
                    <a:pt x="1145" y="37788"/>
                    <a:pt x="0" y="37788"/>
                  </a:cubicBezTo>
                  <a:close/>
                </a:path>
              </a:pathLst>
            </a:custGeom>
            <a:solidFill>
              <a:srgbClr val="F2F3CC"/>
            </a:solidFill>
            <a:ln w="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9" name="Graphic 5">
              <a:extLst>
                <a:ext uri="{FF2B5EF4-FFF2-40B4-BE49-F238E27FC236}">
                  <a16:creationId xmlns:a16="http://schemas.microsoft.com/office/drawing/2014/main" id="{295D65A1-0D01-E694-2D32-1E4F3A05C33A}"/>
                </a:ext>
              </a:extLst>
            </p:cNvPr>
            <p:cNvGrpSpPr/>
            <p:nvPr/>
          </p:nvGrpSpPr>
          <p:grpSpPr>
            <a:xfrm>
              <a:off x="10114061" y="1769248"/>
              <a:ext cx="944830" cy="853088"/>
              <a:chOff x="10114061" y="1769248"/>
              <a:chExt cx="944830" cy="853088"/>
            </a:xfrm>
            <a:solidFill>
              <a:srgbClr val="F4C342"/>
            </a:solidFill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A389F6D-88D4-98EE-9475-D09B1230F215}"/>
                  </a:ext>
                </a:extLst>
              </p:cNvPr>
              <p:cNvSpPr/>
              <p:nvPr/>
            </p:nvSpPr>
            <p:spPr>
              <a:xfrm>
                <a:off x="10317886" y="1951889"/>
                <a:ext cx="547923" cy="670447"/>
              </a:xfrm>
              <a:custGeom>
                <a:avLst/>
                <a:gdLst>
                  <a:gd name="connsiteX0" fmla="*/ 374443 w 547923"/>
                  <a:gd name="connsiteY0" fmla="*/ 670447 h 670447"/>
                  <a:gd name="connsiteX1" fmla="*/ 174053 w 547923"/>
                  <a:gd name="connsiteY1" fmla="*/ 670447 h 670447"/>
                  <a:gd name="connsiteX2" fmla="*/ 135120 w 547923"/>
                  <a:gd name="connsiteY2" fmla="*/ 631514 h 670447"/>
                  <a:gd name="connsiteX3" fmla="*/ 135120 w 547923"/>
                  <a:gd name="connsiteY3" fmla="*/ 510135 h 670447"/>
                  <a:gd name="connsiteX4" fmla="*/ 0 w 547923"/>
                  <a:gd name="connsiteY4" fmla="*/ 274248 h 670447"/>
                  <a:gd name="connsiteX5" fmla="*/ 274248 w 547923"/>
                  <a:gd name="connsiteY5" fmla="*/ 0 h 670447"/>
                  <a:gd name="connsiteX6" fmla="*/ 320624 w 547923"/>
                  <a:gd name="connsiteY6" fmla="*/ 4008 h 670447"/>
                  <a:gd name="connsiteX7" fmla="*/ 330357 w 547923"/>
                  <a:gd name="connsiteY7" fmla="*/ 15459 h 670447"/>
                  <a:gd name="connsiteX8" fmla="*/ 330357 w 547923"/>
                  <a:gd name="connsiteY8" fmla="*/ 85309 h 670447"/>
                  <a:gd name="connsiteX9" fmla="*/ 325777 w 547923"/>
                  <a:gd name="connsiteY9" fmla="*/ 93897 h 670447"/>
                  <a:gd name="connsiteX10" fmla="*/ 316616 w 547923"/>
                  <a:gd name="connsiteY10" fmla="*/ 96187 h 670447"/>
                  <a:gd name="connsiteX11" fmla="*/ 286271 w 547923"/>
                  <a:gd name="connsiteY11" fmla="*/ 84736 h 670447"/>
                  <a:gd name="connsiteX12" fmla="*/ 273103 w 547923"/>
                  <a:gd name="connsiteY12" fmla="*/ 79011 h 670447"/>
                  <a:gd name="connsiteX13" fmla="*/ 250774 w 547923"/>
                  <a:gd name="connsiteY13" fmla="*/ 100767 h 670447"/>
                  <a:gd name="connsiteX14" fmla="*/ 273103 w 547923"/>
                  <a:gd name="connsiteY14" fmla="*/ 122524 h 670447"/>
                  <a:gd name="connsiteX15" fmla="*/ 286271 w 547923"/>
                  <a:gd name="connsiteY15" fmla="*/ 116799 h 670447"/>
                  <a:gd name="connsiteX16" fmla="*/ 316616 w 547923"/>
                  <a:gd name="connsiteY16" fmla="*/ 105348 h 670447"/>
                  <a:gd name="connsiteX17" fmla="*/ 325777 w 547923"/>
                  <a:gd name="connsiteY17" fmla="*/ 107638 h 670447"/>
                  <a:gd name="connsiteX18" fmla="*/ 330357 w 547923"/>
                  <a:gd name="connsiteY18" fmla="*/ 116226 h 670447"/>
                  <a:gd name="connsiteX19" fmla="*/ 330357 w 547923"/>
                  <a:gd name="connsiteY19" fmla="*/ 199245 h 670447"/>
                  <a:gd name="connsiteX20" fmla="*/ 346388 w 547923"/>
                  <a:gd name="connsiteY20" fmla="*/ 215276 h 670447"/>
                  <a:gd name="connsiteX21" fmla="*/ 428834 w 547923"/>
                  <a:gd name="connsiteY21" fmla="*/ 215276 h 670447"/>
                  <a:gd name="connsiteX22" fmla="*/ 437995 w 547923"/>
                  <a:gd name="connsiteY22" fmla="*/ 219284 h 670447"/>
                  <a:gd name="connsiteX23" fmla="*/ 440285 w 547923"/>
                  <a:gd name="connsiteY23" fmla="*/ 229017 h 670447"/>
                  <a:gd name="connsiteX24" fmla="*/ 428262 w 547923"/>
                  <a:gd name="connsiteY24" fmla="*/ 259362 h 670447"/>
                  <a:gd name="connsiteX25" fmla="*/ 422536 w 547923"/>
                  <a:gd name="connsiteY25" fmla="*/ 272530 h 670447"/>
                  <a:gd name="connsiteX26" fmla="*/ 444866 w 547923"/>
                  <a:gd name="connsiteY26" fmla="*/ 294287 h 670447"/>
                  <a:gd name="connsiteX27" fmla="*/ 466622 w 547923"/>
                  <a:gd name="connsiteY27" fmla="*/ 272530 h 670447"/>
                  <a:gd name="connsiteX28" fmla="*/ 460897 w 547923"/>
                  <a:gd name="connsiteY28" fmla="*/ 259362 h 670447"/>
                  <a:gd name="connsiteX29" fmla="*/ 448873 w 547923"/>
                  <a:gd name="connsiteY29" fmla="*/ 229017 h 670447"/>
                  <a:gd name="connsiteX30" fmla="*/ 451163 w 547923"/>
                  <a:gd name="connsiteY30" fmla="*/ 219284 h 670447"/>
                  <a:gd name="connsiteX31" fmla="*/ 460324 w 547923"/>
                  <a:gd name="connsiteY31" fmla="*/ 215276 h 670447"/>
                  <a:gd name="connsiteX32" fmla="*/ 532465 w 547923"/>
                  <a:gd name="connsiteY32" fmla="*/ 215276 h 670447"/>
                  <a:gd name="connsiteX33" fmla="*/ 543915 w 547923"/>
                  <a:gd name="connsiteY33" fmla="*/ 224437 h 670447"/>
                  <a:gd name="connsiteX34" fmla="*/ 547923 w 547923"/>
                  <a:gd name="connsiteY34" fmla="*/ 274248 h 670447"/>
                  <a:gd name="connsiteX35" fmla="*/ 413376 w 547923"/>
                  <a:gd name="connsiteY35" fmla="*/ 510135 h 670447"/>
                  <a:gd name="connsiteX36" fmla="*/ 413376 w 547923"/>
                  <a:gd name="connsiteY36" fmla="*/ 631514 h 670447"/>
                  <a:gd name="connsiteX37" fmla="*/ 374443 w 547923"/>
                  <a:gd name="connsiteY37" fmla="*/ 670447 h 670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47923" h="670447">
                    <a:moveTo>
                      <a:pt x="374443" y="670447"/>
                    </a:moveTo>
                    <a:lnTo>
                      <a:pt x="174053" y="670447"/>
                    </a:lnTo>
                    <a:cubicBezTo>
                      <a:pt x="152296" y="670447"/>
                      <a:pt x="135120" y="652698"/>
                      <a:pt x="135120" y="631514"/>
                    </a:cubicBezTo>
                    <a:lnTo>
                      <a:pt x="135120" y="510135"/>
                    </a:lnTo>
                    <a:cubicBezTo>
                      <a:pt x="51529" y="460897"/>
                      <a:pt x="0" y="371008"/>
                      <a:pt x="0" y="274248"/>
                    </a:cubicBezTo>
                    <a:cubicBezTo>
                      <a:pt x="0" y="123097"/>
                      <a:pt x="123097" y="0"/>
                      <a:pt x="274248" y="0"/>
                    </a:cubicBezTo>
                    <a:cubicBezTo>
                      <a:pt x="289707" y="0"/>
                      <a:pt x="305165" y="1145"/>
                      <a:pt x="320624" y="4008"/>
                    </a:cubicBezTo>
                    <a:cubicBezTo>
                      <a:pt x="326349" y="4580"/>
                      <a:pt x="330357" y="9733"/>
                      <a:pt x="330357" y="15459"/>
                    </a:cubicBezTo>
                    <a:lnTo>
                      <a:pt x="330357" y="85309"/>
                    </a:lnTo>
                    <a:cubicBezTo>
                      <a:pt x="330357" y="88744"/>
                      <a:pt x="328639" y="91607"/>
                      <a:pt x="325777" y="93897"/>
                    </a:cubicBezTo>
                    <a:cubicBezTo>
                      <a:pt x="323487" y="96187"/>
                      <a:pt x="320051" y="97332"/>
                      <a:pt x="316616" y="96187"/>
                    </a:cubicBezTo>
                    <a:cubicBezTo>
                      <a:pt x="304020" y="93897"/>
                      <a:pt x="294287" y="88744"/>
                      <a:pt x="286271" y="84736"/>
                    </a:cubicBezTo>
                    <a:cubicBezTo>
                      <a:pt x="281118" y="81874"/>
                      <a:pt x="275393" y="79011"/>
                      <a:pt x="273103" y="79011"/>
                    </a:cubicBezTo>
                    <a:cubicBezTo>
                      <a:pt x="261079" y="79011"/>
                      <a:pt x="250774" y="88744"/>
                      <a:pt x="250774" y="100767"/>
                    </a:cubicBezTo>
                    <a:cubicBezTo>
                      <a:pt x="250774" y="112791"/>
                      <a:pt x="261079" y="122524"/>
                      <a:pt x="273103" y="122524"/>
                    </a:cubicBezTo>
                    <a:cubicBezTo>
                      <a:pt x="275393" y="122524"/>
                      <a:pt x="281118" y="119661"/>
                      <a:pt x="286271" y="116799"/>
                    </a:cubicBezTo>
                    <a:cubicBezTo>
                      <a:pt x="294287" y="112791"/>
                      <a:pt x="304020" y="107638"/>
                      <a:pt x="316616" y="105348"/>
                    </a:cubicBezTo>
                    <a:cubicBezTo>
                      <a:pt x="320051" y="104775"/>
                      <a:pt x="323487" y="105348"/>
                      <a:pt x="325777" y="107638"/>
                    </a:cubicBezTo>
                    <a:cubicBezTo>
                      <a:pt x="328639" y="109928"/>
                      <a:pt x="330357" y="112791"/>
                      <a:pt x="330357" y="116226"/>
                    </a:cubicBezTo>
                    <a:lnTo>
                      <a:pt x="330357" y="199245"/>
                    </a:lnTo>
                    <a:cubicBezTo>
                      <a:pt x="330357" y="207833"/>
                      <a:pt x="337228" y="215276"/>
                      <a:pt x="346388" y="215276"/>
                    </a:cubicBezTo>
                    <a:lnTo>
                      <a:pt x="428834" y="215276"/>
                    </a:lnTo>
                    <a:cubicBezTo>
                      <a:pt x="432270" y="215276"/>
                      <a:pt x="435705" y="216994"/>
                      <a:pt x="437995" y="219284"/>
                    </a:cubicBezTo>
                    <a:cubicBezTo>
                      <a:pt x="439713" y="222146"/>
                      <a:pt x="440858" y="225582"/>
                      <a:pt x="440285" y="229017"/>
                    </a:cubicBezTo>
                    <a:cubicBezTo>
                      <a:pt x="437422" y="241040"/>
                      <a:pt x="432270" y="251346"/>
                      <a:pt x="428262" y="259362"/>
                    </a:cubicBezTo>
                    <a:cubicBezTo>
                      <a:pt x="425972" y="263942"/>
                      <a:pt x="422536" y="270240"/>
                      <a:pt x="422536" y="272530"/>
                    </a:cubicBezTo>
                    <a:cubicBezTo>
                      <a:pt x="422536" y="284554"/>
                      <a:pt x="432270" y="294287"/>
                      <a:pt x="444866" y="294287"/>
                    </a:cubicBezTo>
                    <a:cubicBezTo>
                      <a:pt x="456889" y="294287"/>
                      <a:pt x="466622" y="284554"/>
                      <a:pt x="466622" y="272530"/>
                    </a:cubicBezTo>
                    <a:cubicBezTo>
                      <a:pt x="466622" y="270240"/>
                      <a:pt x="463759" y="263942"/>
                      <a:pt x="460897" y="259362"/>
                    </a:cubicBezTo>
                    <a:cubicBezTo>
                      <a:pt x="456889" y="251346"/>
                      <a:pt x="451736" y="241040"/>
                      <a:pt x="448873" y="229017"/>
                    </a:cubicBezTo>
                    <a:cubicBezTo>
                      <a:pt x="448301" y="225582"/>
                      <a:pt x="449446" y="222146"/>
                      <a:pt x="451163" y="219284"/>
                    </a:cubicBezTo>
                    <a:cubicBezTo>
                      <a:pt x="453454" y="216994"/>
                      <a:pt x="456889" y="215276"/>
                      <a:pt x="460324" y="215276"/>
                    </a:cubicBezTo>
                    <a:lnTo>
                      <a:pt x="532465" y="215276"/>
                    </a:lnTo>
                    <a:cubicBezTo>
                      <a:pt x="538190" y="215276"/>
                      <a:pt x="542770" y="219284"/>
                      <a:pt x="543915" y="224437"/>
                    </a:cubicBezTo>
                    <a:cubicBezTo>
                      <a:pt x="546778" y="241040"/>
                      <a:pt x="547923" y="257644"/>
                      <a:pt x="547923" y="274248"/>
                    </a:cubicBezTo>
                    <a:cubicBezTo>
                      <a:pt x="547923" y="371008"/>
                      <a:pt x="496394" y="460897"/>
                      <a:pt x="413376" y="510135"/>
                    </a:cubicBezTo>
                    <a:lnTo>
                      <a:pt x="413376" y="631514"/>
                    </a:lnTo>
                    <a:cubicBezTo>
                      <a:pt x="413376" y="652698"/>
                      <a:pt x="395627" y="670447"/>
                      <a:pt x="374443" y="670447"/>
                    </a:cubicBezTo>
                    <a:close/>
                  </a:path>
                </a:pathLst>
              </a:custGeom>
              <a:solidFill>
                <a:srgbClr val="F4C342"/>
              </a:solidFill>
              <a:ln w="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C732632-3805-73BC-701B-AE5F8F13F958}"/>
                  </a:ext>
                </a:extLst>
              </p:cNvPr>
              <p:cNvSpPr/>
              <p:nvPr/>
            </p:nvSpPr>
            <p:spPr>
              <a:xfrm>
                <a:off x="10572667" y="1769248"/>
                <a:ext cx="22901" cy="111645"/>
              </a:xfrm>
              <a:custGeom>
                <a:avLst/>
                <a:gdLst>
                  <a:gd name="connsiteX0" fmla="*/ 11451 w 22901"/>
                  <a:gd name="connsiteY0" fmla="*/ 111646 h 111645"/>
                  <a:gd name="connsiteX1" fmla="*/ 0 w 22901"/>
                  <a:gd name="connsiteY1" fmla="*/ 100195 h 111645"/>
                  <a:gd name="connsiteX2" fmla="*/ 0 w 22901"/>
                  <a:gd name="connsiteY2" fmla="*/ 11451 h 111645"/>
                  <a:gd name="connsiteX3" fmla="*/ 11451 w 22901"/>
                  <a:gd name="connsiteY3" fmla="*/ 0 h 111645"/>
                  <a:gd name="connsiteX4" fmla="*/ 22902 w 22901"/>
                  <a:gd name="connsiteY4" fmla="*/ 11451 h 111645"/>
                  <a:gd name="connsiteX5" fmla="*/ 22902 w 22901"/>
                  <a:gd name="connsiteY5" fmla="*/ 100195 h 111645"/>
                  <a:gd name="connsiteX6" fmla="*/ 11451 w 22901"/>
                  <a:gd name="connsiteY6" fmla="*/ 111646 h 111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901" h="111645">
                    <a:moveTo>
                      <a:pt x="11451" y="111646"/>
                    </a:moveTo>
                    <a:cubicBezTo>
                      <a:pt x="5153" y="111646"/>
                      <a:pt x="0" y="106493"/>
                      <a:pt x="0" y="100195"/>
                    </a:cubicBezTo>
                    <a:lnTo>
                      <a:pt x="0" y="11451"/>
                    </a:lnTo>
                    <a:cubicBezTo>
                      <a:pt x="0" y="5153"/>
                      <a:pt x="5153" y="0"/>
                      <a:pt x="11451" y="0"/>
                    </a:cubicBezTo>
                    <a:cubicBezTo>
                      <a:pt x="17749" y="0"/>
                      <a:pt x="22902" y="5153"/>
                      <a:pt x="22902" y="11451"/>
                    </a:cubicBezTo>
                    <a:lnTo>
                      <a:pt x="22902" y="100195"/>
                    </a:lnTo>
                    <a:cubicBezTo>
                      <a:pt x="22902" y="106493"/>
                      <a:pt x="17749" y="111646"/>
                      <a:pt x="11451" y="111646"/>
                    </a:cubicBezTo>
                    <a:close/>
                  </a:path>
                </a:pathLst>
              </a:custGeom>
              <a:solidFill>
                <a:srgbClr val="F4C342"/>
              </a:solidFill>
              <a:ln w="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47F9FA1E-41E7-0B2C-F432-5889153C3C94}"/>
                  </a:ext>
                </a:extLst>
              </p:cNvPr>
              <p:cNvSpPr/>
              <p:nvPr/>
            </p:nvSpPr>
            <p:spPr>
              <a:xfrm>
                <a:off x="10340554" y="1835747"/>
                <a:ext cx="67266" cy="100110"/>
              </a:xfrm>
              <a:custGeom>
                <a:avLst/>
                <a:gdLst>
                  <a:gd name="connsiteX0" fmla="*/ 55771 w 67266"/>
                  <a:gd name="connsiteY0" fmla="*/ 100111 h 100110"/>
                  <a:gd name="connsiteX1" fmla="*/ 46037 w 67266"/>
                  <a:gd name="connsiteY1" fmla="*/ 94385 h 100110"/>
                  <a:gd name="connsiteX2" fmla="*/ 1379 w 67266"/>
                  <a:gd name="connsiteY2" fmla="*/ 17092 h 100110"/>
                  <a:gd name="connsiteX3" fmla="*/ 5387 w 67266"/>
                  <a:gd name="connsiteY3" fmla="*/ 1633 h 100110"/>
                  <a:gd name="connsiteX4" fmla="*/ 21418 w 67266"/>
                  <a:gd name="connsiteY4" fmla="*/ 5641 h 100110"/>
                  <a:gd name="connsiteX5" fmla="*/ 65504 w 67266"/>
                  <a:gd name="connsiteY5" fmla="*/ 82934 h 100110"/>
                  <a:gd name="connsiteX6" fmla="*/ 61496 w 67266"/>
                  <a:gd name="connsiteY6" fmla="*/ 98393 h 100110"/>
                  <a:gd name="connsiteX7" fmla="*/ 55771 w 67266"/>
                  <a:gd name="connsiteY7" fmla="*/ 100111 h 100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7266" h="100110">
                    <a:moveTo>
                      <a:pt x="55771" y="100111"/>
                    </a:moveTo>
                    <a:cubicBezTo>
                      <a:pt x="51763" y="100111"/>
                      <a:pt x="47755" y="97821"/>
                      <a:pt x="46037" y="94385"/>
                    </a:cubicBezTo>
                    <a:lnTo>
                      <a:pt x="1379" y="17092"/>
                    </a:lnTo>
                    <a:cubicBezTo>
                      <a:pt x="-1484" y="11939"/>
                      <a:pt x="234" y="4496"/>
                      <a:pt x="5387" y="1633"/>
                    </a:cubicBezTo>
                    <a:cubicBezTo>
                      <a:pt x="11112" y="-1802"/>
                      <a:pt x="17983" y="488"/>
                      <a:pt x="21418" y="5641"/>
                    </a:cubicBezTo>
                    <a:lnTo>
                      <a:pt x="65504" y="82934"/>
                    </a:lnTo>
                    <a:cubicBezTo>
                      <a:pt x="68939" y="88087"/>
                      <a:pt x="67221" y="94958"/>
                      <a:pt x="61496" y="98393"/>
                    </a:cubicBezTo>
                    <a:cubicBezTo>
                      <a:pt x="59778" y="99538"/>
                      <a:pt x="57488" y="100111"/>
                      <a:pt x="55771" y="100111"/>
                    </a:cubicBezTo>
                    <a:close/>
                  </a:path>
                </a:pathLst>
              </a:custGeom>
              <a:solidFill>
                <a:srgbClr val="F4C342"/>
              </a:solidFill>
              <a:ln w="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534BA2F7-B48F-9277-C4AF-2F7F5569A9EF}"/>
                  </a:ext>
                </a:extLst>
              </p:cNvPr>
              <p:cNvSpPr/>
              <p:nvPr/>
            </p:nvSpPr>
            <p:spPr>
              <a:xfrm>
                <a:off x="10172799" y="2009481"/>
                <a:ext cx="99772" cy="67221"/>
              </a:xfrm>
              <a:custGeom>
                <a:avLst/>
                <a:gdLst>
                  <a:gd name="connsiteX0" fmla="*/ 88406 w 99772"/>
                  <a:gd name="connsiteY0" fmla="*/ 67221 h 67221"/>
                  <a:gd name="connsiteX1" fmla="*/ 82680 w 99772"/>
                  <a:gd name="connsiteY1" fmla="*/ 65504 h 67221"/>
                  <a:gd name="connsiteX2" fmla="*/ 5387 w 99772"/>
                  <a:gd name="connsiteY2" fmla="*/ 21418 h 67221"/>
                  <a:gd name="connsiteX3" fmla="*/ 1379 w 99772"/>
                  <a:gd name="connsiteY3" fmla="*/ 5387 h 67221"/>
                  <a:gd name="connsiteX4" fmla="*/ 16838 w 99772"/>
                  <a:gd name="connsiteY4" fmla="*/ 1379 h 67221"/>
                  <a:gd name="connsiteX5" fmla="*/ 94131 w 99772"/>
                  <a:gd name="connsiteY5" fmla="*/ 46037 h 67221"/>
                  <a:gd name="connsiteX6" fmla="*/ 98139 w 99772"/>
                  <a:gd name="connsiteY6" fmla="*/ 61496 h 67221"/>
                  <a:gd name="connsiteX7" fmla="*/ 88406 w 99772"/>
                  <a:gd name="connsiteY7" fmla="*/ 67221 h 67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772" h="67221">
                    <a:moveTo>
                      <a:pt x="88406" y="67221"/>
                    </a:moveTo>
                    <a:cubicBezTo>
                      <a:pt x="86115" y="67221"/>
                      <a:pt x="84398" y="66649"/>
                      <a:pt x="82680" y="65504"/>
                    </a:cubicBezTo>
                    <a:lnTo>
                      <a:pt x="5387" y="21418"/>
                    </a:lnTo>
                    <a:cubicBezTo>
                      <a:pt x="234" y="17983"/>
                      <a:pt x="-1484" y="11112"/>
                      <a:pt x="1379" y="5387"/>
                    </a:cubicBezTo>
                    <a:cubicBezTo>
                      <a:pt x="4814" y="234"/>
                      <a:pt x="11685" y="-1484"/>
                      <a:pt x="16838" y="1379"/>
                    </a:cubicBezTo>
                    <a:lnTo>
                      <a:pt x="94131" y="46037"/>
                    </a:lnTo>
                    <a:cubicBezTo>
                      <a:pt x="99284" y="48900"/>
                      <a:pt x="101574" y="55771"/>
                      <a:pt x="98139" y="61496"/>
                    </a:cubicBezTo>
                    <a:cubicBezTo>
                      <a:pt x="95849" y="64931"/>
                      <a:pt x="92413" y="67221"/>
                      <a:pt x="88406" y="67221"/>
                    </a:cubicBezTo>
                    <a:close/>
                  </a:path>
                </a:pathLst>
              </a:custGeom>
              <a:solidFill>
                <a:srgbClr val="F4C342"/>
              </a:solidFill>
              <a:ln w="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20475B6-1185-3ACD-6213-770D9371A4BD}"/>
                  </a:ext>
                </a:extLst>
              </p:cNvPr>
              <p:cNvSpPr/>
              <p:nvPr/>
            </p:nvSpPr>
            <p:spPr>
              <a:xfrm>
                <a:off x="10114061" y="2243313"/>
                <a:ext cx="112218" cy="22901"/>
              </a:xfrm>
              <a:custGeom>
                <a:avLst/>
                <a:gdLst>
                  <a:gd name="connsiteX0" fmla="*/ 100767 w 112218"/>
                  <a:gd name="connsiteY0" fmla="*/ 22902 h 22901"/>
                  <a:gd name="connsiteX1" fmla="*/ 11451 w 112218"/>
                  <a:gd name="connsiteY1" fmla="*/ 22902 h 22901"/>
                  <a:gd name="connsiteX2" fmla="*/ 0 w 112218"/>
                  <a:gd name="connsiteY2" fmla="*/ 11451 h 22901"/>
                  <a:gd name="connsiteX3" fmla="*/ 11451 w 112218"/>
                  <a:gd name="connsiteY3" fmla="*/ 0 h 22901"/>
                  <a:gd name="connsiteX4" fmla="*/ 100767 w 112218"/>
                  <a:gd name="connsiteY4" fmla="*/ 0 h 22901"/>
                  <a:gd name="connsiteX5" fmla="*/ 112218 w 112218"/>
                  <a:gd name="connsiteY5" fmla="*/ 11451 h 22901"/>
                  <a:gd name="connsiteX6" fmla="*/ 100767 w 112218"/>
                  <a:gd name="connsiteY6" fmla="*/ 22902 h 22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2218" h="22901">
                    <a:moveTo>
                      <a:pt x="100767" y="22902"/>
                    </a:moveTo>
                    <a:lnTo>
                      <a:pt x="11451" y="22902"/>
                    </a:lnTo>
                    <a:cubicBezTo>
                      <a:pt x="5153" y="22902"/>
                      <a:pt x="0" y="17749"/>
                      <a:pt x="0" y="11451"/>
                    </a:cubicBezTo>
                    <a:cubicBezTo>
                      <a:pt x="0" y="5153"/>
                      <a:pt x="5153" y="0"/>
                      <a:pt x="11451" y="0"/>
                    </a:cubicBezTo>
                    <a:lnTo>
                      <a:pt x="100767" y="0"/>
                    </a:lnTo>
                    <a:cubicBezTo>
                      <a:pt x="107065" y="0"/>
                      <a:pt x="112218" y="5153"/>
                      <a:pt x="112218" y="11451"/>
                    </a:cubicBezTo>
                    <a:cubicBezTo>
                      <a:pt x="112218" y="17749"/>
                      <a:pt x="107065" y="22902"/>
                      <a:pt x="100767" y="22902"/>
                    </a:cubicBezTo>
                    <a:close/>
                  </a:path>
                </a:pathLst>
              </a:custGeom>
              <a:solidFill>
                <a:srgbClr val="F4C342"/>
              </a:solidFill>
              <a:ln w="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477AB8CF-2CE3-3DBE-057E-AECBA3D24659}"/>
                  </a:ext>
                </a:extLst>
              </p:cNvPr>
              <p:cNvSpPr/>
              <p:nvPr/>
            </p:nvSpPr>
            <p:spPr>
              <a:xfrm>
                <a:off x="10690489" y="1822804"/>
                <a:ext cx="368402" cy="343133"/>
              </a:xfrm>
              <a:custGeom>
                <a:avLst/>
                <a:gdLst>
                  <a:gd name="connsiteX0" fmla="*/ 208527 w 368402"/>
                  <a:gd name="connsiteY0" fmla="*/ 3697 h 343133"/>
                  <a:gd name="connsiteX1" fmla="*/ 140967 w 368402"/>
                  <a:gd name="connsiteY1" fmla="*/ 38050 h 343133"/>
                  <a:gd name="connsiteX2" fmla="*/ 136387 w 368402"/>
                  <a:gd name="connsiteY2" fmla="*/ 44920 h 343133"/>
                  <a:gd name="connsiteX3" fmla="*/ 138677 w 368402"/>
                  <a:gd name="connsiteY3" fmla="*/ 52936 h 343133"/>
                  <a:gd name="connsiteX4" fmla="*/ 156426 w 368402"/>
                  <a:gd name="connsiteY4" fmla="*/ 67250 h 343133"/>
                  <a:gd name="connsiteX5" fmla="*/ 167304 w 368402"/>
                  <a:gd name="connsiteY5" fmla="*/ 76410 h 343133"/>
                  <a:gd name="connsiteX6" fmla="*/ 157571 w 368402"/>
                  <a:gd name="connsiteY6" fmla="*/ 106182 h 343133"/>
                  <a:gd name="connsiteX7" fmla="*/ 127799 w 368402"/>
                  <a:gd name="connsiteY7" fmla="*/ 96449 h 343133"/>
                  <a:gd name="connsiteX8" fmla="*/ 126654 w 368402"/>
                  <a:gd name="connsiteY8" fmla="*/ 82136 h 343133"/>
                  <a:gd name="connsiteX9" fmla="*/ 125509 w 368402"/>
                  <a:gd name="connsiteY9" fmla="*/ 59234 h 343133"/>
                  <a:gd name="connsiteX10" fmla="*/ 120356 w 368402"/>
                  <a:gd name="connsiteY10" fmla="*/ 52936 h 343133"/>
                  <a:gd name="connsiteX11" fmla="*/ 112340 w 368402"/>
                  <a:gd name="connsiteY11" fmla="*/ 52936 h 343133"/>
                  <a:gd name="connsiteX12" fmla="*/ 44208 w 368402"/>
                  <a:gd name="connsiteY12" fmla="*/ 87289 h 343133"/>
                  <a:gd name="connsiteX13" fmla="*/ 28749 w 368402"/>
                  <a:gd name="connsiteY13" fmla="*/ 134237 h 343133"/>
                  <a:gd name="connsiteX14" fmla="*/ 58521 w 368402"/>
                  <a:gd name="connsiteY14" fmla="*/ 192636 h 343133"/>
                  <a:gd name="connsiteX15" fmla="*/ 44780 w 368402"/>
                  <a:gd name="connsiteY15" fmla="*/ 192636 h 343133"/>
                  <a:gd name="connsiteX16" fmla="*/ 22451 w 368402"/>
                  <a:gd name="connsiteY16" fmla="*/ 196072 h 343133"/>
                  <a:gd name="connsiteX17" fmla="*/ 4130 w 368402"/>
                  <a:gd name="connsiteY17" fmla="*/ 250463 h 343133"/>
                  <a:gd name="connsiteX18" fmla="*/ 59094 w 368402"/>
                  <a:gd name="connsiteY18" fmla="*/ 268212 h 343133"/>
                  <a:gd name="connsiteX19" fmla="*/ 75125 w 368402"/>
                  <a:gd name="connsiteY19" fmla="*/ 251608 h 343133"/>
                  <a:gd name="connsiteX20" fmla="*/ 83141 w 368402"/>
                  <a:gd name="connsiteY20" fmla="*/ 240730 h 343133"/>
                  <a:gd name="connsiteX21" fmla="*/ 112340 w 368402"/>
                  <a:gd name="connsiteY21" fmla="*/ 298557 h 343133"/>
                  <a:gd name="connsiteX22" fmla="*/ 159861 w 368402"/>
                  <a:gd name="connsiteY22" fmla="*/ 314015 h 343133"/>
                  <a:gd name="connsiteX23" fmla="*/ 217688 w 368402"/>
                  <a:gd name="connsiteY23" fmla="*/ 284816 h 343133"/>
                  <a:gd name="connsiteX24" fmla="*/ 217688 w 368402"/>
                  <a:gd name="connsiteY24" fmla="*/ 297984 h 343133"/>
                  <a:gd name="connsiteX25" fmla="*/ 221123 w 368402"/>
                  <a:gd name="connsiteY25" fmla="*/ 320886 h 343133"/>
                  <a:gd name="connsiteX26" fmla="*/ 275515 w 368402"/>
                  <a:gd name="connsiteY26" fmla="*/ 338635 h 343133"/>
                  <a:gd name="connsiteX27" fmla="*/ 293264 w 368402"/>
                  <a:gd name="connsiteY27" fmla="*/ 284243 h 343133"/>
                  <a:gd name="connsiteX28" fmla="*/ 276660 w 368402"/>
                  <a:gd name="connsiteY28" fmla="*/ 268212 h 343133"/>
                  <a:gd name="connsiteX29" fmla="*/ 265782 w 368402"/>
                  <a:gd name="connsiteY29" fmla="*/ 260196 h 343133"/>
                  <a:gd name="connsiteX30" fmla="*/ 324181 w 368402"/>
                  <a:gd name="connsiteY30" fmla="*/ 230997 h 343133"/>
                  <a:gd name="connsiteX31" fmla="*/ 339640 w 368402"/>
                  <a:gd name="connsiteY31" fmla="*/ 183476 h 343133"/>
                  <a:gd name="connsiteX32" fmla="*/ 309868 w 368402"/>
                  <a:gd name="connsiteY32" fmla="*/ 125649 h 343133"/>
                  <a:gd name="connsiteX33" fmla="*/ 323609 w 368402"/>
                  <a:gd name="connsiteY33" fmla="*/ 125076 h 343133"/>
                  <a:gd name="connsiteX34" fmla="*/ 346510 w 368402"/>
                  <a:gd name="connsiteY34" fmla="*/ 122214 h 343133"/>
                  <a:gd name="connsiteX35" fmla="*/ 364259 w 368402"/>
                  <a:gd name="connsiteY35" fmla="*/ 67822 h 343133"/>
                  <a:gd name="connsiteX36" fmla="*/ 309295 w 368402"/>
                  <a:gd name="connsiteY36" fmla="*/ 50073 h 343133"/>
                  <a:gd name="connsiteX37" fmla="*/ 293836 w 368402"/>
                  <a:gd name="connsiteY37" fmla="*/ 66677 h 343133"/>
                  <a:gd name="connsiteX38" fmla="*/ 285248 w 368402"/>
                  <a:gd name="connsiteY38" fmla="*/ 76983 h 343133"/>
                  <a:gd name="connsiteX39" fmla="*/ 256049 w 368402"/>
                  <a:gd name="connsiteY39" fmla="*/ 19156 h 343133"/>
                  <a:gd name="connsiteX40" fmla="*/ 208527 w 368402"/>
                  <a:gd name="connsiteY40" fmla="*/ 3697 h 343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368402" h="343133">
                    <a:moveTo>
                      <a:pt x="208527" y="3697"/>
                    </a:moveTo>
                    <a:lnTo>
                      <a:pt x="140967" y="38050"/>
                    </a:lnTo>
                    <a:cubicBezTo>
                      <a:pt x="138677" y="39195"/>
                      <a:pt x="136387" y="42058"/>
                      <a:pt x="136387" y="44920"/>
                    </a:cubicBezTo>
                    <a:cubicBezTo>
                      <a:pt x="135815" y="47783"/>
                      <a:pt x="136387" y="50646"/>
                      <a:pt x="138677" y="52936"/>
                    </a:cubicBezTo>
                    <a:cubicBezTo>
                      <a:pt x="144403" y="58661"/>
                      <a:pt x="150701" y="63242"/>
                      <a:pt x="156426" y="67250"/>
                    </a:cubicBezTo>
                    <a:cubicBezTo>
                      <a:pt x="161006" y="70685"/>
                      <a:pt x="165587" y="74120"/>
                      <a:pt x="167304" y="76410"/>
                    </a:cubicBezTo>
                    <a:cubicBezTo>
                      <a:pt x="172457" y="87289"/>
                      <a:pt x="168450" y="100457"/>
                      <a:pt x="157571" y="106182"/>
                    </a:cubicBezTo>
                    <a:cubicBezTo>
                      <a:pt x="146693" y="111908"/>
                      <a:pt x="132952" y="107327"/>
                      <a:pt x="127799" y="96449"/>
                    </a:cubicBezTo>
                    <a:cubicBezTo>
                      <a:pt x="126654" y="94159"/>
                      <a:pt x="126654" y="87861"/>
                      <a:pt x="126654" y="82136"/>
                    </a:cubicBezTo>
                    <a:cubicBezTo>
                      <a:pt x="126654" y="75265"/>
                      <a:pt x="126654" y="67822"/>
                      <a:pt x="125509" y="59234"/>
                    </a:cubicBezTo>
                    <a:cubicBezTo>
                      <a:pt x="124936" y="56371"/>
                      <a:pt x="123219" y="54081"/>
                      <a:pt x="120356" y="52936"/>
                    </a:cubicBezTo>
                    <a:cubicBezTo>
                      <a:pt x="118066" y="51218"/>
                      <a:pt x="114631" y="51218"/>
                      <a:pt x="112340" y="52936"/>
                    </a:cubicBezTo>
                    <a:lnTo>
                      <a:pt x="44208" y="87289"/>
                    </a:lnTo>
                    <a:cubicBezTo>
                      <a:pt x="27032" y="95877"/>
                      <a:pt x="20161" y="117061"/>
                      <a:pt x="28749" y="134237"/>
                    </a:cubicBezTo>
                    <a:lnTo>
                      <a:pt x="58521" y="192636"/>
                    </a:lnTo>
                    <a:cubicBezTo>
                      <a:pt x="53941" y="192636"/>
                      <a:pt x="49361" y="192636"/>
                      <a:pt x="44780" y="192636"/>
                    </a:cubicBezTo>
                    <a:cubicBezTo>
                      <a:pt x="36192" y="192636"/>
                      <a:pt x="28749" y="192636"/>
                      <a:pt x="22451" y="196072"/>
                    </a:cubicBezTo>
                    <a:cubicBezTo>
                      <a:pt x="2412" y="205805"/>
                      <a:pt x="-5603" y="230424"/>
                      <a:pt x="4130" y="250463"/>
                    </a:cubicBezTo>
                    <a:cubicBezTo>
                      <a:pt x="14436" y="269930"/>
                      <a:pt x="39055" y="277945"/>
                      <a:pt x="59094" y="268212"/>
                    </a:cubicBezTo>
                    <a:cubicBezTo>
                      <a:pt x="65392" y="264777"/>
                      <a:pt x="69972" y="258479"/>
                      <a:pt x="75125" y="251608"/>
                    </a:cubicBezTo>
                    <a:cubicBezTo>
                      <a:pt x="77415" y="248173"/>
                      <a:pt x="79705" y="244165"/>
                      <a:pt x="83141" y="240730"/>
                    </a:cubicBezTo>
                    <a:lnTo>
                      <a:pt x="112340" y="298557"/>
                    </a:lnTo>
                    <a:cubicBezTo>
                      <a:pt x="120928" y="316306"/>
                      <a:pt x="142113" y="323176"/>
                      <a:pt x="159861" y="314015"/>
                    </a:cubicBezTo>
                    <a:lnTo>
                      <a:pt x="217688" y="284816"/>
                    </a:lnTo>
                    <a:cubicBezTo>
                      <a:pt x="218261" y="289396"/>
                      <a:pt x="217688" y="293976"/>
                      <a:pt x="217688" y="297984"/>
                    </a:cubicBezTo>
                    <a:cubicBezTo>
                      <a:pt x="217688" y="307145"/>
                      <a:pt x="217688" y="314588"/>
                      <a:pt x="221123" y="320886"/>
                    </a:cubicBezTo>
                    <a:cubicBezTo>
                      <a:pt x="231429" y="340925"/>
                      <a:pt x="255476" y="348940"/>
                      <a:pt x="275515" y="338635"/>
                    </a:cubicBezTo>
                    <a:cubicBezTo>
                      <a:pt x="295554" y="328901"/>
                      <a:pt x="303570" y="304282"/>
                      <a:pt x="293264" y="284243"/>
                    </a:cubicBezTo>
                    <a:cubicBezTo>
                      <a:pt x="289829" y="277945"/>
                      <a:pt x="283531" y="273365"/>
                      <a:pt x="276660" y="268212"/>
                    </a:cubicBezTo>
                    <a:cubicBezTo>
                      <a:pt x="273225" y="265922"/>
                      <a:pt x="269790" y="263059"/>
                      <a:pt x="265782" y="260196"/>
                    </a:cubicBezTo>
                    <a:lnTo>
                      <a:pt x="324181" y="230997"/>
                    </a:lnTo>
                    <a:cubicBezTo>
                      <a:pt x="341357" y="221836"/>
                      <a:pt x="348228" y="200652"/>
                      <a:pt x="339640" y="183476"/>
                    </a:cubicBezTo>
                    <a:lnTo>
                      <a:pt x="309868" y="125649"/>
                    </a:lnTo>
                    <a:cubicBezTo>
                      <a:pt x="314448" y="125076"/>
                      <a:pt x="319028" y="125076"/>
                      <a:pt x="323609" y="125076"/>
                    </a:cubicBezTo>
                    <a:cubicBezTo>
                      <a:pt x="332197" y="125649"/>
                      <a:pt x="339640" y="125649"/>
                      <a:pt x="346510" y="122214"/>
                    </a:cubicBezTo>
                    <a:cubicBezTo>
                      <a:pt x="365977" y="111908"/>
                      <a:pt x="373992" y="87861"/>
                      <a:pt x="364259" y="67822"/>
                    </a:cubicBezTo>
                    <a:cubicBezTo>
                      <a:pt x="353953" y="47783"/>
                      <a:pt x="329334" y="39767"/>
                      <a:pt x="309295" y="50073"/>
                    </a:cubicBezTo>
                    <a:cubicBezTo>
                      <a:pt x="302997" y="53508"/>
                      <a:pt x="298417" y="59234"/>
                      <a:pt x="293836" y="66677"/>
                    </a:cubicBezTo>
                    <a:cubicBezTo>
                      <a:pt x="290974" y="70112"/>
                      <a:pt x="288683" y="73547"/>
                      <a:pt x="285248" y="76983"/>
                    </a:cubicBezTo>
                    <a:lnTo>
                      <a:pt x="256049" y="19156"/>
                    </a:lnTo>
                    <a:cubicBezTo>
                      <a:pt x="247460" y="1980"/>
                      <a:pt x="226276" y="-4891"/>
                      <a:pt x="208527" y="3697"/>
                    </a:cubicBezTo>
                    <a:close/>
                  </a:path>
                </a:pathLst>
              </a:custGeom>
              <a:solidFill>
                <a:srgbClr val="F4C342"/>
              </a:solidFill>
              <a:ln w="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45FB91-87B3-D1D6-F69C-EA59547A5723}"/>
                </a:ext>
              </a:extLst>
            </p:cNvPr>
            <p:cNvSpPr/>
            <p:nvPr/>
          </p:nvSpPr>
          <p:spPr>
            <a:xfrm>
              <a:off x="10717520" y="1822804"/>
              <a:ext cx="341371" cy="212102"/>
            </a:xfrm>
            <a:custGeom>
              <a:avLst/>
              <a:gdLst>
                <a:gd name="connsiteX0" fmla="*/ 181496 w 341371"/>
                <a:gd name="connsiteY0" fmla="*/ 3697 h 212102"/>
                <a:gd name="connsiteX1" fmla="*/ 17176 w 341371"/>
                <a:gd name="connsiteY1" fmla="*/ 87289 h 212102"/>
                <a:gd name="connsiteX2" fmla="*/ 0 w 341371"/>
                <a:gd name="connsiteY2" fmla="*/ 107327 h 212102"/>
                <a:gd name="connsiteX3" fmla="*/ 313753 w 341371"/>
                <a:gd name="connsiteY3" fmla="*/ 212103 h 212102"/>
                <a:gd name="connsiteX4" fmla="*/ 312608 w 341371"/>
                <a:gd name="connsiteY4" fmla="*/ 183476 h 212102"/>
                <a:gd name="connsiteX5" fmla="*/ 282836 w 341371"/>
                <a:gd name="connsiteY5" fmla="*/ 125649 h 212102"/>
                <a:gd name="connsiteX6" fmla="*/ 296577 w 341371"/>
                <a:gd name="connsiteY6" fmla="*/ 125076 h 212102"/>
                <a:gd name="connsiteX7" fmla="*/ 319479 w 341371"/>
                <a:gd name="connsiteY7" fmla="*/ 122214 h 212102"/>
                <a:gd name="connsiteX8" fmla="*/ 337228 w 341371"/>
                <a:gd name="connsiteY8" fmla="*/ 67822 h 212102"/>
                <a:gd name="connsiteX9" fmla="*/ 282263 w 341371"/>
                <a:gd name="connsiteY9" fmla="*/ 50073 h 212102"/>
                <a:gd name="connsiteX10" fmla="*/ 266805 w 341371"/>
                <a:gd name="connsiteY10" fmla="*/ 66677 h 212102"/>
                <a:gd name="connsiteX11" fmla="*/ 258217 w 341371"/>
                <a:gd name="connsiteY11" fmla="*/ 76983 h 212102"/>
                <a:gd name="connsiteX12" fmla="*/ 229017 w 341371"/>
                <a:gd name="connsiteY12" fmla="*/ 19156 h 212102"/>
                <a:gd name="connsiteX13" fmla="*/ 181496 w 341371"/>
                <a:gd name="connsiteY13" fmla="*/ 3697 h 212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1371" h="212102">
                  <a:moveTo>
                    <a:pt x="181496" y="3697"/>
                  </a:moveTo>
                  <a:cubicBezTo>
                    <a:pt x="40078" y="75265"/>
                    <a:pt x="158594" y="15148"/>
                    <a:pt x="17176" y="87289"/>
                  </a:cubicBezTo>
                  <a:cubicBezTo>
                    <a:pt x="8588" y="91296"/>
                    <a:pt x="2863" y="98739"/>
                    <a:pt x="0" y="107327"/>
                  </a:cubicBezTo>
                  <a:lnTo>
                    <a:pt x="313753" y="212103"/>
                  </a:lnTo>
                  <a:cubicBezTo>
                    <a:pt x="317189" y="202942"/>
                    <a:pt x="317189" y="192636"/>
                    <a:pt x="312608" y="183476"/>
                  </a:cubicBezTo>
                  <a:lnTo>
                    <a:pt x="282836" y="125649"/>
                  </a:lnTo>
                  <a:cubicBezTo>
                    <a:pt x="287416" y="125076"/>
                    <a:pt x="291997" y="125076"/>
                    <a:pt x="296577" y="125076"/>
                  </a:cubicBezTo>
                  <a:cubicBezTo>
                    <a:pt x="305165" y="125649"/>
                    <a:pt x="312608" y="125649"/>
                    <a:pt x="319479" y="122214"/>
                  </a:cubicBezTo>
                  <a:cubicBezTo>
                    <a:pt x="338945" y="111908"/>
                    <a:pt x="346961" y="87861"/>
                    <a:pt x="337228" y="67822"/>
                  </a:cubicBezTo>
                  <a:cubicBezTo>
                    <a:pt x="326922" y="47783"/>
                    <a:pt x="302302" y="39767"/>
                    <a:pt x="282263" y="50073"/>
                  </a:cubicBezTo>
                  <a:cubicBezTo>
                    <a:pt x="275965" y="53508"/>
                    <a:pt x="271385" y="59234"/>
                    <a:pt x="266805" y="66677"/>
                  </a:cubicBezTo>
                  <a:cubicBezTo>
                    <a:pt x="263942" y="70112"/>
                    <a:pt x="261652" y="73547"/>
                    <a:pt x="258217" y="76983"/>
                  </a:cubicBezTo>
                  <a:lnTo>
                    <a:pt x="229017" y="19156"/>
                  </a:lnTo>
                  <a:cubicBezTo>
                    <a:pt x="220429" y="1980"/>
                    <a:pt x="199245" y="-4891"/>
                    <a:pt x="181496" y="3697"/>
                  </a:cubicBezTo>
                  <a:close/>
                </a:path>
              </a:pathLst>
            </a:custGeom>
            <a:solidFill>
              <a:srgbClr val="F5B03B"/>
            </a:solidFill>
            <a:ln w="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8722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DEB63D">
                <a:alpha val="10000"/>
              </a:srgbClr>
            </a:gs>
            <a:gs pos="1000">
              <a:srgbClr val="F2F3CC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0118A-24EF-A60D-0D99-1B0C66683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55FF26C-7788-C794-C09C-21BB7DD38FE4}"/>
              </a:ext>
            </a:extLst>
          </p:cNvPr>
          <p:cNvGrpSpPr/>
          <p:nvPr/>
        </p:nvGrpSpPr>
        <p:grpSpPr>
          <a:xfrm>
            <a:off x="14310602" y="762648"/>
            <a:ext cx="490221" cy="3694958"/>
            <a:chOff x="11020425" y="1733550"/>
            <a:chExt cx="871504" cy="255804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0D6F92A-55B6-F59A-EBCB-17F947F47CA9}"/>
                </a:ext>
              </a:extLst>
            </p:cNvPr>
            <p:cNvSpPr/>
            <p:nvPr/>
          </p:nvSpPr>
          <p:spPr>
            <a:xfrm>
              <a:off x="11020425" y="1733550"/>
              <a:ext cx="871504" cy="790808"/>
            </a:xfrm>
            <a:prstGeom prst="roundRect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C123C67-C00F-18E1-8000-1CC106A3A98E}"/>
                </a:ext>
              </a:extLst>
            </p:cNvPr>
            <p:cNvSpPr/>
            <p:nvPr/>
          </p:nvSpPr>
          <p:spPr>
            <a:xfrm>
              <a:off x="11020425" y="2617170"/>
              <a:ext cx="871504" cy="790808"/>
            </a:xfrm>
            <a:prstGeom prst="roundRect">
              <a:avLst/>
            </a:prstGeom>
            <a:solidFill>
              <a:srgbClr val="DEB6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C14F11A-42C4-E9C3-AA2B-C4B187E0240A}"/>
                </a:ext>
              </a:extLst>
            </p:cNvPr>
            <p:cNvSpPr/>
            <p:nvPr/>
          </p:nvSpPr>
          <p:spPr>
            <a:xfrm>
              <a:off x="11020425" y="3500790"/>
              <a:ext cx="871504" cy="790808"/>
            </a:xfrm>
            <a:prstGeom prst="roundRect">
              <a:avLst/>
            </a:prstGeom>
            <a:solidFill>
              <a:srgbClr val="F2F3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pic>
        <p:nvPicPr>
          <p:cNvPr id="33" name="صورة 6">
            <a:extLst>
              <a:ext uri="{FF2B5EF4-FFF2-40B4-BE49-F238E27FC236}">
                <a16:creationId xmlns:a16="http://schemas.microsoft.com/office/drawing/2014/main" id="{E114B104-D3C0-D517-04B0-E93B86C05B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52" y="256083"/>
            <a:ext cx="705344" cy="7057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DF02AFF-6AE5-4253-4C10-1EB94D5EF84F}"/>
              </a:ext>
            </a:extLst>
          </p:cNvPr>
          <p:cNvGrpSpPr/>
          <p:nvPr/>
        </p:nvGrpSpPr>
        <p:grpSpPr>
          <a:xfrm>
            <a:off x="10777652" y="413233"/>
            <a:ext cx="548640" cy="548640"/>
            <a:chOff x="9052560" y="274320"/>
            <a:chExt cx="548640" cy="54864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347B920-E28A-4F9A-2118-64AC3025F33D}"/>
                </a:ext>
              </a:extLst>
            </p:cNvPr>
            <p:cNvSpPr/>
            <p:nvPr/>
          </p:nvSpPr>
          <p:spPr>
            <a:xfrm>
              <a:off x="9052560" y="274320"/>
              <a:ext cx="548640" cy="5486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1000" dist="1524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EEA64DA-2291-9863-833F-289E95A439DA}"/>
                </a:ext>
              </a:extLst>
            </p:cNvPr>
            <p:cNvSpPr/>
            <p:nvPr/>
          </p:nvSpPr>
          <p:spPr>
            <a:xfrm>
              <a:off x="9178766" y="400526"/>
              <a:ext cx="296228" cy="296228"/>
            </a:xfrm>
            <a:prstGeom prst="ellipse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مربع نص 12">
            <a:extLst>
              <a:ext uri="{FF2B5EF4-FFF2-40B4-BE49-F238E27FC236}">
                <a16:creationId xmlns:a16="http://schemas.microsoft.com/office/drawing/2014/main" id="{D251FD00-2CCD-3064-4A1A-4A6CD405D7E4}"/>
              </a:ext>
            </a:extLst>
          </p:cNvPr>
          <p:cNvSpPr txBox="1"/>
          <p:nvPr/>
        </p:nvSpPr>
        <p:spPr>
          <a:xfrm>
            <a:off x="6096000" y="434022"/>
            <a:ext cx="4589367" cy="544765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pPr marR="0" lvl="0" indent="0" algn="r" rtl="1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EG" sz="2400" dirty="0">
                <a:gradFill flip="none" rotWithShape="1">
                  <a:gsLst>
                    <a:gs pos="20000">
                      <a:srgbClr val="3B3F1E"/>
                    </a:gs>
                    <a:gs pos="100000">
                      <a:srgbClr val="DEB63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Tajawal Black" panose="00000500000000000000" pitchFamily="2" charset="-78"/>
                <a:cs typeface="Tajawal Black" panose="00000500000000000000" pitchFamily="2" charset="-78"/>
              </a:rPr>
              <a:t>فكرة المبادرة باختصار:</a:t>
            </a:r>
            <a:endParaRPr lang="ar-SA" sz="2400" dirty="0">
              <a:gradFill flip="none" rotWithShape="1">
                <a:gsLst>
                  <a:gs pos="20000">
                    <a:srgbClr val="3B3F1E"/>
                  </a:gs>
                  <a:gs pos="100000">
                    <a:srgbClr val="DEB63D"/>
                  </a:gs>
                </a:gsLst>
                <a:path path="circle">
                  <a:fillToRect l="100000" t="100000"/>
                </a:path>
                <a:tileRect r="-100000" b="-100000"/>
              </a:gradFill>
              <a:latin typeface="Tajawal Black" panose="00000500000000000000" pitchFamily="2" charset="-78"/>
              <a:cs typeface="Tajawal Black" panose="00000500000000000000" pitchFamily="2" charset="-78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9D444A1-4913-9F06-4255-A1D919CC4E22}"/>
              </a:ext>
            </a:extLst>
          </p:cNvPr>
          <p:cNvGrpSpPr/>
          <p:nvPr/>
        </p:nvGrpSpPr>
        <p:grpSpPr>
          <a:xfrm>
            <a:off x="1605305" y="2134074"/>
            <a:ext cx="8981390" cy="3504785"/>
            <a:chOff x="1605305" y="2196117"/>
            <a:chExt cx="8981390" cy="350478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074C28E-7447-00CE-76E3-9D461D44A357}"/>
                </a:ext>
              </a:extLst>
            </p:cNvPr>
            <p:cNvGrpSpPr/>
            <p:nvPr/>
          </p:nvGrpSpPr>
          <p:grpSpPr>
            <a:xfrm>
              <a:off x="1605305" y="2196117"/>
              <a:ext cx="8981390" cy="3198843"/>
              <a:chOff x="1605305" y="2520208"/>
              <a:chExt cx="8981390" cy="3198843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36FB6025-1673-A8E7-F7FB-FF2DDF6CF50F}"/>
                  </a:ext>
                </a:extLst>
              </p:cNvPr>
              <p:cNvSpPr/>
              <p:nvPr/>
            </p:nvSpPr>
            <p:spPr>
              <a:xfrm>
                <a:off x="1605305" y="2520208"/>
                <a:ext cx="8981390" cy="3198843"/>
              </a:xfrm>
              <a:prstGeom prst="roundRect">
                <a:avLst>
                  <a:gd name="adj" fmla="val 11223"/>
                </a:avLst>
              </a:prstGeom>
              <a:solidFill>
                <a:sysClr val="window" lastClr="FFFFFF"/>
              </a:solidFill>
              <a:ln w="15875" cap="flat" cmpd="sng" algn="ctr">
                <a:noFill/>
                <a:prstDash val="solid"/>
              </a:ln>
              <a:effectLst>
                <a:outerShdw blurRad="762000" dist="736600" dir="2700000" sx="97000" sy="97000" algn="tl" rotWithShape="0">
                  <a:schemeClr val="tx1">
                    <a:lumMod val="95000"/>
                    <a:lumOff val="5000"/>
                    <a:alpha val="10000"/>
                  </a:scheme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en-US" kern="0">
                  <a:solidFill>
                    <a:prstClr val="white"/>
                  </a:solidFill>
                  <a:latin typeface="Tw Cen MT" panose="020B0602020104020603"/>
                </a:endParaRPr>
              </a:p>
            </p:txBody>
          </p:sp>
          <p:sp>
            <p:nvSpPr>
              <p:cNvPr id="4" name="مربع نص 24">
                <a:extLst>
                  <a:ext uri="{FF2B5EF4-FFF2-40B4-BE49-F238E27FC236}">
                    <a16:creationId xmlns:a16="http://schemas.microsoft.com/office/drawing/2014/main" id="{48CFAA91-28E9-297D-A309-1258FE81B3CC}"/>
                  </a:ext>
                </a:extLst>
              </p:cNvPr>
              <p:cNvSpPr txBox="1"/>
              <p:nvPr/>
            </p:nvSpPr>
            <p:spPr>
              <a:xfrm>
                <a:off x="2282890" y="2798633"/>
                <a:ext cx="7626220" cy="282385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1" anchor="t">
                <a:spAutoFit/>
              </a:bodyPr>
              <a:lstStyle/>
              <a:p>
                <a:pPr marL="0" marR="0" lvl="0" indent="0" algn="justLow" defTabSz="457200" rtl="1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ar-SA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B3F1E"/>
                    </a:solidFill>
                    <a:effectLst/>
                    <a:uLnTx/>
                    <a:uFillTx/>
                    <a:latin typeface="Tajawal Medium" panose="00000600000000000000" pitchFamily="2" charset="-78"/>
                    <a:cs typeface="Tajawal Medium" panose="00000600000000000000" pitchFamily="2" charset="-78"/>
                  </a:rPr>
                  <a:t>الفكرة ببساطة </a:t>
                </a:r>
                <a:r>
                  <a:rPr kumimoji="0" lang="ar-SA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EB63D"/>
                    </a:solidFill>
                    <a:effectLst/>
                    <a:uLnTx/>
                    <a:uFillTx/>
                    <a:latin typeface="Tajawal Medium" panose="00000600000000000000" pitchFamily="2" charset="-78"/>
                    <a:cs typeface="Tajawal Medium" panose="00000600000000000000" pitchFamily="2" charset="-78"/>
                  </a:rPr>
                  <a:t>هي بناء نظام ذكي </a:t>
                </a:r>
                <a:r>
                  <a:rPr kumimoji="0" lang="ar-SA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B3F1E"/>
                    </a:solidFill>
                    <a:effectLst/>
                    <a:uLnTx/>
                    <a:uFillTx/>
                    <a:latin typeface="Tajawal Medium" panose="00000600000000000000" pitchFamily="2" charset="-78"/>
                    <a:cs typeface="Tajawal Medium" panose="00000600000000000000" pitchFamily="2" charset="-78"/>
                  </a:rPr>
                  <a:t>يجمع البيانات اليومية</a:t>
                </a:r>
                <a:br>
                  <a:rPr kumimoji="0" lang="ar-SA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B3F1E"/>
                    </a:solidFill>
                    <a:effectLst/>
                    <a:uLnTx/>
                    <a:uFillTx/>
                    <a:latin typeface="Tajawal Medium" panose="00000600000000000000" pitchFamily="2" charset="-78"/>
                    <a:cs typeface="Tajawal Medium" panose="00000600000000000000" pitchFamily="2" charset="-78"/>
                  </a:rPr>
                </a:br>
                <a:r>
                  <a:rPr kumimoji="0" lang="ar-SA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B3F1E"/>
                    </a:solidFill>
                    <a:effectLst/>
                    <a:uLnTx/>
                    <a:uFillTx/>
                    <a:latin typeface="Tajawal Medium" panose="00000600000000000000" pitchFamily="2" charset="-78"/>
                    <a:cs typeface="Tajawal Medium" panose="00000600000000000000" pitchFamily="2" charset="-78"/>
                  </a:rPr>
                  <a:t> من الإدارات المختلفة، ويحللها بشكل تلقائي</a:t>
                </a:r>
                <a:br>
                  <a:rPr kumimoji="0" lang="ar-SA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B3F1E"/>
                    </a:solidFill>
                    <a:effectLst/>
                    <a:uLnTx/>
                    <a:uFillTx/>
                    <a:latin typeface="Tajawal Medium" panose="00000600000000000000" pitchFamily="2" charset="-78"/>
                    <a:cs typeface="Tajawal Medium" panose="00000600000000000000" pitchFamily="2" charset="-78"/>
                  </a:rPr>
                </a:br>
                <a:r>
                  <a:rPr kumimoji="0" lang="ar-SA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B3F1E"/>
                    </a:solidFill>
                    <a:effectLst/>
                    <a:uLnTx/>
                    <a:uFillTx/>
                    <a:latin typeface="Tajawal Medium" panose="00000600000000000000" pitchFamily="2" charset="-78"/>
                    <a:cs typeface="Tajawal Medium" panose="00000600000000000000" pitchFamily="2" charset="-78"/>
                  </a:rPr>
                  <a:t> ليكتشف أي مؤشرات خطر أو خلل في الأداء، </a:t>
                </a:r>
                <a:br>
                  <a:rPr kumimoji="0" lang="ar-SA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B3F1E"/>
                    </a:solidFill>
                    <a:effectLst/>
                    <a:uLnTx/>
                    <a:uFillTx/>
                    <a:latin typeface="Tajawal Medium" panose="00000600000000000000" pitchFamily="2" charset="-78"/>
                    <a:cs typeface="Tajawal Medium" panose="00000600000000000000" pitchFamily="2" charset="-78"/>
                  </a:rPr>
                </a:br>
                <a:r>
                  <a:rPr kumimoji="0" lang="ar-SA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B3F1E"/>
                    </a:solidFill>
                    <a:effectLst/>
                    <a:uLnTx/>
                    <a:uFillTx/>
                    <a:latin typeface="Tajawal Medium" panose="00000600000000000000" pitchFamily="2" charset="-78"/>
                    <a:cs typeface="Tajawal Medium" panose="00000600000000000000" pitchFamily="2" charset="-78"/>
                  </a:rPr>
                  <a:t>ثم يصدر تنبيهات مبكرة تساعد الإدارة على اتخاذ</a:t>
                </a:r>
                <a:br>
                  <a:rPr kumimoji="0" lang="ar-SA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B3F1E"/>
                    </a:solidFill>
                    <a:effectLst/>
                    <a:uLnTx/>
                    <a:uFillTx/>
                    <a:latin typeface="Tajawal Medium" panose="00000600000000000000" pitchFamily="2" charset="-78"/>
                    <a:cs typeface="Tajawal Medium" panose="00000600000000000000" pitchFamily="2" charset="-78"/>
                  </a:rPr>
                </a:br>
                <a:r>
                  <a:rPr kumimoji="0" lang="ar-SA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B3F1E"/>
                    </a:solidFill>
                    <a:effectLst/>
                    <a:uLnTx/>
                    <a:uFillTx/>
                    <a:latin typeface="Tajawal Medium" panose="00000600000000000000" pitchFamily="2" charset="-78"/>
                    <a:cs typeface="Tajawal Medium" panose="00000600000000000000" pitchFamily="2" charset="-78"/>
                  </a:rPr>
                  <a:t> القرار قبل تفاقم المشكلة.</a:t>
                </a:r>
                <a:br>
                  <a:rPr kumimoji="0" lang="ar-SA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B3F1E"/>
                    </a:solidFill>
                    <a:effectLst/>
                    <a:uLnTx/>
                    <a:uFillTx/>
                    <a:latin typeface="Tajawal Medium" panose="00000600000000000000" pitchFamily="2" charset="-78"/>
                    <a:cs typeface="Tajawal Medium" panose="00000600000000000000" pitchFamily="2" charset="-78"/>
                  </a:rPr>
                </a:br>
                <a:endParaRPr kumimoji="0" lang="ar-SA" sz="2000" i="0" u="none" strike="noStrike" kern="1200" cap="none" spc="0" normalizeH="0" baseline="0" noProof="0" dirty="0">
                  <a:ln>
                    <a:noFill/>
                  </a:ln>
                  <a:solidFill>
                    <a:srgbClr val="3B3F1E"/>
                  </a:solidFill>
                  <a:effectLst/>
                  <a:uLnTx/>
                  <a:uFillTx/>
                  <a:latin typeface="Tajawal Medium" panose="00000600000000000000" pitchFamily="2" charset="-78"/>
                  <a:cs typeface="Tajawal Medium" panose="00000600000000000000" pitchFamily="2" charset="-78"/>
                </a:endParaRPr>
              </a:p>
            </p:txBody>
          </p:sp>
        </p:grp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658D127-1B4F-1D1F-A3BA-58E24D6AE4F5}"/>
                </a:ext>
              </a:extLst>
            </p:cNvPr>
            <p:cNvSpPr/>
            <p:nvPr/>
          </p:nvSpPr>
          <p:spPr>
            <a:xfrm flipH="1">
              <a:off x="2404190" y="5089018"/>
              <a:ext cx="7383622" cy="611884"/>
            </a:xfrm>
            <a:prstGeom prst="roundRect">
              <a:avLst>
                <a:gd name="adj" fmla="val 50000"/>
              </a:avLst>
            </a:prstGeom>
            <a:solidFill>
              <a:srgbClr val="FFF9E7"/>
            </a:solidFill>
            <a:ln>
              <a:noFill/>
            </a:ln>
            <a:effectLst>
              <a:outerShdw blurRad="571500" dist="101600" dir="8100000" sx="102000" sy="102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457200" rtl="1">
                <a:defRPr/>
              </a:pPr>
              <a:r>
                <a:rPr lang="ar-SA" b="1" dirty="0">
                  <a:solidFill>
                    <a:srgbClr val="DEB63D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الهدف هو أن ننتقل من الرقابة بعد وقوع الحدث</a:t>
              </a:r>
              <a:r>
                <a:rPr lang="en-US" b="1" dirty="0">
                  <a:solidFill>
                    <a:srgbClr val="DEB63D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 </a:t>
              </a:r>
              <a:r>
                <a:rPr lang="ar-SA" b="1" dirty="0">
                  <a:solidFill>
                    <a:srgbClr val="DEB63D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إلى الرقابة الاستباقية.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9374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DEB63D">
                <a:alpha val="10000"/>
              </a:srgbClr>
            </a:gs>
            <a:gs pos="1000">
              <a:srgbClr val="F2F3CC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53FF05-1FB6-06C5-8C6B-15A8CB105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C875C14-8EA4-7370-0A0B-EBBE024A9CA7}"/>
              </a:ext>
            </a:extLst>
          </p:cNvPr>
          <p:cNvGrpSpPr/>
          <p:nvPr/>
        </p:nvGrpSpPr>
        <p:grpSpPr>
          <a:xfrm>
            <a:off x="14310602" y="762648"/>
            <a:ext cx="490221" cy="3694958"/>
            <a:chOff x="11020425" y="1733550"/>
            <a:chExt cx="871504" cy="255804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8059B13-0172-2F92-6A9A-F48424D808BA}"/>
                </a:ext>
              </a:extLst>
            </p:cNvPr>
            <p:cNvSpPr/>
            <p:nvPr/>
          </p:nvSpPr>
          <p:spPr>
            <a:xfrm>
              <a:off x="11020425" y="1733550"/>
              <a:ext cx="871504" cy="790808"/>
            </a:xfrm>
            <a:prstGeom prst="roundRect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52AA920-6073-EB31-C14E-04EEE9E1CBD3}"/>
                </a:ext>
              </a:extLst>
            </p:cNvPr>
            <p:cNvSpPr/>
            <p:nvPr/>
          </p:nvSpPr>
          <p:spPr>
            <a:xfrm>
              <a:off x="11020425" y="2617170"/>
              <a:ext cx="871504" cy="790808"/>
            </a:xfrm>
            <a:prstGeom prst="roundRect">
              <a:avLst/>
            </a:prstGeom>
            <a:solidFill>
              <a:srgbClr val="DEB6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1372D75-8371-5762-3108-4C2D66EFFC8C}"/>
                </a:ext>
              </a:extLst>
            </p:cNvPr>
            <p:cNvSpPr/>
            <p:nvPr/>
          </p:nvSpPr>
          <p:spPr>
            <a:xfrm>
              <a:off x="11020425" y="3500790"/>
              <a:ext cx="871504" cy="790808"/>
            </a:xfrm>
            <a:prstGeom prst="roundRect">
              <a:avLst/>
            </a:prstGeom>
            <a:solidFill>
              <a:srgbClr val="F2F3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pic>
        <p:nvPicPr>
          <p:cNvPr id="33" name="صورة 6">
            <a:extLst>
              <a:ext uri="{FF2B5EF4-FFF2-40B4-BE49-F238E27FC236}">
                <a16:creationId xmlns:a16="http://schemas.microsoft.com/office/drawing/2014/main" id="{8D7F7CD5-73B8-8AEB-A48C-BB2310479D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52" y="256083"/>
            <a:ext cx="705344" cy="7057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E71E4F8-686F-1A71-CD3A-EA26D7A69E41}"/>
              </a:ext>
            </a:extLst>
          </p:cNvPr>
          <p:cNvGrpSpPr/>
          <p:nvPr/>
        </p:nvGrpSpPr>
        <p:grpSpPr>
          <a:xfrm>
            <a:off x="10777652" y="413233"/>
            <a:ext cx="548640" cy="548640"/>
            <a:chOff x="9052560" y="274320"/>
            <a:chExt cx="548640" cy="54864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3F1B04E3-E8CF-262A-B1D2-4A1DB523C27E}"/>
                </a:ext>
              </a:extLst>
            </p:cNvPr>
            <p:cNvSpPr/>
            <p:nvPr/>
          </p:nvSpPr>
          <p:spPr>
            <a:xfrm>
              <a:off x="9052560" y="274320"/>
              <a:ext cx="548640" cy="5486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1000" dist="1524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6F9DF75-EE2B-CA4C-37DF-2D3EEA7A5E0D}"/>
                </a:ext>
              </a:extLst>
            </p:cNvPr>
            <p:cNvSpPr/>
            <p:nvPr/>
          </p:nvSpPr>
          <p:spPr>
            <a:xfrm>
              <a:off x="9178766" y="400526"/>
              <a:ext cx="296228" cy="296228"/>
            </a:xfrm>
            <a:prstGeom prst="ellipse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F7DA0CC-F0A1-E6F2-C2D8-CA2CEEF98FB7}"/>
              </a:ext>
            </a:extLst>
          </p:cNvPr>
          <p:cNvGrpSpPr/>
          <p:nvPr/>
        </p:nvGrpSpPr>
        <p:grpSpPr>
          <a:xfrm>
            <a:off x="1452679" y="1811620"/>
            <a:ext cx="9286643" cy="3994007"/>
            <a:chOff x="1230137" y="2453870"/>
            <a:chExt cx="9286643" cy="399400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B7B104F-CBA5-35A5-F8F6-044FF7E75FC9}"/>
                </a:ext>
              </a:extLst>
            </p:cNvPr>
            <p:cNvSpPr/>
            <p:nvPr/>
          </p:nvSpPr>
          <p:spPr>
            <a:xfrm rot="5400000">
              <a:off x="5157648" y="604774"/>
              <a:ext cx="1661479" cy="5766049"/>
            </a:xfrm>
            <a:prstGeom prst="roundRect">
              <a:avLst>
                <a:gd name="adj" fmla="val 15326"/>
              </a:avLst>
            </a:prstGeom>
            <a:noFill/>
            <a:ln>
              <a:solidFill>
                <a:srgbClr val="DEB63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18AA12-20D7-22ED-6B43-C6AB2CC46B6A}"/>
                </a:ext>
              </a:extLst>
            </p:cNvPr>
            <p:cNvSpPr/>
            <p:nvPr/>
          </p:nvSpPr>
          <p:spPr>
            <a:xfrm rot="16200000">
              <a:off x="5397384" y="1466214"/>
              <a:ext cx="1257384" cy="5973770"/>
            </a:xfrm>
            <a:prstGeom prst="rect">
              <a:avLst/>
            </a:prstGeom>
            <a:solidFill>
              <a:srgbClr val="FAF9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1094CF9-BC09-B3FD-6DAB-ABEDF870267D}"/>
                </a:ext>
              </a:extLst>
            </p:cNvPr>
            <p:cNvSpPr/>
            <p:nvPr/>
          </p:nvSpPr>
          <p:spPr>
            <a:xfrm>
              <a:off x="7124700" y="3577156"/>
              <a:ext cx="3392080" cy="2701724"/>
            </a:xfrm>
            <a:prstGeom prst="roundRect">
              <a:avLst>
                <a:gd name="adj" fmla="val 11504"/>
              </a:avLst>
            </a:prstGeom>
            <a:solidFill>
              <a:sysClr val="window" lastClr="FFFFFF"/>
            </a:solidFill>
            <a:ln w="15875" cap="flat" cmpd="sng" algn="ctr">
              <a:noFill/>
              <a:prstDash val="solid"/>
            </a:ln>
            <a:effectLst>
              <a:outerShdw blurRad="901700" dist="419100" dir="8100000" sx="95000" sy="95000" algn="tl" rotWithShape="0">
                <a:prstClr val="black">
                  <a:alpha val="8000"/>
                </a:prstClr>
              </a:outerShdw>
            </a:effectLst>
          </p:spPr>
          <p:txBody>
            <a:bodyPr rtlCol="0" anchor="ctr"/>
            <a:lstStyle/>
            <a:p>
              <a:pPr algn="ctr" defTabSz="457200"/>
              <a:endParaRPr lang="en-US" kern="0" dirty="0">
                <a:solidFill>
                  <a:prstClr val="white"/>
                </a:solidFill>
                <a:latin typeface="Tw Cen MT" panose="020B0602020104020603"/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38D351B8-0657-0762-86DB-4375448483A3}"/>
                </a:ext>
              </a:extLst>
            </p:cNvPr>
            <p:cNvSpPr/>
            <p:nvPr/>
          </p:nvSpPr>
          <p:spPr>
            <a:xfrm>
              <a:off x="1230137" y="3577156"/>
              <a:ext cx="3665694" cy="2648384"/>
            </a:xfrm>
            <a:prstGeom prst="roundRect">
              <a:avLst>
                <a:gd name="adj" fmla="val 11504"/>
              </a:avLst>
            </a:prstGeom>
            <a:solidFill>
              <a:sysClr val="window" lastClr="FFFFFF"/>
            </a:solidFill>
            <a:ln w="15875" cap="flat" cmpd="sng" algn="ctr">
              <a:noFill/>
              <a:prstDash val="solid"/>
            </a:ln>
            <a:effectLst>
              <a:outerShdw blurRad="901700" dist="419100" dir="8100000" sx="95000" sy="95000" algn="tl" rotWithShape="0">
                <a:prstClr val="black">
                  <a:alpha val="8000"/>
                </a:prstClr>
              </a:outerShdw>
            </a:effectLst>
          </p:spPr>
          <p:txBody>
            <a:bodyPr rtlCol="0" anchor="ctr"/>
            <a:lstStyle/>
            <a:p>
              <a:pPr algn="ctr" defTabSz="457200"/>
              <a:endParaRPr lang="en-US" kern="0" dirty="0">
                <a:solidFill>
                  <a:prstClr val="white"/>
                </a:solidFill>
                <a:latin typeface="Tw Cen MT" panose="020B0602020104020603"/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7F3D8B0-EA6A-7B15-BCD1-B1B1756F6060}"/>
                </a:ext>
              </a:extLst>
            </p:cNvPr>
            <p:cNvSpPr/>
            <p:nvPr/>
          </p:nvSpPr>
          <p:spPr>
            <a:xfrm flipH="1">
              <a:off x="5493135" y="2453870"/>
              <a:ext cx="1205730" cy="37642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1206500" dist="215900" dir="8100000" sx="95000" sy="95000" algn="tr" rotWithShape="0">
                <a:prstClr val="black">
                  <a:alpha val="3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7BC1187-39FD-AF44-6293-848BD741076A}"/>
                </a:ext>
              </a:extLst>
            </p:cNvPr>
            <p:cNvSpPr txBox="1"/>
            <p:nvPr/>
          </p:nvSpPr>
          <p:spPr>
            <a:xfrm>
              <a:off x="5493135" y="2464030"/>
              <a:ext cx="1205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EG" b="1" dirty="0">
                  <a:latin typeface="Tajawal" panose="00000500000000000000" pitchFamily="2" charset="-78"/>
                  <a:cs typeface="Tajawal" panose="00000500000000000000" pitchFamily="2" charset="-78"/>
                </a:rPr>
                <a:t>الـــفــرق</a:t>
              </a:r>
              <a:endParaRPr lang="en-US" b="1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ED3B152-92A8-BEAE-D30F-4C898A354BC1}"/>
                </a:ext>
              </a:extLst>
            </p:cNvPr>
            <p:cNvSpPr txBox="1"/>
            <p:nvPr/>
          </p:nvSpPr>
          <p:spPr>
            <a:xfrm>
              <a:off x="8465012" y="3639740"/>
              <a:ext cx="812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gradFill flip="none" rotWithShape="1">
                    <a:gsLst>
                      <a:gs pos="20000">
                        <a:srgbClr val="3B3F1E"/>
                      </a:gs>
                      <a:gs pos="100000">
                        <a:srgbClr val="DEB63D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  <a:latin typeface="Tajawal Black" panose="00000500000000000000" pitchFamily="2" charset="-78"/>
                  <a:cs typeface="Tajawal Black" panose="00000500000000000000" pitchFamily="2" charset="-78"/>
                </a:rPr>
                <a:t>KPI</a:t>
              </a:r>
              <a:endParaRPr lang="en-US" sz="2200" dirty="0">
                <a:gradFill flip="none" rotWithShape="1">
                  <a:gsLst>
                    <a:gs pos="20000">
                      <a:srgbClr val="3B3F1E"/>
                    </a:gs>
                    <a:gs pos="100000">
                      <a:srgbClr val="DEB63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Tajawal Black" panose="00000500000000000000" pitchFamily="2" charset="-78"/>
                <a:cs typeface="Tajawal Black" panose="00000500000000000000" pitchFamily="2" charset="-78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7F43CBE-7C21-D181-F34D-9DF68FB417D7}"/>
                </a:ext>
              </a:extLst>
            </p:cNvPr>
            <p:cNvSpPr txBox="1"/>
            <p:nvPr/>
          </p:nvSpPr>
          <p:spPr>
            <a:xfrm>
              <a:off x="2698963" y="3639740"/>
              <a:ext cx="812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gradFill flip="none" rotWithShape="1">
                    <a:gsLst>
                      <a:gs pos="20000">
                        <a:srgbClr val="3B3F1E"/>
                      </a:gs>
                      <a:gs pos="100000">
                        <a:srgbClr val="DEB63D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  <a:latin typeface="Tajawal Black" panose="00000500000000000000" pitchFamily="2" charset="-78"/>
                  <a:cs typeface="Tajawal Black" panose="00000500000000000000" pitchFamily="2" charset="-78"/>
                </a:rPr>
                <a:t>KRI</a:t>
              </a:r>
              <a:endParaRPr lang="en-US" sz="2200" dirty="0">
                <a:gradFill flip="none" rotWithShape="1">
                  <a:gsLst>
                    <a:gs pos="20000">
                      <a:srgbClr val="3B3F1E"/>
                    </a:gs>
                    <a:gs pos="100000">
                      <a:srgbClr val="DEB63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Tajawal Black" panose="00000500000000000000" pitchFamily="2" charset="-78"/>
                <a:cs typeface="Tajawal Black" panose="00000500000000000000" pitchFamily="2" charset="-78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9E95BB1-2C59-51B0-A3AD-D007A403BDFD}"/>
                </a:ext>
              </a:extLst>
            </p:cNvPr>
            <p:cNvSpPr txBox="1"/>
            <p:nvPr/>
          </p:nvSpPr>
          <p:spPr>
            <a:xfrm>
              <a:off x="7306459" y="3977970"/>
              <a:ext cx="3028562" cy="2469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Low" rtl="1">
                <a:lnSpc>
                  <a:spcPct val="130000"/>
                </a:lnSpc>
              </a:pPr>
              <a:r>
                <a:rPr lang="ar-EG" sz="2000" dirty="0">
                  <a:latin typeface="Tajawal Medium" panose="00000600000000000000" pitchFamily="2" charset="-78"/>
                  <a:cs typeface="Tajawal Medium" panose="00000600000000000000" pitchFamily="2" charset="-78"/>
                </a:rPr>
                <a:t>تركز على قياس النتائج وتحقيق الأهداف فهي تراقب الانحرافات والمخاطر المحتملة التي قد تؤثر على تحقيق تلك الأهداف </a:t>
              </a:r>
              <a:br>
                <a:rPr lang="en-US" sz="2000" dirty="0">
                  <a:latin typeface="Tajawal Medium" panose="00000600000000000000" pitchFamily="2" charset="-78"/>
                  <a:cs typeface="Tajawal Medium" panose="00000600000000000000" pitchFamily="2" charset="-78"/>
                </a:rPr>
              </a:br>
              <a:endParaRPr lang="ar-EG" sz="2000" dirty="0">
                <a:latin typeface="Tajawal Medium" panose="00000600000000000000" pitchFamily="2" charset="-78"/>
                <a:cs typeface="Tajawal Medium" panose="00000600000000000000" pitchFamily="2" charset="-78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E0E5422-FA12-A237-CD9A-650791008086}"/>
                </a:ext>
              </a:extLst>
            </p:cNvPr>
            <p:cNvSpPr txBox="1"/>
            <p:nvPr/>
          </p:nvSpPr>
          <p:spPr>
            <a:xfrm>
              <a:off x="1512022" y="3977970"/>
              <a:ext cx="3027600" cy="2469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Low" rtl="1">
                <a:lnSpc>
                  <a:spcPct val="130000"/>
                </a:lnSpc>
              </a:pPr>
              <a:r>
                <a:rPr lang="ar-EG" sz="2000" dirty="0">
                  <a:latin typeface="Tajawal Medium" panose="00000600000000000000" pitchFamily="2" charset="-78"/>
                  <a:cs typeface="Tajawal Medium" panose="00000600000000000000" pitchFamily="2" charset="-78"/>
                </a:rPr>
                <a:t>اما مؤشرات المخاطر تنبهنا لما قد </a:t>
              </a:r>
              <a:br>
                <a:rPr lang="en-US" sz="2000" dirty="0">
                  <a:latin typeface="Tajawal Medium" panose="00000600000000000000" pitchFamily="2" charset="-78"/>
                  <a:cs typeface="Tajawal Medium" panose="00000600000000000000" pitchFamily="2" charset="-78"/>
                </a:rPr>
              </a:br>
              <a:r>
                <a:rPr lang="ar-EG" sz="2000" dirty="0">
                  <a:latin typeface="Tajawal Medium" panose="00000600000000000000" pitchFamily="2" charset="-78"/>
                  <a:cs typeface="Tajawal Medium" panose="00000600000000000000" pitchFamily="2" charset="-78"/>
                </a:rPr>
                <a:t>يحدث سلباً إن لم </a:t>
              </a:r>
              <a:br>
                <a:rPr lang="en-US" sz="2000" dirty="0">
                  <a:latin typeface="Tajawal Medium" panose="00000600000000000000" pitchFamily="2" charset="-78"/>
                  <a:cs typeface="Tajawal Medium" panose="00000600000000000000" pitchFamily="2" charset="-78"/>
                </a:rPr>
              </a:br>
              <a:r>
                <a:rPr lang="ar-EG" sz="2000" dirty="0">
                  <a:latin typeface="Tajawal Medium" panose="00000600000000000000" pitchFamily="2" charset="-78"/>
                  <a:cs typeface="Tajawal Medium" panose="00000600000000000000" pitchFamily="2" charset="-78"/>
                </a:rPr>
                <a:t>نتدخل مبكراً </a:t>
              </a:r>
              <a:br>
                <a:rPr lang="en-US" sz="2000" dirty="0">
                  <a:latin typeface="Tajawal Medium" panose="00000600000000000000" pitchFamily="2" charset="-78"/>
                  <a:cs typeface="Tajawal Medium" panose="00000600000000000000" pitchFamily="2" charset="-78"/>
                </a:rPr>
              </a:br>
              <a:r>
                <a:rPr lang="ar-EG" sz="2000" dirty="0">
                  <a:latin typeface="Tajawal Medium" panose="00000600000000000000" pitchFamily="2" charset="-78"/>
                  <a:cs typeface="Tajawal Medium" panose="00000600000000000000" pitchFamily="2" charset="-78"/>
                </a:rPr>
                <a:t>وتخبرنا بما تحقق </a:t>
              </a:r>
              <a:br>
                <a:rPr lang="en-US" sz="2000" dirty="0">
                  <a:latin typeface="Tajawal Medium" panose="00000600000000000000" pitchFamily="2" charset="-78"/>
                  <a:cs typeface="Tajawal Medium" panose="00000600000000000000" pitchFamily="2" charset="-78"/>
                </a:rPr>
              </a:br>
              <a:endParaRPr lang="ar-EG" sz="2000" dirty="0">
                <a:latin typeface="Tajawal Medium" panose="00000600000000000000" pitchFamily="2" charset="-78"/>
                <a:cs typeface="Tajawal Medium" panose="00000600000000000000" pitchFamily="2" charset="-78"/>
              </a:endParaRPr>
            </a:p>
          </p:txBody>
        </p:sp>
      </p:grpSp>
      <p:sp>
        <p:nvSpPr>
          <p:cNvPr id="10" name="مربع نص 12">
            <a:extLst>
              <a:ext uri="{FF2B5EF4-FFF2-40B4-BE49-F238E27FC236}">
                <a16:creationId xmlns:a16="http://schemas.microsoft.com/office/drawing/2014/main" id="{D8E1965F-B095-91A5-C804-6D287A8CAC93}"/>
              </a:ext>
            </a:extLst>
          </p:cNvPr>
          <p:cNvSpPr txBox="1"/>
          <p:nvPr/>
        </p:nvSpPr>
        <p:spPr>
          <a:xfrm>
            <a:off x="2698964" y="434022"/>
            <a:ext cx="7986404" cy="544765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pPr marR="0" lvl="0" indent="0" algn="r" rtl="1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EG" sz="2400" dirty="0">
                <a:gradFill flip="none" rotWithShape="1">
                  <a:gsLst>
                    <a:gs pos="20000">
                      <a:srgbClr val="3B3F1E"/>
                    </a:gs>
                    <a:gs pos="100000">
                      <a:srgbClr val="DEB63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Tajawal Black" panose="00000500000000000000" pitchFamily="2" charset="-78"/>
                <a:cs typeface="Tajawal Black" panose="00000500000000000000" pitchFamily="2" charset="-78"/>
              </a:rPr>
              <a:t>الفرق بين مؤشرات الأداء </a:t>
            </a:r>
            <a:r>
              <a:rPr lang="en-US" sz="2400" dirty="0">
                <a:gradFill flip="none" rotWithShape="1">
                  <a:gsLst>
                    <a:gs pos="20000">
                      <a:srgbClr val="3B3F1E"/>
                    </a:gs>
                    <a:gs pos="100000">
                      <a:srgbClr val="DEB63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Tajawal Black" panose="00000500000000000000" pitchFamily="2" charset="-78"/>
                <a:cs typeface="Tajawal Black" panose="00000500000000000000" pitchFamily="2" charset="-78"/>
              </a:rPr>
              <a:t> (KPI) </a:t>
            </a:r>
            <a:r>
              <a:rPr lang="ar-EG" sz="2400" dirty="0">
                <a:gradFill flip="none" rotWithShape="1">
                  <a:gsLst>
                    <a:gs pos="20000">
                      <a:srgbClr val="3B3F1E"/>
                    </a:gs>
                    <a:gs pos="100000">
                      <a:srgbClr val="DEB63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Tajawal Black" panose="00000500000000000000" pitchFamily="2" charset="-78"/>
                <a:cs typeface="Tajawal Black" panose="00000500000000000000" pitchFamily="2" charset="-78"/>
              </a:rPr>
              <a:t>ومؤشرات المخاطر (</a:t>
            </a:r>
            <a:r>
              <a:rPr lang="en-US" sz="2400" dirty="0">
                <a:gradFill flip="none" rotWithShape="1">
                  <a:gsLst>
                    <a:gs pos="20000">
                      <a:srgbClr val="3B3F1E"/>
                    </a:gs>
                    <a:gs pos="100000">
                      <a:srgbClr val="DEB63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Tajawal Black" panose="00000500000000000000" pitchFamily="2" charset="-78"/>
                <a:cs typeface="Tajawal Black" panose="00000500000000000000" pitchFamily="2" charset="-78"/>
              </a:rPr>
              <a:t>(KRI</a:t>
            </a:r>
          </a:p>
        </p:txBody>
      </p:sp>
    </p:spTree>
    <p:extLst>
      <p:ext uri="{BB962C8B-B14F-4D97-AF65-F5344CB8AC3E}">
        <p14:creationId xmlns:p14="http://schemas.microsoft.com/office/powerpoint/2010/main" val="1553125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DEB63D">
                <a:alpha val="10000"/>
              </a:srgbClr>
            </a:gs>
            <a:gs pos="1000">
              <a:srgbClr val="F2F3CC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951759-3190-7444-74F6-9574002F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55912B0-FA23-B6E8-F475-192BB7E2C82D}"/>
              </a:ext>
            </a:extLst>
          </p:cNvPr>
          <p:cNvGrpSpPr/>
          <p:nvPr/>
        </p:nvGrpSpPr>
        <p:grpSpPr>
          <a:xfrm>
            <a:off x="14310602" y="762648"/>
            <a:ext cx="490221" cy="3694958"/>
            <a:chOff x="11020425" y="1733550"/>
            <a:chExt cx="871504" cy="255804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FF7CC94-715F-014E-E49D-47BAF8740882}"/>
                </a:ext>
              </a:extLst>
            </p:cNvPr>
            <p:cNvSpPr/>
            <p:nvPr/>
          </p:nvSpPr>
          <p:spPr>
            <a:xfrm>
              <a:off x="11020425" y="1733550"/>
              <a:ext cx="871504" cy="790808"/>
            </a:xfrm>
            <a:prstGeom prst="roundRect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2592DEF-F37A-84BC-8D46-B7473BCBD4DF}"/>
                </a:ext>
              </a:extLst>
            </p:cNvPr>
            <p:cNvSpPr/>
            <p:nvPr/>
          </p:nvSpPr>
          <p:spPr>
            <a:xfrm>
              <a:off x="11020425" y="2617170"/>
              <a:ext cx="871504" cy="790808"/>
            </a:xfrm>
            <a:prstGeom prst="roundRect">
              <a:avLst/>
            </a:prstGeom>
            <a:solidFill>
              <a:srgbClr val="DEB6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807DD8B-8B00-A2EA-E225-8862A44434BA}"/>
                </a:ext>
              </a:extLst>
            </p:cNvPr>
            <p:cNvSpPr/>
            <p:nvPr/>
          </p:nvSpPr>
          <p:spPr>
            <a:xfrm>
              <a:off x="11020425" y="3500790"/>
              <a:ext cx="871504" cy="790808"/>
            </a:xfrm>
            <a:prstGeom prst="roundRect">
              <a:avLst/>
            </a:prstGeom>
            <a:solidFill>
              <a:srgbClr val="F2F3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pic>
        <p:nvPicPr>
          <p:cNvPr id="33" name="صورة 6">
            <a:extLst>
              <a:ext uri="{FF2B5EF4-FFF2-40B4-BE49-F238E27FC236}">
                <a16:creationId xmlns:a16="http://schemas.microsoft.com/office/drawing/2014/main" id="{F00096D3-1AF1-F7FE-A772-FD5786631E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52" y="256083"/>
            <a:ext cx="705344" cy="7057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2553FA-9F85-04AA-7F98-53772AF37923}"/>
              </a:ext>
            </a:extLst>
          </p:cNvPr>
          <p:cNvSpPr txBox="1"/>
          <p:nvPr/>
        </p:nvSpPr>
        <p:spPr>
          <a:xfrm>
            <a:off x="5163020" y="1305503"/>
            <a:ext cx="6163272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>
              <a:lnSpc>
                <a:spcPct val="200000"/>
              </a:lnSpc>
            </a:pPr>
            <a:r>
              <a:rPr lang="ar-SA" sz="2000" b="1" dirty="0">
                <a:latin typeface="Tajawal" panose="00000500000000000000" pitchFamily="2" charset="-78"/>
                <a:cs typeface="Tajawal" panose="00000500000000000000" pitchFamily="2" charset="-78"/>
              </a:rPr>
              <a:t>يعتمد النظام على ثلاث خطوات رئيسية:</a:t>
            </a:r>
          </a:p>
          <a:p>
            <a:pPr marL="781200" indent="-457200" algn="justLow" rtl="1">
              <a:lnSpc>
                <a:spcPct val="200000"/>
              </a:lnSpc>
              <a:buClr>
                <a:srgbClr val="DEB63D"/>
              </a:buClr>
              <a:buFont typeface="+mj-lt"/>
              <a:buAutoNum type="arabicPeriod"/>
            </a:pPr>
            <a:r>
              <a:rPr lang="ar-SA" sz="2000" b="1" dirty="0">
                <a:solidFill>
                  <a:srgbClr val="DEB63D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جمع</a:t>
            </a:r>
            <a:r>
              <a:rPr lang="ar-SA" sz="2000" dirty="0">
                <a:latin typeface="Tajawal Medium" panose="00000600000000000000" pitchFamily="2" charset="-78"/>
                <a:cs typeface="Tajawal Medium" panose="00000600000000000000" pitchFamily="2" charset="-78"/>
              </a:rPr>
              <a:t> البيانات بشكل يومي من الإدارات المختلفة (مثل الحضور والانصراف، البلاغات، التقارير الأمنية، الشكاوى، وغيرها).</a:t>
            </a:r>
          </a:p>
          <a:p>
            <a:pPr marL="781200" indent="-457200" algn="justLow" rtl="1">
              <a:lnSpc>
                <a:spcPct val="200000"/>
              </a:lnSpc>
              <a:buClr>
                <a:srgbClr val="DEB63D"/>
              </a:buClr>
              <a:buFont typeface="+mj-lt"/>
              <a:buAutoNum type="arabicPeriod"/>
            </a:pPr>
            <a:r>
              <a:rPr lang="ar-SA" sz="2000" b="1" dirty="0">
                <a:solidFill>
                  <a:srgbClr val="DEB63D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تحليل</a:t>
            </a:r>
            <a:r>
              <a:rPr lang="ar-SA" sz="2000" dirty="0">
                <a:latin typeface="Tajawal Medium" panose="00000600000000000000" pitchFamily="2" charset="-78"/>
                <a:cs typeface="Tajawal Medium" panose="00000600000000000000" pitchFamily="2" charset="-78"/>
              </a:rPr>
              <a:t> البيانات باستخدام خوارزميات ذكية تحدد ما إذا كان هناك تغير غير طبيعي أو خط</a:t>
            </a:r>
            <a:r>
              <a:rPr lang="ar-EG" sz="2000" dirty="0">
                <a:latin typeface="Tajawal Medium" panose="00000600000000000000" pitchFamily="2" charset="-78"/>
                <a:cs typeface="Tajawal Medium" panose="00000600000000000000" pitchFamily="2" charset="-78"/>
              </a:rPr>
              <a:t>ـــــــــــ</a:t>
            </a:r>
            <a:r>
              <a:rPr lang="ar-SA" sz="2000" dirty="0">
                <a:latin typeface="Tajawal Medium" panose="00000600000000000000" pitchFamily="2" charset="-78"/>
                <a:cs typeface="Tajawal Medium" panose="00000600000000000000" pitchFamily="2" charset="-78"/>
              </a:rPr>
              <a:t>ر محتم</a:t>
            </a:r>
            <a:r>
              <a:rPr lang="ar-EG" sz="2000" dirty="0">
                <a:latin typeface="Tajawal Medium" panose="00000600000000000000" pitchFamily="2" charset="-78"/>
                <a:cs typeface="Tajawal Medium" panose="00000600000000000000" pitchFamily="2" charset="-78"/>
              </a:rPr>
              <a:t>ـــــــ</a:t>
            </a:r>
            <a:r>
              <a:rPr lang="ar-SA" sz="2000" dirty="0">
                <a:latin typeface="Tajawal Medium" panose="00000600000000000000" pitchFamily="2" charset="-78"/>
                <a:cs typeface="Tajawal Medium" panose="00000600000000000000" pitchFamily="2" charset="-78"/>
              </a:rPr>
              <a:t>ل.</a:t>
            </a:r>
          </a:p>
          <a:p>
            <a:pPr marL="781200" indent="-457200" algn="justLow" rtl="1">
              <a:lnSpc>
                <a:spcPct val="200000"/>
              </a:lnSpc>
              <a:buClr>
                <a:srgbClr val="DEB63D"/>
              </a:buClr>
              <a:buFont typeface="+mj-lt"/>
              <a:buAutoNum type="arabicPeriod"/>
            </a:pPr>
            <a:r>
              <a:rPr lang="ar-SA" sz="2000" b="1" dirty="0">
                <a:solidFill>
                  <a:srgbClr val="DEB63D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إطلاق</a:t>
            </a:r>
            <a:r>
              <a:rPr lang="ar-SA" sz="2000" dirty="0">
                <a:latin typeface="Tajawal Medium" panose="00000600000000000000" pitchFamily="2" charset="-78"/>
                <a:cs typeface="Tajawal Medium" panose="00000600000000000000" pitchFamily="2" charset="-78"/>
              </a:rPr>
              <a:t> تنبيه ذكي يظهر في لوحة المؤشرات، ويُرسل بلاغ للإدارة المعنية لاتخاذ إجراء ف</a:t>
            </a:r>
            <a:r>
              <a:rPr lang="ar-EG" sz="2000" dirty="0">
                <a:latin typeface="Tajawal Medium" panose="00000600000000000000" pitchFamily="2" charset="-78"/>
                <a:cs typeface="Tajawal Medium" panose="00000600000000000000" pitchFamily="2" charset="-78"/>
              </a:rPr>
              <a:t>ــــــــــــــــ</a:t>
            </a:r>
            <a:r>
              <a:rPr lang="ar-SA" sz="2000" dirty="0">
                <a:latin typeface="Tajawal Medium" panose="00000600000000000000" pitchFamily="2" charset="-78"/>
                <a:cs typeface="Tajawal Medium" panose="00000600000000000000" pitchFamily="2" charset="-78"/>
              </a:rPr>
              <a:t>وري.</a:t>
            </a:r>
            <a:endParaRPr lang="en-US" sz="2000" dirty="0"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C16306A-1703-BF69-BF74-1E4160A67AF6}"/>
              </a:ext>
            </a:extLst>
          </p:cNvPr>
          <p:cNvGrpSpPr/>
          <p:nvPr/>
        </p:nvGrpSpPr>
        <p:grpSpPr>
          <a:xfrm>
            <a:off x="10777652" y="413233"/>
            <a:ext cx="548640" cy="548640"/>
            <a:chOff x="9052560" y="274320"/>
            <a:chExt cx="548640" cy="54864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CAD7A80-284D-EBBA-E32B-193C46775F53}"/>
                </a:ext>
              </a:extLst>
            </p:cNvPr>
            <p:cNvSpPr/>
            <p:nvPr/>
          </p:nvSpPr>
          <p:spPr>
            <a:xfrm>
              <a:off x="9052560" y="274320"/>
              <a:ext cx="548640" cy="5486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1000" dist="1524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A1698CB-01D8-63F0-26E6-BEBF445D1B84}"/>
                </a:ext>
              </a:extLst>
            </p:cNvPr>
            <p:cNvSpPr/>
            <p:nvPr/>
          </p:nvSpPr>
          <p:spPr>
            <a:xfrm>
              <a:off x="9178766" y="400526"/>
              <a:ext cx="296228" cy="296228"/>
            </a:xfrm>
            <a:prstGeom prst="ellipse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مربع نص 12">
            <a:extLst>
              <a:ext uri="{FF2B5EF4-FFF2-40B4-BE49-F238E27FC236}">
                <a16:creationId xmlns:a16="http://schemas.microsoft.com/office/drawing/2014/main" id="{8B15EBDB-9D8A-29E9-6095-33730DDBA019}"/>
              </a:ext>
            </a:extLst>
          </p:cNvPr>
          <p:cNvSpPr txBox="1"/>
          <p:nvPr/>
        </p:nvSpPr>
        <p:spPr>
          <a:xfrm>
            <a:off x="2698964" y="434022"/>
            <a:ext cx="7986404" cy="544765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pPr marR="0" lvl="0" indent="0" algn="r" rtl="1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EG" sz="2400" dirty="0">
                <a:gradFill flip="none" rotWithShape="1">
                  <a:gsLst>
                    <a:gs pos="20000">
                      <a:srgbClr val="3B3F1E"/>
                    </a:gs>
                    <a:gs pos="100000">
                      <a:srgbClr val="DEB63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Tajawal Black" panose="00000500000000000000" pitchFamily="2" charset="-78"/>
                <a:cs typeface="Tajawal Black" panose="00000500000000000000" pitchFamily="2" charset="-78"/>
              </a:rPr>
              <a:t>آلية عمل النظام</a:t>
            </a:r>
          </a:p>
        </p:txBody>
      </p:sp>
      <p:grpSp>
        <p:nvGrpSpPr>
          <p:cNvPr id="25" name="Graphic 21">
            <a:extLst>
              <a:ext uri="{FF2B5EF4-FFF2-40B4-BE49-F238E27FC236}">
                <a16:creationId xmlns:a16="http://schemas.microsoft.com/office/drawing/2014/main" id="{E9F354C6-CC02-5027-8837-9E765B7040E8}"/>
              </a:ext>
            </a:extLst>
          </p:cNvPr>
          <p:cNvGrpSpPr/>
          <p:nvPr/>
        </p:nvGrpSpPr>
        <p:grpSpPr>
          <a:xfrm>
            <a:off x="256152" y="2370111"/>
            <a:ext cx="4582066" cy="3032712"/>
            <a:chOff x="-287444" y="2883468"/>
            <a:chExt cx="4347813" cy="2781461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7E1666B-AE21-41A4-26EF-B054577D7F59}"/>
                </a:ext>
              </a:extLst>
            </p:cNvPr>
            <p:cNvSpPr/>
            <p:nvPr/>
          </p:nvSpPr>
          <p:spPr>
            <a:xfrm>
              <a:off x="-287444" y="4766271"/>
              <a:ext cx="4347813" cy="898657"/>
            </a:xfrm>
            <a:custGeom>
              <a:avLst/>
              <a:gdLst>
                <a:gd name="connsiteX0" fmla="*/ 4019897 w 4347813"/>
                <a:gd name="connsiteY0" fmla="*/ 27440 h 898657"/>
                <a:gd name="connsiteX1" fmla="*/ 3381278 w 4347813"/>
                <a:gd name="connsiteY1" fmla="*/ 745483 h 898657"/>
                <a:gd name="connsiteX2" fmla="*/ 2125380 w 4347813"/>
                <a:gd name="connsiteY2" fmla="*/ 804965 h 898657"/>
                <a:gd name="connsiteX3" fmla="*/ 304330 w 4347813"/>
                <a:gd name="connsiteY3" fmla="*/ 565422 h 898657"/>
                <a:gd name="connsiteX4" fmla="*/ 347313 w 4347813"/>
                <a:gd name="connsiteY4" fmla="*/ 39710 h 898657"/>
                <a:gd name="connsiteX5" fmla="*/ 1985839 w 4347813"/>
                <a:gd name="connsiteY5" fmla="*/ 6371 h 898657"/>
                <a:gd name="connsiteX6" fmla="*/ 4019897 w 4347813"/>
                <a:gd name="connsiteY6" fmla="*/ 27440 h 898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7813" h="898657">
                  <a:moveTo>
                    <a:pt x="4019897" y="27440"/>
                  </a:moveTo>
                  <a:cubicBezTo>
                    <a:pt x="4624336" y="116139"/>
                    <a:pt x="4382748" y="877414"/>
                    <a:pt x="3381278" y="745483"/>
                  </a:cubicBezTo>
                  <a:cubicBezTo>
                    <a:pt x="2887654" y="680437"/>
                    <a:pt x="2520127" y="699017"/>
                    <a:pt x="2125380" y="804965"/>
                  </a:cubicBezTo>
                  <a:cubicBezTo>
                    <a:pt x="1003554" y="1106051"/>
                    <a:pt x="719584" y="587061"/>
                    <a:pt x="304330" y="565422"/>
                  </a:cubicBezTo>
                  <a:cubicBezTo>
                    <a:pt x="-30918" y="547951"/>
                    <a:pt x="-182905" y="176461"/>
                    <a:pt x="347313" y="39710"/>
                  </a:cubicBezTo>
                  <a:cubicBezTo>
                    <a:pt x="563630" y="-16062"/>
                    <a:pt x="843247" y="7179"/>
                    <a:pt x="1985839" y="6371"/>
                  </a:cubicBezTo>
                  <a:cubicBezTo>
                    <a:pt x="3128418" y="5562"/>
                    <a:pt x="3718208" y="-16823"/>
                    <a:pt x="4019897" y="27440"/>
                  </a:cubicBezTo>
                  <a:close/>
                </a:path>
              </a:pathLst>
            </a:custGeom>
            <a:solidFill>
              <a:srgbClr val="ECEFF2"/>
            </a:solidFill>
            <a:ln w="1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7" name="Graphic 21">
              <a:extLst>
                <a:ext uri="{FF2B5EF4-FFF2-40B4-BE49-F238E27FC236}">
                  <a16:creationId xmlns:a16="http://schemas.microsoft.com/office/drawing/2014/main" id="{1DA9D50D-CEB1-1073-35F6-259DDD4386E8}"/>
                </a:ext>
              </a:extLst>
            </p:cNvPr>
            <p:cNvGrpSpPr/>
            <p:nvPr/>
          </p:nvGrpSpPr>
          <p:grpSpPr>
            <a:xfrm>
              <a:off x="2022372" y="3898869"/>
              <a:ext cx="1671293" cy="1147517"/>
              <a:chOff x="2022372" y="3898869"/>
              <a:chExt cx="1671293" cy="1147517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8BE0F86A-AAEE-AE92-838D-D9AF75E5F7A6}"/>
                  </a:ext>
                </a:extLst>
              </p:cNvPr>
              <p:cNvSpPr/>
              <p:nvPr/>
            </p:nvSpPr>
            <p:spPr>
              <a:xfrm>
                <a:off x="2022372" y="3898869"/>
                <a:ext cx="1116024" cy="972460"/>
              </a:xfrm>
              <a:custGeom>
                <a:avLst/>
                <a:gdLst>
                  <a:gd name="connsiteX0" fmla="*/ 0 w 1116024"/>
                  <a:gd name="connsiteY0" fmla="*/ 901485 h 972460"/>
                  <a:gd name="connsiteX1" fmla="*/ 1062789 w 1116024"/>
                  <a:gd name="connsiteY1" fmla="*/ 29549 h 972460"/>
                  <a:gd name="connsiteX2" fmla="*/ 166539 w 1116024"/>
                  <a:gd name="connsiteY2" fmla="*/ 972460 h 972460"/>
                  <a:gd name="connsiteX3" fmla="*/ 0 w 1116024"/>
                  <a:gd name="connsiteY3" fmla="*/ 901485 h 972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024" h="972460">
                    <a:moveTo>
                      <a:pt x="0" y="901485"/>
                    </a:moveTo>
                    <a:cubicBezTo>
                      <a:pt x="0" y="901485"/>
                      <a:pt x="774053" y="-191636"/>
                      <a:pt x="1062789" y="29549"/>
                    </a:cubicBezTo>
                    <a:cubicBezTo>
                      <a:pt x="1351510" y="250734"/>
                      <a:pt x="381795" y="647119"/>
                      <a:pt x="166539" y="972460"/>
                    </a:cubicBezTo>
                    <a:lnTo>
                      <a:pt x="0" y="901485"/>
                    </a:lnTo>
                    <a:close/>
                  </a:path>
                </a:pathLst>
              </a:custGeom>
              <a:solidFill>
                <a:srgbClr val="A0A04D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0312210F-2BEA-1AB0-D7E4-09F1719606B4}"/>
                  </a:ext>
                </a:extLst>
              </p:cNvPr>
              <p:cNvSpPr/>
              <p:nvPr/>
            </p:nvSpPr>
            <p:spPr>
              <a:xfrm>
                <a:off x="2145584" y="4001424"/>
                <a:ext cx="1242387" cy="810566"/>
              </a:xfrm>
              <a:custGeom>
                <a:avLst/>
                <a:gdLst>
                  <a:gd name="connsiteX0" fmla="*/ 0 w 1242387"/>
                  <a:gd name="connsiteY0" fmla="*/ 710056 h 810566"/>
                  <a:gd name="connsiteX1" fmla="*/ 1205501 w 1242387"/>
                  <a:gd name="connsiteY1" fmla="*/ 49337 h 810566"/>
                  <a:gd name="connsiteX2" fmla="*/ 150575 w 1242387"/>
                  <a:gd name="connsiteY2" fmla="*/ 810566 h 810566"/>
                  <a:gd name="connsiteX3" fmla="*/ 0 w 1242387"/>
                  <a:gd name="connsiteY3" fmla="*/ 710056 h 810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42387" h="810566">
                    <a:moveTo>
                      <a:pt x="0" y="710056"/>
                    </a:moveTo>
                    <a:cubicBezTo>
                      <a:pt x="0" y="710056"/>
                      <a:pt x="962581" y="-221352"/>
                      <a:pt x="1205501" y="49337"/>
                    </a:cubicBezTo>
                    <a:cubicBezTo>
                      <a:pt x="1448421" y="320034"/>
                      <a:pt x="422205" y="530549"/>
                      <a:pt x="150575" y="810566"/>
                    </a:cubicBezTo>
                    <a:lnTo>
                      <a:pt x="0" y="710056"/>
                    </a:lnTo>
                    <a:close/>
                  </a:path>
                </a:pathLst>
              </a:custGeom>
              <a:solidFill>
                <a:srgbClr val="DFE2A1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0" name="Graphic 21">
                <a:extLst>
                  <a:ext uri="{FF2B5EF4-FFF2-40B4-BE49-F238E27FC236}">
                    <a16:creationId xmlns:a16="http://schemas.microsoft.com/office/drawing/2014/main" id="{D241C74C-7750-CBE1-1A0B-A0E2BF9E102E}"/>
                  </a:ext>
                </a:extLst>
              </p:cNvPr>
              <p:cNvGrpSpPr/>
              <p:nvPr/>
            </p:nvGrpSpPr>
            <p:grpSpPr>
              <a:xfrm>
                <a:off x="2363256" y="4264366"/>
                <a:ext cx="1330410" cy="782019"/>
                <a:chOff x="2363256" y="4264366"/>
                <a:chExt cx="1330410" cy="782019"/>
              </a:xfrm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36245F43-5F35-2093-9758-31EFF1CF122F}"/>
                    </a:ext>
                  </a:extLst>
                </p:cNvPr>
                <p:cNvSpPr/>
                <p:nvPr/>
              </p:nvSpPr>
              <p:spPr>
                <a:xfrm>
                  <a:off x="2363256" y="4264366"/>
                  <a:ext cx="1330410" cy="782019"/>
                </a:xfrm>
                <a:custGeom>
                  <a:avLst/>
                  <a:gdLst>
                    <a:gd name="connsiteX0" fmla="*/ 64422 w 1330410"/>
                    <a:gd name="connsiteY0" fmla="*/ 387743 h 782019"/>
                    <a:gd name="connsiteX1" fmla="*/ 884640 w 1330410"/>
                    <a:gd name="connsiteY1" fmla="*/ 7169 h 782019"/>
                    <a:gd name="connsiteX2" fmla="*/ 1056807 w 1330410"/>
                    <a:gd name="connsiteY2" fmla="*/ 766843 h 782019"/>
                    <a:gd name="connsiteX3" fmla="*/ 70732 w 1330410"/>
                    <a:gd name="connsiteY3" fmla="*/ 633105 h 782019"/>
                    <a:gd name="connsiteX4" fmla="*/ 64422 w 1330410"/>
                    <a:gd name="connsiteY4" fmla="*/ 387743 h 782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0410" h="782019">
                      <a:moveTo>
                        <a:pt x="64422" y="387743"/>
                      </a:moveTo>
                      <a:cubicBezTo>
                        <a:pt x="64422" y="387743"/>
                        <a:pt x="374116" y="-61655"/>
                        <a:pt x="884640" y="7169"/>
                      </a:cubicBezTo>
                      <a:cubicBezTo>
                        <a:pt x="1395164" y="75988"/>
                        <a:pt x="1487018" y="678493"/>
                        <a:pt x="1056807" y="766843"/>
                      </a:cubicBezTo>
                      <a:cubicBezTo>
                        <a:pt x="626596" y="855209"/>
                        <a:pt x="226110" y="524113"/>
                        <a:pt x="70732" y="633105"/>
                      </a:cubicBezTo>
                      <a:cubicBezTo>
                        <a:pt x="-84647" y="742080"/>
                        <a:pt x="64422" y="387743"/>
                        <a:pt x="64422" y="387743"/>
                      </a:cubicBezTo>
                      <a:close/>
                    </a:path>
                  </a:pathLst>
                </a:custGeom>
                <a:solidFill>
                  <a:srgbClr val="C6C46F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9625480F-E137-3A4C-604D-03531F44B83F}"/>
                    </a:ext>
                  </a:extLst>
                </p:cNvPr>
                <p:cNvSpPr/>
                <p:nvPr/>
              </p:nvSpPr>
              <p:spPr>
                <a:xfrm>
                  <a:off x="2580373" y="4533408"/>
                  <a:ext cx="953319" cy="222658"/>
                </a:xfrm>
                <a:custGeom>
                  <a:avLst/>
                  <a:gdLst>
                    <a:gd name="connsiteX0" fmla="*/ 949299 w 953319"/>
                    <a:gd name="connsiteY0" fmla="*/ 222589 h 222658"/>
                    <a:gd name="connsiteX1" fmla="*/ 944718 w 953319"/>
                    <a:gd name="connsiteY1" fmla="*/ 220908 h 222658"/>
                    <a:gd name="connsiteX2" fmla="*/ 714908 w 953319"/>
                    <a:gd name="connsiteY2" fmla="*/ 68019 h 222658"/>
                    <a:gd name="connsiteX3" fmla="*/ 422478 w 953319"/>
                    <a:gd name="connsiteY3" fmla="*/ 9948 h 222658"/>
                    <a:gd name="connsiteX4" fmla="*/ 6472 w 953319"/>
                    <a:gd name="connsiteY4" fmla="*/ 82366 h 222658"/>
                    <a:gd name="connsiteX5" fmla="*/ 273 w 953319"/>
                    <a:gd name="connsiteY5" fmla="*/ 79386 h 222658"/>
                    <a:gd name="connsiteX6" fmla="*/ 3269 w 953319"/>
                    <a:gd name="connsiteY6" fmla="*/ 73187 h 222658"/>
                    <a:gd name="connsiteX7" fmla="*/ 423096 w 953319"/>
                    <a:gd name="connsiteY7" fmla="*/ 230 h 222658"/>
                    <a:gd name="connsiteX8" fmla="*/ 719094 w 953319"/>
                    <a:gd name="connsiteY8" fmla="*/ 59220 h 222658"/>
                    <a:gd name="connsiteX9" fmla="*/ 952200 w 953319"/>
                    <a:gd name="connsiteY9" fmla="*/ 214694 h 222658"/>
                    <a:gd name="connsiteX10" fmla="*/ 951566 w 953319"/>
                    <a:gd name="connsiteY10" fmla="*/ 221542 h 222658"/>
                    <a:gd name="connsiteX11" fmla="*/ 949299 w 953319"/>
                    <a:gd name="connsiteY11" fmla="*/ 222589 h 2226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953319" h="222658">
                      <a:moveTo>
                        <a:pt x="949299" y="222589"/>
                      </a:moveTo>
                      <a:cubicBezTo>
                        <a:pt x="947635" y="222874"/>
                        <a:pt x="945859" y="222287"/>
                        <a:pt x="944718" y="220908"/>
                      </a:cubicBezTo>
                      <a:cubicBezTo>
                        <a:pt x="943957" y="220004"/>
                        <a:pt x="867877" y="129815"/>
                        <a:pt x="714908" y="68019"/>
                      </a:cubicBezTo>
                      <a:cubicBezTo>
                        <a:pt x="625084" y="31747"/>
                        <a:pt x="526698" y="12215"/>
                        <a:pt x="422478" y="9948"/>
                      </a:cubicBezTo>
                      <a:cubicBezTo>
                        <a:pt x="292085" y="7126"/>
                        <a:pt x="152132" y="31493"/>
                        <a:pt x="6472" y="82366"/>
                      </a:cubicBezTo>
                      <a:cubicBezTo>
                        <a:pt x="3951" y="83270"/>
                        <a:pt x="1161" y="81922"/>
                        <a:pt x="273" y="79386"/>
                      </a:cubicBezTo>
                      <a:cubicBezTo>
                        <a:pt x="-615" y="76849"/>
                        <a:pt x="733" y="74075"/>
                        <a:pt x="3269" y="73187"/>
                      </a:cubicBezTo>
                      <a:cubicBezTo>
                        <a:pt x="150182" y="21870"/>
                        <a:pt x="291419" y="-2671"/>
                        <a:pt x="423096" y="230"/>
                      </a:cubicBezTo>
                      <a:cubicBezTo>
                        <a:pt x="528569" y="2561"/>
                        <a:pt x="628159" y="22409"/>
                        <a:pt x="719094" y="59220"/>
                      </a:cubicBezTo>
                      <a:cubicBezTo>
                        <a:pt x="874139" y="121983"/>
                        <a:pt x="951439" y="213774"/>
                        <a:pt x="952200" y="214694"/>
                      </a:cubicBezTo>
                      <a:cubicBezTo>
                        <a:pt x="953913" y="216754"/>
                        <a:pt x="953627" y="219830"/>
                        <a:pt x="951566" y="221542"/>
                      </a:cubicBezTo>
                      <a:cubicBezTo>
                        <a:pt x="950885" y="222097"/>
                        <a:pt x="950108" y="222446"/>
                        <a:pt x="949299" y="222589"/>
                      </a:cubicBezTo>
                      <a:close/>
                    </a:path>
                  </a:pathLst>
                </a:custGeom>
                <a:solidFill>
                  <a:srgbClr val="A0A04D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4" name="Graphic 21">
              <a:extLst>
                <a:ext uri="{FF2B5EF4-FFF2-40B4-BE49-F238E27FC236}">
                  <a16:creationId xmlns:a16="http://schemas.microsoft.com/office/drawing/2014/main" id="{7C09495A-FBDB-FC5A-32AF-150F8DCC7833}"/>
                </a:ext>
              </a:extLst>
            </p:cNvPr>
            <p:cNvGrpSpPr/>
            <p:nvPr/>
          </p:nvGrpSpPr>
          <p:grpSpPr>
            <a:xfrm>
              <a:off x="67498" y="4290127"/>
              <a:ext cx="1183801" cy="925159"/>
              <a:chOff x="67498" y="4290127"/>
              <a:chExt cx="1183801" cy="925159"/>
            </a:xfrm>
          </p:grpSpPr>
          <p:grpSp>
            <p:nvGrpSpPr>
              <p:cNvPr id="35" name="Graphic 21">
                <a:extLst>
                  <a:ext uri="{FF2B5EF4-FFF2-40B4-BE49-F238E27FC236}">
                    <a16:creationId xmlns:a16="http://schemas.microsoft.com/office/drawing/2014/main" id="{FB98BA24-B2B4-DB85-28B8-771F565F1298}"/>
                  </a:ext>
                </a:extLst>
              </p:cNvPr>
              <p:cNvGrpSpPr/>
              <p:nvPr/>
            </p:nvGrpSpPr>
            <p:grpSpPr>
              <a:xfrm>
                <a:off x="496671" y="4290127"/>
                <a:ext cx="678674" cy="767700"/>
                <a:chOff x="496671" y="4290127"/>
                <a:chExt cx="678674" cy="767700"/>
              </a:xfrm>
            </p:grpSpPr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F5A2C7E3-99A8-0C0A-6B84-6947DFC96E72}"/>
                    </a:ext>
                  </a:extLst>
                </p:cNvPr>
                <p:cNvSpPr/>
                <p:nvPr/>
              </p:nvSpPr>
              <p:spPr>
                <a:xfrm>
                  <a:off x="498692" y="4292117"/>
                  <a:ext cx="673752" cy="763363"/>
                </a:xfrm>
                <a:custGeom>
                  <a:avLst/>
                  <a:gdLst>
                    <a:gd name="connsiteX0" fmla="*/ 673753 w 673752"/>
                    <a:gd name="connsiteY0" fmla="*/ 734416 h 763363"/>
                    <a:gd name="connsiteX1" fmla="*/ 48552 w 673752"/>
                    <a:gd name="connsiteY1" fmla="*/ 11252 h 763363"/>
                    <a:gd name="connsiteX2" fmla="*/ 551238 w 673752"/>
                    <a:gd name="connsiteY2" fmla="*/ 763364 h 763363"/>
                    <a:gd name="connsiteX3" fmla="*/ 673753 w 673752"/>
                    <a:gd name="connsiteY3" fmla="*/ 734416 h 763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73752" h="763363">
                      <a:moveTo>
                        <a:pt x="673753" y="734416"/>
                      </a:moveTo>
                      <a:cubicBezTo>
                        <a:pt x="673753" y="734416"/>
                        <a:pt x="272560" y="-106188"/>
                        <a:pt x="48552" y="11252"/>
                      </a:cubicBezTo>
                      <a:cubicBezTo>
                        <a:pt x="-175455" y="128677"/>
                        <a:pt x="442199" y="514959"/>
                        <a:pt x="551238" y="763364"/>
                      </a:cubicBezTo>
                      <a:lnTo>
                        <a:pt x="673753" y="73441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07ED6AA8-28EE-CFAA-88B0-69DA0606655C}"/>
                    </a:ext>
                  </a:extLst>
                </p:cNvPr>
                <p:cNvSpPr/>
                <p:nvPr/>
              </p:nvSpPr>
              <p:spPr>
                <a:xfrm>
                  <a:off x="496671" y="4290127"/>
                  <a:ext cx="678674" cy="767700"/>
                </a:xfrm>
                <a:custGeom>
                  <a:avLst/>
                  <a:gdLst>
                    <a:gd name="connsiteX0" fmla="*/ 552088 w 678674"/>
                    <a:gd name="connsiteY0" fmla="*/ 767700 h 767700"/>
                    <a:gd name="connsiteX1" fmla="*/ 551413 w 678674"/>
                    <a:gd name="connsiteY1" fmla="*/ 766162 h 767700"/>
                    <a:gd name="connsiteX2" fmla="*/ 269205 w 678674"/>
                    <a:gd name="connsiteY2" fmla="*/ 434353 h 767700"/>
                    <a:gd name="connsiteX3" fmla="*/ 834 w 678674"/>
                    <a:gd name="connsiteY3" fmla="*/ 72042 h 767700"/>
                    <a:gd name="connsiteX4" fmla="*/ 49636 w 678674"/>
                    <a:gd name="connsiteY4" fmla="*/ 11450 h 767700"/>
                    <a:gd name="connsiteX5" fmla="*/ 138152 w 678674"/>
                    <a:gd name="connsiteY5" fmla="*/ 7202 h 767700"/>
                    <a:gd name="connsiteX6" fmla="*/ 319025 w 678674"/>
                    <a:gd name="connsiteY6" fmla="*/ 153369 h 767700"/>
                    <a:gd name="connsiteX7" fmla="*/ 493584 w 678674"/>
                    <a:gd name="connsiteY7" fmla="*/ 400078 h 767700"/>
                    <a:gd name="connsiteX8" fmla="*/ 677597 w 678674"/>
                    <a:gd name="connsiteY8" fmla="*/ 735534 h 767700"/>
                    <a:gd name="connsiteX9" fmla="*/ 678675 w 678674"/>
                    <a:gd name="connsiteY9" fmla="*/ 737801 h 767700"/>
                    <a:gd name="connsiteX10" fmla="*/ 552088 w 678674"/>
                    <a:gd name="connsiteY10" fmla="*/ 767700 h 767700"/>
                    <a:gd name="connsiteX11" fmla="*/ 96618 w 678674"/>
                    <a:gd name="connsiteY11" fmla="*/ 4047 h 767700"/>
                    <a:gd name="connsiteX12" fmla="*/ 51510 w 678674"/>
                    <a:gd name="connsiteY12" fmla="*/ 15033 h 767700"/>
                    <a:gd name="connsiteX13" fmla="*/ 4827 w 678674"/>
                    <a:gd name="connsiteY13" fmla="*/ 72628 h 767700"/>
                    <a:gd name="connsiteX14" fmla="*/ 272028 w 678674"/>
                    <a:gd name="connsiteY14" fmla="*/ 431468 h 767700"/>
                    <a:gd name="connsiteX15" fmla="*/ 554426 w 678674"/>
                    <a:gd name="connsiteY15" fmla="*/ 763008 h 767700"/>
                    <a:gd name="connsiteX16" fmla="*/ 672872 w 678674"/>
                    <a:gd name="connsiteY16" fmla="*/ 735026 h 767700"/>
                    <a:gd name="connsiteX17" fmla="*/ 490132 w 678674"/>
                    <a:gd name="connsiteY17" fmla="*/ 402155 h 767700"/>
                    <a:gd name="connsiteX18" fmla="*/ 315945 w 678674"/>
                    <a:gd name="connsiteY18" fmla="*/ 155969 h 767700"/>
                    <a:gd name="connsiteX19" fmla="*/ 136879 w 678674"/>
                    <a:gd name="connsiteY19" fmla="*/ 11038 h 767700"/>
                    <a:gd name="connsiteX20" fmla="*/ 96618 w 678674"/>
                    <a:gd name="connsiteY20" fmla="*/ 4047 h 767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78674" h="767700">
                      <a:moveTo>
                        <a:pt x="552088" y="767700"/>
                      </a:moveTo>
                      <a:lnTo>
                        <a:pt x="551413" y="766162"/>
                      </a:lnTo>
                      <a:cubicBezTo>
                        <a:pt x="508670" y="668792"/>
                        <a:pt x="386935" y="549606"/>
                        <a:pt x="269205" y="434353"/>
                      </a:cubicBezTo>
                      <a:cubicBezTo>
                        <a:pt x="124611" y="292799"/>
                        <a:pt x="-11963" y="159092"/>
                        <a:pt x="834" y="72042"/>
                      </a:cubicBezTo>
                      <a:cubicBezTo>
                        <a:pt x="4534" y="46866"/>
                        <a:pt x="20955" y="26479"/>
                        <a:pt x="49636" y="11450"/>
                      </a:cubicBezTo>
                      <a:cubicBezTo>
                        <a:pt x="75731" y="-2231"/>
                        <a:pt x="105511" y="-3658"/>
                        <a:pt x="138152" y="7202"/>
                      </a:cubicBezTo>
                      <a:cubicBezTo>
                        <a:pt x="190341" y="24577"/>
                        <a:pt x="251195" y="73754"/>
                        <a:pt x="319025" y="153369"/>
                      </a:cubicBezTo>
                      <a:cubicBezTo>
                        <a:pt x="373163" y="216909"/>
                        <a:pt x="431893" y="299901"/>
                        <a:pt x="493584" y="400078"/>
                      </a:cubicBezTo>
                      <a:cubicBezTo>
                        <a:pt x="598584" y="570564"/>
                        <a:pt x="676820" y="733917"/>
                        <a:pt x="677597" y="735534"/>
                      </a:cubicBezTo>
                      <a:lnTo>
                        <a:pt x="678675" y="737801"/>
                      </a:lnTo>
                      <a:lnTo>
                        <a:pt x="552088" y="767700"/>
                      </a:lnTo>
                      <a:close/>
                      <a:moveTo>
                        <a:pt x="96618" y="4047"/>
                      </a:moveTo>
                      <a:cubicBezTo>
                        <a:pt x="80547" y="4047"/>
                        <a:pt x="65468" y="7709"/>
                        <a:pt x="51510" y="15033"/>
                      </a:cubicBezTo>
                      <a:cubicBezTo>
                        <a:pt x="23650" y="29634"/>
                        <a:pt x="8378" y="48484"/>
                        <a:pt x="4827" y="72628"/>
                      </a:cubicBezTo>
                      <a:cubicBezTo>
                        <a:pt x="-7672" y="157649"/>
                        <a:pt x="128190" y="290659"/>
                        <a:pt x="272028" y="431468"/>
                      </a:cubicBezTo>
                      <a:cubicBezTo>
                        <a:pt x="389412" y="546388"/>
                        <a:pt x="510774" y="665209"/>
                        <a:pt x="554426" y="763008"/>
                      </a:cubicBezTo>
                      <a:lnTo>
                        <a:pt x="672872" y="735026"/>
                      </a:lnTo>
                      <a:cubicBezTo>
                        <a:pt x="663075" y="714750"/>
                        <a:pt x="588316" y="561576"/>
                        <a:pt x="490132" y="402155"/>
                      </a:cubicBezTo>
                      <a:cubicBezTo>
                        <a:pt x="428551" y="302184"/>
                        <a:pt x="369946" y="219350"/>
                        <a:pt x="315945" y="155969"/>
                      </a:cubicBezTo>
                      <a:cubicBezTo>
                        <a:pt x="248603" y="76924"/>
                        <a:pt x="188356" y="28160"/>
                        <a:pt x="136879" y="11038"/>
                      </a:cubicBezTo>
                      <a:cubicBezTo>
                        <a:pt x="122876" y="6377"/>
                        <a:pt x="109432" y="4047"/>
                        <a:pt x="96618" y="4047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1B74384C-BB4E-2C1F-E330-FAE67436A860}"/>
                  </a:ext>
                </a:extLst>
              </p:cNvPr>
              <p:cNvSpPr/>
              <p:nvPr/>
            </p:nvSpPr>
            <p:spPr>
              <a:xfrm>
                <a:off x="217897" y="4311112"/>
                <a:ext cx="1033401" cy="682319"/>
              </a:xfrm>
              <a:custGeom>
                <a:avLst/>
                <a:gdLst>
                  <a:gd name="connsiteX0" fmla="*/ 1033402 w 1033401"/>
                  <a:gd name="connsiteY0" fmla="*/ 599375 h 682319"/>
                  <a:gd name="connsiteX1" fmla="*/ 31305 w 1033401"/>
                  <a:gd name="connsiteY1" fmla="*/ 40419 h 682319"/>
                  <a:gd name="connsiteX2" fmla="*/ 907099 w 1033401"/>
                  <a:gd name="connsiteY2" fmla="*/ 682319 h 682319"/>
                  <a:gd name="connsiteX3" fmla="*/ 1033402 w 1033401"/>
                  <a:gd name="connsiteY3" fmla="*/ 599375 h 682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3401" h="682319">
                    <a:moveTo>
                      <a:pt x="1033402" y="599375"/>
                    </a:moveTo>
                    <a:cubicBezTo>
                      <a:pt x="1033402" y="599375"/>
                      <a:pt x="235743" y="-184013"/>
                      <a:pt x="31305" y="40419"/>
                    </a:cubicBezTo>
                    <a:cubicBezTo>
                      <a:pt x="-173133" y="264854"/>
                      <a:pt x="682120" y="446913"/>
                      <a:pt x="907099" y="682319"/>
                    </a:cubicBezTo>
                    <a:lnTo>
                      <a:pt x="1033402" y="599375"/>
                    </a:lnTo>
                    <a:close/>
                  </a:path>
                </a:pathLst>
              </a:custGeom>
              <a:solidFill>
                <a:srgbClr val="DFE2A1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9" name="Graphic 21">
                <a:extLst>
                  <a:ext uri="{FF2B5EF4-FFF2-40B4-BE49-F238E27FC236}">
                    <a16:creationId xmlns:a16="http://schemas.microsoft.com/office/drawing/2014/main" id="{9C5111B3-9E6F-1BAA-7D94-89BE35FA3109}"/>
                  </a:ext>
                </a:extLst>
              </p:cNvPr>
              <p:cNvGrpSpPr/>
              <p:nvPr/>
            </p:nvGrpSpPr>
            <p:grpSpPr>
              <a:xfrm>
                <a:off x="67498" y="4624647"/>
                <a:ext cx="1005013" cy="590639"/>
                <a:chOff x="67498" y="4624647"/>
                <a:chExt cx="1005013" cy="590639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AB138044-A296-938A-5F0B-4708162D65B1}"/>
                    </a:ext>
                  </a:extLst>
                </p:cNvPr>
                <p:cNvSpPr/>
                <p:nvPr/>
              </p:nvSpPr>
              <p:spPr>
                <a:xfrm>
                  <a:off x="67498" y="4624647"/>
                  <a:ext cx="1005013" cy="590639"/>
                </a:xfrm>
                <a:custGeom>
                  <a:avLst/>
                  <a:gdLst>
                    <a:gd name="connsiteX0" fmla="*/ 957583 w 1005013"/>
                    <a:gd name="connsiteY0" fmla="*/ 297207 h 590639"/>
                    <a:gd name="connsiteX1" fmla="*/ 339545 w 1005013"/>
                    <a:gd name="connsiteY1" fmla="*/ 4840 h 590639"/>
                    <a:gd name="connsiteX2" fmla="*/ 205107 w 1005013"/>
                    <a:gd name="connsiteY2" fmla="*/ 578286 h 590639"/>
                    <a:gd name="connsiteX3" fmla="*/ 951428 w 1005013"/>
                    <a:gd name="connsiteY3" fmla="*/ 482690 h 590639"/>
                    <a:gd name="connsiteX4" fmla="*/ 957583 w 1005013"/>
                    <a:gd name="connsiteY4" fmla="*/ 297207 h 590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5013" h="590639">
                      <a:moveTo>
                        <a:pt x="957583" y="297207"/>
                      </a:moveTo>
                      <a:cubicBezTo>
                        <a:pt x="957583" y="297207"/>
                        <a:pt x="725942" y="-44321"/>
                        <a:pt x="339545" y="4840"/>
                      </a:cubicBezTo>
                      <a:cubicBezTo>
                        <a:pt x="-46852" y="54017"/>
                        <a:pt x="-119682" y="509055"/>
                        <a:pt x="205107" y="578286"/>
                      </a:cubicBezTo>
                      <a:cubicBezTo>
                        <a:pt x="529897" y="647517"/>
                        <a:pt x="834558" y="399413"/>
                        <a:pt x="951428" y="482690"/>
                      </a:cubicBezTo>
                      <a:cubicBezTo>
                        <a:pt x="1068294" y="565968"/>
                        <a:pt x="957583" y="297207"/>
                        <a:pt x="957583" y="297207"/>
                      </a:cubicBezTo>
                      <a:close/>
                    </a:path>
                  </a:pathLst>
                </a:custGeom>
                <a:solidFill>
                  <a:srgbClr val="C6C46F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38EFFD48-1582-99B6-56DA-08CCC53F9719}"/>
                    </a:ext>
                  </a:extLst>
                </p:cNvPr>
                <p:cNvSpPr/>
                <p:nvPr/>
              </p:nvSpPr>
              <p:spPr>
                <a:xfrm>
                  <a:off x="188252" y="4828971"/>
                  <a:ext cx="721597" cy="165309"/>
                </a:xfrm>
                <a:custGeom>
                  <a:avLst/>
                  <a:gdLst>
                    <a:gd name="connsiteX0" fmla="*/ 3018 w 721597"/>
                    <a:gd name="connsiteY0" fmla="*/ 165252 h 165309"/>
                    <a:gd name="connsiteX1" fmla="*/ 6496 w 721597"/>
                    <a:gd name="connsiteY1" fmla="*/ 164000 h 165309"/>
                    <a:gd name="connsiteX2" fmla="*/ 181106 w 721597"/>
                    <a:gd name="connsiteY2" fmla="*/ 49698 h 165309"/>
                    <a:gd name="connsiteX3" fmla="*/ 402545 w 721597"/>
                    <a:gd name="connsiteY3" fmla="*/ 7433 h 165309"/>
                    <a:gd name="connsiteX4" fmla="*/ 716678 w 721597"/>
                    <a:gd name="connsiteY4" fmla="*/ 64520 h 165309"/>
                    <a:gd name="connsiteX5" fmla="*/ 721381 w 721597"/>
                    <a:gd name="connsiteY5" fmla="*/ 62301 h 165309"/>
                    <a:gd name="connsiteX6" fmla="*/ 719156 w 721597"/>
                    <a:gd name="connsiteY6" fmla="*/ 57593 h 165309"/>
                    <a:gd name="connsiteX7" fmla="*/ 402124 w 721597"/>
                    <a:gd name="connsiteY7" fmla="*/ 77 h 165309"/>
                    <a:gd name="connsiteX8" fmla="*/ 177987 w 721597"/>
                    <a:gd name="connsiteY8" fmla="*/ 43023 h 165309"/>
                    <a:gd name="connsiteX9" fmla="*/ 865 w 721597"/>
                    <a:gd name="connsiteY9" fmla="*/ 159260 h 165309"/>
                    <a:gd name="connsiteX10" fmla="*/ 1309 w 721597"/>
                    <a:gd name="connsiteY10" fmla="*/ 164444 h 165309"/>
                    <a:gd name="connsiteX11" fmla="*/ 3018 w 721597"/>
                    <a:gd name="connsiteY11" fmla="*/ 165252 h 165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21597" h="165309">
                      <a:moveTo>
                        <a:pt x="3018" y="165252"/>
                      </a:moveTo>
                      <a:cubicBezTo>
                        <a:pt x="4273" y="165474"/>
                        <a:pt x="5613" y="165046"/>
                        <a:pt x="6496" y="164000"/>
                      </a:cubicBezTo>
                      <a:cubicBezTo>
                        <a:pt x="7068" y="163318"/>
                        <a:pt x="65098" y="95561"/>
                        <a:pt x="181106" y="49698"/>
                      </a:cubicBezTo>
                      <a:cubicBezTo>
                        <a:pt x="249226" y="22779"/>
                        <a:pt x="323727" y="8558"/>
                        <a:pt x="402545" y="7433"/>
                      </a:cubicBezTo>
                      <a:cubicBezTo>
                        <a:pt x="501149" y="6022"/>
                        <a:pt x="606838" y="25236"/>
                        <a:pt x="716678" y="64520"/>
                      </a:cubicBezTo>
                      <a:cubicBezTo>
                        <a:pt x="718586" y="65218"/>
                        <a:pt x="720697" y="64203"/>
                        <a:pt x="721381" y="62301"/>
                      </a:cubicBezTo>
                      <a:cubicBezTo>
                        <a:pt x="722066" y="60383"/>
                        <a:pt x="721069" y="58274"/>
                        <a:pt x="719156" y="57593"/>
                      </a:cubicBezTo>
                      <a:cubicBezTo>
                        <a:pt x="608366" y="17959"/>
                        <a:pt x="501704" y="-1382"/>
                        <a:pt x="402124" y="77"/>
                      </a:cubicBezTo>
                      <a:cubicBezTo>
                        <a:pt x="322368" y="1250"/>
                        <a:pt x="246957" y="15692"/>
                        <a:pt x="177987" y="43023"/>
                      </a:cubicBezTo>
                      <a:cubicBezTo>
                        <a:pt x="60410" y="89600"/>
                        <a:pt x="1447" y="158562"/>
                        <a:pt x="865" y="159260"/>
                      </a:cubicBezTo>
                      <a:cubicBezTo>
                        <a:pt x="-445" y="160813"/>
                        <a:pt x="-243" y="163128"/>
                        <a:pt x="1309" y="164444"/>
                      </a:cubicBezTo>
                      <a:cubicBezTo>
                        <a:pt x="1818" y="164872"/>
                        <a:pt x="2407" y="165141"/>
                        <a:pt x="3018" y="165252"/>
                      </a:cubicBezTo>
                      <a:close/>
                    </a:path>
                  </a:pathLst>
                </a:custGeom>
                <a:solidFill>
                  <a:srgbClr val="A0A04D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42" name="Graphic 21">
              <a:extLst>
                <a:ext uri="{FF2B5EF4-FFF2-40B4-BE49-F238E27FC236}">
                  <a16:creationId xmlns:a16="http://schemas.microsoft.com/office/drawing/2014/main" id="{73E689E5-3173-92B7-DF29-94C54E764D07}"/>
                </a:ext>
              </a:extLst>
            </p:cNvPr>
            <p:cNvGrpSpPr/>
            <p:nvPr/>
          </p:nvGrpSpPr>
          <p:grpSpPr>
            <a:xfrm>
              <a:off x="1018180" y="3018333"/>
              <a:ext cx="1598215" cy="2168301"/>
              <a:chOff x="1018180" y="3018333"/>
              <a:chExt cx="1598215" cy="2168301"/>
            </a:xfrm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445FD910-7812-3744-DC78-5BFBD7AAD39E}"/>
                  </a:ext>
                </a:extLst>
              </p:cNvPr>
              <p:cNvSpPr/>
              <p:nvPr/>
            </p:nvSpPr>
            <p:spPr>
              <a:xfrm>
                <a:off x="1018180" y="3018333"/>
                <a:ext cx="1589781" cy="2127574"/>
              </a:xfrm>
              <a:custGeom>
                <a:avLst/>
                <a:gdLst>
                  <a:gd name="connsiteX0" fmla="*/ 1488891 w 1589781"/>
                  <a:gd name="connsiteY0" fmla="*/ 2127575 h 2127574"/>
                  <a:gd name="connsiteX1" fmla="*/ 100887 w 1589781"/>
                  <a:gd name="connsiteY1" fmla="*/ 2127575 h 2127574"/>
                  <a:gd name="connsiteX2" fmla="*/ 0 w 1589781"/>
                  <a:gd name="connsiteY2" fmla="*/ 2026700 h 2127574"/>
                  <a:gd name="connsiteX3" fmla="*/ 0 w 1589781"/>
                  <a:gd name="connsiteY3" fmla="*/ 100884 h 2127574"/>
                  <a:gd name="connsiteX4" fmla="*/ 100887 w 1589781"/>
                  <a:gd name="connsiteY4" fmla="*/ 0 h 2127574"/>
                  <a:gd name="connsiteX5" fmla="*/ 1488891 w 1589781"/>
                  <a:gd name="connsiteY5" fmla="*/ 0 h 2127574"/>
                  <a:gd name="connsiteX6" fmla="*/ 1589782 w 1589781"/>
                  <a:gd name="connsiteY6" fmla="*/ 100884 h 2127574"/>
                  <a:gd name="connsiteX7" fmla="*/ 1589782 w 1589781"/>
                  <a:gd name="connsiteY7" fmla="*/ 2026700 h 2127574"/>
                  <a:gd name="connsiteX8" fmla="*/ 1488891 w 1589781"/>
                  <a:gd name="connsiteY8" fmla="*/ 2127575 h 2127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89781" h="2127574">
                    <a:moveTo>
                      <a:pt x="1488891" y="2127575"/>
                    </a:moveTo>
                    <a:lnTo>
                      <a:pt x="100887" y="2127575"/>
                    </a:lnTo>
                    <a:cubicBezTo>
                      <a:pt x="45168" y="2127575"/>
                      <a:pt x="0" y="2082409"/>
                      <a:pt x="0" y="2026700"/>
                    </a:cubicBezTo>
                    <a:lnTo>
                      <a:pt x="0" y="100884"/>
                    </a:lnTo>
                    <a:cubicBezTo>
                      <a:pt x="0" y="45168"/>
                      <a:pt x="45168" y="0"/>
                      <a:pt x="100887" y="0"/>
                    </a:cubicBezTo>
                    <a:lnTo>
                      <a:pt x="1488891" y="0"/>
                    </a:lnTo>
                    <a:cubicBezTo>
                      <a:pt x="1544616" y="0"/>
                      <a:pt x="1589782" y="45168"/>
                      <a:pt x="1589782" y="100884"/>
                    </a:cubicBezTo>
                    <a:lnTo>
                      <a:pt x="1589782" y="2026700"/>
                    </a:lnTo>
                    <a:cubicBezTo>
                      <a:pt x="1589782" y="2082409"/>
                      <a:pt x="1544616" y="2127575"/>
                      <a:pt x="1488891" y="21275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B7B23C10-FD69-E1B8-B360-662FFD04071A}"/>
                  </a:ext>
                </a:extLst>
              </p:cNvPr>
              <p:cNvSpPr/>
              <p:nvPr/>
            </p:nvSpPr>
            <p:spPr>
              <a:xfrm>
                <a:off x="1018181" y="3018333"/>
                <a:ext cx="1598213" cy="2168301"/>
              </a:xfrm>
              <a:custGeom>
                <a:avLst/>
                <a:gdLst>
                  <a:gd name="connsiteX0" fmla="*/ 0 w 1598213"/>
                  <a:gd name="connsiteY0" fmla="*/ 2093522 h 2168301"/>
                  <a:gd name="connsiteX1" fmla="*/ 0 w 1598213"/>
                  <a:gd name="connsiteY1" fmla="*/ 74785 h 2168301"/>
                  <a:gd name="connsiteX2" fmla="*/ 76519 w 1598213"/>
                  <a:gd name="connsiteY2" fmla="*/ 0 h 2168301"/>
                  <a:gd name="connsiteX3" fmla="*/ 1521706 w 1598213"/>
                  <a:gd name="connsiteY3" fmla="*/ 0 h 2168301"/>
                  <a:gd name="connsiteX4" fmla="*/ 1598214 w 1598213"/>
                  <a:gd name="connsiteY4" fmla="*/ 74785 h 2168301"/>
                  <a:gd name="connsiteX5" fmla="*/ 1598214 w 1598213"/>
                  <a:gd name="connsiteY5" fmla="*/ 2093522 h 2168301"/>
                  <a:gd name="connsiteX6" fmla="*/ 1521706 w 1598213"/>
                  <a:gd name="connsiteY6" fmla="*/ 2168302 h 2168301"/>
                  <a:gd name="connsiteX7" fmla="*/ 76519 w 1598213"/>
                  <a:gd name="connsiteY7" fmla="*/ 2168302 h 2168301"/>
                  <a:gd name="connsiteX8" fmla="*/ 0 w 1598213"/>
                  <a:gd name="connsiteY8" fmla="*/ 2093522 h 2168301"/>
                  <a:gd name="connsiteX9" fmla="*/ 1556567 w 1598213"/>
                  <a:gd name="connsiteY9" fmla="*/ 74785 h 2168301"/>
                  <a:gd name="connsiteX10" fmla="*/ 1521706 w 1598213"/>
                  <a:gd name="connsiteY10" fmla="*/ 40722 h 2168301"/>
                  <a:gd name="connsiteX11" fmla="*/ 76519 w 1598213"/>
                  <a:gd name="connsiteY11" fmla="*/ 40722 h 2168301"/>
                  <a:gd name="connsiteX12" fmla="*/ 41643 w 1598213"/>
                  <a:gd name="connsiteY12" fmla="*/ 74785 h 2168301"/>
                  <a:gd name="connsiteX13" fmla="*/ 41643 w 1598213"/>
                  <a:gd name="connsiteY13" fmla="*/ 2093522 h 2168301"/>
                  <a:gd name="connsiteX14" fmla="*/ 76519 w 1598213"/>
                  <a:gd name="connsiteY14" fmla="*/ 2127575 h 2168301"/>
                  <a:gd name="connsiteX15" fmla="*/ 1521706 w 1598213"/>
                  <a:gd name="connsiteY15" fmla="*/ 2127575 h 2168301"/>
                  <a:gd name="connsiteX16" fmla="*/ 1556567 w 1598213"/>
                  <a:gd name="connsiteY16" fmla="*/ 2093522 h 2168301"/>
                  <a:gd name="connsiteX17" fmla="*/ 1556567 w 1598213"/>
                  <a:gd name="connsiteY17" fmla="*/ 74785 h 2168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8213" h="2168301">
                    <a:moveTo>
                      <a:pt x="0" y="2093522"/>
                    </a:moveTo>
                    <a:lnTo>
                      <a:pt x="0" y="74785"/>
                    </a:lnTo>
                    <a:cubicBezTo>
                      <a:pt x="0" y="33552"/>
                      <a:pt x="34318" y="0"/>
                      <a:pt x="76519" y="0"/>
                    </a:cubicBezTo>
                    <a:lnTo>
                      <a:pt x="1521706" y="0"/>
                    </a:lnTo>
                    <a:cubicBezTo>
                      <a:pt x="1563892" y="0"/>
                      <a:pt x="1598214" y="33552"/>
                      <a:pt x="1598214" y="74785"/>
                    </a:cubicBezTo>
                    <a:lnTo>
                      <a:pt x="1598214" y="2093522"/>
                    </a:lnTo>
                    <a:cubicBezTo>
                      <a:pt x="1598214" y="2134756"/>
                      <a:pt x="1563892" y="2168302"/>
                      <a:pt x="1521706" y="2168302"/>
                    </a:cubicBezTo>
                    <a:lnTo>
                      <a:pt x="76519" y="2168302"/>
                    </a:lnTo>
                    <a:cubicBezTo>
                      <a:pt x="34318" y="2168302"/>
                      <a:pt x="0" y="2134756"/>
                      <a:pt x="0" y="2093522"/>
                    </a:cubicBezTo>
                    <a:close/>
                    <a:moveTo>
                      <a:pt x="1556567" y="74785"/>
                    </a:moveTo>
                    <a:cubicBezTo>
                      <a:pt x="1556567" y="56000"/>
                      <a:pt x="1540936" y="40722"/>
                      <a:pt x="1521706" y="40722"/>
                    </a:cubicBezTo>
                    <a:lnTo>
                      <a:pt x="76519" y="40722"/>
                    </a:lnTo>
                    <a:cubicBezTo>
                      <a:pt x="57297" y="40722"/>
                      <a:pt x="41643" y="56000"/>
                      <a:pt x="41643" y="74785"/>
                    </a:cubicBezTo>
                    <a:lnTo>
                      <a:pt x="41643" y="2093522"/>
                    </a:lnTo>
                    <a:cubicBezTo>
                      <a:pt x="41643" y="2112308"/>
                      <a:pt x="57297" y="2127575"/>
                      <a:pt x="76519" y="2127575"/>
                    </a:cubicBezTo>
                    <a:lnTo>
                      <a:pt x="1521706" y="2127575"/>
                    </a:lnTo>
                    <a:cubicBezTo>
                      <a:pt x="1540936" y="2127575"/>
                      <a:pt x="1556567" y="2112308"/>
                      <a:pt x="1556567" y="2093522"/>
                    </a:cubicBezTo>
                    <a:lnTo>
                      <a:pt x="1556567" y="74785"/>
                    </a:lnTo>
                    <a:close/>
                  </a:path>
                </a:pathLst>
              </a:custGeom>
              <a:solidFill>
                <a:srgbClr val="31313A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5" name="Graphic 21">
              <a:extLst>
                <a:ext uri="{FF2B5EF4-FFF2-40B4-BE49-F238E27FC236}">
                  <a16:creationId xmlns:a16="http://schemas.microsoft.com/office/drawing/2014/main" id="{9B0A24DF-893B-738A-48E3-7311D27D77B8}"/>
                </a:ext>
              </a:extLst>
            </p:cNvPr>
            <p:cNvGrpSpPr/>
            <p:nvPr/>
          </p:nvGrpSpPr>
          <p:grpSpPr>
            <a:xfrm>
              <a:off x="152839" y="3299335"/>
              <a:ext cx="779204" cy="777105"/>
              <a:chOff x="152839" y="3299335"/>
              <a:chExt cx="779204" cy="777105"/>
            </a:xfrm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38DDA917-562B-FAFB-6743-061221D090C9}"/>
                  </a:ext>
                </a:extLst>
              </p:cNvPr>
              <p:cNvSpPr/>
              <p:nvPr/>
            </p:nvSpPr>
            <p:spPr>
              <a:xfrm>
                <a:off x="152839" y="3320394"/>
                <a:ext cx="756067" cy="756046"/>
              </a:xfrm>
              <a:custGeom>
                <a:avLst/>
                <a:gdLst>
                  <a:gd name="connsiteX0" fmla="*/ 734746 w 756067"/>
                  <a:gd name="connsiteY0" fmla="*/ 312791 h 756046"/>
                  <a:gd name="connsiteX1" fmla="*/ 696037 w 756067"/>
                  <a:gd name="connsiteY1" fmla="*/ 314958 h 756046"/>
                  <a:gd name="connsiteX2" fmla="*/ 678603 w 756067"/>
                  <a:gd name="connsiteY2" fmla="*/ 302407 h 756046"/>
                  <a:gd name="connsiteX3" fmla="*/ 656583 w 756067"/>
                  <a:gd name="connsiteY3" fmla="*/ 244198 h 756046"/>
                  <a:gd name="connsiteX4" fmla="*/ 661629 w 756067"/>
                  <a:gd name="connsiteY4" fmla="*/ 222952 h 756046"/>
                  <a:gd name="connsiteX5" fmla="*/ 693554 w 756067"/>
                  <a:gd name="connsiteY5" fmla="*/ 198985 h 756046"/>
                  <a:gd name="connsiteX6" fmla="*/ 696936 w 756067"/>
                  <a:gd name="connsiteY6" fmla="*/ 175019 h 756046"/>
                  <a:gd name="connsiteX7" fmla="*/ 661756 w 756067"/>
                  <a:gd name="connsiteY7" fmla="*/ 128184 h 756046"/>
                  <a:gd name="connsiteX8" fmla="*/ 637787 w 756067"/>
                  <a:gd name="connsiteY8" fmla="*/ 124775 h 756046"/>
                  <a:gd name="connsiteX9" fmla="*/ 604520 w 756067"/>
                  <a:gd name="connsiteY9" fmla="*/ 149776 h 756046"/>
                  <a:gd name="connsiteX10" fmla="*/ 582835 w 756067"/>
                  <a:gd name="connsiteY10" fmla="*/ 148850 h 756046"/>
                  <a:gd name="connsiteX11" fmla="*/ 566354 w 756067"/>
                  <a:gd name="connsiteY11" fmla="*/ 135410 h 756046"/>
                  <a:gd name="connsiteX12" fmla="*/ 561295 w 756067"/>
                  <a:gd name="connsiteY12" fmla="*/ 114293 h 756046"/>
                  <a:gd name="connsiteX13" fmla="*/ 579612 w 756067"/>
                  <a:gd name="connsiteY13" fmla="*/ 77387 h 756046"/>
                  <a:gd name="connsiteX14" fmla="*/ 571882 w 756067"/>
                  <a:gd name="connsiteY14" fmla="*/ 54452 h 756046"/>
                  <a:gd name="connsiteX15" fmla="*/ 519399 w 756067"/>
                  <a:gd name="connsiteY15" fmla="*/ 28379 h 756046"/>
                  <a:gd name="connsiteX16" fmla="*/ 496464 w 756067"/>
                  <a:gd name="connsiteY16" fmla="*/ 36109 h 756046"/>
                  <a:gd name="connsiteX17" fmla="*/ 477900 w 756067"/>
                  <a:gd name="connsiteY17" fmla="*/ 73520 h 756046"/>
                  <a:gd name="connsiteX18" fmla="*/ 458307 w 756067"/>
                  <a:gd name="connsiteY18" fmla="*/ 82469 h 756046"/>
                  <a:gd name="connsiteX19" fmla="*/ 421348 w 756067"/>
                  <a:gd name="connsiteY19" fmla="*/ 74998 h 756046"/>
                  <a:gd name="connsiteX20" fmla="*/ 406766 w 756067"/>
                  <a:gd name="connsiteY20" fmla="*/ 59038 h 756046"/>
                  <a:gd name="connsiteX21" fmla="*/ 404376 w 756067"/>
                  <a:gd name="connsiteY21" fmla="*/ 16179 h 756046"/>
                  <a:gd name="connsiteX22" fmla="*/ 386368 w 756067"/>
                  <a:gd name="connsiteY22" fmla="*/ 26 h 756046"/>
                  <a:gd name="connsiteX23" fmla="*/ 327852 w 756067"/>
                  <a:gd name="connsiteY23" fmla="*/ 3266 h 756046"/>
                  <a:gd name="connsiteX24" fmla="*/ 311702 w 756067"/>
                  <a:gd name="connsiteY24" fmla="*/ 21299 h 756046"/>
                  <a:gd name="connsiteX25" fmla="*/ 314093 w 756067"/>
                  <a:gd name="connsiteY25" fmla="*/ 64159 h 756046"/>
                  <a:gd name="connsiteX26" fmla="*/ 301334 w 756067"/>
                  <a:gd name="connsiteY26" fmla="*/ 81653 h 756046"/>
                  <a:gd name="connsiteX27" fmla="*/ 256689 w 756067"/>
                  <a:gd name="connsiteY27" fmla="*/ 96725 h 756046"/>
                  <a:gd name="connsiteX28" fmla="*/ 235983 w 756067"/>
                  <a:gd name="connsiteY28" fmla="*/ 90607 h 756046"/>
                  <a:gd name="connsiteX29" fmla="*/ 212237 w 756067"/>
                  <a:gd name="connsiteY29" fmla="*/ 55936 h 756046"/>
                  <a:gd name="connsiteX30" fmla="*/ 188457 w 756067"/>
                  <a:gd name="connsiteY30" fmla="*/ 51484 h 756046"/>
                  <a:gd name="connsiteX31" fmla="*/ 140112 w 756067"/>
                  <a:gd name="connsiteY31" fmla="*/ 84578 h 756046"/>
                  <a:gd name="connsiteX32" fmla="*/ 135661 w 756067"/>
                  <a:gd name="connsiteY32" fmla="*/ 108358 h 756046"/>
                  <a:gd name="connsiteX33" fmla="*/ 159130 w 756067"/>
                  <a:gd name="connsiteY33" fmla="*/ 142663 h 756046"/>
                  <a:gd name="connsiteX34" fmla="*/ 157253 w 756067"/>
                  <a:gd name="connsiteY34" fmla="*/ 164226 h 756046"/>
                  <a:gd name="connsiteX35" fmla="*/ 131654 w 756067"/>
                  <a:gd name="connsiteY35" fmla="*/ 193563 h 756046"/>
                  <a:gd name="connsiteX36" fmla="*/ 110722 w 756067"/>
                  <a:gd name="connsiteY36" fmla="*/ 198401 h 756046"/>
                  <a:gd name="connsiteX37" fmla="*/ 73108 w 756067"/>
                  <a:gd name="connsiteY37" fmla="*/ 180114 h 756046"/>
                  <a:gd name="connsiteX38" fmla="*/ 50256 w 756067"/>
                  <a:gd name="connsiteY38" fmla="*/ 188022 h 756046"/>
                  <a:gd name="connsiteX39" fmla="*/ 24630 w 756067"/>
                  <a:gd name="connsiteY39" fmla="*/ 240734 h 756046"/>
                  <a:gd name="connsiteX40" fmla="*/ 32543 w 756067"/>
                  <a:gd name="connsiteY40" fmla="*/ 263612 h 756046"/>
                  <a:gd name="connsiteX41" fmla="*/ 69146 w 756067"/>
                  <a:gd name="connsiteY41" fmla="*/ 281403 h 756046"/>
                  <a:gd name="connsiteX42" fmla="*/ 78205 w 756067"/>
                  <a:gd name="connsiteY42" fmla="*/ 301170 h 756046"/>
                  <a:gd name="connsiteX43" fmla="*/ 70824 w 756067"/>
                  <a:gd name="connsiteY43" fmla="*/ 336117 h 756046"/>
                  <a:gd name="connsiteX44" fmla="*/ 54888 w 756067"/>
                  <a:gd name="connsiteY44" fmla="*/ 350504 h 756046"/>
                  <a:gd name="connsiteX45" fmla="*/ 16176 w 756067"/>
                  <a:gd name="connsiteY45" fmla="*/ 352644 h 756046"/>
                  <a:gd name="connsiteX46" fmla="*/ 26 w 756067"/>
                  <a:gd name="connsiteY46" fmla="*/ 370677 h 756046"/>
                  <a:gd name="connsiteX47" fmla="*/ 3267 w 756067"/>
                  <a:gd name="connsiteY47" fmla="*/ 429194 h 756046"/>
                  <a:gd name="connsiteX48" fmla="*/ 21296 w 756067"/>
                  <a:gd name="connsiteY48" fmla="*/ 445316 h 756046"/>
                  <a:gd name="connsiteX49" fmla="*/ 58488 w 756067"/>
                  <a:gd name="connsiteY49" fmla="*/ 443254 h 756046"/>
                  <a:gd name="connsiteX50" fmla="*/ 76017 w 756067"/>
                  <a:gd name="connsiteY50" fmla="*/ 456227 h 756046"/>
                  <a:gd name="connsiteX51" fmla="*/ 96454 w 756067"/>
                  <a:gd name="connsiteY51" fmla="*/ 514632 h 756046"/>
                  <a:gd name="connsiteX52" fmla="*/ 91197 w 756067"/>
                  <a:gd name="connsiteY52" fmla="*/ 535420 h 756046"/>
                  <a:gd name="connsiteX53" fmla="*/ 62407 w 756067"/>
                  <a:gd name="connsiteY53" fmla="*/ 557081 h 756046"/>
                  <a:gd name="connsiteX54" fmla="*/ 58994 w 756067"/>
                  <a:gd name="connsiteY54" fmla="*/ 581024 h 756046"/>
                  <a:gd name="connsiteX55" fmla="*/ 94204 w 756067"/>
                  <a:gd name="connsiteY55" fmla="*/ 627882 h 756046"/>
                  <a:gd name="connsiteX56" fmla="*/ 118143 w 756067"/>
                  <a:gd name="connsiteY56" fmla="*/ 631268 h 756046"/>
                  <a:gd name="connsiteX57" fmla="*/ 145718 w 756067"/>
                  <a:gd name="connsiteY57" fmla="*/ 610567 h 756046"/>
                  <a:gd name="connsiteX58" fmla="*/ 167497 w 756067"/>
                  <a:gd name="connsiteY58" fmla="*/ 611560 h 756046"/>
                  <a:gd name="connsiteX59" fmla="*/ 187339 w 756067"/>
                  <a:gd name="connsiteY59" fmla="*/ 628408 h 756046"/>
                  <a:gd name="connsiteX60" fmla="*/ 192021 w 756067"/>
                  <a:gd name="connsiteY60" fmla="*/ 649393 h 756046"/>
                  <a:gd name="connsiteX61" fmla="*/ 176459 w 756067"/>
                  <a:gd name="connsiteY61" fmla="*/ 680743 h 756046"/>
                  <a:gd name="connsiteX62" fmla="*/ 184188 w 756067"/>
                  <a:gd name="connsiteY62" fmla="*/ 703678 h 756046"/>
                  <a:gd name="connsiteX63" fmla="*/ 236665 w 756067"/>
                  <a:gd name="connsiteY63" fmla="*/ 729723 h 756046"/>
                  <a:gd name="connsiteX64" fmla="*/ 259605 w 756067"/>
                  <a:gd name="connsiteY64" fmla="*/ 722020 h 756046"/>
                  <a:gd name="connsiteX65" fmla="*/ 274770 w 756067"/>
                  <a:gd name="connsiteY65" fmla="*/ 691445 h 756046"/>
                  <a:gd name="connsiteX66" fmla="*/ 294533 w 756067"/>
                  <a:gd name="connsiteY66" fmla="*/ 682525 h 756046"/>
                  <a:gd name="connsiteX67" fmla="*/ 335008 w 756067"/>
                  <a:gd name="connsiteY67" fmla="*/ 690941 h 756046"/>
                  <a:gd name="connsiteX68" fmla="*/ 349734 w 756067"/>
                  <a:gd name="connsiteY68" fmla="*/ 706769 h 756046"/>
                  <a:gd name="connsiteX69" fmla="*/ 351559 w 756067"/>
                  <a:gd name="connsiteY69" fmla="*/ 739895 h 756046"/>
                  <a:gd name="connsiteX70" fmla="*/ 369589 w 756067"/>
                  <a:gd name="connsiteY70" fmla="*/ 756017 h 756046"/>
                  <a:gd name="connsiteX71" fmla="*/ 428105 w 756067"/>
                  <a:gd name="connsiteY71" fmla="*/ 752777 h 756046"/>
                  <a:gd name="connsiteX72" fmla="*/ 444228 w 756067"/>
                  <a:gd name="connsiteY72" fmla="*/ 734747 h 756046"/>
                  <a:gd name="connsiteX73" fmla="*/ 442404 w 756067"/>
                  <a:gd name="connsiteY73" fmla="*/ 701813 h 756046"/>
                  <a:gd name="connsiteX74" fmla="*/ 455138 w 756067"/>
                  <a:gd name="connsiteY74" fmla="*/ 684324 h 756046"/>
                  <a:gd name="connsiteX75" fmla="*/ 502168 w 756067"/>
                  <a:gd name="connsiteY75" fmla="*/ 668244 h 756046"/>
                  <a:gd name="connsiteX76" fmla="*/ 523003 w 756067"/>
                  <a:gd name="connsiteY76" fmla="*/ 674314 h 756046"/>
                  <a:gd name="connsiteX77" fmla="*/ 542123 w 756067"/>
                  <a:gd name="connsiteY77" fmla="*/ 702278 h 756046"/>
                  <a:gd name="connsiteX78" fmla="*/ 565903 w 756067"/>
                  <a:gd name="connsiteY78" fmla="*/ 706729 h 756046"/>
                  <a:gd name="connsiteX79" fmla="*/ 614275 w 756067"/>
                  <a:gd name="connsiteY79" fmla="*/ 673631 h 756046"/>
                  <a:gd name="connsiteX80" fmla="*/ 618727 w 756067"/>
                  <a:gd name="connsiteY80" fmla="*/ 649851 h 756046"/>
                  <a:gd name="connsiteX81" fmla="*/ 599297 w 756067"/>
                  <a:gd name="connsiteY81" fmla="*/ 621499 h 756046"/>
                  <a:gd name="connsiteX82" fmla="*/ 601048 w 756067"/>
                  <a:gd name="connsiteY82" fmla="*/ 599847 h 756046"/>
                  <a:gd name="connsiteX83" fmla="*/ 627956 w 756067"/>
                  <a:gd name="connsiteY83" fmla="*/ 568249 h 756046"/>
                  <a:gd name="connsiteX84" fmla="*/ 649046 w 756067"/>
                  <a:gd name="connsiteY84" fmla="*/ 563195 h 756046"/>
                  <a:gd name="connsiteX85" fmla="*/ 679863 w 756067"/>
                  <a:gd name="connsiteY85" fmla="*/ 578158 h 756046"/>
                  <a:gd name="connsiteX86" fmla="*/ 702714 w 756067"/>
                  <a:gd name="connsiteY86" fmla="*/ 570250 h 756046"/>
                  <a:gd name="connsiteX87" fmla="*/ 728344 w 756067"/>
                  <a:gd name="connsiteY87" fmla="*/ 517565 h 756046"/>
                  <a:gd name="connsiteX88" fmla="*/ 720432 w 756067"/>
                  <a:gd name="connsiteY88" fmla="*/ 494687 h 756046"/>
                  <a:gd name="connsiteX89" fmla="*/ 688752 w 756067"/>
                  <a:gd name="connsiteY89" fmla="*/ 479287 h 756046"/>
                  <a:gd name="connsiteX90" fmla="*/ 679606 w 756067"/>
                  <a:gd name="connsiteY90" fmla="*/ 459833 h 756046"/>
                  <a:gd name="connsiteX91" fmla="*/ 686717 w 756067"/>
                  <a:gd name="connsiteY91" fmla="*/ 422331 h 756046"/>
                  <a:gd name="connsiteX92" fmla="*/ 702727 w 756067"/>
                  <a:gd name="connsiteY92" fmla="*/ 407548 h 756046"/>
                  <a:gd name="connsiteX93" fmla="*/ 739889 w 756067"/>
                  <a:gd name="connsiteY93" fmla="*/ 405463 h 756046"/>
                  <a:gd name="connsiteX94" fmla="*/ 756041 w 756067"/>
                  <a:gd name="connsiteY94" fmla="*/ 387455 h 756046"/>
                  <a:gd name="connsiteX95" fmla="*/ 752774 w 756067"/>
                  <a:gd name="connsiteY95" fmla="*/ 328944 h 756046"/>
                  <a:gd name="connsiteX96" fmla="*/ 734746 w 756067"/>
                  <a:gd name="connsiteY96" fmla="*/ 312791 h 756046"/>
                  <a:gd name="connsiteX97" fmla="*/ 586015 w 756067"/>
                  <a:gd name="connsiteY97" fmla="*/ 366494 h 756046"/>
                  <a:gd name="connsiteX98" fmla="*/ 389526 w 756067"/>
                  <a:gd name="connsiteY98" fmla="*/ 586065 h 756046"/>
                  <a:gd name="connsiteX99" fmla="*/ 169954 w 756067"/>
                  <a:gd name="connsiteY99" fmla="*/ 389576 h 756046"/>
                  <a:gd name="connsiteX100" fmla="*/ 366443 w 756067"/>
                  <a:gd name="connsiteY100" fmla="*/ 170005 h 756046"/>
                  <a:gd name="connsiteX101" fmla="*/ 586015 w 756067"/>
                  <a:gd name="connsiteY101" fmla="*/ 366494 h 756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</a:cxnLst>
                <a:rect l="l" t="t" r="r" b="b"/>
                <a:pathLst>
                  <a:path w="756067" h="756046">
                    <a:moveTo>
                      <a:pt x="734746" y="312791"/>
                    </a:moveTo>
                    <a:lnTo>
                      <a:pt x="696037" y="314958"/>
                    </a:lnTo>
                    <a:cubicBezTo>
                      <a:pt x="688004" y="315388"/>
                      <a:pt x="680692" y="310203"/>
                      <a:pt x="678603" y="302407"/>
                    </a:cubicBezTo>
                    <a:cubicBezTo>
                      <a:pt x="673178" y="282088"/>
                      <a:pt x="665754" y="262607"/>
                      <a:pt x="656583" y="244198"/>
                    </a:cubicBezTo>
                    <a:cubicBezTo>
                      <a:pt x="652890" y="236822"/>
                      <a:pt x="655057" y="227912"/>
                      <a:pt x="661629" y="222952"/>
                    </a:cubicBezTo>
                    <a:lnTo>
                      <a:pt x="693554" y="198985"/>
                    </a:lnTo>
                    <a:cubicBezTo>
                      <a:pt x="701108" y="193320"/>
                      <a:pt x="702630" y="182597"/>
                      <a:pt x="696936" y="175019"/>
                    </a:cubicBezTo>
                    <a:lnTo>
                      <a:pt x="661756" y="128184"/>
                    </a:lnTo>
                    <a:cubicBezTo>
                      <a:pt x="656066" y="120633"/>
                      <a:pt x="645341" y="119111"/>
                      <a:pt x="637787" y="124775"/>
                    </a:cubicBezTo>
                    <a:lnTo>
                      <a:pt x="604520" y="149776"/>
                    </a:lnTo>
                    <a:cubicBezTo>
                      <a:pt x="597994" y="154675"/>
                      <a:pt x="588971" y="154223"/>
                      <a:pt x="582835" y="148850"/>
                    </a:cubicBezTo>
                    <a:cubicBezTo>
                      <a:pt x="577497" y="144199"/>
                      <a:pt x="571993" y="139712"/>
                      <a:pt x="566354" y="135410"/>
                    </a:cubicBezTo>
                    <a:cubicBezTo>
                      <a:pt x="559817" y="130457"/>
                      <a:pt x="557647" y="121635"/>
                      <a:pt x="561295" y="114293"/>
                    </a:cubicBezTo>
                    <a:lnTo>
                      <a:pt x="579612" y="77387"/>
                    </a:lnTo>
                    <a:cubicBezTo>
                      <a:pt x="583792" y="68921"/>
                      <a:pt x="580352" y="58659"/>
                      <a:pt x="571882" y="54452"/>
                    </a:cubicBezTo>
                    <a:lnTo>
                      <a:pt x="519399" y="28379"/>
                    </a:lnTo>
                    <a:cubicBezTo>
                      <a:pt x="510934" y="24199"/>
                      <a:pt x="500672" y="27639"/>
                      <a:pt x="496464" y="36109"/>
                    </a:cubicBezTo>
                    <a:lnTo>
                      <a:pt x="477900" y="73520"/>
                    </a:lnTo>
                    <a:cubicBezTo>
                      <a:pt x="474316" y="80741"/>
                      <a:pt x="466107" y="84538"/>
                      <a:pt x="458307" y="82469"/>
                    </a:cubicBezTo>
                    <a:cubicBezTo>
                      <a:pt x="446244" y="79245"/>
                      <a:pt x="433915" y="76746"/>
                      <a:pt x="421348" y="74998"/>
                    </a:cubicBezTo>
                    <a:cubicBezTo>
                      <a:pt x="413287" y="73872"/>
                      <a:pt x="407209" y="67150"/>
                      <a:pt x="406766" y="59038"/>
                    </a:cubicBezTo>
                    <a:lnTo>
                      <a:pt x="404376" y="16179"/>
                    </a:lnTo>
                    <a:cubicBezTo>
                      <a:pt x="403857" y="6736"/>
                      <a:pt x="395783" y="-488"/>
                      <a:pt x="386368" y="26"/>
                    </a:cubicBezTo>
                    <a:lnTo>
                      <a:pt x="327852" y="3266"/>
                    </a:lnTo>
                    <a:cubicBezTo>
                      <a:pt x="318414" y="3812"/>
                      <a:pt x="311185" y="11859"/>
                      <a:pt x="311702" y="21299"/>
                    </a:cubicBezTo>
                    <a:lnTo>
                      <a:pt x="314093" y="64159"/>
                    </a:lnTo>
                    <a:cubicBezTo>
                      <a:pt x="314540" y="72298"/>
                      <a:pt x="309199" y="79662"/>
                      <a:pt x="301334" y="81653"/>
                    </a:cubicBezTo>
                    <a:cubicBezTo>
                      <a:pt x="285950" y="85580"/>
                      <a:pt x="271045" y="90635"/>
                      <a:pt x="256689" y="96725"/>
                    </a:cubicBezTo>
                    <a:cubicBezTo>
                      <a:pt x="249229" y="99883"/>
                      <a:pt x="240551" y="97297"/>
                      <a:pt x="235983" y="90607"/>
                    </a:cubicBezTo>
                    <a:lnTo>
                      <a:pt x="212237" y="55936"/>
                    </a:lnTo>
                    <a:cubicBezTo>
                      <a:pt x="206916" y="48134"/>
                      <a:pt x="196253" y="46137"/>
                      <a:pt x="188457" y="51484"/>
                    </a:cubicBezTo>
                    <a:lnTo>
                      <a:pt x="140112" y="84578"/>
                    </a:lnTo>
                    <a:cubicBezTo>
                      <a:pt x="132316" y="89923"/>
                      <a:pt x="130315" y="100561"/>
                      <a:pt x="135661" y="108358"/>
                    </a:cubicBezTo>
                    <a:lnTo>
                      <a:pt x="159130" y="142663"/>
                    </a:lnTo>
                    <a:cubicBezTo>
                      <a:pt x="163729" y="149375"/>
                      <a:pt x="162984" y="158443"/>
                      <a:pt x="157253" y="164226"/>
                    </a:cubicBezTo>
                    <a:cubicBezTo>
                      <a:pt x="148134" y="173478"/>
                      <a:pt x="139568" y="183271"/>
                      <a:pt x="131654" y="193563"/>
                    </a:cubicBezTo>
                    <a:cubicBezTo>
                      <a:pt x="126761" y="199952"/>
                      <a:pt x="117962" y="201927"/>
                      <a:pt x="110722" y="198401"/>
                    </a:cubicBezTo>
                    <a:lnTo>
                      <a:pt x="73108" y="180114"/>
                    </a:lnTo>
                    <a:cubicBezTo>
                      <a:pt x="64625" y="175991"/>
                      <a:pt x="54379" y="179539"/>
                      <a:pt x="50256" y="188022"/>
                    </a:cubicBezTo>
                    <a:lnTo>
                      <a:pt x="24630" y="240734"/>
                    </a:lnTo>
                    <a:cubicBezTo>
                      <a:pt x="20512" y="249244"/>
                      <a:pt x="24055" y="259463"/>
                      <a:pt x="32543" y="263612"/>
                    </a:cubicBezTo>
                    <a:lnTo>
                      <a:pt x="69146" y="281403"/>
                    </a:lnTo>
                    <a:cubicBezTo>
                      <a:pt x="76528" y="284962"/>
                      <a:pt x="80342" y="293277"/>
                      <a:pt x="78205" y="301170"/>
                    </a:cubicBezTo>
                    <a:cubicBezTo>
                      <a:pt x="75096" y="312585"/>
                      <a:pt x="72629" y="324253"/>
                      <a:pt x="70824" y="336117"/>
                    </a:cubicBezTo>
                    <a:cubicBezTo>
                      <a:pt x="69628" y="344080"/>
                      <a:pt x="62916" y="350048"/>
                      <a:pt x="54888" y="350504"/>
                    </a:cubicBezTo>
                    <a:lnTo>
                      <a:pt x="16176" y="352644"/>
                    </a:lnTo>
                    <a:cubicBezTo>
                      <a:pt x="6734" y="353163"/>
                      <a:pt x="-491" y="361237"/>
                      <a:pt x="26" y="370677"/>
                    </a:cubicBezTo>
                    <a:lnTo>
                      <a:pt x="3267" y="429194"/>
                    </a:lnTo>
                    <a:cubicBezTo>
                      <a:pt x="3812" y="438631"/>
                      <a:pt x="11886" y="445857"/>
                      <a:pt x="21296" y="445316"/>
                    </a:cubicBezTo>
                    <a:lnTo>
                      <a:pt x="58488" y="443254"/>
                    </a:lnTo>
                    <a:cubicBezTo>
                      <a:pt x="66681" y="442797"/>
                      <a:pt x="74088" y="448241"/>
                      <a:pt x="76017" y="456227"/>
                    </a:cubicBezTo>
                    <a:cubicBezTo>
                      <a:pt x="80925" y="476573"/>
                      <a:pt x="87814" y="496112"/>
                      <a:pt x="96454" y="514632"/>
                    </a:cubicBezTo>
                    <a:cubicBezTo>
                      <a:pt x="99884" y="521913"/>
                      <a:pt x="97627" y="530591"/>
                      <a:pt x="91197" y="535420"/>
                    </a:cubicBezTo>
                    <a:lnTo>
                      <a:pt x="62407" y="557081"/>
                    </a:lnTo>
                    <a:cubicBezTo>
                      <a:pt x="54853" y="562745"/>
                      <a:pt x="53331" y="573468"/>
                      <a:pt x="58994" y="581024"/>
                    </a:cubicBezTo>
                    <a:lnTo>
                      <a:pt x="94204" y="627882"/>
                    </a:lnTo>
                    <a:cubicBezTo>
                      <a:pt x="99869" y="635436"/>
                      <a:pt x="110592" y="636959"/>
                      <a:pt x="118143" y="631268"/>
                    </a:cubicBezTo>
                    <a:lnTo>
                      <a:pt x="145718" y="610567"/>
                    </a:lnTo>
                    <a:cubicBezTo>
                      <a:pt x="152294" y="605633"/>
                      <a:pt x="161467" y="606007"/>
                      <a:pt x="167497" y="611560"/>
                    </a:cubicBezTo>
                    <a:cubicBezTo>
                      <a:pt x="173853" y="617445"/>
                      <a:pt x="180495" y="623065"/>
                      <a:pt x="187339" y="628408"/>
                    </a:cubicBezTo>
                    <a:cubicBezTo>
                      <a:pt x="193711" y="633359"/>
                      <a:pt x="195607" y="642172"/>
                      <a:pt x="192021" y="649393"/>
                    </a:cubicBezTo>
                    <a:lnTo>
                      <a:pt x="176459" y="680743"/>
                    </a:lnTo>
                    <a:cubicBezTo>
                      <a:pt x="172252" y="689212"/>
                      <a:pt x="175719" y="699470"/>
                      <a:pt x="184188" y="703678"/>
                    </a:cubicBezTo>
                    <a:lnTo>
                      <a:pt x="236665" y="729723"/>
                    </a:lnTo>
                    <a:cubicBezTo>
                      <a:pt x="245136" y="733931"/>
                      <a:pt x="255393" y="730463"/>
                      <a:pt x="259605" y="722020"/>
                    </a:cubicBezTo>
                    <a:lnTo>
                      <a:pt x="274770" y="691445"/>
                    </a:lnTo>
                    <a:cubicBezTo>
                      <a:pt x="278396" y="684135"/>
                      <a:pt x="286684" y="680326"/>
                      <a:pt x="294533" y="682525"/>
                    </a:cubicBezTo>
                    <a:cubicBezTo>
                      <a:pt x="307707" y="686201"/>
                      <a:pt x="321212" y="689032"/>
                      <a:pt x="335008" y="690941"/>
                    </a:cubicBezTo>
                    <a:cubicBezTo>
                      <a:pt x="343069" y="692067"/>
                      <a:pt x="349287" y="698630"/>
                      <a:pt x="349734" y="706769"/>
                    </a:cubicBezTo>
                    <a:lnTo>
                      <a:pt x="351559" y="739895"/>
                    </a:lnTo>
                    <a:cubicBezTo>
                      <a:pt x="352077" y="749335"/>
                      <a:pt x="360151" y="756561"/>
                      <a:pt x="369589" y="756017"/>
                    </a:cubicBezTo>
                    <a:lnTo>
                      <a:pt x="428105" y="752777"/>
                    </a:lnTo>
                    <a:cubicBezTo>
                      <a:pt x="437547" y="752259"/>
                      <a:pt x="444771" y="744184"/>
                      <a:pt x="444228" y="734747"/>
                    </a:cubicBezTo>
                    <a:lnTo>
                      <a:pt x="442404" y="701813"/>
                    </a:lnTo>
                    <a:cubicBezTo>
                      <a:pt x="441957" y="693674"/>
                      <a:pt x="447271" y="686315"/>
                      <a:pt x="455138" y="684324"/>
                    </a:cubicBezTo>
                    <a:cubicBezTo>
                      <a:pt x="471391" y="680177"/>
                      <a:pt x="487092" y="674803"/>
                      <a:pt x="502168" y="668244"/>
                    </a:cubicBezTo>
                    <a:cubicBezTo>
                      <a:pt x="509643" y="665002"/>
                      <a:pt x="518374" y="667580"/>
                      <a:pt x="523003" y="674314"/>
                    </a:cubicBezTo>
                    <a:lnTo>
                      <a:pt x="542123" y="702278"/>
                    </a:lnTo>
                    <a:cubicBezTo>
                      <a:pt x="547469" y="710074"/>
                      <a:pt x="558107" y="712075"/>
                      <a:pt x="565903" y="706729"/>
                    </a:cubicBezTo>
                    <a:lnTo>
                      <a:pt x="614275" y="673631"/>
                    </a:lnTo>
                    <a:cubicBezTo>
                      <a:pt x="622076" y="668311"/>
                      <a:pt x="624047" y="657652"/>
                      <a:pt x="618727" y="649851"/>
                    </a:cubicBezTo>
                    <a:lnTo>
                      <a:pt x="599297" y="621499"/>
                    </a:lnTo>
                    <a:cubicBezTo>
                      <a:pt x="594698" y="614787"/>
                      <a:pt x="595359" y="605706"/>
                      <a:pt x="601048" y="599847"/>
                    </a:cubicBezTo>
                    <a:cubicBezTo>
                      <a:pt x="610692" y="589937"/>
                      <a:pt x="619708" y="579361"/>
                      <a:pt x="627956" y="568249"/>
                    </a:cubicBezTo>
                    <a:cubicBezTo>
                      <a:pt x="632825" y="561700"/>
                      <a:pt x="641717" y="559627"/>
                      <a:pt x="649046" y="563195"/>
                    </a:cubicBezTo>
                    <a:lnTo>
                      <a:pt x="679863" y="578158"/>
                    </a:lnTo>
                    <a:cubicBezTo>
                      <a:pt x="688351" y="582306"/>
                      <a:pt x="698595" y="578760"/>
                      <a:pt x="702714" y="570250"/>
                    </a:cubicBezTo>
                    <a:lnTo>
                      <a:pt x="728344" y="517565"/>
                    </a:lnTo>
                    <a:cubicBezTo>
                      <a:pt x="732463" y="509055"/>
                      <a:pt x="728916" y="498809"/>
                      <a:pt x="720432" y="494687"/>
                    </a:cubicBezTo>
                    <a:lnTo>
                      <a:pt x="688752" y="479287"/>
                    </a:lnTo>
                    <a:cubicBezTo>
                      <a:pt x="681487" y="475764"/>
                      <a:pt x="677622" y="467649"/>
                      <a:pt x="679606" y="459833"/>
                    </a:cubicBezTo>
                    <a:cubicBezTo>
                      <a:pt x="682720" y="447596"/>
                      <a:pt x="685104" y="435066"/>
                      <a:pt x="686717" y="422331"/>
                    </a:cubicBezTo>
                    <a:cubicBezTo>
                      <a:pt x="687749" y="414203"/>
                      <a:pt x="694531" y="407977"/>
                      <a:pt x="702727" y="407548"/>
                    </a:cubicBezTo>
                    <a:lnTo>
                      <a:pt x="739889" y="405463"/>
                    </a:lnTo>
                    <a:cubicBezTo>
                      <a:pt x="749329" y="404944"/>
                      <a:pt x="756555" y="396870"/>
                      <a:pt x="756041" y="387455"/>
                    </a:cubicBezTo>
                    <a:lnTo>
                      <a:pt x="752774" y="328944"/>
                    </a:lnTo>
                    <a:cubicBezTo>
                      <a:pt x="752262" y="319500"/>
                      <a:pt x="744188" y="312274"/>
                      <a:pt x="734746" y="312791"/>
                    </a:cubicBezTo>
                    <a:close/>
                    <a:moveTo>
                      <a:pt x="586015" y="366494"/>
                    </a:moveTo>
                    <a:cubicBezTo>
                      <a:pt x="592374" y="481383"/>
                      <a:pt x="504415" y="579707"/>
                      <a:pt x="389526" y="586065"/>
                    </a:cubicBezTo>
                    <a:cubicBezTo>
                      <a:pt x="274610" y="592429"/>
                      <a:pt x="176313" y="504465"/>
                      <a:pt x="169954" y="389576"/>
                    </a:cubicBezTo>
                    <a:cubicBezTo>
                      <a:pt x="163564" y="274665"/>
                      <a:pt x="251555" y="176364"/>
                      <a:pt x="366443" y="170005"/>
                    </a:cubicBezTo>
                    <a:cubicBezTo>
                      <a:pt x="481328" y="163618"/>
                      <a:pt x="579654" y="251603"/>
                      <a:pt x="586015" y="366494"/>
                    </a:cubicBezTo>
                    <a:close/>
                  </a:path>
                </a:pathLst>
              </a:custGeom>
              <a:solidFill>
                <a:srgbClr val="FFD47D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47" name="Graphic 21">
                <a:extLst>
                  <a:ext uri="{FF2B5EF4-FFF2-40B4-BE49-F238E27FC236}">
                    <a16:creationId xmlns:a16="http://schemas.microsoft.com/office/drawing/2014/main" id="{BDF64B41-AB09-06C1-D2C5-B9DC5D3F6F16}"/>
                  </a:ext>
                </a:extLst>
              </p:cNvPr>
              <p:cNvGrpSpPr/>
              <p:nvPr/>
            </p:nvGrpSpPr>
            <p:grpSpPr>
              <a:xfrm>
                <a:off x="172271" y="3299335"/>
                <a:ext cx="759773" cy="759748"/>
                <a:chOff x="172271" y="3299335"/>
                <a:chExt cx="759773" cy="759748"/>
              </a:xfrm>
            </p:grpSpPr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8442ABF9-AE35-9C91-0537-AD044324E659}"/>
                    </a:ext>
                  </a:extLst>
                </p:cNvPr>
                <p:cNvSpPr/>
                <p:nvPr/>
              </p:nvSpPr>
              <p:spPr>
                <a:xfrm>
                  <a:off x="174122" y="3301186"/>
                  <a:ext cx="756067" cy="756041"/>
                </a:xfrm>
                <a:custGeom>
                  <a:avLst/>
                  <a:gdLst>
                    <a:gd name="connsiteX0" fmla="*/ 734744 w 756067"/>
                    <a:gd name="connsiteY0" fmla="*/ 312789 h 756041"/>
                    <a:gd name="connsiteX1" fmla="*/ 696035 w 756067"/>
                    <a:gd name="connsiteY1" fmla="*/ 314956 h 756041"/>
                    <a:gd name="connsiteX2" fmla="*/ 678601 w 756067"/>
                    <a:gd name="connsiteY2" fmla="*/ 302405 h 756041"/>
                    <a:gd name="connsiteX3" fmla="*/ 656581 w 756067"/>
                    <a:gd name="connsiteY3" fmla="*/ 244198 h 756041"/>
                    <a:gd name="connsiteX4" fmla="*/ 661627 w 756067"/>
                    <a:gd name="connsiteY4" fmla="*/ 222952 h 756041"/>
                    <a:gd name="connsiteX5" fmla="*/ 693553 w 756067"/>
                    <a:gd name="connsiteY5" fmla="*/ 198985 h 756041"/>
                    <a:gd name="connsiteX6" fmla="*/ 696934 w 756067"/>
                    <a:gd name="connsiteY6" fmla="*/ 175019 h 756041"/>
                    <a:gd name="connsiteX7" fmla="*/ 661754 w 756067"/>
                    <a:gd name="connsiteY7" fmla="*/ 128184 h 756041"/>
                    <a:gd name="connsiteX8" fmla="*/ 637785 w 756067"/>
                    <a:gd name="connsiteY8" fmla="*/ 124775 h 756041"/>
                    <a:gd name="connsiteX9" fmla="*/ 604519 w 756067"/>
                    <a:gd name="connsiteY9" fmla="*/ 149776 h 756041"/>
                    <a:gd name="connsiteX10" fmla="*/ 582833 w 756067"/>
                    <a:gd name="connsiteY10" fmla="*/ 148850 h 756041"/>
                    <a:gd name="connsiteX11" fmla="*/ 566352 w 756067"/>
                    <a:gd name="connsiteY11" fmla="*/ 135410 h 756041"/>
                    <a:gd name="connsiteX12" fmla="*/ 561293 w 756067"/>
                    <a:gd name="connsiteY12" fmla="*/ 114293 h 756041"/>
                    <a:gd name="connsiteX13" fmla="*/ 579610 w 756067"/>
                    <a:gd name="connsiteY13" fmla="*/ 77387 h 756041"/>
                    <a:gd name="connsiteX14" fmla="*/ 571882 w 756067"/>
                    <a:gd name="connsiteY14" fmla="*/ 54452 h 756041"/>
                    <a:gd name="connsiteX15" fmla="*/ 519399 w 756067"/>
                    <a:gd name="connsiteY15" fmla="*/ 28379 h 756041"/>
                    <a:gd name="connsiteX16" fmla="*/ 496464 w 756067"/>
                    <a:gd name="connsiteY16" fmla="*/ 36109 h 756041"/>
                    <a:gd name="connsiteX17" fmla="*/ 477898 w 756067"/>
                    <a:gd name="connsiteY17" fmla="*/ 73520 h 756041"/>
                    <a:gd name="connsiteX18" fmla="*/ 458305 w 756067"/>
                    <a:gd name="connsiteY18" fmla="*/ 82469 h 756041"/>
                    <a:gd name="connsiteX19" fmla="*/ 421347 w 756067"/>
                    <a:gd name="connsiteY19" fmla="*/ 74998 h 756041"/>
                    <a:gd name="connsiteX20" fmla="*/ 406765 w 756067"/>
                    <a:gd name="connsiteY20" fmla="*/ 59038 h 756041"/>
                    <a:gd name="connsiteX21" fmla="*/ 404374 w 756067"/>
                    <a:gd name="connsiteY21" fmla="*/ 16179 h 756041"/>
                    <a:gd name="connsiteX22" fmla="*/ 386366 w 756067"/>
                    <a:gd name="connsiteY22" fmla="*/ 26 h 756041"/>
                    <a:gd name="connsiteX23" fmla="*/ 327850 w 756067"/>
                    <a:gd name="connsiteY23" fmla="*/ 3266 h 756041"/>
                    <a:gd name="connsiteX24" fmla="*/ 311700 w 756067"/>
                    <a:gd name="connsiteY24" fmla="*/ 21299 h 756041"/>
                    <a:gd name="connsiteX25" fmla="*/ 314091 w 756067"/>
                    <a:gd name="connsiteY25" fmla="*/ 64159 h 756041"/>
                    <a:gd name="connsiteX26" fmla="*/ 301332 w 756067"/>
                    <a:gd name="connsiteY26" fmla="*/ 81653 h 756041"/>
                    <a:gd name="connsiteX27" fmla="*/ 256688 w 756067"/>
                    <a:gd name="connsiteY27" fmla="*/ 96725 h 756041"/>
                    <a:gd name="connsiteX28" fmla="*/ 235982 w 756067"/>
                    <a:gd name="connsiteY28" fmla="*/ 90607 h 756041"/>
                    <a:gd name="connsiteX29" fmla="*/ 212235 w 756067"/>
                    <a:gd name="connsiteY29" fmla="*/ 55936 h 756041"/>
                    <a:gd name="connsiteX30" fmla="*/ 188455 w 756067"/>
                    <a:gd name="connsiteY30" fmla="*/ 51484 h 756041"/>
                    <a:gd name="connsiteX31" fmla="*/ 140111 w 756067"/>
                    <a:gd name="connsiteY31" fmla="*/ 84578 h 756041"/>
                    <a:gd name="connsiteX32" fmla="*/ 135659 w 756067"/>
                    <a:gd name="connsiteY32" fmla="*/ 108358 h 756041"/>
                    <a:gd name="connsiteX33" fmla="*/ 159128 w 756067"/>
                    <a:gd name="connsiteY33" fmla="*/ 142663 h 756041"/>
                    <a:gd name="connsiteX34" fmla="*/ 157251 w 756067"/>
                    <a:gd name="connsiteY34" fmla="*/ 164226 h 756041"/>
                    <a:gd name="connsiteX35" fmla="*/ 131653 w 756067"/>
                    <a:gd name="connsiteY35" fmla="*/ 193561 h 756041"/>
                    <a:gd name="connsiteX36" fmla="*/ 110720 w 756067"/>
                    <a:gd name="connsiteY36" fmla="*/ 198400 h 756041"/>
                    <a:gd name="connsiteX37" fmla="*/ 73107 w 756067"/>
                    <a:gd name="connsiteY37" fmla="*/ 180113 h 756041"/>
                    <a:gd name="connsiteX38" fmla="*/ 50256 w 756067"/>
                    <a:gd name="connsiteY38" fmla="*/ 188021 h 756041"/>
                    <a:gd name="connsiteX39" fmla="*/ 24630 w 756067"/>
                    <a:gd name="connsiteY39" fmla="*/ 240733 h 756041"/>
                    <a:gd name="connsiteX40" fmla="*/ 32543 w 756067"/>
                    <a:gd name="connsiteY40" fmla="*/ 263611 h 756041"/>
                    <a:gd name="connsiteX41" fmla="*/ 69146 w 756067"/>
                    <a:gd name="connsiteY41" fmla="*/ 281401 h 756041"/>
                    <a:gd name="connsiteX42" fmla="*/ 78205 w 756067"/>
                    <a:gd name="connsiteY42" fmla="*/ 301169 h 756041"/>
                    <a:gd name="connsiteX43" fmla="*/ 70824 w 756067"/>
                    <a:gd name="connsiteY43" fmla="*/ 336116 h 756041"/>
                    <a:gd name="connsiteX44" fmla="*/ 54888 w 756067"/>
                    <a:gd name="connsiteY44" fmla="*/ 350503 h 756041"/>
                    <a:gd name="connsiteX45" fmla="*/ 16176 w 756067"/>
                    <a:gd name="connsiteY45" fmla="*/ 352643 h 756041"/>
                    <a:gd name="connsiteX46" fmla="*/ 26 w 756067"/>
                    <a:gd name="connsiteY46" fmla="*/ 370676 h 756041"/>
                    <a:gd name="connsiteX47" fmla="*/ 3267 w 756067"/>
                    <a:gd name="connsiteY47" fmla="*/ 429192 h 756041"/>
                    <a:gd name="connsiteX48" fmla="*/ 21296 w 756067"/>
                    <a:gd name="connsiteY48" fmla="*/ 445315 h 756041"/>
                    <a:gd name="connsiteX49" fmla="*/ 58488 w 756067"/>
                    <a:gd name="connsiteY49" fmla="*/ 443252 h 756041"/>
                    <a:gd name="connsiteX50" fmla="*/ 76017 w 756067"/>
                    <a:gd name="connsiteY50" fmla="*/ 456225 h 756041"/>
                    <a:gd name="connsiteX51" fmla="*/ 96454 w 756067"/>
                    <a:gd name="connsiteY51" fmla="*/ 514630 h 756041"/>
                    <a:gd name="connsiteX52" fmla="*/ 91197 w 756067"/>
                    <a:gd name="connsiteY52" fmla="*/ 535419 h 756041"/>
                    <a:gd name="connsiteX53" fmla="*/ 62407 w 756067"/>
                    <a:gd name="connsiteY53" fmla="*/ 557079 h 756041"/>
                    <a:gd name="connsiteX54" fmla="*/ 58994 w 756067"/>
                    <a:gd name="connsiteY54" fmla="*/ 581022 h 756041"/>
                    <a:gd name="connsiteX55" fmla="*/ 94204 w 756067"/>
                    <a:gd name="connsiteY55" fmla="*/ 627880 h 756041"/>
                    <a:gd name="connsiteX56" fmla="*/ 118143 w 756067"/>
                    <a:gd name="connsiteY56" fmla="*/ 631266 h 756041"/>
                    <a:gd name="connsiteX57" fmla="*/ 145718 w 756067"/>
                    <a:gd name="connsiteY57" fmla="*/ 610565 h 756041"/>
                    <a:gd name="connsiteX58" fmla="*/ 167497 w 756067"/>
                    <a:gd name="connsiteY58" fmla="*/ 611559 h 756041"/>
                    <a:gd name="connsiteX59" fmla="*/ 187339 w 756067"/>
                    <a:gd name="connsiteY59" fmla="*/ 628406 h 756041"/>
                    <a:gd name="connsiteX60" fmla="*/ 192021 w 756067"/>
                    <a:gd name="connsiteY60" fmla="*/ 649390 h 756041"/>
                    <a:gd name="connsiteX61" fmla="*/ 176459 w 756067"/>
                    <a:gd name="connsiteY61" fmla="*/ 680740 h 756041"/>
                    <a:gd name="connsiteX62" fmla="*/ 184188 w 756067"/>
                    <a:gd name="connsiteY62" fmla="*/ 703675 h 756041"/>
                    <a:gd name="connsiteX63" fmla="*/ 236665 w 756067"/>
                    <a:gd name="connsiteY63" fmla="*/ 729720 h 756041"/>
                    <a:gd name="connsiteX64" fmla="*/ 259605 w 756067"/>
                    <a:gd name="connsiteY64" fmla="*/ 722017 h 756041"/>
                    <a:gd name="connsiteX65" fmla="*/ 274770 w 756067"/>
                    <a:gd name="connsiteY65" fmla="*/ 691440 h 756041"/>
                    <a:gd name="connsiteX66" fmla="*/ 294533 w 756067"/>
                    <a:gd name="connsiteY66" fmla="*/ 682520 h 756041"/>
                    <a:gd name="connsiteX67" fmla="*/ 335008 w 756067"/>
                    <a:gd name="connsiteY67" fmla="*/ 690936 h 756041"/>
                    <a:gd name="connsiteX68" fmla="*/ 349734 w 756067"/>
                    <a:gd name="connsiteY68" fmla="*/ 706764 h 756041"/>
                    <a:gd name="connsiteX69" fmla="*/ 351559 w 756067"/>
                    <a:gd name="connsiteY69" fmla="*/ 739890 h 756041"/>
                    <a:gd name="connsiteX70" fmla="*/ 369589 w 756067"/>
                    <a:gd name="connsiteY70" fmla="*/ 756013 h 756041"/>
                    <a:gd name="connsiteX71" fmla="*/ 428105 w 756067"/>
                    <a:gd name="connsiteY71" fmla="*/ 752772 h 756041"/>
                    <a:gd name="connsiteX72" fmla="*/ 444228 w 756067"/>
                    <a:gd name="connsiteY72" fmla="*/ 734742 h 756041"/>
                    <a:gd name="connsiteX73" fmla="*/ 442404 w 756067"/>
                    <a:gd name="connsiteY73" fmla="*/ 701809 h 756041"/>
                    <a:gd name="connsiteX74" fmla="*/ 455138 w 756067"/>
                    <a:gd name="connsiteY74" fmla="*/ 684319 h 756041"/>
                    <a:gd name="connsiteX75" fmla="*/ 502168 w 756067"/>
                    <a:gd name="connsiteY75" fmla="*/ 668238 h 756041"/>
                    <a:gd name="connsiteX76" fmla="*/ 523004 w 756067"/>
                    <a:gd name="connsiteY76" fmla="*/ 674308 h 756041"/>
                    <a:gd name="connsiteX77" fmla="*/ 542125 w 756067"/>
                    <a:gd name="connsiteY77" fmla="*/ 702272 h 756041"/>
                    <a:gd name="connsiteX78" fmla="*/ 565905 w 756067"/>
                    <a:gd name="connsiteY78" fmla="*/ 706723 h 756041"/>
                    <a:gd name="connsiteX79" fmla="*/ 614275 w 756067"/>
                    <a:gd name="connsiteY79" fmla="*/ 673625 h 756041"/>
                    <a:gd name="connsiteX80" fmla="*/ 618727 w 756067"/>
                    <a:gd name="connsiteY80" fmla="*/ 649845 h 756041"/>
                    <a:gd name="connsiteX81" fmla="*/ 599297 w 756067"/>
                    <a:gd name="connsiteY81" fmla="*/ 621493 h 756041"/>
                    <a:gd name="connsiteX82" fmla="*/ 601048 w 756067"/>
                    <a:gd name="connsiteY82" fmla="*/ 599840 h 756041"/>
                    <a:gd name="connsiteX83" fmla="*/ 627956 w 756067"/>
                    <a:gd name="connsiteY83" fmla="*/ 568243 h 756041"/>
                    <a:gd name="connsiteX84" fmla="*/ 649046 w 756067"/>
                    <a:gd name="connsiteY84" fmla="*/ 563189 h 756041"/>
                    <a:gd name="connsiteX85" fmla="*/ 679863 w 756067"/>
                    <a:gd name="connsiteY85" fmla="*/ 578151 h 756041"/>
                    <a:gd name="connsiteX86" fmla="*/ 702714 w 756067"/>
                    <a:gd name="connsiteY86" fmla="*/ 570244 h 756041"/>
                    <a:gd name="connsiteX87" fmla="*/ 728344 w 756067"/>
                    <a:gd name="connsiteY87" fmla="*/ 517558 h 756041"/>
                    <a:gd name="connsiteX88" fmla="*/ 720432 w 756067"/>
                    <a:gd name="connsiteY88" fmla="*/ 494680 h 756041"/>
                    <a:gd name="connsiteX89" fmla="*/ 688752 w 756067"/>
                    <a:gd name="connsiteY89" fmla="*/ 479281 h 756041"/>
                    <a:gd name="connsiteX90" fmla="*/ 679606 w 756067"/>
                    <a:gd name="connsiteY90" fmla="*/ 459827 h 756041"/>
                    <a:gd name="connsiteX91" fmla="*/ 686717 w 756067"/>
                    <a:gd name="connsiteY91" fmla="*/ 422324 h 756041"/>
                    <a:gd name="connsiteX92" fmla="*/ 702727 w 756067"/>
                    <a:gd name="connsiteY92" fmla="*/ 407543 h 756041"/>
                    <a:gd name="connsiteX93" fmla="*/ 739889 w 756067"/>
                    <a:gd name="connsiteY93" fmla="*/ 405458 h 756041"/>
                    <a:gd name="connsiteX94" fmla="*/ 756041 w 756067"/>
                    <a:gd name="connsiteY94" fmla="*/ 387450 h 756041"/>
                    <a:gd name="connsiteX95" fmla="*/ 752774 w 756067"/>
                    <a:gd name="connsiteY95" fmla="*/ 328939 h 756041"/>
                    <a:gd name="connsiteX96" fmla="*/ 734744 w 756067"/>
                    <a:gd name="connsiteY96" fmla="*/ 312789 h 756041"/>
                    <a:gd name="connsiteX97" fmla="*/ 586013 w 756067"/>
                    <a:gd name="connsiteY97" fmla="*/ 366492 h 756041"/>
                    <a:gd name="connsiteX98" fmla="*/ 389524 w 756067"/>
                    <a:gd name="connsiteY98" fmla="*/ 586064 h 756041"/>
                    <a:gd name="connsiteX99" fmla="*/ 169953 w 756067"/>
                    <a:gd name="connsiteY99" fmla="*/ 389575 h 756041"/>
                    <a:gd name="connsiteX100" fmla="*/ 366442 w 756067"/>
                    <a:gd name="connsiteY100" fmla="*/ 170003 h 756041"/>
                    <a:gd name="connsiteX101" fmla="*/ 586013 w 756067"/>
                    <a:gd name="connsiteY101" fmla="*/ 366492 h 756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</a:cxnLst>
                  <a:rect l="l" t="t" r="r" b="b"/>
                  <a:pathLst>
                    <a:path w="756067" h="756041">
                      <a:moveTo>
                        <a:pt x="734744" y="312789"/>
                      </a:moveTo>
                      <a:lnTo>
                        <a:pt x="696035" y="314956"/>
                      </a:lnTo>
                      <a:cubicBezTo>
                        <a:pt x="688002" y="315386"/>
                        <a:pt x="680691" y="310202"/>
                        <a:pt x="678601" y="302405"/>
                      </a:cubicBezTo>
                      <a:cubicBezTo>
                        <a:pt x="673176" y="282086"/>
                        <a:pt x="665751" y="262606"/>
                        <a:pt x="656581" y="244198"/>
                      </a:cubicBezTo>
                      <a:cubicBezTo>
                        <a:pt x="652889" y="236822"/>
                        <a:pt x="655056" y="227911"/>
                        <a:pt x="661627" y="222952"/>
                      </a:cubicBezTo>
                      <a:lnTo>
                        <a:pt x="693553" y="198985"/>
                      </a:lnTo>
                      <a:cubicBezTo>
                        <a:pt x="701107" y="193320"/>
                        <a:pt x="702629" y="182597"/>
                        <a:pt x="696934" y="175019"/>
                      </a:cubicBezTo>
                      <a:lnTo>
                        <a:pt x="661754" y="128184"/>
                      </a:lnTo>
                      <a:cubicBezTo>
                        <a:pt x="656064" y="120633"/>
                        <a:pt x="645340" y="119111"/>
                        <a:pt x="637785" y="124775"/>
                      </a:cubicBezTo>
                      <a:lnTo>
                        <a:pt x="604519" y="149776"/>
                      </a:lnTo>
                      <a:cubicBezTo>
                        <a:pt x="597992" y="154675"/>
                        <a:pt x="588970" y="154223"/>
                        <a:pt x="582833" y="148850"/>
                      </a:cubicBezTo>
                      <a:cubicBezTo>
                        <a:pt x="577495" y="144199"/>
                        <a:pt x="571991" y="139712"/>
                        <a:pt x="566352" y="135410"/>
                      </a:cubicBezTo>
                      <a:cubicBezTo>
                        <a:pt x="559816" y="130457"/>
                        <a:pt x="557645" y="121635"/>
                        <a:pt x="561293" y="114293"/>
                      </a:cubicBezTo>
                      <a:lnTo>
                        <a:pt x="579610" y="77387"/>
                      </a:lnTo>
                      <a:cubicBezTo>
                        <a:pt x="583791" y="68921"/>
                        <a:pt x="580350" y="58659"/>
                        <a:pt x="571882" y="54452"/>
                      </a:cubicBezTo>
                      <a:lnTo>
                        <a:pt x="519399" y="28379"/>
                      </a:lnTo>
                      <a:cubicBezTo>
                        <a:pt x="510934" y="24199"/>
                        <a:pt x="500672" y="27639"/>
                        <a:pt x="496464" y="36109"/>
                      </a:cubicBezTo>
                      <a:lnTo>
                        <a:pt x="477898" y="73520"/>
                      </a:lnTo>
                      <a:cubicBezTo>
                        <a:pt x="474314" y="80741"/>
                        <a:pt x="466105" y="84538"/>
                        <a:pt x="458305" y="82469"/>
                      </a:cubicBezTo>
                      <a:cubicBezTo>
                        <a:pt x="446243" y="79245"/>
                        <a:pt x="433914" y="76746"/>
                        <a:pt x="421347" y="74998"/>
                      </a:cubicBezTo>
                      <a:cubicBezTo>
                        <a:pt x="413285" y="73872"/>
                        <a:pt x="407207" y="67150"/>
                        <a:pt x="406765" y="59038"/>
                      </a:cubicBezTo>
                      <a:lnTo>
                        <a:pt x="404374" y="16179"/>
                      </a:lnTo>
                      <a:cubicBezTo>
                        <a:pt x="403856" y="6736"/>
                        <a:pt x="395782" y="-488"/>
                        <a:pt x="386366" y="26"/>
                      </a:cubicBezTo>
                      <a:lnTo>
                        <a:pt x="327850" y="3266"/>
                      </a:lnTo>
                      <a:cubicBezTo>
                        <a:pt x="318413" y="3812"/>
                        <a:pt x="311184" y="11859"/>
                        <a:pt x="311700" y="21299"/>
                      </a:cubicBezTo>
                      <a:lnTo>
                        <a:pt x="314091" y="64159"/>
                      </a:lnTo>
                      <a:cubicBezTo>
                        <a:pt x="314538" y="72298"/>
                        <a:pt x="309197" y="79662"/>
                        <a:pt x="301332" y="81653"/>
                      </a:cubicBezTo>
                      <a:cubicBezTo>
                        <a:pt x="285948" y="85580"/>
                        <a:pt x="271043" y="90635"/>
                        <a:pt x="256688" y="96725"/>
                      </a:cubicBezTo>
                      <a:cubicBezTo>
                        <a:pt x="249227" y="99883"/>
                        <a:pt x="240549" y="97297"/>
                        <a:pt x="235982" y="90607"/>
                      </a:cubicBezTo>
                      <a:lnTo>
                        <a:pt x="212235" y="55936"/>
                      </a:lnTo>
                      <a:cubicBezTo>
                        <a:pt x="206915" y="48134"/>
                        <a:pt x="196252" y="46137"/>
                        <a:pt x="188455" y="51484"/>
                      </a:cubicBezTo>
                      <a:lnTo>
                        <a:pt x="140111" y="84578"/>
                      </a:lnTo>
                      <a:cubicBezTo>
                        <a:pt x="132314" y="89923"/>
                        <a:pt x="130313" y="100561"/>
                        <a:pt x="135659" y="108358"/>
                      </a:cubicBezTo>
                      <a:lnTo>
                        <a:pt x="159128" y="142663"/>
                      </a:lnTo>
                      <a:cubicBezTo>
                        <a:pt x="163727" y="149375"/>
                        <a:pt x="162982" y="158443"/>
                        <a:pt x="157251" y="164226"/>
                      </a:cubicBezTo>
                      <a:cubicBezTo>
                        <a:pt x="148132" y="173478"/>
                        <a:pt x="139567" y="183271"/>
                        <a:pt x="131653" y="193561"/>
                      </a:cubicBezTo>
                      <a:cubicBezTo>
                        <a:pt x="126759" y="199950"/>
                        <a:pt x="117960" y="201926"/>
                        <a:pt x="110720" y="198400"/>
                      </a:cubicBezTo>
                      <a:lnTo>
                        <a:pt x="73107" y="180113"/>
                      </a:lnTo>
                      <a:cubicBezTo>
                        <a:pt x="64624" y="175989"/>
                        <a:pt x="54378" y="179537"/>
                        <a:pt x="50256" y="188021"/>
                      </a:cubicBezTo>
                      <a:lnTo>
                        <a:pt x="24630" y="240733"/>
                      </a:lnTo>
                      <a:cubicBezTo>
                        <a:pt x="20512" y="249243"/>
                        <a:pt x="24055" y="259462"/>
                        <a:pt x="32543" y="263611"/>
                      </a:cubicBezTo>
                      <a:lnTo>
                        <a:pt x="69146" y="281401"/>
                      </a:lnTo>
                      <a:cubicBezTo>
                        <a:pt x="76528" y="284960"/>
                        <a:pt x="80342" y="293275"/>
                        <a:pt x="78205" y="301169"/>
                      </a:cubicBezTo>
                      <a:cubicBezTo>
                        <a:pt x="75096" y="312583"/>
                        <a:pt x="72629" y="324251"/>
                        <a:pt x="70824" y="336116"/>
                      </a:cubicBezTo>
                      <a:cubicBezTo>
                        <a:pt x="69628" y="344079"/>
                        <a:pt x="62916" y="350046"/>
                        <a:pt x="54888" y="350503"/>
                      </a:cubicBezTo>
                      <a:lnTo>
                        <a:pt x="16176" y="352643"/>
                      </a:lnTo>
                      <a:cubicBezTo>
                        <a:pt x="6734" y="353161"/>
                        <a:pt x="-491" y="361235"/>
                        <a:pt x="26" y="370676"/>
                      </a:cubicBezTo>
                      <a:lnTo>
                        <a:pt x="3267" y="429192"/>
                      </a:lnTo>
                      <a:cubicBezTo>
                        <a:pt x="3812" y="438629"/>
                        <a:pt x="11886" y="445855"/>
                        <a:pt x="21296" y="445315"/>
                      </a:cubicBezTo>
                      <a:lnTo>
                        <a:pt x="58488" y="443252"/>
                      </a:lnTo>
                      <a:cubicBezTo>
                        <a:pt x="66681" y="442796"/>
                        <a:pt x="74088" y="448240"/>
                        <a:pt x="76017" y="456225"/>
                      </a:cubicBezTo>
                      <a:cubicBezTo>
                        <a:pt x="80925" y="476571"/>
                        <a:pt x="87814" y="496110"/>
                        <a:pt x="96454" y="514630"/>
                      </a:cubicBezTo>
                      <a:cubicBezTo>
                        <a:pt x="99884" y="521912"/>
                        <a:pt x="97627" y="530591"/>
                        <a:pt x="91197" y="535419"/>
                      </a:cubicBezTo>
                      <a:lnTo>
                        <a:pt x="62407" y="557079"/>
                      </a:lnTo>
                      <a:cubicBezTo>
                        <a:pt x="54853" y="562743"/>
                        <a:pt x="53331" y="573467"/>
                        <a:pt x="58994" y="581022"/>
                      </a:cubicBezTo>
                      <a:lnTo>
                        <a:pt x="94204" y="627880"/>
                      </a:lnTo>
                      <a:cubicBezTo>
                        <a:pt x="99869" y="635436"/>
                        <a:pt x="110592" y="636957"/>
                        <a:pt x="118143" y="631266"/>
                      </a:cubicBezTo>
                      <a:lnTo>
                        <a:pt x="145718" y="610565"/>
                      </a:lnTo>
                      <a:cubicBezTo>
                        <a:pt x="152294" y="605631"/>
                        <a:pt x="161467" y="606005"/>
                        <a:pt x="167497" y="611559"/>
                      </a:cubicBezTo>
                      <a:cubicBezTo>
                        <a:pt x="173853" y="617444"/>
                        <a:pt x="180495" y="623064"/>
                        <a:pt x="187339" y="628406"/>
                      </a:cubicBezTo>
                      <a:cubicBezTo>
                        <a:pt x="193711" y="633357"/>
                        <a:pt x="195607" y="642170"/>
                        <a:pt x="192021" y="649390"/>
                      </a:cubicBezTo>
                      <a:lnTo>
                        <a:pt x="176459" y="680740"/>
                      </a:lnTo>
                      <a:cubicBezTo>
                        <a:pt x="172252" y="689208"/>
                        <a:pt x="175719" y="699467"/>
                        <a:pt x="184188" y="703675"/>
                      </a:cubicBezTo>
                      <a:lnTo>
                        <a:pt x="236665" y="729720"/>
                      </a:lnTo>
                      <a:cubicBezTo>
                        <a:pt x="245134" y="733927"/>
                        <a:pt x="255393" y="730460"/>
                        <a:pt x="259605" y="722017"/>
                      </a:cubicBezTo>
                      <a:lnTo>
                        <a:pt x="274770" y="691440"/>
                      </a:lnTo>
                      <a:cubicBezTo>
                        <a:pt x="278396" y="684131"/>
                        <a:pt x="286684" y="680321"/>
                        <a:pt x="294533" y="682520"/>
                      </a:cubicBezTo>
                      <a:cubicBezTo>
                        <a:pt x="307707" y="686198"/>
                        <a:pt x="321212" y="689028"/>
                        <a:pt x="335008" y="690936"/>
                      </a:cubicBezTo>
                      <a:cubicBezTo>
                        <a:pt x="343069" y="692062"/>
                        <a:pt x="349287" y="698625"/>
                        <a:pt x="349734" y="706764"/>
                      </a:cubicBezTo>
                      <a:lnTo>
                        <a:pt x="351559" y="739890"/>
                      </a:lnTo>
                      <a:cubicBezTo>
                        <a:pt x="352077" y="749332"/>
                        <a:pt x="360151" y="756556"/>
                        <a:pt x="369589" y="756013"/>
                      </a:cubicBezTo>
                      <a:lnTo>
                        <a:pt x="428105" y="752772"/>
                      </a:lnTo>
                      <a:cubicBezTo>
                        <a:pt x="437546" y="752254"/>
                        <a:pt x="444771" y="744180"/>
                        <a:pt x="444228" y="734742"/>
                      </a:cubicBezTo>
                      <a:lnTo>
                        <a:pt x="442404" y="701809"/>
                      </a:lnTo>
                      <a:cubicBezTo>
                        <a:pt x="441957" y="693669"/>
                        <a:pt x="447271" y="686310"/>
                        <a:pt x="455138" y="684319"/>
                      </a:cubicBezTo>
                      <a:cubicBezTo>
                        <a:pt x="471391" y="680172"/>
                        <a:pt x="487092" y="674798"/>
                        <a:pt x="502168" y="668238"/>
                      </a:cubicBezTo>
                      <a:cubicBezTo>
                        <a:pt x="509643" y="664996"/>
                        <a:pt x="518374" y="667573"/>
                        <a:pt x="523004" y="674308"/>
                      </a:cubicBezTo>
                      <a:lnTo>
                        <a:pt x="542125" y="702272"/>
                      </a:lnTo>
                      <a:cubicBezTo>
                        <a:pt x="547471" y="710068"/>
                        <a:pt x="558108" y="712069"/>
                        <a:pt x="565905" y="706723"/>
                      </a:cubicBezTo>
                      <a:lnTo>
                        <a:pt x="614275" y="673625"/>
                      </a:lnTo>
                      <a:cubicBezTo>
                        <a:pt x="622076" y="668304"/>
                        <a:pt x="624047" y="657646"/>
                        <a:pt x="618727" y="649845"/>
                      </a:cubicBezTo>
                      <a:lnTo>
                        <a:pt x="599297" y="621493"/>
                      </a:lnTo>
                      <a:cubicBezTo>
                        <a:pt x="594698" y="614780"/>
                        <a:pt x="595359" y="605700"/>
                        <a:pt x="601048" y="599840"/>
                      </a:cubicBezTo>
                      <a:cubicBezTo>
                        <a:pt x="610692" y="589930"/>
                        <a:pt x="619708" y="579355"/>
                        <a:pt x="627956" y="568243"/>
                      </a:cubicBezTo>
                      <a:cubicBezTo>
                        <a:pt x="632825" y="561694"/>
                        <a:pt x="641717" y="559620"/>
                        <a:pt x="649046" y="563189"/>
                      </a:cubicBezTo>
                      <a:lnTo>
                        <a:pt x="679863" y="578151"/>
                      </a:lnTo>
                      <a:cubicBezTo>
                        <a:pt x="688351" y="582300"/>
                        <a:pt x="698595" y="578754"/>
                        <a:pt x="702714" y="570244"/>
                      </a:cubicBezTo>
                      <a:lnTo>
                        <a:pt x="728344" y="517558"/>
                      </a:lnTo>
                      <a:cubicBezTo>
                        <a:pt x="732463" y="509048"/>
                        <a:pt x="728917" y="498802"/>
                        <a:pt x="720432" y="494680"/>
                      </a:cubicBezTo>
                      <a:lnTo>
                        <a:pt x="688752" y="479281"/>
                      </a:lnTo>
                      <a:cubicBezTo>
                        <a:pt x="681487" y="475758"/>
                        <a:pt x="677622" y="467643"/>
                        <a:pt x="679606" y="459827"/>
                      </a:cubicBezTo>
                      <a:cubicBezTo>
                        <a:pt x="682722" y="447591"/>
                        <a:pt x="685104" y="435059"/>
                        <a:pt x="686717" y="422324"/>
                      </a:cubicBezTo>
                      <a:cubicBezTo>
                        <a:pt x="687749" y="414196"/>
                        <a:pt x="694531" y="407971"/>
                        <a:pt x="702727" y="407543"/>
                      </a:cubicBezTo>
                      <a:lnTo>
                        <a:pt x="739889" y="405458"/>
                      </a:lnTo>
                      <a:cubicBezTo>
                        <a:pt x="749329" y="404940"/>
                        <a:pt x="756555" y="396866"/>
                        <a:pt x="756041" y="387450"/>
                      </a:cubicBezTo>
                      <a:lnTo>
                        <a:pt x="752774" y="328939"/>
                      </a:lnTo>
                      <a:cubicBezTo>
                        <a:pt x="752260" y="319498"/>
                        <a:pt x="744186" y="312272"/>
                        <a:pt x="734744" y="312789"/>
                      </a:cubicBezTo>
                      <a:close/>
                      <a:moveTo>
                        <a:pt x="586013" y="366492"/>
                      </a:moveTo>
                      <a:cubicBezTo>
                        <a:pt x="592372" y="481381"/>
                        <a:pt x="504413" y="579705"/>
                        <a:pt x="389524" y="586064"/>
                      </a:cubicBezTo>
                      <a:cubicBezTo>
                        <a:pt x="274608" y="592427"/>
                        <a:pt x="176312" y="504464"/>
                        <a:pt x="169953" y="389575"/>
                      </a:cubicBezTo>
                      <a:cubicBezTo>
                        <a:pt x="163562" y="274664"/>
                        <a:pt x="251553" y="176362"/>
                        <a:pt x="366442" y="170003"/>
                      </a:cubicBezTo>
                      <a:cubicBezTo>
                        <a:pt x="481326" y="163616"/>
                        <a:pt x="579654" y="251602"/>
                        <a:pt x="586013" y="36649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776EB12F-192B-8921-201A-1B379E3673C9}"/>
                    </a:ext>
                  </a:extLst>
                </p:cNvPr>
                <p:cNvSpPr/>
                <p:nvPr/>
              </p:nvSpPr>
              <p:spPr>
                <a:xfrm>
                  <a:off x="172271" y="3299335"/>
                  <a:ext cx="759773" cy="759748"/>
                </a:xfrm>
                <a:custGeom>
                  <a:avLst/>
                  <a:gdLst>
                    <a:gd name="connsiteX0" fmla="*/ 370432 w 759773"/>
                    <a:gd name="connsiteY0" fmla="*/ 759749 h 759748"/>
                    <a:gd name="connsiteX1" fmla="*/ 357856 w 759773"/>
                    <a:gd name="connsiteY1" fmla="*/ 754939 h 759748"/>
                    <a:gd name="connsiteX2" fmla="*/ 351562 w 759773"/>
                    <a:gd name="connsiteY2" fmla="*/ 741846 h 759748"/>
                    <a:gd name="connsiteX3" fmla="*/ 349737 w 759773"/>
                    <a:gd name="connsiteY3" fmla="*/ 708722 h 759748"/>
                    <a:gd name="connsiteX4" fmla="*/ 336606 w 759773"/>
                    <a:gd name="connsiteY4" fmla="*/ 694627 h 759748"/>
                    <a:gd name="connsiteX5" fmla="*/ 295888 w 759773"/>
                    <a:gd name="connsiteY5" fmla="*/ 686161 h 759748"/>
                    <a:gd name="connsiteX6" fmla="*/ 278285 w 759773"/>
                    <a:gd name="connsiteY6" fmla="*/ 694119 h 759748"/>
                    <a:gd name="connsiteX7" fmla="*/ 263119 w 759773"/>
                    <a:gd name="connsiteY7" fmla="*/ 724696 h 759748"/>
                    <a:gd name="connsiteX8" fmla="*/ 237694 w 759773"/>
                    <a:gd name="connsiteY8" fmla="*/ 733234 h 759748"/>
                    <a:gd name="connsiteX9" fmla="*/ 185216 w 759773"/>
                    <a:gd name="connsiteY9" fmla="*/ 707187 h 759748"/>
                    <a:gd name="connsiteX10" fmla="*/ 175665 w 759773"/>
                    <a:gd name="connsiteY10" fmla="*/ 696252 h 759748"/>
                    <a:gd name="connsiteX11" fmla="*/ 176651 w 759773"/>
                    <a:gd name="connsiteY11" fmla="*/ 681768 h 759748"/>
                    <a:gd name="connsiteX12" fmla="*/ 192212 w 759773"/>
                    <a:gd name="connsiteY12" fmla="*/ 650418 h 759748"/>
                    <a:gd name="connsiteX13" fmla="*/ 188053 w 759773"/>
                    <a:gd name="connsiteY13" fmla="*/ 631722 h 759748"/>
                    <a:gd name="connsiteX14" fmla="*/ 168090 w 759773"/>
                    <a:gd name="connsiteY14" fmla="*/ 614772 h 759748"/>
                    <a:gd name="connsiteX15" fmla="*/ 148682 w 759773"/>
                    <a:gd name="connsiteY15" fmla="*/ 613902 h 759748"/>
                    <a:gd name="connsiteX16" fmla="*/ 121109 w 759773"/>
                    <a:gd name="connsiteY16" fmla="*/ 634603 h 759748"/>
                    <a:gd name="connsiteX17" fmla="*/ 107055 w 759773"/>
                    <a:gd name="connsiteY17" fmla="*/ 638229 h 759748"/>
                    <a:gd name="connsiteX18" fmla="*/ 94574 w 759773"/>
                    <a:gd name="connsiteY18" fmla="*/ 630846 h 759748"/>
                    <a:gd name="connsiteX19" fmla="*/ 59365 w 759773"/>
                    <a:gd name="connsiteY19" fmla="*/ 583990 h 759748"/>
                    <a:gd name="connsiteX20" fmla="*/ 55761 w 759773"/>
                    <a:gd name="connsiteY20" fmla="*/ 569934 h 759748"/>
                    <a:gd name="connsiteX21" fmla="*/ 63149 w 759773"/>
                    <a:gd name="connsiteY21" fmla="*/ 557450 h 759748"/>
                    <a:gd name="connsiteX22" fmla="*/ 91937 w 759773"/>
                    <a:gd name="connsiteY22" fmla="*/ 535791 h 759748"/>
                    <a:gd name="connsiteX23" fmla="*/ 96631 w 759773"/>
                    <a:gd name="connsiteY23" fmla="*/ 517274 h 759748"/>
                    <a:gd name="connsiteX24" fmla="*/ 76070 w 759773"/>
                    <a:gd name="connsiteY24" fmla="*/ 458516 h 759748"/>
                    <a:gd name="connsiteX25" fmla="*/ 60446 w 759773"/>
                    <a:gd name="connsiteY25" fmla="*/ 446958 h 759748"/>
                    <a:gd name="connsiteX26" fmla="*/ 23253 w 759773"/>
                    <a:gd name="connsiteY26" fmla="*/ 449021 h 759748"/>
                    <a:gd name="connsiteX27" fmla="*/ 3270 w 759773"/>
                    <a:gd name="connsiteY27" fmla="*/ 431154 h 759748"/>
                    <a:gd name="connsiteX28" fmla="*/ 29 w 759773"/>
                    <a:gd name="connsiteY28" fmla="*/ 372633 h 759748"/>
                    <a:gd name="connsiteX29" fmla="*/ 4839 w 759773"/>
                    <a:gd name="connsiteY29" fmla="*/ 358931 h 759748"/>
                    <a:gd name="connsiteX30" fmla="*/ 17928 w 759773"/>
                    <a:gd name="connsiteY30" fmla="*/ 352646 h 759748"/>
                    <a:gd name="connsiteX31" fmla="*/ 56640 w 759773"/>
                    <a:gd name="connsiteY31" fmla="*/ 350505 h 759748"/>
                    <a:gd name="connsiteX32" fmla="*/ 70846 w 759773"/>
                    <a:gd name="connsiteY32" fmla="*/ 337694 h 759748"/>
                    <a:gd name="connsiteX33" fmla="*/ 78272 w 759773"/>
                    <a:gd name="connsiteY33" fmla="*/ 302536 h 759748"/>
                    <a:gd name="connsiteX34" fmla="*/ 70196 w 759773"/>
                    <a:gd name="connsiteY34" fmla="*/ 284925 h 759748"/>
                    <a:gd name="connsiteX35" fmla="*/ 33587 w 759773"/>
                    <a:gd name="connsiteY35" fmla="*/ 267133 h 759748"/>
                    <a:gd name="connsiteX36" fmla="*/ 24817 w 759773"/>
                    <a:gd name="connsiteY36" fmla="*/ 241779 h 759748"/>
                    <a:gd name="connsiteX37" fmla="*/ 50444 w 759773"/>
                    <a:gd name="connsiteY37" fmla="*/ 189065 h 759748"/>
                    <a:gd name="connsiteX38" fmla="*/ 61296 w 759773"/>
                    <a:gd name="connsiteY38" fmla="*/ 179442 h 759748"/>
                    <a:gd name="connsiteX39" fmla="*/ 75775 w 759773"/>
                    <a:gd name="connsiteY39" fmla="*/ 180300 h 759748"/>
                    <a:gd name="connsiteX40" fmla="*/ 113388 w 759773"/>
                    <a:gd name="connsiteY40" fmla="*/ 198585 h 759748"/>
                    <a:gd name="connsiteX41" fmla="*/ 132038 w 759773"/>
                    <a:gd name="connsiteY41" fmla="*/ 194287 h 759748"/>
                    <a:gd name="connsiteX42" fmla="*/ 157787 w 759773"/>
                    <a:gd name="connsiteY42" fmla="*/ 164778 h 759748"/>
                    <a:gd name="connsiteX43" fmla="*/ 159455 w 759773"/>
                    <a:gd name="connsiteY43" fmla="*/ 145563 h 759748"/>
                    <a:gd name="connsiteX44" fmla="*/ 135984 w 759773"/>
                    <a:gd name="connsiteY44" fmla="*/ 111259 h 759748"/>
                    <a:gd name="connsiteX45" fmla="*/ 140917 w 759773"/>
                    <a:gd name="connsiteY45" fmla="*/ 84902 h 759748"/>
                    <a:gd name="connsiteX46" fmla="*/ 189264 w 759773"/>
                    <a:gd name="connsiteY46" fmla="*/ 51807 h 759748"/>
                    <a:gd name="connsiteX47" fmla="*/ 203479 w 759773"/>
                    <a:gd name="connsiteY47" fmla="*/ 48812 h 759748"/>
                    <a:gd name="connsiteX48" fmla="*/ 215620 w 759773"/>
                    <a:gd name="connsiteY48" fmla="*/ 56745 h 759748"/>
                    <a:gd name="connsiteX49" fmla="*/ 239365 w 759773"/>
                    <a:gd name="connsiteY49" fmla="*/ 91412 h 759748"/>
                    <a:gd name="connsiteX50" fmla="*/ 257818 w 759773"/>
                    <a:gd name="connsiteY50" fmla="*/ 96872 h 759748"/>
                    <a:gd name="connsiteX51" fmla="*/ 302727 w 759773"/>
                    <a:gd name="connsiteY51" fmla="*/ 81710 h 759748"/>
                    <a:gd name="connsiteX52" fmla="*/ 314094 w 759773"/>
                    <a:gd name="connsiteY52" fmla="*/ 66113 h 759748"/>
                    <a:gd name="connsiteX53" fmla="*/ 311703 w 759773"/>
                    <a:gd name="connsiteY53" fmla="*/ 23254 h 759748"/>
                    <a:gd name="connsiteX54" fmla="*/ 329596 w 759773"/>
                    <a:gd name="connsiteY54" fmla="*/ 3266 h 759748"/>
                    <a:gd name="connsiteX55" fmla="*/ 388116 w 759773"/>
                    <a:gd name="connsiteY55" fmla="*/ 25 h 759748"/>
                    <a:gd name="connsiteX56" fmla="*/ 408077 w 759773"/>
                    <a:gd name="connsiteY56" fmla="*/ 17929 h 759748"/>
                    <a:gd name="connsiteX57" fmla="*/ 410468 w 759773"/>
                    <a:gd name="connsiteY57" fmla="*/ 60786 h 759748"/>
                    <a:gd name="connsiteX58" fmla="*/ 423455 w 759773"/>
                    <a:gd name="connsiteY58" fmla="*/ 75013 h 759748"/>
                    <a:gd name="connsiteX59" fmla="*/ 460636 w 759773"/>
                    <a:gd name="connsiteY59" fmla="*/ 82529 h 759748"/>
                    <a:gd name="connsiteX60" fmla="*/ 478090 w 759773"/>
                    <a:gd name="connsiteY60" fmla="*/ 74547 h 759748"/>
                    <a:gd name="connsiteX61" fmla="*/ 496654 w 759773"/>
                    <a:gd name="connsiteY61" fmla="*/ 37136 h 759748"/>
                    <a:gd name="connsiteX62" fmla="*/ 522070 w 759773"/>
                    <a:gd name="connsiteY62" fmla="*/ 28569 h 759748"/>
                    <a:gd name="connsiteX63" fmla="*/ 574556 w 759773"/>
                    <a:gd name="connsiteY63" fmla="*/ 54643 h 759748"/>
                    <a:gd name="connsiteX64" fmla="*/ 583123 w 759773"/>
                    <a:gd name="connsiteY64" fmla="*/ 80059 h 759748"/>
                    <a:gd name="connsiteX65" fmla="*/ 564803 w 759773"/>
                    <a:gd name="connsiteY65" fmla="*/ 116970 h 759748"/>
                    <a:gd name="connsiteX66" fmla="*/ 569321 w 759773"/>
                    <a:gd name="connsiteY66" fmla="*/ 135784 h 759748"/>
                    <a:gd name="connsiteX67" fmla="*/ 585899 w 759773"/>
                    <a:gd name="connsiteY67" fmla="*/ 149305 h 759748"/>
                    <a:gd name="connsiteX68" fmla="*/ 605254 w 759773"/>
                    <a:gd name="connsiteY68" fmla="*/ 150147 h 759748"/>
                    <a:gd name="connsiteX69" fmla="*/ 638521 w 759773"/>
                    <a:gd name="connsiteY69" fmla="*/ 125146 h 759748"/>
                    <a:gd name="connsiteX70" fmla="*/ 665085 w 759773"/>
                    <a:gd name="connsiteY70" fmla="*/ 128921 h 759748"/>
                    <a:gd name="connsiteX71" fmla="*/ 700266 w 759773"/>
                    <a:gd name="connsiteY71" fmla="*/ 175759 h 759748"/>
                    <a:gd name="connsiteX72" fmla="*/ 703895 w 759773"/>
                    <a:gd name="connsiteY72" fmla="*/ 189851 h 759748"/>
                    <a:gd name="connsiteX73" fmla="*/ 696514 w 759773"/>
                    <a:gd name="connsiteY73" fmla="*/ 202320 h 759748"/>
                    <a:gd name="connsiteX74" fmla="*/ 664589 w 759773"/>
                    <a:gd name="connsiteY74" fmla="*/ 226285 h 759748"/>
                    <a:gd name="connsiteX75" fmla="*/ 660086 w 759773"/>
                    <a:gd name="connsiteY75" fmla="*/ 245220 h 759748"/>
                    <a:gd name="connsiteX76" fmla="*/ 682240 w 759773"/>
                    <a:gd name="connsiteY76" fmla="*/ 303779 h 759748"/>
                    <a:gd name="connsiteX77" fmla="*/ 697784 w 759773"/>
                    <a:gd name="connsiteY77" fmla="*/ 314956 h 759748"/>
                    <a:gd name="connsiteX78" fmla="*/ 736489 w 759773"/>
                    <a:gd name="connsiteY78" fmla="*/ 312789 h 759748"/>
                    <a:gd name="connsiteX79" fmla="*/ 750191 w 759773"/>
                    <a:gd name="connsiteY79" fmla="*/ 317599 h 759748"/>
                    <a:gd name="connsiteX80" fmla="*/ 756477 w 759773"/>
                    <a:gd name="connsiteY80" fmla="*/ 330687 h 759748"/>
                    <a:gd name="connsiteX81" fmla="*/ 759745 w 759773"/>
                    <a:gd name="connsiteY81" fmla="*/ 389197 h 759748"/>
                    <a:gd name="connsiteX82" fmla="*/ 741842 w 759773"/>
                    <a:gd name="connsiteY82" fmla="*/ 409158 h 759748"/>
                    <a:gd name="connsiteX83" fmla="*/ 704683 w 759773"/>
                    <a:gd name="connsiteY83" fmla="*/ 411243 h 759748"/>
                    <a:gd name="connsiteX84" fmla="*/ 690409 w 759773"/>
                    <a:gd name="connsiteY84" fmla="*/ 424407 h 759748"/>
                    <a:gd name="connsiteX85" fmla="*/ 683256 w 759773"/>
                    <a:gd name="connsiteY85" fmla="*/ 462133 h 759748"/>
                    <a:gd name="connsiteX86" fmla="*/ 691414 w 759773"/>
                    <a:gd name="connsiteY86" fmla="*/ 479461 h 759748"/>
                    <a:gd name="connsiteX87" fmla="*/ 723095 w 759773"/>
                    <a:gd name="connsiteY87" fmla="*/ 494861 h 759748"/>
                    <a:gd name="connsiteX88" fmla="*/ 731865 w 759773"/>
                    <a:gd name="connsiteY88" fmla="*/ 520215 h 759748"/>
                    <a:gd name="connsiteX89" fmla="*/ 706234 w 759773"/>
                    <a:gd name="connsiteY89" fmla="*/ 572903 h 759748"/>
                    <a:gd name="connsiteX90" fmla="*/ 695376 w 759773"/>
                    <a:gd name="connsiteY90" fmla="*/ 582549 h 759748"/>
                    <a:gd name="connsiteX91" fmla="*/ 680902 w 759773"/>
                    <a:gd name="connsiteY91" fmla="*/ 581666 h 759748"/>
                    <a:gd name="connsiteX92" fmla="*/ 650089 w 759773"/>
                    <a:gd name="connsiteY92" fmla="*/ 566705 h 759748"/>
                    <a:gd name="connsiteX93" fmla="*/ 631297 w 759773"/>
                    <a:gd name="connsiteY93" fmla="*/ 571198 h 759748"/>
                    <a:gd name="connsiteX94" fmla="*/ 604230 w 759773"/>
                    <a:gd name="connsiteY94" fmla="*/ 602982 h 759748"/>
                    <a:gd name="connsiteX95" fmla="*/ 602678 w 759773"/>
                    <a:gd name="connsiteY95" fmla="*/ 622294 h 759748"/>
                    <a:gd name="connsiteX96" fmla="*/ 622106 w 759773"/>
                    <a:gd name="connsiteY96" fmla="*/ 650646 h 759748"/>
                    <a:gd name="connsiteX97" fmla="*/ 625095 w 759773"/>
                    <a:gd name="connsiteY97" fmla="*/ 664854 h 759748"/>
                    <a:gd name="connsiteX98" fmla="*/ 617170 w 759773"/>
                    <a:gd name="connsiteY98" fmla="*/ 677004 h 759748"/>
                    <a:gd name="connsiteX99" fmla="*/ 568801 w 759773"/>
                    <a:gd name="connsiteY99" fmla="*/ 710101 h 759748"/>
                    <a:gd name="connsiteX100" fmla="*/ 542445 w 759773"/>
                    <a:gd name="connsiteY100" fmla="*/ 705168 h 759748"/>
                    <a:gd name="connsiteX101" fmla="*/ 523323 w 759773"/>
                    <a:gd name="connsiteY101" fmla="*/ 677202 h 759748"/>
                    <a:gd name="connsiteX102" fmla="*/ 504757 w 759773"/>
                    <a:gd name="connsiteY102" fmla="*/ 671787 h 759748"/>
                    <a:gd name="connsiteX103" fmla="*/ 457448 w 759773"/>
                    <a:gd name="connsiteY103" fmla="*/ 687964 h 759748"/>
                    <a:gd name="connsiteX104" fmla="*/ 446108 w 759773"/>
                    <a:gd name="connsiteY104" fmla="*/ 703557 h 759748"/>
                    <a:gd name="connsiteX105" fmla="*/ 447929 w 759773"/>
                    <a:gd name="connsiteY105" fmla="*/ 736489 h 759748"/>
                    <a:gd name="connsiteX106" fmla="*/ 443151 w 759773"/>
                    <a:gd name="connsiteY106" fmla="*/ 750178 h 759748"/>
                    <a:gd name="connsiteX107" fmla="*/ 430058 w 759773"/>
                    <a:gd name="connsiteY107" fmla="*/ 756472 h 759748"/>
                    <a:gd name="connsiteX108" fmla="*/ 371543 w 759773"/>
                    <a:gd name="connsiteY108" fmla="*/ 759712 h 759748"/>
                    <a:gd name="connsiteX109" fmla="*/ 370432 w 759773"/>
                    <a:gd name="connsiteY109" fmla="*/ 759749 h 759748"/>
                    <a:gd name="connsiteX110" fmla="*/ 291892 w 759773"/>
                    <a:gd name="connsiteY110" fmla="*/ 681901 h 759748"/>
                    <a:gd name="connsiteX111" fmla="*/ 296887 w 759773"/>
                    <a:gd name="connsiteY111" fmla="*/ 682589 h 759748"/>
                    <a:gd name="connsiteX112" fmla="*/ 337115 w 759773"/>
                    <a:gd name="connsiteY112" fmla="*/ 690953 h 759748"/>
                    <a:gd name="connsiteX113" fmla="*/ 353439 w 759773"/>
                    <a:gd name="connsiteY113" fmla="*/ 708516 h 759748"/>
                    <a:gd name="connsiteX114" fmla="*/ 355264 w 759773"/>
                    <a:gd name="connsiteY114" fmla="*/ 741640 h 759748"/>
                    <a:gd name="connsiteX115" fmla="*/ 360326 w 759773"/>
                    <a:gd name="connsiteY115" fmla="*/ 752173 h 759748"/>
                    <a:gd name="connsiteX116" fmla="*/ 371336 w 759773"/>
                    <a:gd name="connsiteY116" fmla="*/ 756014 h 759748"/>
                    <a:gd name="connsiteX117" fmla="*/ 429857 w 759773"/>
                    <a:gd name="connsiteY117" fmla="*/ 752772 h 759748"/>
                    <a:gd name="connsiteX118" fmla="*/ 440390 w 759773"/>
                    <a:gd name="connsiteY118" fmla="*/ 747710 h 759748"/>
                    <a:gd name="connsiteX119" fmla="*/ 444231 w 759773"/>
                    <a:gd name="connsiteY119" fmla="*/ 736700 h 759748"/>
                    <a:gd name="connsiteX120" fmla="*/ 442408 w 759773"/>
                    <a:gd name="connsiteY120" fmla="*/ 703761 h 759748"/>
                    <a:gd name="connsiteX121" fmla="*/ 456536 w 759773"/>
                    <a:gd name="connsiteY121" fmla="*/ 684371 h 759748"/>
                    <a:gd name="connsiteX122" fmla="*/ 503281 w 759773"/>
                    <a:gd name="connsiteY122" fmla="*/ 668388 h 759748"/>
                    <a:gd name="connsiteX123" fmla="*/ 526384 w 759773"/>
                    <a:gd name="connsiteY123" fmla="*/ 675107 h 759748"/>
                    <a:gd name="connsiteX124" fmla="*/ 545508 w 759773"/>
                    <a:gd name="connsiteY124" fmla="*/ 703073 h 759748"/>
                    <a:gd name="connsiteX125" fmla="*/ 555289 w 759773"/>
                    <a:gd name="connsiteY125" fmla="*/ 709453 h 759748"/>
                    <a:gd name="connsiteX126" fmla="*/ 566709 w 759773"/>
                    <a:gd name="connsiteY126" fmla="*/ 707043 h 759748"/>
                    <a:gd name="connsiteX127" fmla="*/ 615082 w 759773"/>
                    <a:gd name="connsiteY127" fmla="*/ 673946 h 759748"/>
                    <a:gd name="connsiteX128" fmla="*/ 621452 w 759773"/>
                    <a:gd name="connsiteY128" fmla="*/ 664177 h 759748"/>
                    <a:gd name="connsiteX129" fmla="*/ 619048 w 759773"/>
                    <a:gd name="connsiteY129" fmla="*/ 652742 h 759748"/>
                    <a:gd name="connsiteX130" fmla="*/ 599623 w 759773"/>
                    <a:gd name="connsiteY130" fmla="*/ 624393 h 759748"/>
                    <a:gd name="connsiteX131" fmla="*/ 601575 w 759773"/>
                    <a:gd name="connsiteY131" fmla="*/ 600401 h 759748"/>
                    <a:gd name="connsiteX132" fmla="*/ 628322 w 759773"/>
                    <a:gd name="connsiteY132" fmla="*/ 568991 h 759748"/>
                    <a:gd name="connsiteX133" fmla="*/ 651712 w 759773"/>
                    <a:gd name="connsiteY133" fmla="*/ 563376 h 759748"/>
                    <a:gd name="connsiteX134" fmla="*/ 682528 w 759773"/>
                    <a:gd name="connsiteY134" fmla="*/ 578338 h 759748"/>
                    <a:gd name="connsiteX135" fmla="*/ 694169 w 759773"/>
                    <a:gd name="connsiteY135" fmla="*/ 579050 h 759748"/>
                    <a:gd name="connsiteX136" fmla="*/ 702901 w 759773"/>
                    <a:gd name="connsiteY136" fmla="*/ 571291 h 759748"/>
                    <a:gd name="connsiteX137" fmla="*/ 728534 w 759773"/>
                    <a:gd name="connsiteY137" fmla="*/ 518603 h 759748"/>
                    <a:gd name="connsiteX138" fmla="*/ 721478 w 759773"/>
                    <a:gd name="connsiteY138" fmla="*/ 498201 h 759748"/>
                    <a:gd name="connsiteX139" fmla="*/ 689798 w 759773"/>
                    <a:gd name="connsiteY139" fmla="*/ 482801 h 759748"/>
                    <a:gd name="connsiteX140" fmla="*/ 679667 w 759773"/>
                    <a:gd name="connsiteY140" fmla="*/ 461223 h 759748"/>
                    <a:gd name="connsiteX141" fmla="*/ 686734 w 759773"/>
                    <a:gd name="connsiteY141" fmla="*/ 423944 h 759748"/>
                    <a:gd name="connsiteX142" fmla="*/ 704486 w 759773"/>
                    <a:gd name="connsiteY142" fmla="*/ 407544 h 759748"/>
                    <a:gd name="connsiteX143" fmla="*/ 741640 w 759773"/>
                    <a:gd name="connsiteY143" fmla="*/ 405459 h 759748"/>
                    <a:gd name="connsiteX144" fmla="*/ 756046 w 759773"/>
                    <a:gd name="connsiteY144" fmla="*/ 389405 h 759748"/>
                    <a:gd name="connsiteX145" fmla="*/ 752779 w 759773"/>
                    <a:gd name="connsiteY145" fmla="*/ 330895 h 759748"/>
                    <a:gd name="connsiteX146" fmla="*/ 747723 w 759773"/>
                    <a:gd name="connsiteY146" fmla="*/ 320364 h 759748"/>
                    <a:gd name="connsiteX147" fmla="*/ 736700 w 759773"/>
                    <a:gd name="connsiteY147" fmla="*/ 316494 h 759748"/>
                    <a:gd name="connsiteX148" fmla="*/ 697991 w 759773"/>
                    <a:gd name="connsiteY148" fmla="*/ 318661 h 759748"/>
                    <a:gd name="connsiteX149" fmla="*/ 678663 w 759773"/>
                    <a:gd name="connsiteY149" fmla="*/ 304739 h 759748"/>
                    <a:gd name="connsiteX150" fmla="*/ 656774 w 759773"/>
                    <a:gd name="connsiteY150" fmla="*/ 246879 h 759748"/>
                    <a:gd name="connsiteX151" fmla="*/ 662363 w 759773"/>
                    <a:gd name="connsiteY151" fmla="*/ 223324 h 759748"/>
                    <a:gd name="connsiteX152" fmla="*/ 694293 w 759773"/>
                    <a:gd name="connsiteY152" fmla="*/ 199355 h 759748"/>
                    <a:gd name="connsiteX153" fmla="*/ 700228 w 759773"/>
                    <a:gd name="connsiteY153" fmla="*/ 189330 h 759748"/>
                    <a:gd name="connsiteX154" fmla="*/ 697307 w 759773"/>
                    <a:gd name="connsiteY154" fmla="*/ 177987 h 759748"/>
                    <a:gd name="connsiteX155" fmla="*/ 662126 w 759773"/>
                    <a:gd name="connsiteY155" fmla="*/ 131151 h 759748"/>
                    <a:gd name="connsiteX156" fmla="*/ 640751 w 759773"/>
                    <a:gd name="connsiteY156" fmla="*/ 128112 h 759748"/>
                    <a:gd name="connsiteX157" fmla="*/ 607486 w 759773"/>
                    <a:gd name="connsiteY157" fmla="*/ 153113 h 759748"/>
                    <a:gd name="connsiteX158" fmla="*/ 583467 w 759773"/>
                    <a:gd name="connsiteY158" fmla="*/ 152100 h 759748"/>
                    <a:gd name="connsiteX159" fmla="*/ 567083 w 759773"/>
                    <a:gd name="connsiteY159" fmla="*/ 138739 h 759748"/>
                    <a:gd name="connsiteX160" fmla="*/ 561488 w 759773"/>
                    <a:gd name="connsiteY160" fmla="*/ 115323 h 759748"/>
                    <a:gd name="connsiteX161" fmla="*/ 579805 w 759773"/>
                    <a:gd name="connsiteY161" fmla="*/ 78417 h 759748"/>
                    <a:gd name="connsiteX162" fmla="*/ 572912 w 759773"/>
                    <a:gd name="connsiteY162" fmla="*/ 57966 h 759748"/>
                    <a:gd name="connsiteX163" fmla="*/ 520430 w 759773"/>
                    <a:gd name="connsiteY163" fmla="*/ 31894 h 759748"/>
                    <a:gd name="connsiteX164" fmla="*/ 499980 w 759773"/>
                    <a:gd name="connsiteY164" fmla="*/ 38787 h 759748"/>
                    <a:gd name="connsiteX165" fmla="*/ 481416 w 759773"/>
                    <a:gd name="connsiteY165" fmla="*/ 76197 h 759748"/>
                    <a:gd name="connsiteX166" fmla="*/ 459686 w 759773"/>
                    <a:gd name="connsiteY166" fmla="*/ 86114 h 759748"/>
                    <a:gd name="connsiteX167" fmla="*/ 422948 w 759773"/>
                    <a:gd name="connsiteY167" fmla="*/ 78688 h 759748"/>
                    <a:gd name="connsiteX168" fmla="*/ 406769 w 759773"/>
                    <a:gd name="connsiteY168" fmla="*/ 60992 h 759748"/>
                    <a:gd name="connsiteX169" fmla="*/ 404379 w 759773"/>
                    <a:gd name="connsiteY169" fmla="*/ 18135 h 759748"/>
                    <a:gd name="connsiteX170" fmla="*/ 388324 w 759773"/>
                    <a:gd name="connsiteY170" fmla="*/ 3729 h 759748"/>
                    <a:gd name="connsiteX171" fmla="*/ 329810 w 759773"/>
                    <a:gd name="connsiteY171" fmla="*/ 6969 h 759748"/>
                    <a:gd name="connsiteX172" fmla="*/ 315410 w 759773"/>
                    <a:gd name="connsiteY172" fmla="*/ 23051 h 759748"/>
                    <a:gd name="connsiteX173" fmla="*/ 317801 w 759773"/>
                    <a:gd name="connsiteY173" fmla="*/ 65910 h 759748"/>
                    <a:gd name="connsiteX174" fmla="*/ 303645 w 759773"/>
                    <a:gd name="connsiteY174" fmla="*/ 85305 h 759748"/>
                    <a:gd name="connsiteX175" fmla="*/ 259269 w 759773"/>
                    <a:gd name="connsiteY175" fmla="*/ 100286 h 759748"/>
                    <a:gd name="connsiteX176" fmla="*/ 236307 w 759773"/>
                    <a:gd name="connsiteY176" fmla="*/ 93506 h 759748"/>
                    <a:gd name="connsiteX177" fmla="*/ 212562 w 759773"/>
                    <a:gd name="connsiteY177" fmla="*/ 58838 h 759748"/>
                    <a:gd name="connsiteX178" fmla="*/ 202798 w 759773"/>
                    <a:gd name="connsiteY178" fmla="*/ 52457 h 759748"/>
                    <a:gd name="connsiteX179" fmla="*/ 191361 w 759773"/>
                    <a:gd name="connsiteY179" fmla="*/ 54867 h 759748"/>
                    <a:gd name="connsiteX180" fmla="*/ 143015 w 759773"/>
                    <a:gd name="connsiteY180" fmla="*/ 87960 h 759748"/>
                    <a:gd name="connsiteX181" fmla="*/ 139045 w 759773"/>
                    <a:gd name="connsiteY181" fmla="*/ 109163 h 759748"/>
                    <a:gd name="connsiteX182" fmla="*/ 162516 w 759773"/>
                    <a:gd name="connsiteY182" fmla="*/ 143469 h 759748"/>
                    <a:gd name="connsiteX183" fmla="*/ 160427 w 759773"/>
                    <a:gd name="connsiteY183" fmla="*/ 167384 h 759748"/>
                    <a:gd name="connsiteX184" fmla="*/ 134980 w 759773"/>
                    <a:gd name="connsiteY184" fmla="*/ 196545 h 759748"/>
                    <a:gd name="connsiteX185" fmla="*/ 111766 w 759773"/>
                    <a:gd name="connsiteY185" fmla="*/ 201919 h 759748"/>
                    <a:gd name="connsiteX186" fmla="*/ 74154 w 759773"/>
                    <a:gd name="connsiteY186" fmla="*/ 183634 h 759748"/>
                    <a:gd name="connsiteX187" fmla="*/ 53780 w 759773"/>
                    <a:gd name="connsiteY187" fmla="*/ 190684 h 759748"/>
                    <a:gd name="connsiteX188" fmla="*/ 28155 w 759773"/>
                    <a:gd name="connsiteY188" fmla="*/ 243396 h 759748"/>
                    <a:gd name="connsiteX189" fmla="*/ 35212 w 759773"/>
                    <a:gd name="connsiteY189" fmla="*/ 263799 h 759748"/>
                    <a:gd name="connsiteX190" fmla="*/ 71813 w 759773"/>
                    <a:gd name="connsiteY190" fmla="*/ 281586 h 759748"/>
                    <a:gd name="connsiteX191" fmla="*/ 81851 w 759773"/>
                    <a:gd name="connsiteY191" fmla="*/ 303505 h 759748"/>
                    <a:gd name="connsiteX192" fmla="*/ 74514 w 759773"/>
                    <a:gd name="connsiteY192" fmla="*/ 338248 h 759748"/>
                    <a:gd name="connsiteX193" fmla="*/ 56851 w 759773"/>
                    <a:gd name="connsiteY193" fmla="*/ 354207 h 759748"/>
                    <a:gd name="connsiteX194" fmla="*/ 18135 w 759773"/>
                    <a:gd name="connsiteY194" fmla="*/ 356347 h 759748"/>
                    <a:gd name="connsiteX195" fmla="*/ 3736 w 759773"/>
                    <a:gd name="connsiteY195" fmla="*/ 372429 h 759748"/>
                    <a:gd name="connsiteX196" fmla="*/ 6976 w 759773"/>
                    <a:gd name="connsiteY196" fmla="*/ 430943 h 759748"/>
                    <a:gd name="connsiteX197" fmla="*/ 23048 w 759773"/>
                    <a:gd name="connsiteY197" fmla="*/ 445318 h 759748"/>
                    <a:gd name="connsiteX198" fmla="*/ 60243 w 759773"/>
                    <a:gd name="connsiteY198" fmla="*/ 443255 h 759748"/>
                    <a:gd name="connsiteX199" fmla="*/ 79676 w 759773"/>
                    <a:gd name="connsiteY199" fmla="*/ 457644 h 759748"/>
                    <a:gd name="connsiteX200" fmla="*/ 99992 w 759773"/>
                    <a:gd name="connsiteY200" fmla="*/ 515700 h 759748"/>
                    <a:gd name="connsiteX201" fmla="*/ 94169 w 759773"/>
                    <a:gd name="connsiteY201" fmla="*/ 538754 h 759748"/>
                    <a:gd name="connsiteX202" fmla="*/ 65381 w 759773"/>
                    <a:gd name="connsiteY202" fmla="*/ 560414 h 759748"/>
                    <a:gd name="connsiteX203" fmla="*/ 59438 w 759773"/>
                    <a:gd name="connsiteY203" fmla="*/ 570456 h 759748"/>
                    <a:gd name="connsiteX204" fmla="*/ 62336 w 759773"/>
                    <a:gd name="connsiteY204" fmla="*/ 581762 h 759748"/>
                    <a:gd name="connsiteX205" fmla="*/ 97546 w 759773"/>
                    <a:gd name="connsiteY205" fmla="*/ 628618 h 759748"/>
                    <a:gd name="connsiteX206" fmla="*/ 107583 w 759773"/>
                    <a:gd name="connsiteY206" fmla="*/ 634557 h 759748"/>
                    <a:gd name="connsiteX207" fmla="*/ 118888 w 759773"/>
                    <a:gd name="connsiteY207" fmla="*/ 631638 h 759748"/>
                    <a:gd name="connsiteX208" fmla="*/ 146465 w 759773"/>
                    <a:gd name="connsiteY208" fmla="*/ 610934 h 759748"/>
                    <a:gd name="connsiteX209" fmla="*/ 170612 w 759773"/>
                    <a:gd name="connsiteY209" fmla="*/ 612047 h 759748"/>
                    <a:gd name="connsiteX210" fmla="*/ 190339 w 759773"/>
                    <a:gd name="connsiteY210" fmla="*/ 628796 h 759748"/>
                    <a:gd name="connsiteX211" fmla="*/ 195540 w 759773"/>
                    <a:gd name="connsiteY211" fmla="*/ 652065 h 759748"/>
                    <a:gd name="connsiteX212" fmla="*/ 179978 w 759773"/>
                    <a:gd name="connsiteY212" fmla="*/ 683415 h 759748"/>
                    <a:gd name="connsiteX213" fmla="*/ 179186 w 759773"/>
                    <a:gd name="connsiteY213" fmla="*/ 695064 h 759748"/>
                    <a:gd name="connsiteX214" fmla="*/ 186873 w 759773"/>
                    <a:gd name="connsiteY214" fmla="*/ 703866 h 759748"/>
                    <a:gd name="connsiteX215" fmla="*/ 239351 w 759773"/>
                    <a:gd name="connsiteY215" fmla="*/ 729913 h 759748"/>
                    <a:gd name="connsiteX216" fmla="*/ 259808 w 759773"/>
                    <a:gd name="connsiteY216" fmla="*/ 723044 h 759748"/>
                    <a:gd name="connsiteX217" fmla="*/ 274970 w 759773"/>
                    <a:gd name="connsiteY217" fmla="*/ 692472 h 759748"/>
                    <a:gd name="connsiteX218" fmla="*/ 291892 w 759773"/>
                    <a:gd name="connsiteY218" fmla="*/ 681901 h 759748"/>
                    <a:gd name="connsiteX219" fmla="*/ 379584 w 759773"/>
                    <a:gd name="connsiteY219" fmla="*/ 590095 h 759748"/>
                    <a:gd name="connsiteX220" fmla="*/ 239646 w 759773"/>
                    <a:gd name="connsiteY220" fmla="*/ 536520 h 759748"/>
                    <a:gd name="connsiteX221" fmla="*/ 169954 w 759773"/>
                    <a:gd name="connsiteY221" fmla="*/ 391526 h 759748"/>
                    <a:gd name="connsiteX222" fmla="*/ 223188 w 759773"/>
                    <a:gd name="connsiteY222" fmla="*/ 239694 h 759748"/>
                    <a:gd name="connsiteX223" fmla="*/ 368192 w 759773"/>
                    <a:gd name="connsiteY223" fmla="*/ 170001 h 759748"/>
                    <a:gd name="connsiteX224" fmla="*/ 520013 w 759773"/>
                    <a:gd name="connsiteY224" fmla="*/ 223237 h 759748"/>
                    <a:gd name="connsiteX225" fmla="*/ 589718 w 759773"/>
                    <a:gd name="connsiteY225" fmla="*/ 368239 h 759748"/>
                    <a:gd name="connsiteX226" fmla="*/ 391479 w 759773"/>
                    <a:gd name="connsiteY226" fmla="*/ 589763 h 759748"/>
                    <a:gd name="connsiteX227" fmla="*/ 379584 w 759773"/>
                    <a:gd name="connsiteY227" fmla="*/ 590095 h 759748"/>
                    <a:gd name="connsiteX228" fmla="*/ 380115 w 759773"/>
                    <a:gd name="connsiteY228" fmla="*/ 173378 h 759748"/>
                    <a:gd name="connsiteX229" fmla="*/ 368397 w 759773"/>
                    <a:gd name="connsiteY229" fmla="*/ 173705 h 759748"/>
                    <a:gd name="connsiteX230" fmla="*/ 225950 w 759773"/>
                    <a:gd name="connsiteY230" fmla="*/ 242169 h 759748"/>
                    <a:gd name="connsiteX231" fmla="*/ 173656 w 759773"/>
                    <a:gd name="connsiteY231" fmla="*/ 391321 h 759748"/>
                    <a:gd name="connsiteX232" fmla="*/ 242119 w 759773"/>
                    <a:gd name="connsiteY232" fmla="*/ 533757 h 759748"/>
                    <a:gd name="connsiteX233" fmla="*/ 391273 w 759773"/>
                    <a:gd name="connsiteY233" fmla="*/ 586063 h 759748"/>
                    <a:gd name="connsiteX234" fmla="*/ 586013 w 759773"/>
                    <a:gd name="connsiteY234" fmla="*/ 368445 h 759748"/>
                    <a:gd name="connsiteX235" fmla="*/ 517538 w 759773"/>
                    <a:gd name="connsiteY235" fmla="*/ 226002 h 759748"/>
                    <a:gd name="connsiteX236" fmla="*/ 380115 w 759773"/>
                    <a:gd name="connsiteY236" fmla="*/ 173378 h 7597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</a:cxnLst>
                  <a:rect l="l" t="t" r="r" b="b"/>
                  <a:pathLst>
                    <a:path w="759773" h="759748">
                      <a:moveTo>
                        <a:pt x="370432" y="759749"/>
                      </a:moveTo>
                      <a:cubicBezTo>
                        <a:pt x="365784" y="759749"/>
                        <a:pt x="361353" y="758062"/>
                        <a:pt x="357856" y="754939"/>
                      </a:cubicBezTo>
                      <a:cubicBezTo>
                        <a:pt x="354075" y="751561"/>
                        <a:pt x="351841" y="746911"/>
                        <a:pt x="351562" y="741846"/>
                      </a:cubicBezTo>
                      <a:lnTo>
                        <a:pt x="349737" y="708722"/>
                      </a:lnTo>
                      <a:cubicBezTo>
                        <a:pt x="349344" y="701561"/>
                        <a:pt x="343821" y="695635"/>
                        <a:pt x="336606" y="694627"/>
                      </a:cubicBezTo>
                      <a:cubicBezTo>
                        <a:pt x="322945" y="692737"/>
                        <a:pt x="309246" y="689888"/>
                        <a:pt x="295888" y="686161"/>
                      </a:cubicBezTo>
                      <a:cubicBezTo>
                        <a:pt x="288937" y="684213"/>
                        <a:pt x="281538" y="687562"/>
                        <a:pt x="278285" y="694119"/>
                      </a:cubicBezTo>
                      <a:lnTo>
                        <a:pt x="263119" y="724696"/>
                      </a:lnTo>
                      <a:cubicBezTo>
                        <a:pt x="258452" y="734051"/>
                        <a:pt x="247047" y="737882"/>
                        <a:pt x="237694" y="733234"/>
                      </a:cubicBezTo>
                      <a:lnTo>
                        <a:pt x="185216" y="707187"/>
                      </a:lnTo>
                      <a:cubicBezTo>
                        <a:pt x="180674" y="704933"/>
                        <a:pt x="177283" y="701047"/>
                        <a:pt x="175665" y="696252"/>
                      </a:cubicBezTo>
                      <a:cubicBezTo>
                        <a:pt x="174045" y="691451"/>
                        <a:pt x="174395" y="686307"/>
                        <a:pt x="176651" y="681768"/>
                      </a:cubicBezTo>
                      <a:lnTo>
                        <a:pt x="192212" y="650418"/>
                      </a:lnTo>
                      <a:cubicBezTo>
                        <a:pt x="195421" y="643953"/>
                        <a:pt x="193673" y="636090"/>
                        <a:pt x="188053" y="631722"/>
                      </a:cubicBezTo>
                      <a:cubicBezTo>
                        <a:pt x="181050" y="626256"/>
                        <a:pt x="174335" y="620555"/>
                        <a:pt x="168090" y="614772"/>
                      </a:cubicBezTo>
                      <a:cubicBezTo>
                        <a:pt x="162744" y="609850"/>
                        <a:pt x="154580" y="609479"/>
                        <a:pt x="148682" y="613902"/>
                      </a:cubicBezTo>
                      <a:lnTo>
                        <a:pt x="121109" y="634603"/>
                      </a:lnTo>
                      <a:cubicBezTo>
                        <a:pt x="117063" y="637651"/>
                        <a:pt x="112069" y="638939"/>
                        <a:pt x="107055" y="638229"/>
                      </a:cubicBezTo>
                      <a:cubicBezTo>
                        <a:pt x="102042" y="637518"/>
                        <a:pt x="97611" y="634896"/>
                        <a:pt x="94574" y="630846"/>
                      </a:cubicBezTo>
                      <a:lnTo>
                        <a:pt x="59365" y="583990"/>
                      </a:lnTo>
                      <a:cubicBezTo>
                        <a:pt x="56327" y="579938"/>
                        <a:pt x="55048" y="574947"/>
                        <a:pt x="55761" y="569934"/>
                      </a:cubicBezTo>
                      <a:cubicBezTo>
                        <a:pt x="56475" y="564918"/>
                        <a:pt x="59099" y="560486"/>
                        <a:pt x="63149" y="557450"/>
                      </a:cubicBezTo>
                      <a:lnTo>
                        <a:pt x="91937" y="535791"/>
                      </a:lnTo>
                      <a:cubicBezTo>
                        <a:pt x="97681" y="531477"/>
                        <a:pt x="99653" y="523690"/>
                        <a:pt x="96631" y="517274"/>
                      </a:cubicBezTo>
                      <a:cubicBezTo>
                        <a:pt x="87856" y="498467"/>
                        <a:pt x="80940" y="478700"/>
                        <a:pt x="76070" y="458516"/>
                      </a:cubicBezTo>
                      <a:cubicBezTo>
                        <a:pt x="74353" y="451410"/>
                        <a:pt x="67780" y="446540"/>
                        <a:pt x="60446" y="446958"/>
                      </a:cubicBezTo>
                      <a:lnTo>
                        <a:pt x="23253" y="449021"/>
                      </a:lnTo>
                      <a:cubicBezTo>
                        <a:pt x="12862" y="449611"/>
                        <a:pt x="3874" y="441605"/>
                        <a:pt x="3270" y="431154"/>
                      </a:cubicBezTo>
                      <a:lnTo>
                        <a:pt x="29" y="372633"/>
                      </a:lnTo>
                      <a:cubicBezTo>
                        <a:pt x="-248" y="367571"/>
                        <a:pt x="1459" y="362706"/>
                        <a:pt x="4839" y="358931"/>
                      </a:cubicBezTo>
                      <a:cubicBezTo>
                        <a:pt x="8219" y="355155"/>
                        <a:pt x="12867" y="352925"/>
                        <a:pt x="17928" y="352646"/>
                      </a:cubicBezTo>
                      <a:lnTo>
                        <a:pt x="56640" y="350505"/>
                      </a:lnTo>
                      <a:cubicBezTo>
                        <a:pt x="63817" y="350096"/>
                        <a:pt x="69792" y="344709"/>
                        <a:pt x="70846" y="337694"/>
                      </a:cubicBezTo>
                      <a:cubicBezTo>
                        <a:pt x="72652" y="325825"/>
                        <a:pt x="75150" y="313997"/>
                        <a:pt x="78272" y="302536"/>
                      </a:cubicBezTo>
                      <a:cubicBezTo>
                        <a:pt x="80174" y="295507"/>
                        <a:pt x="76780" y="288101"/>
                        <a:pt x="70196" y="284925"/>
                      </a:cubicBezTo>
                      <a:lnTo>
                        <a:pt x="33587" y="267133"/>
                      </a:lnTo>
                      <a:cubicBezTo>
                        <a:pt x="24204" y="262545"/>
                        <a:pt x="20272" y="251173"/>
                        <a:pt x="24817" y="241779"/>
                      </a:cubicBezTo>
                      <a:lnTo>
                        <a:pt x="50444" y="189065"/>
                      </a:lnTo>
                      <a:cubicBezTo>
                        <a:pt x="52654" y="184517"/>
                        <a:pt x="56508" y="181100"/>
                        <a:pt x="61296" y="179442"/>
                      </a:cubicBezTo>
                      <a:cubicBezTo>
                        <a:pt x="66085" y="177785"/>
                        <a:pt x="71226" y="178091"/>
                        <a:pt x="75775" y="180300"/>
                      </a:cubicBezTo>
                      <a:lnTo>
                        <a:pt x="113388" y="198585"/>
                      </a:lnTo>
                      <a:cubicBezTo>
                        <a:pt x="119869" y="201744"/>
                        <a:pt x="127710" y="199936"/>
                        <a:pt x="132038" y="194287"/>
                      </a:cubicBezTo>
                      <a:cubicBezTo>
                        <a:pt x="139893" y="184073"/>
                        <a:pt x="148556" y="174144"/>
                        <a:pt x="157787" y="164778"/>
                      </a:cubicBezTo>
                      <a:cubicBezTo>
                        <a:pt x="162870" y="159648"/>
                        <a:pt x="163569" y="151569"/>
                        <a:pt x="159455" y="145563"/>
                      </a:cubicBezTo>
                      <a:lnTo>
                        <a:pt x="135984" y="111259"/>
                      </a:lnTo>
                      <a:cubicBezTo>
                        <a:pt x="130077" y="102644"/>
                        <a:pt x="132289" y="90819"/>
                        <a:pt x="140917" y="84902"/>
                      </a:cubicBezTo>
                      <a:lnTo>
                        <a:pt x="189264" y="51807"/>
                      </a:lnTo>
                      <a:cubicBezTo>
                        <a:pt x="193444" y="48939"/>
                        <a:pt x="198490" y="47875"/>
                        <a:pt x="203479" y="48812"/>
                      </a:cubicBezTo>
                      <a:cubicBezTo>
                        <a:pt x="208459" y="49748"/>
                        <a:pt x="212769" y="52565"/>
                        <a:pt x="215620" y="56745"/>
                      </a:cubicBezTo>
                      <a:lnTo>
                        <a:pt x="239365" y="91412"/>
                      </a:lnTo>
                      <a:cubicBezTo>
                        <a:pt x="243439" y="97379"/>
                        <a:pt x="251203" y="99673"/>
                        <a:pt x="257818" y="96872"/>
                      </a:cubicBezTo>
                      <a:cubicBezTo>
                        <a:pt x="272340" y="90711"/>
                        <a:pt x="287450" y="85609"/>
                        <a:pt x="302727" y="81710"/>
                      </a:cubicBezTo>
                      <a:cubicBezTo>
                        <a:pt x="309716" y="79940"/>
                        <a:pt x="314495" y="73382"/>
                        <a:pt x="314094" y="66113"/>
                      </a:cubicBezTo>
                      <a:lnTo>
                        <a:pt x="311703" y="23254"/>
                      </a:lnTo>
                      <a:cubicBezTo>
                        <a:pt x="311133" y="12835"/>
                        <a:pt x="319159" y="3868"/>
                        <a:pt x="329596" y="3266"/>
                      </a:cubicBezTo>
                      <a:lnTo>
                        <a:pt x="388116" y="25"/>
                      </a:lnTo>
                      <a:cubicBezTo>
                        <a:pt x="398553" y="-510"/>
                        <a:pt x="407503" y="7488"/>
                        <a:pt x="408077" y="17929"/>
                      </a:cubicBezTo>
                      <a:lnTo>
                        <a:pt x="410468" y="60786"/>
                      </a:lnTo>
                      <a:cubicBezTo>
                        <a:pt x="410864" y="68036"/>
                        <a:pt x="416326" y="74019"/>
                        <a:pt x="423455" y="75013"/>
                      </a:cubicBezTo>
                      <a:cubicBezTo>
                        <a:pt x="436003" y="76760"/>
                        <a:pt x="448513" y="79287"/>
                        <a:pt x="460636" y="82529"/>
                      </a:cubicBezTo>
                      <a:cubicBezTo>
                        <a:pt x="467543" y="84359"/>
                        <a:pt x="474885" y="81006"/>
                        <a:pt x="478090" y="74547"/>
                      </a:cubicBezTo>
                      <a:lnTo>
                        <a:pt x="496654" y="37136"/>
                      </a:lnTo>
                      <a:cubicBezTo>
                        <a:pt x="501301" y="27785"/>
                        <a:pt x="512700" y="23942"/>
                        <a:pt x="522070" y="28569"/>
                      </a:cubicBezTo>
                      <a:lnTo>
                        <a:pt x="574556" y="54643"/>
                      </a:lnTo>
                      <a:cubicBezTo>
                        <a:pt x="583906" y="59288"/>
                        <a:pt x="587749" y="70690"/>
                        <a:pt x="583123" y="80059"/>
                      </a:cubicBezTo>
                      <a:lnTo>
                        <a:pt x="564803" y="116970"/>
                      </a:lnTo>
                      <a:cubicBezTo>
                        <a:pt x="561585" y="123450"/>
                        <a:pt x="563484" y="131361"/>
                        <a:pt x="569321" y="135784"/>
                      </a:cubicBezTo>
                      <a:cubicBezTo>
                        <a:pt x="574987" y="140107"/>
                        <a:pt x="580564" y="144655"/>
                        <a:pt x="585899" y="149305"/>
                      </a:cubicBezTo>
                      <a:cubicBezTo>
                        <a:pt x="591376" y="154100"/>
                        <a:pt x="599515" y="154452"/>
                        <a:pt x="605254" y="150147"/>
                      </a:cubicBezTo>
                      <a:lnTo>
                        <a:pt x="638521" y="125146"/>
                      </a:lnTo>
                      <a:cubicBezTo>
                        <a:pt x="646880" y="118881"/>
                        <a:pt x="658794" y="120577"/>
                        <a:pt x="665085" y="128921"/>
                      </a:cubicBezTo>
                      <a:lnTo>
                        <a:pt x="700266" y="175759"/>
                      </a:lnTo>
                      <a:cubicBezTo>
                        <a:pt x="703321" y="179824"/>
                        <a:pt x="704609" y="184829"/>
                        <a:pt x="703895" y="189851"/>
                      </a:cubicBezTo>
                      <a:cubicBezTo>
                        <a:pt x="703182" y="194859"/>
                        <a:pt x="700560" y="199287"/>
                        <a:pt x="696514" y="202320"/>
                      </a:cubicBezTo>
                      <a:lnTo>
                        <a:pt x="664589" y="226285"/>
                      </a:lnTo>
                      <a:cubicBezTo>
                        <a:pt x="658712" y="230721"/>
                        <a:pt x="656816" y="238686"/>
                        <a:pt x="660086" y="245220"/>
                      </a:cubicBezTo>
                      <a:cubicBezTo>
                        <a:pt x="669409" y="263935"/>
                        <a:pt x="676862" y="283636"/>
                        <a:pt x="682240" y="303779"/>
                      </a:cubicBezTo>
                      <a:cubicBezTo>
                        <a:pt x="684078" y="310639"/>
                        <a:pt x="690597" y="315338"/>
                        <a:pt x="697784" y="314956"/>
                      </a:cubicBezTo>
                      <a:lnTo>
                        <a:pt x="736489" y="312789"/>
                      </a:lnTo>
                      <a:cubicBezTo>
                        <a:pt x="741537" y="312508"/>
                        <a:pt x="746417" y="314219"/>
                        <a:pt x="750191" y="317599"/>
                      </a:cubicBezTo>
                      <a:cubicBezTo>
                        <a:pt x="753966" y="320979"/>
                        <a:pt x="756198" y="325627"/>
                        <a:pt x="756477" y="330687"/>
                      </a:cubicBezTo>
                      <a:lnTo>
                        <a:pt x="759745" y="389197"/>
                      </a:lnTo>
                      <a:cubicBezTo>
                        <a:pt x="760314" y="399632"/>
                        <a:pt x="752283" y="408586"/>
                        <a:pt x="741842" y="409158"/>
                      </a:cubicBezTo>
                      <a:lnTo>
                        <a:pt x="704683" y="411243"/>
                      </a:lnTo>
                      <a:cubicBezTo>
                        <a:pt x="697327" y="411626"/>
                        <a:pt x="691328" y="417164"/>
                        <a:pt x="690409" y="424407"/>
                      </a:cubicBezTo>
                      <a:cubicBezTo>
                        <a:pt x="688801" y="437104"/>
                        <a:pt x="686395" y="449796"/>
                        <a:pt x="683256" y="462133"/>
                      </a:cubicBezTo>
                      <a:cubicBezTo>
                        <a:pt x="681502" y="469033"/>
                        <a:pt x="684933" y="476319"/>
                        <a:pt x="691414" y="479461"/>
                      </a:cubicBezTo>
                      <a:lnTo>
                        <a:pt x="723095" y="494861"/>
                      </a:lnTo>
                      <a:cubicBezTo>
                        <a:pt x="732487" y="499425"/>
                        <a:pt x="736421" y="510800"/>
                        <a:pt x="731865" y="520215"/>
                      </a:cubicBezTo>
                      <a:lnTo>
                        <a:pt x="706234" y="572903"/>
                      </a:lnTo>
                      <a:cubicBezTo>
                        <a:pt x="704025" y="577466"/>
                        <a:pt x="700170" y="580892"/>
                        <a:pt x="695376" y="582549"/>
                      </a:cubicBezTo>
                      <a:cubicBezTo>
                        <a:pt x="690591" y="584202"/>
                        <a:pt x="685448" y="583890"/>
                        <a:pt x="680902" y="581666"/>
                      </a:cubicBezTo>
                      <a:lnTo>
                        <a:pt x="650089" y="566705"/>
                      </a:lnTo>
                      <a:cubicBezTo>
                        <a:pt x="643516" y="563507"/>
                        <a:pt x="635612" y="565394"/>
                        <a:pt x="631297" y="571198"/>
                      </a:cubicBezTo>
                      <a:cubicBezTo>
                        <a:pt x="623058" y="582300"/>
                        <a:pt x="613950" y="592993"/>
                        <a:pt x="604230" y="602982"/>
                      </a:cubicBezTo>
                      <a:cubicBezTo>
                        <a:pt x="599208" y="608153"/>
                        <a:pt x="598555" y="616277"/>
                        <a:pt x="602678" y="622294"/>
                      </a:cubicBezTo>
                      <a:lnTo>
                        <a:pt x="622106" y="650646"/>
                      </a:lnTo>
                      <a:cubicBezTo>
                        <a:pt x="624962" y="654833"/>
                        <a:pt x="626022" y="659878"/>
                        <a:pt x="625095" y="664854"/>
                      </a:cubicBezTo>
                      <a:cubicBezTo>
                        <a:pt x="624164" y="669838"/>
                        <a:pt x="621350" y="674154"/>
                        <a:pt x="617170" y="677004"/>
                      </a:cubicBezTo>
                      <a:lnTo>
                        <a:pt x="568801" y="710101"/>
                      </a:lnTo>
                      <a:cubicBezTo>
                        <a:pt x="560187" y="716011"/>
                        <a:pt x="548362" y="713796"/>
                        <a:pt x="542445" y="705168"/>
                      </a:cubicBezTo>
                      <a:lnTo>
                        <a:pt x="523323" y="677202"/>
                      </a:lnTo>
                      <a:cubicBezTo>
                        <a:pt x="519190" y="671192"/>
                        <a:pt x="511379" y="668916"/>
                        <a:pt x="504757" y="671787"/>
                      </a:cubicBezTo>
                      <a:cubicBezTo>
                        <a:pt x="489622" y="678372"/>
                        <a:pt x="473705" y="683815"/>
                        <a:pt x="457448" y="687964"/>
                      </a:cubicBezTo>
                      <a:cubicBezTo>
                        <a:pt x="450475" y="689728"/>
                        <a:pt x="445707" y="696287"/>
                        <a:pt x="446108" y="703557"/>
                      </a:cubicBezTo>
                      <a:lnTo>
                        <a:pt x="447929" y="736489"/>
                      </a:lnTo>
                      <a:cubicBezTo>
                        <a:pt x="448221" y="741540"/>
                        <a:pt x="446523" y="746404"/>
                        <a:pt x="443151" y="750178"/>
                      </a:cubicBezTo>
                      <a:cubicBezTo>
                        <a:pt x="439774" y="753958"/>
                        <a:pt x="435123" y="756193"/>
                        <a:pt x="430058" y="756472"/>
                      </a:cubicBezTo>
                      <a:lnTo>
                        <a:pt x="371543" y="759712"/>
                      </a:lnTo>
                      <a:cubicBezTo>
                        <a:pt x="371174" y="759738"/>
                        <a:pt x="370803" y="759749"/>
                        <a:pt x="370432" y="759749"/>
                      </a:cubicBezTo>
                      <a:close/>
                      <a:moveTo>
                        <a:pt x="291892" y="681901"/>
                      </a:moveTo>
                      <a:cubicBezTo>
                        <a:pt x="293552" y="681901"/>
                        <a:pt x="295229" y="682123"/>
                        <a:pt x="296887" y="682589"/>
                      </a:cubicBezTo>
                      <a:cubicBezTo>
                        <a:pt x="310082" y="686272"/>
                        <a:pt x="323619" y="689088"/>
                        <a:pt x="337115" y="690953"/>
                      </a:cubicBezTo>
                      <a:cubicBezTo>
                        <a:pt x="346085" y="692206"/>
                        <a:pt x="352947" y="699590"/>
                        <a:pt x="353439" y="708516"/>
                      </a:cubicBezTo>
                      <a:lnTo>
                        <a:pt x="355264" y="741640"/>
                      </a:lnTo>
                      <a:cubicBezTo>
                        <a:pt x="355487" y="745715"/>
                        <a:pt x="357285" y="749455"/>
                        <a:pt x="360326" y="752173"/>
                      </a:cubicBezTo>
                      <a:cubicBezTo>
                        <a:pt x="363360" y="754885"/>
                        <a:pt x="367277" y="756242"/>
                        <a:pt x="371336" y="756014"/>
                      </a:cubicBezTo>
                      <a:lnTo>
                        <a:pt x="429857" y="752772"/>
                      </a:lnTo>
                      <a:cubicBezTo>
                        <a:pt x="433932" y="752548"/>
                        <a:pt x="437672" y="750751"/>
                        <a:pt x="440390" y="747710"/>
                      </a:cubicBezTo>
                      <a:cubicBezTo>
                        <a:pt x="443102" y="744676"/>
                        <a:pt x="444465" y="740765"/>
                        <a:pt x="444231" y="736700"/>
                      </a:cubicBezTo>
                      <a:lnTo>
                        <a:pt x="442408" y="703761"/>
                      </a:lnTo>
                      <a:cubicBezTo>
                        <a:pt x="441910" y="694725"/>
                        <a:pt x="447853" y="686570"/>
                        <a:pt x="456536" y="684371"/>
                      </a:cubicBezTo>
                      <a:cubicBezTo>
                        <a:pt x="472599" y="680272"/>
                        <a:pt x="488327" y="674896"/>
                        <a:pt x="503281" y="668388"/>
                      </a:cubicBezTo>
                      <a:cubicBezTo>
                        <a:pt x="511530" y="664805"/>
                        <a:pt x="521246" y="667633"/>
                        <a:pt x="526384" y="675107"/>
                      </a:cubicBezTo>
                      <a:lnTo>
                        <a:pt x="545508" y="703073"/>
                      </a:lnTo>
                      <a:cubicBezTo>
                        <a:pt x="547813" y="706436"/>
                        <a:pt x="551288" y="708701"/>
                        <a:pt x="555289" y="709453"/>
                      </a:cubicBezTo>
                      <a:cubicBezTo>
                        <a:pt x="559297" y="710204"/>
                        <a:pt x="563348" y="709348"/>
                        <a:pt x="566709" y="707043"/>
                      </a:cubicBezTo>
                      <a:lnTo>
                        <a:pt x="615082" y="673946"/>
                      </a:lnTo>
                      <a:cubicBezTo>
                        <a:pt x="618443" y="671654"/>
                        <a:pt x="620705" y="668185"/>
                        <a:pt x="621452" y="664177"/>
                      </a:cubicBezTo>
                      <a:cubicBezTo>
                        <a:pt x="622198" y="660171"/>
                        <a:pt x="621345" y="656109"/>
                        <a:pt x="619048" y="652742"/>
                      </a:cubicBezTo>
                      <a:lnTo>
                        <a:pt x="599623" y="624393"/>
                      </a:lnTo>
                      <a:cubicBezTo>
                        <a:pt x="594506" y="616925"/>
                        <a:pt x="595325" y="606834"/>
                        <a:pt x="601575" y="600401"/>
                      </a:cubicBezTo>
                      <a:cubicBezTo>
                        <a:pt x="611182" y="590529"/>
                        <a:pt x="620180" y="579961"/>
                        <a:pt x="628322" y="568991"/>
                      </a:cubicBezTo>
                      <a:cubicBezTo>
                        <a:pt x="633701" y="561757"/>
                        <a:pt x="643537" y="559396"/>
                        <a:pt x="651712" y="563376"/>
                      </a:cubicBezTo>
                      <a:lnTo>
                        <a:pt x="682528" y="578338"/>
                      </a:lnTo>
                      <a:cubicBezTo>
                        <a:pt x="686189" y="580125"/>
                        <a:pt x="690320" y="580378"/>
                        <a:pt x="694169" y="579050"/>
                      </a:cubicBezTo>
                      <a:cubicBezTo>
                        <a:pt x="698023" y="577718"/>
                        <a:pt x="701124" y="574963"/>
                        <a:pt x="702901" y="571291"/>
                      </a:cubicBezTo>
                      <a:lnTo>
                        <a:pt x="728534" y="518603"/>
                      </a:lnTo>
                      <a:cubicBezTo>
                        <a:pt x="732200" y="511028"/>
                        <a:pt x="729035" y="501874"/>
                        <a:pt x="721478" y="498201"/>
                      </a:cubicBezTo>
                      <a:lnTo>
                        <a:pt x="689798" y="482801"/>
                      </a:lnTo>
                      <a:cubicBezTo>
                        <a:pt x="681743" y="478897"/>
                        <a:pt x="677482" y="469821"/>
                        <a:pt x="679667" y="461223"/>
                      </a:cubicBezTo>
                      <a:cubicBezTo>
                        <a:pt x="682769" y="449032"/>
                        <a:pt x="685147" y="436491"/>
                        <a:pt x="686734" y="423944"/>
                      </a:cubicBezTo>
                      <a:cubicBezTo>
                        <a:pt x="687879" y="414919"/>
                        <a:pt x="695345" y="408023"/>
                        <a:pt x="704486" y="407544"/>
                      </a:cubicBezTo>
                      <a:lnTo>
                        <a:pt x="741640" y="405459"/>
                      </a:lnTo>
                      <a:cubicBezTo>
                        <a:pt x="750042" y="404998"/>
                        <a:pt x="756504" y="397796"/>
                        <a:pt x="756046" y="389405"/>
                      </a:cubicBezTo>
                      <a:lnTo>
                        <a:pt x="752779" y="330895"/>
                      </a:lnTo>
                      <a:cubicBezTo>
                        <a:pt x="752555" y="326822"/>
                        <a:pt x="750761" y="323084"/>
                        <a:pt x="747723" y="320364"/>
                      </a:cubicBezTo>
                      <a:cubicBezTo>
                        <a:pt x="744687" y="317645"/>
                        <a:pt x="740768" y="316258"/>
                        <a:pt x="736700" y="316494"/>
                      </a:cubicBezTo>
                      <a:lnTo>
                        <a:pt x="697991" y="318661"/>
                      </a:lnTo>
                      <a:cubicBezTo>
                        <a:pt x="689063" y="319118"/>
                        <a:pt x="680952" y="313282"/>
                        <a:pt x="678663" y="304739"/>
                      </a:cubicBezTo>
                      <a:cubicBezTo>
                        <a:pt x="673349" y="284835"/>
                        <a:pt x="665985" y="265368"/>
                        <a:pt x="656774" y="246879"/>
                      </a:cubicBezTo>
                      <a:cubicBezTo>
                        <a:pt x="652705" y="238748"/>
                        <a:pt x="655056" y="228841"/>
                        <a:pt x="662363" y="223324"/>
                      </a:cubicBezTo>
                      <a:lnTo>
                        <a:pt x="694293" y="199355"/>
                      </a:lnTo>
                      <a:cubicBezTo>
                        <a:pt x="697547" y="196915"/>
                        <a:pt x="699654" y="193355"/>
                        <a:pt x="700228" y="189330"/>
                      </a:cubicBezTo>
                      <a:cubicBezTo>
                        <a:pt x="700804" y="185289"/>
                        <a:pt x="699767" y="181260"/>
                        <a:pt x="697307" y="177987"/>
                      </a:cubicBezTo>
                      <a:lnTo>
                        <a:pt x="662126" y="131151"/>
                      </a:lnTo>
                      <a:cubicBezTo>
                        <a:pt x="657066" y="124437"/>
                        <a:pt x="647476" y="123074"/>
                        <a:pt x="640751" y="128112"/>
                      </a:cubicBezTo>
                      <a:lnTo>
                        <a:pt x="607486" y="153113"/>
                      </a:lnTo>
                      <a:cubicBezTo>
                        <a:pt x="600354" y="158468"/>
                        <a:pt x="590251" y="158038"/>
                        <a:pt x="583467" y="152100"/>
                      </a:cubicBezTo>
                      <a:cubicBezTo>
                        <a:pt x="578194" y="147505"/>
                        <a:pt x="572681" y="143009"/>
                        <a:pt x="567083" y="138739"/>
                      </a:cubicBezTo>
                      <a:cubicBezTo>
                        <a:pt x="559831" y="133245"/>
                        <a:pt x="557477" y="123396"/>
                        <a:pt x="561488" y="115323"/>
                      </a:cubicBezTo>
                      <a:lnTo>
                        <a:pt x="579805" y="78417"/>
                      </a:lnTo>
                      <a:cubicBezTo>
                        <a:pt x="583526" y="70880"/>
                        <a:pt x="580434" y="61704"/>
                        <a:pt x="572912" y="57966"/>
                      </a:cubicBezTo>
                      <a:lnTo>
                        <a:pt x="520430" y="31894"/>
                      </a:lnTo>
                      <a:cubicBezTo>
                        <a:pt x="512890" y="28170"/>
                        <a:pt x="503717" y="31263"/>
                        <a:pt x="499980" y="38787"/>
                      </a:cubicBezTo>
                      <a:lnTo>
                        <a:pt x="481416" y="76197"/>
                      </a:lnTo>
                      <a:cubicBezTo>
                        <a:pt x="477429" y="84225"/>
                        <a:pt x="468291" y="88401"/>
                        <a:pt x="459686" y="86114"/>
                      </a:cubicBezTo>
                      <a:cubicBezTo>
                        <a:pt x="447706" y="82911"/>
                        <a:pt x="435347" y="80413"/>
                        <a:pt x="422948" y="78688"/>
                      </a:cubicBezTo>
                      <a:cubicBezTo>
                        <a:pt x="414065" y="77448"/>
                        <a:pt x="407262" y="70007"/>
                        <a:pt x="406769" y="60992"/>
                      </a:cubicBezTo>
                      <a:lnTo>
                        <a:pt x="404379" y="18135"/>
                      </a:lnTo>
                      <a:cubicBezTo>
                        <a:pt x="403917" y="9732"/>
                        <a:pt x="396690" y="3264"/>
                        <a:pt x="388324" y="3729"/>
                      </a:cubicBezTo>
                      <a:lnTo>
                        <a:pt x="329810" y="6969"/>
                      </a:lnTo>
                      <a:cubicBezTo>
                        <a:pt x="321411" y="7454"/>
                        <a:pt x="314949" y="14668"/>
                        <a:pt x="315410" y="23051"/>
                      </a:cubicBezTo>
                      <a:lnTo>
                        <a:pt x="317801" y="65910"/>
                      </a:lnTo>
                      <a:cubicBezTo>
                        <a:pt x="318297" y="74946"/>
                        <a:pt x="312344" y="83101"/>
                        <a:pt x="303645" y="85305"/>
                      </a:cubicBezTo>
                      <a:cubicBezTo>
                        <a:pt x="288551" y="89157"/>
                        <a:pt x="273619" y="94199"/>
                        <a:pt x="259269" y="100286"/>
                      </a:cubicBezTo>
                      <a:cubicBezTo>
                        <a:pt x="251030" y="103774"/>
                        <a:pt x="241370" y="100924"/>
                        <a:pt x="236307" y="93506"/>
                      </a:cubicBezTo>
                      <a:lnTo>
                        <a:pt x="212562" y="58838"/>
                      </a:lnTo>
                      <a:cubicBezTo>
                        <a:pt x="210268" y="55474"/>
                        <a:pt x="206801" y="53210"/>
                        <a:pt x="202798" y="52457"/>
                      </a:cubicBezTo>
                      <a:cubicBezTo>
                        <a:pt x="198787" y="51706"/>
                        <a:pt x="194725" y="52560"/>
                        <a:pt x="191361" y="54867"/>
                      </a:cubicBezTo>
                      <a:lnTo>
                        <a:pt x="143015" y="87960"/>
                      </a:lnTo>
                      <a:cubicBezTo>
                        <a:pt x="136074" y="92720"/>
                        <a:pt x="134294" y="102232"/>
                        <a:pt x="139045" y="109163"/>
                      </a:cubicBezTo>
                      <a:lnTo>
                        <a:pt x="162516" y="143469"/>
                      </a:lnTo>
                      <a:cubicBezTo>
                        <a:pt x="167633" y="150938"/>
                        <a:pt x="166755" y="160997"/>
                        <a:pt x="160427" y="167384"/>
                      </a:cubicBezTo>
                      <a:cubicBezTo>
                        <a:pt x="151305" y="176639"/>
                        <a:pt x="142742" y="186452"/>
                        <a:pt x="134980" y="196545"/>
                      </a:cubicBezTo>
                      <a:cubicBezTo>
                        <a:pt x="129592" y="203583"/>
                        <a:pt x="119828" y="205846"/>
                        <a:pt x="111766" y="201919"/>
                      </a:cubicBezTo>
                      <a:lnTo>
                        <a:pt x="74154" y="183634"/>
                      </a:lnTo>
                      <a:cubicBezTo>
                        <a:pt x="66597" y="179959"/>
                        <a:pt x="57456" y="183123"/>
                        <a:pt x="53780" y="190684"/>
                      </a:cubicBezTo>
                      <a:lnTo>
                        <a:pt x="28155" y="243396"/>
                      </a:lnTo>
                      <a:cubicBezTo>
                        <a:pt x="24497" y="250953"/>
                        <a:pt x="27663" y="260107"/>
                        <a:pt x="35212" y="263799"/>
                      </a:cubicBezTo>
                      <a:lnTo>
                        <a:pt x="71813" y="281586"/>
                      </a:lnTo>
                      <a:cubicBezTo>
                        <a:pt x="79998" y="285534"/>
                        <a:pt x="84221" y="294753"/>
                        <a:pt x="81851" y="303505"/>
                      </a:cubicBezTo>
                      <a:cubicBezTo>
                        <a:pt x="78768" y="314832"/>
                        <a:pt x="76298" y="326521"/>
                        <a:pt x="74514" y="338248"/>
                      </a:cubicBezTo>
                      <a:cubicBezTo>
                        <a:pt x="73202" y="346986"/>
                        <a:pt x="65773" y="353698"/>
                        <a:pt x="56851" y="354207"/>
                      </a:cubicBezTo>
                      <a:lnTo>
                        <a:pt x="18135" y="356347"/>
                      </a:lnTo>
                      <a:cubicBezTo>
                        <a:pt x="9733" y="356809"/>
                        <a:pt x="3273" y="364022"/>
                        <a:pt x="3736" y="372429"/>
                      </a:cubicBezTo>
                      <a:lnTo>
                        <a:pt x="6976" y="430943"/>
                      </a:lnTo>
                      <a:cubicBezTo>
                        <a:pt x="7463" y="439349"/>
                        <a:pt x="14686" y="445817"/>
                        <a:pt x="23048" y="445318"/>
                      </a:cubicBezTo>
                      <a:lnTo>
                        <a:pt x="60243" y="443255"/>
                      </a:lnTo>
                      <a:cubicBezTo>
                        <a:pt x="69378" y="442762"/>
                        <a:pt x="77539" y="448799"/>
                        <a:pt x="79676" y="457644"/>
                      </a:cubicBezTo>
                      <a:cubicBezTo>
                        <a:pt x="84488" y="477590"/>
                        <a:pt x="91324" y="497123"/>
                        <a:pt x="99992" y="515700"/>
                      </a:cubicBezTo>
                      <a:cubicBezTo>
                        <a:pt x="103757" y="523693"/>
                        <a:pt x="101310" y="533391"/>
                        <a:pt x="94169" y="538754"/>
                      </a:cubicBezTo>
                      <a:lnTo>
                        <a:pt x="65381" y="560414"/>
                      </a:lnTo>
                      <a:cubicBezTo>
                        <a:pt x="62122" y="562857"/>
                        <a:pt x="60013" y="566423"/>
                        <a:pt x="59438" y="570456"/>
                      </a:cubicBezTo>
                      <a:cubicBezTo>
                        <a:pt x="58864" y="574489"/>
                        <a:pt x="59893" y="578504"/>
                        <a:pt x="62336" y="581762"/>
                      </a:cubicBezTo>
                      <a:lnTo>
                        <a:pt x="97546" y="628618"/>
                      </a:lnTo>
                      <a:cubicBezTo>
                        <a:pt x="99989" y="631876"/>
                        <a:pt x="103551" y="633985"/>
                        <a:pt x="107583" y="634557"/>
                      </a:cubicBezTo>
                      <a:cubicBezTo>
                        <a:pt x="111611" y="635128"/>
                        <a:pt x="115630" y="634094"/>
                        <a:pt x="118888" y="631638"/>
                      </a:cubicBezTo>
                      <a:lnTo>
                        <a:pt x="146465" y="610934"/>
                      </a:lnTo>
                      <a:cubicBezTo>
                        <a:pt x="153789" y="605439"/>
                        <a:pt x="163946" y="605908"/>
                        <a:pt x="170612" y="612047"/>
                      </a:cubicBezTo>
                      <a:cubicBezTo>
                        <a:pt x="176786" y="617762"/>
                        <a:pt x="183420" y="623396"/>
                        <a:pt x="190339" y="628796"/>
                      </a:cubicBezTo>
                      <a:cubicBezTo>
                        <a:pt x="197343" y="634238"/>
                        <a:pt x="199532" y="644026"/>
                        <a:pt x="195540" y="652065"/>
                      </a:cubicBezTo>
                      <a:lnTo>
                        <a:pt x="179978" y="683415"/>
                      </a:lnTo>
                      <a:cubicBezTo>
                        <a:pt x="178165" y="687066"/>
                        <a:pt x="177883" y="691202"/>
                        <a:pt x="179186" y="695064"/>
                      </a:cubicBezTo>
                      <a:cubicBezTo>
                        <a:pt x="180489" y="698925"/>
                        <a:pt x="183217" y="702049"/>
                        <a:pt x="186873" y="703866"/>
                      </a:cubicBezTo>
                      <a:lnTo>
                        <a:pt x="239351" y="729913"/>
                      </a:lnTo>
                      <a:cubicBezTo>
                        <a:pt x="246873" y="733650"/>
                        <a:pt x="256052" y="730569"/>
                        <a:pt x="259808" y="723044"/>
                      </a:cubicBezTo>
                      <a:lnTo>
                        <a:pt x="274970" y="692472"/>
                      </a:lnTo>
                      <a:cubicBezTo>
                        <a:pt x="278234" y="685880"/>
                        <a:pt x="284888" y="681901"/>
                        <a:pt x="291892" y="681901"/>
                      </a:cubicBezTo>
                      <a:close/>
                      <a:moveTo>
                        <a:pt x="379584" y="590095"/>
                      </a:moveTo>
                      <a:cubicBezTo>
                        <a:pt x="327814" y="590095"/>
                        <a:pt x="278519" y="571307"/>
                        <a:pt x="239646" y="536520"/>
                      </a:cubicBezTo>
                      <a:cubicBezTo>
                        <a:pt x="197807" y="499079"/>
                        <a:pt x="173057" y="447586"/>
                        <a:pt x="169954" y="391526"/>
                      </a:cubicBezTo>
                      <a:cubicBezTo>
                        <a:pt x="166836" y="335459"/>
                        <a:pt x="185743" y="281537"/>
                        <a:pt x="223188" y="239694"/>
                      </a:cubicBezTo>
                      <a:cubicBezTo>
                        <a:pt x="260632" y="197856"/>
                        <a:pt x="312128" y="173104"/>
                        <a:pt x="368192" y="170001"/>
                      </a:cubicBezTo>
                      <a:cubicBezTo>
                        <a:pt x="424248" y="166881"/>
                        <a:pt x="478168" y="185791"/>
                        <a:pt x="520013" y="223237"/>
                      </a:cubicBezTo>
                      <a:cubicBezTo>
                        <a:pt x="561859" y="260684"/>
                        <a:pt x="586614" y="312179"/>
                        <a:pt x="589718" y="368239"/>
                      </a:cubicBezTo>
                      <a:cubicBezTo>
                        <a:pt x="596124" y="483984"/>
                        <a:pt x="507195" y="583359"/>
                        <a:pt x="391479" y="589763"/>
                      </a:cubicBezTo>
                      <a:cubicBezTo>
                        <a:pt x="387504" y="589985"/>
                        <a:pt x="383533" y="590095"/>
                        <a:pt x="379584" y="590095"/>
                      </a:cubicBezTo>
                      <a:close/>
                      <a:moveTo>
                        <a:pt x="380115" y="173378"/>
                      </a:moveTo>
                      <a:cubicBezTo>
                        <a:pt x="376222" y="173378"/>
                        <a:pt x="372315" y="173486"/>
                        <a:pt x="368397" y="173705"/>
                      </a:cubicBezTo>
                      <a:cubicBezTo>
                        <a:pt x="313322" y="176753"/>
                        <a:pt x="262734" y="201067"/>
                        <a:pt x="225950" y="242169"/>
                      </a:cubicBezTo>
                      <a:cubicBezTo>
                        <a:pt x="189164" y="283273"/>
                        <a:pt x="170592" y="336244"/>
                        <a:pt x="173656" y="391321"/>
                      </a:cubicBezTo>
                      <a:cubicBezTo>
                        <a:pt x="176705" y="446393"/>
                        <a:pt x="201019" y="496979"/>
                        <a:pt x="242119" y="533757"/>
                      </a:cubicBezTo>
                      <a:cubicBezTo>
                        <a:pt x="283218" y="570538"/>
                        <a:pt x="336186" y="589115"/>
                        <a:pt x="391273" y="586063"/>
                      </a:cubicBezTo>
                      <a:cubicBezTo>
                        <a:pt x="504946" y="579771"/>
                        <a:pt x="592307" y="482148"/>
                        <a:pt x="586013" y="368445"/>
                      </a:cubicBezTo>
                      <a:cubicBezTo>
                        <a:pt x="582965" y="313374"/>
                        <a:pt x="558647" y="262788"/>
                        <a:pt x="517538" y="226002"/>
                      </a:cubicBezTo>
                      <a:cubicBezTo>
                        <a:pt x="479358" y="191834"/>
                        <a:pt x="430943" y="173378"/>
                        <a:pt x="380115" y="173378"/>
                      </a:cubicBezTo>
                      <a:close/>
                    </a:path>
                  </a:pathLst>
                </a:custGeom>
                <a:solidFill>
                  <a:srgbClr val="31313C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A28686E-6048-2837-3E6F-0BFE401EBCC7}"/>
                </a:ext>
              </a:extLst>
            </p:cNvPr>
            <p:cNvSpPr/>
            <p:nvPr/>
          </p:nvSpPr>
          <p:spPr>
            <a:xfrm>
              <a:off x="2170200" y="4409132"/>
              <a:ext cx="284992" cy="284986"/>
            </a:xfrm>
            <a:custGeom>
              <a:avLst/>
              <a:gdLst>
                <a:gd name="connsiteX0" fmla="*/ 279752 w 284992"/>
                <a:gd name="connsiteY0" fmla="*/ 151773 h 284986"/>
                <a:gd name="connsiteX1" fmla="*/ 265325 w 284992"/>
                <a:gd name="connsiteY1" fmla="*/ 148967 h 284986"/>
                <a:gd name="connsiteX2" fmla="*/ 260078 w 284992"/>
                <a:gd name="connsiteY2" fmla="*/ 142721 h 284986"/>
                <a:gd name="connsiteX3" fmla="*/ 257414 w 284992"/>
                <a:gd name="connsiteY3" fmla="*/ 119290 h 284986"/>
                <a:gd name="connsiteX4" fmla="*/ 261251 w 284992"/>
                <a:gd name="connsiteY4" fmla="*/ 111950 h 284986"/>
                <a:gd name="connsiteX5" fmla="*/ 275218 w 284992"/>
                <a:gd name="connsiteY5" fmla="*/ 106116 h 284986"/>
                <a:gd name="connsiteX6" fmla="*/ 278690 w 284992"/>
                <a:gd name="connsiteY6" fmla="*/ 97618 h 284986"/>
                <a:gd name="connsiteX7" fmla="*/ 270129 w 284992"/>
                <a:gd name="connsiteY7" fmla="*/ 77136 h 284986"/>
                <a:gd name="connsiteX8" fmla="*/ 261647 w 284992"/>
                <a:gd name="connsiteY8" fmla="*/ 73648 h 284986"/>
                <a:gd name="connsiteX9" fmla="*/ 247094 w 284992"/>
                <a:gd name="connsiteY9" fmla="*/ 79736 h 284986"/>
                <a:gd name="connsiteX10" fmla="*/ 239215 w 284992"/>
                <a:gd name="connsiteY10" fmla="*/ 77374 h 284986"/>
                <a:gd name="connsiteX11" fmla="*/ 234411 w 284992"/>
                <a:gd name="connsiteY11" fmla="*/ 70905 h 284986"/>
                <a:gd name="connsiteX12" fmla="*/ 234506 w 284992"/>
                <a:gd name="connsiteY12" fmla="*/ 62678 h 284986"/>
                <a:gd name="connsiteX13" fmla="*/ 244684 w 284992"/>
                <a:gd name="connsiteY13" fmla="*/ 50819 h 284986"/>
                <a:gd name="connsiteX14" fmla="*/ 243987 w 284992"/>
                <a:gd name="connsiteY14" fmla="*/ 41672 h 284986"/>
                <a:gd name="connsiteX15" fmla="*/ 227135 w 284992"/>
                <a:gd name="connsiteY15" fmla="*/ 27198 h 284986"/>
                <a:gd name="connsiteX16" fmla="*/ 217987 w 284992"/>
                <a:gd name="connsiteY16" fmla="*/ 27895 h 284986"/>
                <a:gd name="connsiteX17" fmla="*/ 207667 w 284992"/>
                <a:gd name="connsiteY17" fmla="*/ 39912 h 284986"/>
                <a:gd name="connsiteX18" fmla="*/ 199645 w 284992"/>
                <a:gd name="connsiteY18" fmla="*/ 41371 h 284986"/>
                <a:gd name="connsiteX19" fmla="*/ 186756 w 284992"/>
                <a:gd name="connsiteY19" fmla="*/ 35188 h 284986"/>
                <a:gd name="connsiteX20" fmla="*/ 182888 w 284992"/>
                <a:gd name="connsiteY20" fmla="*/ 27959 h 284986"/>
                <a:gd name="connsiteX21" fmla="*/ 185995 w 284992"/>
                <a:gd name="connsiteY21" fmla="*/ 11995 h 284986"/>
                <a:gd name="connsiteX22" fmla="*/ 180891 w 284992"/>
                <a:gd name="connsiteY22" fmla="*/ 4385 h 284986"/>
                <a:gd name="connsiteX23" fmla="*/ 159092 w 284992"/>
                <a:gd name="connsiteY23" fmla="*/ 120 h 284986"/>
                <a:gd name="connsiteX24" fmla="*/ 151467 w 284992"/>
                <a:gd name="connsiteY24" fmla="*/ 5241 h 284986"/>
                <a:gd name="connsiteX25" fmla="*/ 148360 w 284992"/>
                <a:gd name="connsiteY25" fmla="*/ 21205 h 284986"/>
                <a:gd name="connsiteX26" fmla="*/ 142034 w 284992"/>
                <a:gd name="connsiteY26" fmla="*/ 26453 h 284986"/>
                <a:gd name="connsiteX27" fmla="*/ 124231 w 284992"/>
                <a:gd name="connsiteY27" fmla="*/ 27832 h 284986"/>
                <a:gd name="connsiteX28" fmla="*/ 117192 w 284992"/>
                <a:gd name="connsiteY28" fmla="*/ 23647 h 284986"/>
                <a:gd name="connsiteX29" fmla="*/ 111691 w 284992"/>
                <a:gd name="connsiteY29" fmla="*/ 8697 h 284986"/>
                <a:gd name="connsiteX30" fmla="*/ 103368 w 284992"/>
                <a:gd name="connsiteY30" fmla="*/ 4845 h 284986"/>
                <a:gd name="connsiteX31" fmla="*/ 82521 w 284992"/>
                <a:gd name="connsiteY31" fmla="*/ 12502 h 284986"/>
                <a:gd name="connsiteX32" fmla="*/ 78669 w 284992"/>
                <a:gd name="connsiteY32" fmla="*/ 20825 h 284986"/>
                <a:gd name="connsiteX33" fmla="*/ 84090 w 284992"/>
                <a:gd name="connsiteY33" fmla="*/ 35616 h 284986"/>
                <a:gd name="connsiteX34" fmla="*/ 81395 w 284992"/>
                <a:gd name="connsiteY34" fmla="*/ 43368 h 284986"/>
                <a:gd name="connsiteX35" fmla="*/ 69252 w 284992"/>
                <a:gd name="connsiteY35" fmla="*/ 51755 h 284986"/>
                <a:gd name="connsiteX36" fmla="*/ 61119 w 284992"/>
                <a:gd name="connsiteY36" fmla="*/ 51580 h 284986"/>
                <a:gd name="connsiteX37" fmla="*/ 48991 w 284992"/>
                <a:gd name="connsiteY37" fmla="*/ 41355 h 284986"/>
                <a:gd name="connsiteX38" fmla="*/ 39860 w 284992"/>
                <a:gd name="connsiteY38" fmla="*/ 42132 h 284986"/>
                <a:gd name="connsiteX39" fmla="*/ 25544 w 284992"/>
                <a:gd name="connsiteY39" fmla="*/ 59111 h 284986"/>
                <a:gd name="connsiteX40" fmla="*/ 26305 w 284992"/>
                <a:gd name="connsiteY40" fmla="*/ 68258 h 284986"/>
                <a:gd name="connsiteX41" fmla="*/ 38100 w 284992"/>
                <a:gd name="connsiteY41" fmla="*/ 78198 h 284986"/>
                <a:gd name="connsiteX42" fmla="*/ 39590 w 284992"/>
                <a:gd name="connsiteY42" fmla="*/ 86315 h 284986"/>
                <a:gd name="connsiteX43" fmla="*/ 33613 w 284992"/>
                <a:gd name="connsiteY43" fmla="*/ 98458 h 284986"/>
                <a:gd name="connsiteX44" fmla="*/ 26416 w 284992"/>
                <a:gd name="connsiteY44" fmla="*/ 102263 h 284986"/>
                <a:gd name="connsiteX45" fmla="*/ 12005 w 284992"/>
                <a:gd name="connsiteY45" fmla="*/ 99441 h 284986"/>
                <a:gd name="connsiteX46" fmla="*/ 4380 w 284992"/>
                <a:gd name="connsiteY46" fmla="*/ 104562 h 284986"/>
                <a:gd name="connsiteX47" fmla="*/ 115 w 284992"/>
                <a:gd name="connsiteY47" fmla="*/ 126376 h 284986"/>
                <a:gd name="connsiteX48" fmla="*/ 5236 w 284992"/>
                <a:gd name="connsiteY48" fmla="*/ 133970 h 284986"/>
                <a:gd name="connsiteX49" fmla="*/ 19108 w 284992"/>
                <a:gd name="connsiteY49" fmla="*/ 136681 h 284986"/>
                <a:gd name="connsiteX50" fmla="*/ 24339 w 284992"/>
                <a:gd name="connsiteY50" fmla="*/ 143085 h 284986"/>
                <a:gd name="connsiteX51" fmla="*/ 26400 w 284992"/>
                <a:gd name="connsiteY51" fmla="*/ 166453 h 284986"/>
                <a:gd name="connsiteX52" fmla="*/ 22532 w 284992"/>
                <a:gd name="connsiteY52" fmla="*/ 173603 h 284986"/>
                <a:gd name="connsiteX53" fmla="*/ 9929 w 284992"/>
                <a:gd name="connsiteY53" fmla="*/ 178866 h 284986"/>
                <a:gd name="connsiteX54" fmla="*/ 6441 w 284992"/>
                <a:gd name="connsiteY54" fmla="*/ 187348 h 284986"/>
                <a:gd name="connsiteX55" fmla="*/ 15017 w 284992"/>
                <a:gd name="connsiteY55" fmla="*/ 207846 h 284986"/>
                <a:gd name="connsiteX56" fmla="*/ 23499 w 284992"/>
                <a:gd name="connsiteY56" fmla="*/ 211334 h 284986"/>
                <a:gd name="connsiteX57" fmla="*/ 35563 w 284992"/>
                <a:gd name="connsiteY57" fmla="*/ 206293 h 284986"/>
                <a:gd name="connsiteX58" fmla="*/ 43474 w 284992"/>
                <a:gd name="connsiteY58" fmla="*/ 208686 h 284986"/>
                <a:gd name="connsiteX59" fmla="*/ 49197 w 284992"/>
                <a:gd name="connsiteY59" fmla="*/ 216724 h 284986"/>
                <a:gd name="connsiteX60" fmla="*/ 48959 w 284992"/>
                <a:gd name="connsiteY60" fmla="*/ 224873 h 284986"/>
                <a:gd name="connsiteX61" fmla="*/ 40319 w 284992"/>
                <a:gd name="connsiteY61" fmla="*/ 234940 h 284986"/>
                <a:gd name="connsiteX62" fmla="*/ 41017 w 284992"/>
                <a:gd name="connsiteY62" fmla="*/ 244087 h 284986"/>
                <a:gd name="connsiteX63" fmla="*/ 57869 w 284992"/>
                <a:gd name="connsiteY63" fmla="*/ 258545 h 284986"/>
                <a:gd name="connsiteX64" fmla="*/ 67016 w 284992"/>
                <a:gd name="connsiteY64" fmla="*/ 257863 h 284986"/>
                <a:gd name="connsiteX65" fmla="*/ 75434 w 284992"/>
                <a:gd name="connsiteY65" fmla="*/ 248034 h 284986"/>
                <a:gd name="connsiteX66" fmla="*/ 83535 w 284992"/>
                <a:gd name="connsiteY66" fmla="*/ 246608 h 284986"/>
                <a:gd name="connsiteX67" fmla="*/ 97629 w 284992"/>
                <a:gd name="connsiteY67" fmla="*/ 253472 h 284986"/>
                <a:gd name="connsiteX68" fmla="*/ 101561 w 284992"/>
                <a:gd name="connsiteY68" fmla="*/ 260654 h 284986"/>
                <a:gd name="connsiteX69" fmla="*/ 99151 w 284992"/>
                <a:gd name="connsiteY69" fmla="*/ 272988 h 284986"/>
                <a:gd name="connsiteX70" fmla="*/ 104272 w 284992"/>
                <a:gd name="connsiteY70" fmla="*/ 280597 h 284986"/>
                <a:gd name="connsiteX71" fmla="*/ 126070 w 284992"/>
                <a:gd name="connsiteY71" fmla="*/ 284862 h 284986"/>
                <a:gd name="connsiteX72" fmla="*/ 133679 w 284992"/>
                <a:gd name="connsiteY72" fmla="*/ 279741 h 284986"/>
                <a:gd name="connsiteX73" fmla="*/ 136073 w 284992"/>
                <a:gd name="connsiteY73" fmla="*/ 267470 h 284986"/>
                <a:gd name="connsiteX74" fmla="*/ 142383 w 284992"/>
                <a:gd name="connsiteY74" fmla="*/ 262223 h 284986"/>
                <a:gd name="connsiteX75" fmla="*/ 161169 w 284992"/>
                <a:gd name="connsiteY75" fmla="*/ 260701 h 284986"/>
                <a:gd name="connsiteX76" fmla="*/ 168256 w 284992"/>
                <a:gd name="connsiteY76" fmla="*/ 264870 h 284986"/>
                <a:gd name="connsiteX77" fmla="*/ 172678 w 284992"/>
                <a:gd name="connsiteY77" fmla="*/ 276935 h 284986"/>
                <a:gd name="connsiteX78" fmla="*/ 181001 w 284992"/>
                <a:gd name="connsiteY78" fmla="*/ 280787 h 284986"/>
                <a:gd name="connsiteX79" fmla="*/ 201849 w 284992"/>
                <a:gd name="connsiteY79" fmla="*/ 273130 h 284986"/>
                <a:gd name="connsiteX80" fmla="*/ 205701 w 284992"/>
                <a:gd name="connsiteY80" fmla="*/ 264807 h 284986"/>
                <a:gd name="connsiteX81" fmla="*/ 201214 w 284992"/>
                <a:gd name="connsiteY81" fmla="*/ 252584 h 284986"/>
                <a:gd name="connsiteX82" fmla="*/ 203878 w 284992"/>
                <a:gd name="connsiteY82" fmla="*/ 244784 h 284986"/>
                <a:gd name="connsiteX83" fmla="*/ 216703 w 284992"/>
                <a:gd name="connsiteY83" fmla="*/ 235685 h 284986"/>
                <a:gd name="connsiteX84" fmla="*/ 224915 w 284992"/>
                <a:gd name="connsiteY84" fmla="*/ 235796 h 284986"/>
                <a:gd name="connsiteX85" fmla="*/ 234855 w 284992"/>
                <a:gd name="connsiteY85" fmla="*/ 244166 h 284986"/>
                <a:gd name="connsiteX86" fmla="*/ 243987 w 284992"/>
                <a:gd name="connsiteY86" fmla="*/ 243389 h 284986"/>
                <a:gd name="connsiteX87" fmla="*/ 258318 w 284992"/>
                <a:gd name="connsiteY87" fmla="*/ 226410 h 284986"/>
                <a:gd name="connsiteX88" fmla="*/ 257541 w 284992"/>
                <a:gd name="connsiteY88" fmla="*/ 217279 h 284986"/>
                <a:gd name="connsiteX89" fmla="*/ 247332 w 284992"/>
                <a:gd name="connsiteY89" fmla="*/ 208655 h 284986"/>
                <a:gd name="connsiteX90" fmla="*/ 245778 w 284992"/>
                <a:gd name="connsiteY90" fmla="*/ 200665 h 284986"/>
                <a:gd name="connsiteX91" fmla="*/ 251898 w 284992"/>
                <a:gd name="connsiteY91" fmla="*/ 187538 h 284986"/>
                <a:gd name="connsiteX92" fmla="*/ 259158 w 284992"/>
                <a:gd name="connsiteY92" fmla="*/ 183607 h 284986"/>
                <a:gd name="connsiteX93" fmla="*/ 272998 w 284992"/>
                <a:gd name="connsiteY93" fmla="*/ 186302 h 284986"/>
                <a:gd name="connsiteX94" fmla="*/ 280624 w 284992"/>
                <a:gd name="connsiteY94" fmla="*/ 181197 h 284986"/>
                <a:gd name="connsiteX95" fmla="*/ 284872 w 284992"/>
                <a:gd name="connsiteY95" fmla="*/ 159383 h 284986"/>
                <a:gd name="connsiteX96" fmla="*/ 279752 w 284992"/>
                <a:gd name="connsiteY96" fmla="*/ 151773 h 284986"/>
                <a:gd name="connsiteX97" fmla="*/ 220096 w 284992"/>
                <a:gd name="connsiteY97" fmla="*/ 157639 h 284986"/>
                <a:gd name="connsiteX98" fmla="*/ 127433 w 284992"/>
                <a:gd name="connsiteY98" fmla="*/ 220006 h 284986"/>
                <a:gd name="connsiteX99" fmla="*/ 65066 w 284992"/>
                <a:gd name="connsiteY99" fmla="*/ 127343 h 284986"/>
                <a:gd name="connsiteX100" fmla="*/ 157729 w 284992"/>
                <a:gd name="connsiteY100" fmla="*/ 64976 h 284986"/>
                <a:gd name="connsiteX101" fmla="*/ 220096 w 284992"/>
                <a:gd name="connsiteY101" fmla="*/ 157639 h 284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284992" h="284986">
                  <a:moveTo>
                    <a:pt x="279752" y="151773"/>
                  </a:moveTo>
                  <a:lnTo>
                    <a:pt x="265325" y="148967"/>
                  </a:lnTo>
                  <a:cubicBezTo>
                    <a:pt x="262329" y="148365"/>
                    <a:pt x="260125" y="145780"/>
                    <a:pt x="260078" y="142721"/>
                  </a:cubicBezTo>
                  <a:cubicBezTo>
                    <a:pt x="259983" y="134747"/>
                    <a:pt x="259079" y="126899"/>
                    <a:pt x="257414" y="119290"/>
                  </a:cubicBezTo>
                  <a:cubicBezTo>
                    <a:pt x="256749" y="116230"/>
                    <a:pt x="258382" y="113154"/>
                    <a:pt x="261251" y="111950"/>
                  </a:cubicBezTo>
                  <a:lnTo>
                    <a:pt x="275218" y="106116"/>
                  </a:lnTo>
                  <a:cubicBezTo>
                    <a:pt x="278515" y="104736"/>
                    <a:pt x="280085" y="100947"/>
                    <a:pt x="278690" y="97618"/>
                  </a:cubicBezTo>
                  <a:lnTo>
                    <a:pt x="270129" y="77136"/>
                  </a:lnTo>
                  <a:cubicBezTo>
                    <a:pt x="268750" y="73838"/>
                    <a:pt x="264945" y="72269"/>
                    <a:pt x="261647" y="73648"/>
                  </a:cubicBezTo>
                  <a:lnTo>
                    <a:pt x="247094" y="79736"/>
                  </a:lnTo>
                  <a:cubicBezTo>
                    <a:pt x="244240" y="80925"/>
                    <a:pt x="240959" y="79926"/>
                    <a:pt x="239215" y="77374"/>
                  </a:cubicBezTo>
                  <a:cubicBezTo>
                    <a:pt x="237677" y="75170"/>
                    <a:pt x="236076" y="73014"/>
                    <a:pt x="234411" y="70905"/>
                  </a:cubicBezTo>
                  <a:cubicBezTo>
                    <a:pt x="232461" y="68480"/>
                    <a:pt x="232493" y="65024"/>
                    <a:pt x="234506" y="62678"/>
                  </a:cubicBezTo>
                  <a:lnTo>
                    <a:pt x="244684" y="50819"/>
                  </a:lnTo>
                  <a:cubicBezTo>
                    <a:pt x="247015" y="48092"/>
                    <a:pt x="246698" y="44002"/>
                    <a:pt x="243987" y="41672"/>
                  </a:cubicBezTo>
                  <a:lnTo>
                    <a:pt x="227135" y="27198"/>
                  </a:lnTo>
                  <a:cubicBezTo>
                    <a:pt x="224408" y="24867"/>
                    <a:pt x="220318" y="25184"/>
                    <a:pt x="217987" y="27895"/>
                  </a:cubicBezTo>
                  <a:lnTo>
                    <a:pt x="207667" y="39912"/>
                  </a:lnTo>
                  <a:cubicBezTo>
                    <a:pt x="205685" y="42243"/>
                    <a:pt x="202308" y="42861"/>
                    <a:pt x="199645" y="41371"/>
                  </a:cubicBezTo>
                  <a:cubicBezTo>
                    <a:pt x="195507" y="39072"/>
                    <a:pt x="191211" y="36995"/>
                    <a:pt x="186756" y="35188"/>
                  </a:cubicBezTo>
                  <a:cubicBezTo>
                    <a:pt x="183903" y="34031"/>
                    <a:pt x="182286" y="30987"/>
                    <a:pt x="182888" y="27959"/>
                  </a:cubicBezTo>
                  <a:lnTo>
                    <a:pt x="185995" y="11995"/>
                  </a:lnTo>
                  <a:cubicBezTo>
                    <a:pt x="186693" y="8475"/>
                    <a:pt x="184394" y="5067"/>
                    <a:pt x="180891" y="4385"/>
                  </a:cubicBezTo>
                  <a:lnTo>
                    <a:pt x="159092" y="120"/>
                  </a:lnTo>
                  <a:cubicBezTo>
                    <a:pt x="155573" y="-561"/>
                    <a:pt x="152164" y="1722"/>
                    <a:pt x="151467" y="5241"/>
                  </a:cubicBezTo>
                  <a:lnTo>
                    <a:pt x="148360" y="21205"/>
                  </a:lnTo>
                  <a:cubicBezTo>
                    <a:pt x="147757" y="24249"/>
                    <a:pt x="145110" y="26453"/>
                    <a:pt x="142034" y="26453"/>
                  </a:cubicBezTo>
                  <a:cubicBezTo>
                    <a:pt x="136010" y="26453"/>
                    <a:pt x="130065" y="26928"/>
                    <a:pt x="124231" y="27832"/>
                  </a:cubicBezTo>
                  <a:cubicBezTo>
                    <a:pt x="121187" y="28292"/>
                    <a:pt x="118238" y="26532"/>
                    <a:pt x="117192" y="23647"/>
                  </a:cubicBezTo>
                  <a:lnTo>
                    <a:pt x="111691" y="8697"/>
                  </a:lnTo>
                  <a:cubicBezTo>
                    <a:pt x="110470" y="5336"/>
                    <a:pt x="106729" y="3608"/>
                    <a:pt x="103368" y="4845"/>
                  </a:cubicBezTo>
                  <a:lnTo>
                    <a:pt x="82521" y="12502"/>
                  </a:lnTo>
                  <a:cubicBezTo>
                    <a:pt x="79160" y="13738"/>
                    <a:pt x="77432" y="17464"/>
                    <a:pt x="78669" y="20825"/>
                  </a:cubicBezTo>
                  <a:lnTo>
                    <a:pt x="84090" y="35616"/>
                  </a:lnTo>
                  <a:cubicBezTo>
                    <a:pt x="85152" y="38501"/>
                    <a:pt x="84043" y="41767"/>
                    <a:pt x="81395" y="43368"/>
                  </a:cubicBezTo>
                  <a:cubicBezTo>
                    <a:pt x="77178" y="45905"/>
                    <a:pt x="73120" y="48711"/>
                    <a:pt x="69252" y="51755"/>
                  </a:cubicBezTo>
                  <a:cubicBezTo>
                    <a:pt x="66858" y="53641"/>
                    <a:pt x="63449" y="53546"/>
                    <a:pt x="61119" y="51580"/>
                  </a:cubicBezTo>
                  <a:lnTo>
                    <a:pt x="48991" y="41355"/>
                  </a:lnTo>
                  <a:cubicBezTo>
                    <a:pt x="46264" y="39056"/>
                    <a:pt x="42174" y="39405"/>
                    <a:pt x="39860" y="42132"/>
                  </a:cubicBezTo>
                  <a:lnTo>
                    <a:pt x="25544" y="59111"/>
                  </a:lnTo>
                  <a:cubicBezTo>
                    <a:pt x="23230" y="61853"/>
                    <a:pt x="23578" y="65943"/>
                    <a:pt x="26305" y="68258"/>
                  </a:cubicBezTo>
                  <a:lnTo>
                    <a:pt x="38100" y="78198"/>
                  </a:lnTo>
                  <a:cubicBezTo>
                    <a:pt x="40478" y="80195"/>
                    <a:pt x="41112" y="83604"/>
                    <a:pt x="39590" y="86315"/>
                  </a:cubicBezTo>
                  <a:cubicBezTo>
                    <a:pt x="37386" y="90215"/>
                    <a:pt x="35389" y="94273"/>
                    <a:pt x="33613" y="98458"/>
                  </a:cubicBezTo>
                  <a:cubicBezTo>
                    <a:pt x="32440" y="101280"/>
                    <a:pt x="29412" y="102850"/>
                    <a:pt x="26416" y="102263"/>
                  </a:cubicBezTo>
                  <a:lnTo>
                    <a:pt x="12005" y="99441"/>
                  </a:lnTo>
                  <a:cubicBezTo>
                    <a:pt x="8486" y="98760"/>
                    <a:pt x="5077" y="101042"/>
                    <a:pt x="4380" y="104562"/>
                  </a:cubicBezTo>
                  <a:lnTo>
                    <a:pt x="115" y="126376"/>
                  </a:lnTo>
                  <a:cubicBezTo>
                    <a:pt x="-550" y="129896"/>
                    <a:pt x="1732" y="133304"/>
                    <a:pt x="5236" y="133970"/>
                  </a:cubicBezTo>
                  <a:lnTo>
                    <a:pt x="19108" y="136681"/>
                  </a:lnTo>
                  <a:cubicBezTo>
                    <a:pt x="22151" y="137283"/>
                    <a:pt x="24371" y="139978"/>
                    <a:pt x="24339" y="143085"/>
                  </a:cubicBezTo>
                  <a:cubicBezTo>
                    <a:pt x="24244" y="151012"/>
                    <a:pt x="24958" y="158844"/>
                    <a:pt x="26400" y="166453"/>
                  </a:cubicBezTo>
                  <a:cubicBezTo>
                    <a:pt x="26987" y="169449"/>
                    <a:pt x="25338" y="172430"/>
                    <a:pt x="22532" y="173603"/>
                  </a:cubicBezTo>
                  <a:lnTo>
                    <a:pt x="9929" y="178866"/>
                  </a:lnTo>
                  <a:cubicBezTo>
                    <a:pt x="6631" y="180246"/>
                    <a:pt x="5077" y="184050"/>
                    <a:pt x="6441" y="187348"/>
                  </a:cubicBezTo>
                  <a:lnTo>
                    <a:pt x="15017" y="207846"/>
                  </a:lnTo>
                  <a:cubicBezTo>
                    <a:pt x="16397" y="211160"/>
                    <a:pt x="20202" y="212713"/>
                    <a:pt x="23499" y="211334"/>
                  </a:cubicBezTo>
                  <a:lnTo>
                    <a:pt x="35563" y="206293"/>
                  </a:lnTo>
                  <a:cubicBezTo>
                    <a:pt x="38433" y="205088"/>
                    <a:pt x="41762" y="206086"/>
                    <a:pt x="43474" y="208686"/>
                  </a:cubicBezTo>
                  <a:cubicBezTo>
                    <a:pt x="45250" y="211445"/>
                    <a:pt x="47168" y="214124"/>
                    <a:pt x="49197" y="216724"/>
                  </a:cubicBezTo>
                  <a:cubicBezTo>
                    <a:pt x="51068" y="219134"/>
                    <a:pt x="50941" y="222558"/>
                    <a:pt x="48959" y="224873"/>
                  </a:cubicBezTo>
                  <a:lnTo>
                    <a:pt x="40319" y="234940"/>
                  </a:lnTo>
                  <a:cubicBezTo>
                    <a:pt x="37973" y="237666"/>
                    <a:pt x="38290" y="241756"/>
                    <a:pt x="41017" y="244087"/>
                  </a:cubicBezTo>
                  <a:lnTo>
                    <a:pt x="57869" y="258545"/>
                  </a:lnTo>
                  <a:cubicBezTo>
                    <a:pt x="60596" y="260891"/>
                    <a:pt x="64686" y="260574"/>
                    <a:pt x="67016" y="257863"/>
                  </a:cubicBezTo>
                  <a:lnTo>
                    <a:pt x="75434" y="248034"/>
                  </a:lnTo>
                  <a:cubicBezTo>
                    <a:pt x="77464" y="245688"/>
                    <a:pt x="80856" y="245054"/>
                    <a:pt x="83535" y="246608"/>
                  </a:cubicBezTo>
                  <a:cubicBezTo>
                    <a:pt x="88038" y="249176"/>
                    <a:pt x="92730" y="251474"/>
                    <a:pt x="97629" y="253472"/>
                  </a:cubicBezTo>
                  <a:cubicBezTo>
                    <a:pt x="100483" y="254629"/>
                    <a:pt x="102147" y="257626"/>
                    <a:pt x="101561" y="260654"/>
                  </a:cubicBezTo>
                  <a:lnTo>
                    <a:pt x="99151" y="272988"/>
                  </a:lnTo>
                  <a:cubicBezTo>
                    <a:pt x="98453" y="276507"/>
                    <a:pt x="100752" y="279915"/>
                    <a:pt x="104272" y="280597"/>
                  </a:cubicBezTo>
                  <a:lnTo>
                    <a:pt x="126070" y="284862"/>
                  </a:lnTo>
                  <a:cubicBezTo>
                    <a:pt x="129589" y="285559"/>
                    <a:pt x="132998" y="283260"/>
                    <a:pt x="133679" y="279741"/>
                  </a:cubicBezTo>
                  <a:lnTo>
                    <a:pt x="136073" y="267470"/>
                  </a:lnTo>
                  <a:cubicBezTo>
                    <a:pt x="136676" y="264443"/>
                    <a:pt x="139307" y="262223"/>
                    <a:pt x="142383" y="262223"/>
                  </a:cubicBezTo>
                  <a:cubicBezTo>
                    <a:pt x="148740" y="262223"/>
                    <a:pt x="155018" y="261716"/>
                    <a:pt x="161169" y="260701"/>
                  </a:cubicBezTo>
                  <a:cubicBezTo>
                    <a:pt x="164213" y="260210"/>
                    <a:pt x="167177" y="261969"/>
                    <a:pt x="168256" y="264870"/>
                  </a:cubicBezTo>
                  <a:lnTo>
                    <a:pt x="172678" y="276935"/>
                  </a:lnTo>
                  <a:cubicBezTo>
                    <a:pt x="173915" y="280296"/>
                    <a:pt x="177625" y="282024"/>
                    <a:pt x="181001" y="280787"/>
                  </a:cubicBezTo>
                  <a:lnTo>
                    <a:pt x="201849" y="273130"/>
                  </a:lnTo>
                  <a:cubicBezTo>
                    <a:pt x="205209" y="271909"/>
                    <a:pt x="206938" y="268168"/>
                    <a:pt x="205701" y="264807"/>
                  </a:cubicBezTo>
                  <a:lnTo>
                    <a:pt x="201214" y="252584"/>
                  </a:lnTo>
                  <a:cubicBezTo>
                    <a:pt x="200152" y="249683"/>
                    <a:pt x="201230" y="246417"/>
                    <a:pt x="203878" y="244784"/>
                  </a:cubicBezTo>
                  <a:cubicBezTo>
                    <a:pt x="208333" y="242042"/>
                    <a:pt x="212629" y="238998"/>
                    <a:pt x="216703" y="235685"/>
                  </a:cubicBezTo>
                  <a:cubicBezTo>
                    <a:pt x="219097" y="233735"/>
                    <a:pt x="222569" y="233798"/>
                    <a:pt x="224915" y="235796"/>
                  </a:cubicBezTo>
                  <a:lnTo>
                    <a:pt x="234855" y="244166"/>
                  </a:lnTo>
                  <a:cubicBezTo>
                    <a:pt x="237582" y="246481"/>
                    <a:pt x="241672" y="246132"/>
                    <a:pt x="243987" y="243389"/>
                  </a:cubicBezTo>
                  <a:lnTo>
                    <a:pt x="258318" y="226410"/>
                  </a:lnTo>
                  <a:cubicBezTo>
                    <a:pt x="260617" y="223668"/>
                    <a:pt x="260268" y="219578"/>
                    <a:pt x="257541" y="217279"/>
                  </a:cubicBezTo>
                  <a:lnTo>
                    <a:pt x="247332" y="208655"/>
                  </a:lnTo>
                  <a:cubicBezTo>
                    <a:pt x="244986" y="206689"/>
                    <a:pt x="244320" y="203344"/>
                    <a:pt x="245778" y="200665"/>
                  </a:cubicBezTo>
                  <a:cubicBezTo>
                    <a:pt x="248061" y="196448"/>
                    <a:pt x="250106" y="192072"/>
                    <a:pt x="251898" y="187538"/>
                  </a:cubicBezTo>
                  <a:cubicBezTo>
                    <a:pt x="253023" y="184653"/>
                    <a:pt x="256099" y="183004"/>
                    <a:pt x="259158" y="183607"/>
                  </a:cubicBezTo>
                  <a:lnTo>
                    <a:pt x="272998" y="186302"/>
                  </a:lnTo>
                  <a:cubicBezTo>
                    <a:pt x="276518" y="186983"/>
                    <a:pt x="279926" y="184700"/>
                    <a:pt x="280624" y="181197"/>
                  </a:cubicBezTo>
                  <a:lnTo>
                    <a:pt x="284872" y="159383"/>
                  </a:lnTo>
                  <a:cubicBezTo>
                    <a:pt x="285554" y="155863"/>
                    <a:pt x="283271" y="152471"/>
                    <a:pt x="279752" y="151773"/>
                  </a:cubicBezTo>
                  <a:close/>
                  <a:moveTo>
                    <a:pt x="220096" y="157639"/>
                  </a:moveTo>
                  <a:cubicBezTo>
                    <a:pt x="211725" y="200459"/>
                    <a:pt x="170237" y="228376"/>
                    <a:pt x="127433" y="220006"/>
                  </a:cubicBezTo>
                  <a:cubicBezTo>
                    <a:pt x="84614" y="211635"/>
                    <a:pt x="56696" y="170163"/>
                    <a:pt x="65066" y="127343"/>
                  </a:cubicBezTo>
                  <a:cubicBezTo>
                    <a:pt x="73421" y="84523"/>
                    <a:pt x="114909" y="56606"/>
                    <a:pt x="157729" y="64976"/>
                  </a:cubicBezTo>
                  <a:cubicBezTo>
                    <a:pt x="200533" y="73347"/>
                    <a:pt x="228466" y="114835"/>
                    <a:pt x="220096" y="157639"/>
                  </a:cubicBezTo>
                  <a:close/>
                </a:path>
              </a:pathLst>
            </a:custGeom>
            <a:solidFill>
              <a:srgbClr val="31313B"/>
            </a:solidFill>
            <a:ln w="1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75C135E-825E-AE97-3410-2DEB4F440558}"/>
                </a:ext>
              </a:extLst>
            </p:cNvPr>
            <p:cNvSpPr/>
            <p:nvPr/>
          </p:nvSpPr>
          <p:spPr>
            <a:xfrm>
              <a:off x="1140415" y="3228920"/>
              <a:ext cx="319219" cy="319212"/>
            </a:xfrm>
            <a:custGeom>
              <a:avLst/>
              <a:gdLst>
                <a:gd name="connsiteX0" fmla="*/ 313331 w 319219"/>
                <a:gd name="connsiteY0" fmla="*/ 170002 h 319212"/>
                <a:gd name="connsiteX1" fmla="*/ 297177 w 319219"/>
                <a:gd name="connsiteY1" fmla="*/ 166854 h 319212"/>
                <a:gd name="connsiteX2" fmla="*/ 291311 w 319219"/>
                <a:gd name="connsiteY2" fmla="*/ 159869 h 319212"/>
                <a:gd name="connsiteX3" fmla="*/ 288331 w 319219"/>
                <a:gd name="connsiteY3" fmla="*/ 133612 h 319212"/>
                <a:gd name="connsiteX4" fmla="*/ 292627 w 319219"/>
                <a:gd name="connsiteY4" fmla="*/ 125394 h 319212"/>
                <a:gd name="connsiteX5" fmla="*/ 308274 w 319219"/>
                <a:gd name="connsiteY5" fmla="*/ 118862 h 319212"/>
                <a:gd name="connsiteX6" fmla="*/ 312158 w 319219"/>
                <a:gd name="connsiteY6" fmla="*/ 109352 h 319212"/>
                <a:gd name="connsiteX7" fmla="*/ 302567 w 319219"/>
                <a:gd name="connsiteY7" fmla="*/ 86403 h 319212"/>
                <a:gd name="connsiteX8" fmla="*/ 293055 w 319219"/>
                <a:gd name="connsiteY8" fmla="*/ 82498 h 319212"/>
                <a:gd name="connsiteX9" fmla="*/ 276758 w 319219"/>
                <a:gd name="connsiteY9" fmla="*/ 89315 h 319212"/>
                <a:gd name="connsiteX10" fmla="*/ 267927 w 319219"/>
                <a:gd name="connsiteY10" fmla="*/ 86671 h 319212"/>
                <a:gd name="connsiteX11" fmla="*/ 262553 w 319219"/>
                <a:gd name="connsiteY11" fmla="*/ 79418 h 319212"/>
                <a:gd name="connsiteX12" fmla="*/ 262680 w 319219"/>
                <a:gd name="connsiteY12" fmla="*/ 70199 h 319212"/>
                <a:gd name="connsiteX13" fmla="*/ 274063 w 319219"/>
                <a:gd name="connsiteY13" fmla="*/ 56922 h 319212"/>
                <a:gd name="connsiteX14" fmla="*/ 273270 w 319219"/>
                <a:gd name="connsiteY14" fmla="*/ 46676 h 319212"/>
                <a:gd name="connsiteX15" fmla="*/ 254405 w 319219"/>
                <a:gd name="connsiteY15" fmla="*/ 30466 h 319212"/>
                <a:gd name="connsiteX16" fmla="*/ 244147 w 319219"/>
                <a:gd name="connsiteY16" fmla="*/ 31252 h 319212"/>
                <a:gd name="connsiteX17" fmla="*/ 232606 w 319219"/>
                <a:gd name="connsiteY17" fmla="*/ 44712 h 319212"/>
                <a:gd name="connsiteX18" fmla="*/ 223617 w 319219"/>
                <a:gd name="connsiteY18" fmla="*/ 46350 h 319212"/>
                <a:gd name="connsiteX19" fmla="*/ 209175 w 319219"/>
                <a:gd name="connsiteY19" fmla="*/ 39417 h 319212"/>
                <a:gd name="connsiteX20" fmla="*/ 204847 w 319219"/>
                <a:gd name="connsiteY20" fmla="*/ 31325 h 319212"/>
                <a:gd name="connsiteX21" fmla="*/ 208335 w 319219"/>
                <a:gd name="connsiteY21" fmla="*/ 13436 h 319212"/>
                <a:gd name="connsiteX22" fmla="*/ 202612 w 319219"/>
                <a:gd name="connsiteY22" fmla="*/ 4909 h 319212"/>
                <a:gd name="connsiteX23" fmla="*/ 178182 w 319219"/>
                <a:gd name="connsiteY23" fmla="*/ 134 h 319212"/>
                <a:gd name="connsiteX24" fmla="*/ 169653 w 319219"/>
                <a:gd name="connsiteY24" fmla="*/ 5870 h 319212"/>
                <a:gd name="connsiteX25" fmla="*/ 166165 w 319219"/>
                <a:gd name="connsiteY25" fmla="*/ 23759 h 319212"/>
                <a:gd name="connsiteX26" fmla="*/ 159095 w 319219"/>
                <a:gd name="connsiteY26" fmla="*/ 29627 h 319212"/>
                <a:gd name="connsiteX27" fmla="*/ 139135 w 319219"/>
                <a:gd name="connsiteY27" fmla="*/ 31170 h 319212"/>
                <a:gd name="connsiteX28" fmla="*/ 131256 w 319219"/>
                <a:gd name="connsiteY28" fmla="*/ 26490 h 319212"/>
                <a:gd name="connsiteX29" fmla="*/ 125105 w 319219"/>
                <a:gd name="connsiteY29" fmla="*/ 9741 h 319212"/>
                <a:gd name="connsiteX30" fmla="*/ 115783 w 319219"/>
                <a:gd name="connsiteY30" fmla="*/ 5426 h 319212"/>
                <a:gd name="connsiteX31" fmla="*/ 92431 w 319219"/>
                <a:gd name="connsiteY31" fmla="*/ 13999 h 319212"/>
                <a:gd name="connsiteX32" fmla="*/ 88119 w 319219"/>
                <a:gd name="connsiteY32" fmla="*/ 23321 h 319212"/>
                <a:gd name="connsiteX33" fmla="*/ 94191 w 319219"/>
                <a:gd name="connsiteY33" fmla="*/ 39889 h 319212"/>
                <a:gd name="connsiteX34" fmla="*/ 91163 w 319219"/>
                <a:gd name="connsiteY34" fmla="*/ 48569 h 319212"/>
                <a:gd name="connsiteX35" fmla="*/ 77577 w 319219"/>
                <a:gd name="connsiteY35" fmla="*/ 57970 h 319212"/>
                <a:gd name="connsiteX36" fmla="*/ 68461 w 319219"/>
                <a:gd name="connsiteY36" fmla="*/ 57777 h 319212"/>
                <a:gd name="connsiteX37" fmla="*/ 54875 w 319219"/>
                <a:gd name="connsiteY37" fmla="*/ 46324 h 319212"/>
                <a:gd name="connsiteX38" fmla="*/ 44650 w 319219"/>
                <a:gd name="connsiteY38" fmla="*/ 47193 h 319212"/>
                <a:gd name="connsiteX39" fmla="*/ 28606 w 319219"/>
                <a:gd name="connsiteY39" fmla="*/ 66212 h 319212"/>
                <a:gd name="connsiteX40" fmla="*/ 29462 w 319219"/>
                <a:gd name="connsiteY40" fmla="*/ 76455 h 319212"/>
                <a:gd name="connsiteX41" fmla="*/ 42668 w 319219"/>
                <a:gd name="connsiteY41" fmla="*/ 87598 h 319212"/>
                <a:gd name="connsiteX42" fmla="*/ 44348 w 319219"/>
                <a:gd name="connsiteY42" fmla="*/ 96679 h 319212"/>
                <a:gd name="connsiteX43" fmla="*/ 37658 w 319219"/>
                <a:gd name="connsiteY43" fmla="*/ 110292 h 319212"/>
                <a:gd name="connsiteX44" fmla="*/ 29589 w 319219"/>
                <a:gd name="connsiteY44" fmla="*/ 114550 h 319212"/>
                <a:gd name="connsiteX45" fmla="*/ 13434 w 319219"/>
                <a:gd name="connsiteY45" fmla="*/ 111389 h 319212"/>
                <a:gd name="connsiteX46" fmla="*/ 4905 w 319219"/>
                <a:gd name="connsiteY46" fmla="*/ 117125 h 319212"/>
                <a:gd name="connsiteX47" fmla="*/ 134 w 319219"/>
                <a:gd name="connsiteY47" fmla="*/ 141547 h 319212"/>
                <a:gd name="connsiteX48" fmla="*/ 5872 w 319219"/>
                <a:gd name="connsiteY48" fmla="*/ 150065 h 319212"/>
                <a:gd name="connsiteX49" fmla="*/ 21393 w 319219"/>
                <a:gd name="connsiteY49" fmla="*/ 153099 h 319212"/>
                <a:gd name="connsiteX50" fmla="*/ 27259 w 319219"/>
                <a:gd name="connsiteY50" fmla="*/ 160268 h 319212"/>
                <a:gd name="connsiteX51" fmla="*/ 29573 w 319219"/>
                <a:gd name="connsiteY51" fmla="*/ 186439 h 319212"/>
                <a:gd name="connsiteX52" fmla="*/ 25229 w 319219"/>
                <a:gd name="connsiteY52" fmla="*/ 194446 h 319212"/>
                <a:gd name="connsiteX53" fmla="*/ 11120 w 319219"/>
                <a:gd name="connsiteY53" fmla="*/ 200356 h 319212"/>
                <a:gd name="connsiteX54" fmla="*/ 7220 w 319219"/>
                <a:gd name="connsiteY54" fmla="*/ 209854 h 319212"/>
                <a:gd name="connsiteX55" fmla="*/ 16811 w 319219"/>
                <a:gd name="connsiteY55" fmla="*/ 232814 h 319212"/>
                <a:gd name="connsiteX56" fmla="*/ 26323 w 319219"/>
                <a:gd name="connsiteY56" fmla="*/ 236708 h 319212"/>
                <a:gd name="connsiteX57" fmla="*/ 39830 w 319219"/>
                <a:gd name="connsiteY57" fmla="*/ 231067 h 319212"/>
                <a:gd name="connsiteX58" fmla="*/ 48692 w 319219"/>
                <a:gd name="connsiteY58" fmla="*/ 233750 h 319212"/>
                <a:gd name="connsiteX59" fmla="*/ 55097 w 319219"/>
                <a:gd name="connsiteY59" fmla="*/ 242754 h 319212"/>
                <a:gd name="connsiteX60" fmla="*/ 54827 w 319219"/>
                <a:gd name="connsiteY60" fmla="*/ 251880 h 319212"/>
                <a:gd name="connsiteX61" fmla="*/ 45157 w 319219"/>
                <a:gd name="connsiteY61" fmla="*/ 263158 h 319212"/>
                <a:gd name="connsiteX62" fmla="*/ 45949 w 319219"/>
                <a:gd name="connsiteY62" fmla="*/ 273404 h 319212"/>
                <a:gd name="connsiteX63" fmla="*/ 64815 w 319219"/>
                <a:gd name="connsiteY63" fmla="*/ 289603 h 319212"/>
                <a:gd name="connsiteX64" fmla="*/ 75072 w 319219"/>
                <a:gd name="connsiteY64" fmla="*/ 288827 h 319212"/>
                <a:gd name="connsiteX65" fmla="*/ 84505 w 319219"/>
                <a:gd name="connsiteY65" fmla="*/ 277827 h 319212"/>
                <a:gd name="connsiteX66" fmla="*/ 93573 w 319219"/>
                <a:gd name="connsiteY66" fmla="*/ 276218 h 319212"/>
                <a:gd name="connsiteX67" fmla="*/ 109347 w 319219"/>
                <a:gd name="connsiteY67" fmla="*/ 283906 h 319212"/>
                <a:gd name="connsiteX68" fmla="*/ 113754 w 319219"/>
                <a:gd name="connsiteY68" fmla="*/ 291958 h 319212"/>
                <a:gd name="connsiteX69" fmla="*/ 111059 w 319219"/>
                <a:gd name="connsiteY69" fmla="*/ 305782 h 319212"/>
                <a:gd name="connsiteX70" fmla="*/ 116782 w 319219"/>
                <a:gd name="connsiteY70" fmla="*/ 314300 h 319212"/>
                <a:gd name="connsiteX71" fmla="*/ 141212 w 319219"/>
                <a:gd name="connsiteY71" fmla="*/ 319075 h 319212"/>
                <a:gd name="connsiteX72" fmla="*/ 149725 w 319219"/>
                <a:gd name="connsiteY72" fmla="*/ 313338 h 319212"/>
                <a:gd name="connsiteX73" fmla="*/ 152420 w 319219"/>
                <a:gd name="connsiteY73" fmla="*/ 299593 h 319212"/>
                <a:gd name="connsiteX74" fmla="*/ 159491 w 319219"/>
                <a:gd name="connsiteY74" fmla="*/ 293724 h 319212"/>
                <a:gd name="connsiteX75" fmla="*/ 180512 w 319219"/>
                <a:gd name="connsiteY75" fmla="*/ 292015 h 319212"/>
                <a:gd name="connsiteX76" fmla="*/ 188455 w 319219"/>
                <a:gd name="connsiteY76" fmla="*/ 296689 h 319212"/>
                <a:gd name="connsiteX77" fmla="*/ 193401 w 319219"/>
                <a:gd name="connsiteY77" fmla="*/ 310194 h 319212"/>
                <a:gd name="connsiteX78" fmla="*/ 202723 w 319219"/>
                <a:gd name="connsiteY78" fmla="*/ 314510 h 319212"/>
                <a:gd name="connsiteX79" fmla="*/ 226090 w 319219"/>
                <a:gd name="connsiteY79" fmla="*/ 305938 h 319212"/>
                <a:gd name="connsiteX80" fmla="*/ 230403 w 319219"/>
                <a:gd name="connsiteY80" fmla="*/ 296616 h 319212"/>
                <a:gd name="connsiteX81" fmla="*/ 225377 w 319219"/>
                <a:gd name="connsiteY81" fmla="*/ 282919 h 319212"/>
                <a:gd name="connsiteX82" fmla="*/ 228358 w 319219"/>
                <a:gd name="connsiteY82" fmla="*/ 274190 h 319212"/>
                <a:gd name="connsiteX83" fmla="*/ 242721 w 319219"/>
                <a:gd name="connsiteY83" fmla="*/ 263995 h 319212"/>
                <a:gd name="connsiteX84" fmla="*/ 251931 w 319219"/>
                <a:gd name="connsiteY84" fmla="*/ 264117 h 319212"/>
                <a:gd name="connsiteX85" fmla="*/ 263060 w 319219"/>
                <a:gd name="connsiteY85" fmla="*/ 273492 h 319212"/>
                <a:gd name="connsiteX86" fmla="*/ 273286 w 319219"/>
                <a:gd name="connsiteY86" fmla="*/ 272624 h 319212"/>
                <a:gd name="connsiteX87" fmla="*/ 289329 w 319219"/>
                <a:gd name="connsiteY87" fmla="*/ 253616 h 319212"/>
                <a:gd name="connsiteX88" fmla="*/ 288473 w 319219"/>
                <a:gd name="connsiteY88" fmla="*/ 243373 h 319212"/>
                <a:gd name="connsiteX89" fmla="*/ 277043 w 319219"/>
                <a:gd name="connsiteY89" fmla="*/ 233728 h 319212"/>
                <a:gd name="connsiteX90" fmla="*/ 275299 w 319219"/>
                <a:gd name="connsiteY90" fmla="*/ 224767 h 319212"/>
                <a:gd name="connsiteX91" fmla="*/ 282148 w 319219"/>
                <a:gd name="connsiteY91" fmla="*/ 210074 h 319212"/>
                <a:gd name="connsiteX92" fmla="*/ 290281 w 319219"/>
                <a:gd name="connsiteY92" fmla="*/ 205663 h 319212"/>
                <a:gd name="connsiteX93" fmla="*/ 305785 w 319219"/>
                <a:gd name="connsiteY93" fmla="*/ 208684 h 319212"/>
                <a:gd name="connsiteX94" fmla="*/ 314314 w 319219"/>
                <a:gd name="connsiteY94" fmla="*/ 202959 h 319212"/>
                <a:gd name="connsiteX95" fmla="*/ 319086 w 319219"/>
                <a:gd name="connsiteY95" fmla="*/ 178536 h 319212"/>
                <a:gd name="connsiteX96" fmla="*/ 313331 w 319219"/>
                <a:gd name="connsiteY96" fmla="*/ 170002 h 319212"/>
                <a:gd name="connsiteX97" fmla="*/ 246525 w 319219"/>
                <a:gd name="connsiteY97" fmla="*/ 176578 h 319212"/>
                <a:gd name="connsiteX98" fmla="*/ 142734 w 319219"/>
                <a:gd name="connsiteY98" fmla="*/ 246436 h 319212"/>
                <a:gd name="connsiteX99" fmla="*/ 72868 w 319219"/>
                <a:gd name="connsiteY99" fmla="*/ 142644 h 319212"/>
                <a:gd name="connsiteX100" fmla="*/ 176660 w 319219"/>
                <a:gd name="connsiteY100" fmla="*/ 72786 h 319212"/>
                <a:gd name="connsiteX101" fmla="*/ 246525 w 319219"/>
                <a:gd name="connsiteY101" fmla="*/ 176578 h 31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319219" h="319212">
                  <a:moveTo>
                    <a:pt x="313331" y="170002"/>
                  </a:moveTo>
                  <a:lnTo>
                    <a:pt x="297177" y="166854"/>
                  </a:lnTo>
                  <a:cubicBezTo>
                    <a:pt x="293832" y="166193"/>
                    <a:pt x="291359" y="163295"/>
                    <a:pt x="291311" y="159869"/>
                  </a:cubicBezTo>
                  <a:cubicBezTo>
                    <a:pt x="291200" y="150940"/>
                    <a:pt x="290185" y="142148"/>
                    <a:pt x="288331" y="133612"/>
                  </a:cubicBezTo>
                  <a:cubicBezTo>
                    <a:pt x="287586" y="130191"/>
                    <a:pt x="289409" y="126750"/>
                    <a:pt x="292627" y="125394"/>
                  </a:cubicBezTo>
                  <a:lnTo>
                    <a:pt x="308274" y="118862"/>
                  </a:lnTo>
                  <a:cubicBezTo>
                    <a:pt x="311968" y="117320"/>
                    <a:pt x="313712" y="113065"/>
                    <a:pt x="312158" y="109352"/>
                  </a:cubicBezTo>
                  <a:lnTo>
                    <a:pt x="302567" y="86403"/>
                  </a:lnTo>
                  <a:cubicBezTo>
                    <a:pt x="301013" y="82701"/>
                    <a:pt x="296765" y="80956"/>
                    <a:pt x="293055" y="82498"/>
                  </a:cubicBezTo>
                  <a:lnTo>
                    <a:pt x="276758" y="89315"/>
                  </a:lnTo>
                  <a:cubicBezTo>
                    <a:pt x="273555" y="90650"/>
                    <a:pt x="269893" y="89521"/>
                    <a:pt x="267927" y="86671"/>
                  </a:cubicBezTo>
                  <a:cubicBezTo>
                    <a:pt x="266215" y="84199"/>
                    <a:pt x="264424" y="81778"/>
                    <a:pt x="262553" y="79418"/>
                  </a:cubicBezTo>
                  <a:cubicBezTo>
                    <a:pt x="260381" y="76697"/>
                    <a:pt x="260397" y="72839"/>
                    <a:pt x="262680" y="70199"/>
                  </a:cubicBezTo>
                  <a:lnTo>
                    <a:pt x="274063" y="56922"/>
                  </a:lnTo>
                  <a:cubicBezTo>
                    <a:pt x="276663" y="53873"/>
                    <a:pt x="276330" y="49292"/>
                    <a:pt x="273270" y="46676"/>
                  </a:cubicBezTo>
                  <a:lnTo>
                    <a:pt x="254405" y="30466"/>
                  </a:lnTo>
                  <a:cubicBezTo>
                    <a:pt x="251361" y="27861"/>
                    <a:pt x="246763" y="28205"/>
                    <a:pt x="244147" y="31252"/>
                  </a:cubicBezTo>
                  <a:lnTo>
                    <a:pt x="232606" y="44712"/>
                  </a:lnTo>
                  <a:cubicBezTo>
                    <a:pt x="230387" y="47310"/>
                    <a:pt x="226598" y="48016"/>
                    <a:pt x="223617" y="46350"/>
                  </a:cubicBezTo>
                  <a:cubicBezTo>
                    <a:pt x="218988" y="43762"/>
                    <a:pt x="214169" y="41448"/>
                    <a:pt x="209175" y="39417"/>
                  </a:cubicBezTo>
                  <a:cubicBezTo>
                    <a:pt x="205973" y="38112"/>
                    <a:pt x="204181" y="34712"/>
                    <a:pt x="204847" y="31325"/>
                  </a:cubicBezTo>
                  <a:lnTo>
                    <a:pt x="208335" y="13436"/>
                  </a:lnTo>
                  <a:cubicBezTo>
                    <a:pt x="209112" y="9497"/>
                    <a:pt x="206543" y="5679"/>
                    <a:pt x="202612" y="4909"/>
                  </a:cubicBezTo>
                  <a:lnTo>
                    <a:pt x="178182" y="134"/>
                  </a:lnTo>
                  <a:cubicBezTo>
                    <a:pt x="174250" y="-627"/>
                    <a:pt x="170430" y="1930"/>
                    <a:pt x="169653" y="5870"/>
                  </a:cubicBezTo>
                  <a:lnTo>
                    <a:pt x="166165" y="23759"/>
                  </a:lnTo>
                  <a:cubicBezTo>
                    <a:pt x="165499" y="27156"/>
                    <a:pt x="162535" y="29629"/>
                    <a:pt x="159095" y="29627"/>
                  </a:cubicBezTo>
                  <a:cubicBezTo>
                    <a:pt x="152341" y="29639"/>
                    <a:pt x="145683" y="30162"/>
                    <a:pt x="139135" y="31170"/>
                  </a:cubicBezTo>
                  <a:cubicBezTo>
                    <a:pt x="135743" y="31692"/>
                    <a:pt x="132445" y="29721"/>
                    <a:pt x="131256" y="26490"/>
                  </a:cubicBezTo>
                  <a:lnTo>
                    <a:pt x="125105" y="9741"/>
                  </a:lnTo>
                  <a:cubicBezTo>
                    <a:pt x="123726" y="5974"/>
                    <a:pt x="119541" y="4040"/>
                    <a:pt x="115783" y="5426"/>
                  </a:cubicBezTo>
                  <a:lnTo>
                    <a:pt x="92431" y="13999"/>
                  </a:lnTo>
                  <a:cubicBezTo>
                    <a:pt x="88658" y="15386"/>
                    <a:pt x="86724" y="19554"/>
                    <a:pt x="88119" y="23321"/>
                  </a:cubicBezTo>
                  <a:lnTo>
                    <a:pt x="94191" y="39889"/>
                  </a:lnTo>
                  <a:cubicBezTo>
                    <a:pt x="95380" y="43131"/>
                    <a:pt x="94128" y="46785"/>
                    <a:pt x="91163" y="48569"/>
                  </a:cubicBezTo>
                  <a:cubicBezTo>
                    <a:pt x="86455" y="51424"/>
                    <a:pt x="81905" y="54562"/>
                    <a:pt x="77577" y="57970"/>
                  </a:cubicBezTo>
                  <a:cubicBezTo>
                    <a:pt x="74898" y="60088"/>
                    <a:pt x="71061" y="59983"/>
                    <a:pt x="68461" y="57777"/>
                  </a:cubicBezTo>
                  <a:lnTo>
                    <a:pt x="54875" y="46324"/>
                  </a:lnTo>
                  <a:cubicBezTo>
                    <a:pt x="51815" y="43742"/>
                    <a:pt x="47234" y="44132"/>
                    <a:pt x="44650" y="47193"/>
                  </a:cubicBezTo>
                  <a:lnTo>
                    <a:pt x="28606" y="66212"/>
                  </a:lnTo>
                  <a:cubicBezTo>
                    <a:pt x="26022" y="69284"/>
                    <a:pt x="26402" y="73860"/>
                    <a:pt x="29462" y="76455"/>
                  </a:cubicBezTo>
                  <a:lnTo>
                    <a:pt x="42668" y="87598"/>
                  </a:lnTo>
                  <a:cubicBezTo>
                    <a:pt x="45347" y="89834"/>
                    <a:pt x="46045" y="93654"/>
                    <a:pt x="44348" y="96679"/>
                  </a:cubicBezTo>
                  <a:cubicBezTo>
                    <a:pt x="41875" y="101053"/>
                    <a:pt x="39640" y="105596"/>
                    <a:pt x="37658" y="110292"/>
                  </a:cubicBezTo>
                  <a:cubicBezTo>
                    <a:pt x="36327" y="113444"/>
                    <a:pt x="32950" y="115200"/>
                    <a:pt x="29589" y="114550"/>
                  </a:cubicBezTo>
                  <a:lnTo>
                    <a:pt x="13434" y="111389"/>
                  </a:lnTo>
                  <a:cubicBezTo>
                    <a:pt x="9503" y="110617"/>
                    <a:pt x="5682" y="113185"/>
                    <a:pt x="4905" y="117125"/>
                  </a:cubicBezTo>
                  <a:lnTo>
                    <a:pt x="134" y="141547"/>
                  </a:lnTo>
                  <a:cubicBezTo>
                    <a:pt x="-627" y="145488"/>
                    <a:pt x="1941" y="149304"/>
                    <a:pt x="5872" y="150065"/>
                  </a:cubicBezTo>
                  <a:lnTo>
                    <a:pt x="21393" y="153099"/>
                  </a:lnTo>
                  <a:cubicBezTo>
                    <a:pt x="24817" y="153767"/>
                    <a:pt x="27290" y="156780"/>
                    <a:pt x="27259" y="160268"/>
                  </a:cubicBezTo>
                  <a:cubicBezTo>
                    <a:pt x="27147" y="169154"/>
                    <a:pt x="27940" y="177914"/>
                    <a:pt x="29573" y="186439"/>
                  </a:cubicBezTo>
                  <a:cubicBezTo>
                    <a:pt x="30223" y="189793"/>
                    <a:pt x="28384" y="193130"/>
                    <a:pt x="25229" y="194446"/>
                  </a:cubicBezTo>
                  <a:lnTo>
                    <a:pt x="11120" y="200356"/>
                  </a:lnTo>
                  <a:cubicBezTo>
                    <a:pt x="7426" y="201899"/>
                    <a:pt x="5682" y="206154"/>
                    <a:pt x="7220" y="209854"/>
                  </a:cubicBezTo>
                  <a:lnTo>
                    <a:pt x="16811" y="232814"/>
                  </a:lnTo>
                  <a:cubicBezTo>
                    <a:pt x="18365" y="236515"/>
                    <a:pt x="22613" y="238262"/>
                    <a:pt x="26323" y="236708"/>
                  </a:cubicBezTo>
                  <a:lnTo>
                    <a:pt x="39830" y="231067"/>
                  </a:lnTo>
                  <a:cubicBezTo>
                    <a:pt x="43048" y="229723"/>
                    <a:pt x="46790" y="230834"/>
                    <a:pt x="48692" y="233750"/>
                  </a:cubicBezTo>
                  <a:cubicBezTo>
                    <a:pt x="50690" y="236835"/>
                    <a:pt x="52846" y="239842"/>
                    <a:pt x="55097" y="242754"/>
                  </a:cubicBezTo>
                  <a:cubicBezTo>
                    <a:pt x="57205" y="245457"/>
                    <a:pt x="57063" y="249281"/>
                    <a:pt x="54827" y="251880"/>
                  </a:cubicBezTo>
                  <a:lnTo>
                    <a:pt x="45157" y="263158"/>
                  </a:lnTo>
                  <a:cubicBezTo>
                    <a:pt x="42541" y="266205"/>
                    <a:pt x="42906" y="270788"/>
                    <a:pt x="45949" y="273404"/>
                  </a:cubicBezTo>
                  <a:lnTo>
                    <a:pt x="64815" y="289603"/>
                  </a:lnTo>
                  <a:cubicBezTo>
                    <a:pt x="67875" y="292218"/>
                    <a:pt x="72456" y="291862"/>
                    <a:pt x="75072" y="288827"/>
                  </a:cubicBezTo>
                  <a:lnTo>
                    <a:pt x="84505" y="277827"/>
                  </a:lnTo>
                  <a:cubicBezTo>
                    <a:pt x="86756" y="275197"/>
                    <a:pt x="90561" y="274494"/>
                    <a:pt x="93573" y="276218"/>
                  </a:cubicBezTo>
                  <a:cubicBezTo>
                    <a:pt x="98614" y="279106"/>
                    <a:pt x="103862" y="281681"/>
                    <a:pt x="109347" y="283906"/>
                  </a:cubicBezTo>
                  <a:cubicBezTo>
                    <a:pt x="112549" y="285211"/>
                    <a:pt x="114420" y="288561"/>
                    <a:pt x="113754" y="291958"/>
                  </a:cubicBezTo>
                  <a:lnTo>
                    <a:pt x="111059" y="305782"/>
                  </a:lnTo>
                  <a:cubicBezTo>
                    <a:pt x="110282" y="309722"/>
                    <a:pt x="112850" y="313540"/>
                    <a:pt x="116782" y="314300"/>
                  </a:cubicBezTo>
                  <a:lnTo>
                    <a:pt x="141212" y="319075"/>
                  </a:lnTo>
                  <a:cubicBezTo>
                    <a:pt x="145144" y="319847"/>
                    <a:pt x="148964" y="317279"/>
                    <a:pt x="149725" y="313338"/>
                  </a:cubicBezTo>
                  <a:lnTo>
                    <a:pt x="152420" y="299593"/>
                  </a:lnTo>
                  <a:cubicBezTo>
                    <a:pt x="153086" y="296198"/>
                    <a:pt x="156035" y="293723"/>
                    <a:pt x="159491" y="293724"/>
                  </a:cubicBezTo>
                  <a:cubicBezTo>
                    <a:pt x="166609" y="293713"/>
                    <a:pt x="173632" y="293141"/>
                    <a:pt x="180512" y="292015"/>
                  </a:cubicBezTo>
                  <a:cubicBezTo>
                    <a:pt x="183937" y="291461"/>
                    <a:pt x="187250" y="293434"/>
                    <a:pt x="188455" y="296689"/>
                  </a:cubicBezTo>
                  <a:lnTo>
                    <a:pt x="193401" y="310194"/>
                  </a:lnTo>
                  <a:cubicBezTo>
                    <a:pt x="194796" y="313961"/>
                    <a:pt x="198966" y="315895"/>
                    <a:pt x="202723" y="314510"/>
                  </a:cubicBezTo>
                  <a:lnTo>
                    <a:pt x="226090" y="305938"/>
                  </a:lnTo>
                  <a:cubicBezTo>
                    <a:pt x="229864" y="304563"/>
                    <a:pt x="231782" y="300381"/>
                    <a:pt x="230403" y="296616"/>
                  </a:cubicBezTo>
                  <a:lnTo>
                    <a:pt x="225377" y="282919"/>
                  </a:lnTo>
                  <a:cubicBezTo>
                    <a:pt x="224172" y="279677"/>
                    <a:pt x="225409" y="276008"/>
                    <a:pt x="228358" y="274190"/>
                  </a:cubicBezTo>
                  <a:cubicBezTo>
                    <a:pt x="233351" y="271118"/>
                    <a:pt x="238171" y="267706"/>
                    <a:pt x="242721" y="263995"/>
                  </a:cubicBezTo>
                  <a:cubicBezTo>
                    <a:pt x="245416" y="261807"/>
                    <a:pt x="249284" y="261883"/>
                    <a:pt x="251931" y="264117"/>
                  </a:cubicBezTo>
                  <a:lnTo>
                    <a:pt x="263060" y="273492"/>
                  </a:lnTo>
                  <a:cubicBezTo>
                    <a:pt x="266120" y="276086"/>
                    <a:pt x="270702" y="275696"/>
                    <a:pt x="273286" y="272624"/>
                  </a:cubicBezTo>
                  <a:lnTo>
                    <a:pt x="289329" y="253616"/>
                  </a:lnTo>
                  <a:cubicBezTo>
                    <a:pt x="291913" y="250543"/>
                    <a:pt x="291533" y="245955"/>
                    <a:pt x="288473" y="243373"/>
                  </a:cubicBezTo>
                  <a:lnTo>
                    <a:pt x="277043" y="233728"/>
                  </a:lnTo>
                  <a:cubicBezTo>
                    <a:pt x="274412" y="231519"/>
                    <a:pt x="273666" y="227776"/>
                    <a:pt x="275299" y="224767"/>
                  </a:cubicBezTo>
                  <a:cubicBezTo>
                    <a:pt x="277867" y="220056"/>
                    <a:pt x="280150" y="215148"/>
                    <a:pt x="282148" y="210074"/>
                  </a:cubicBezTo>
                  <a:cubicBezTo>
                    <a:pt x="283416" y="206837"/>
                    <a:pt x="286856" y="204982"/>
                    <a:pt x="290281" y="205663"/>
                  </a:cubicBezTo>
                  <a:lnTo>
                    <a:pt x="305785" y="208684"/>
                  </a:lnTo>
                  <a:cubicBezTo>
                    <a:pt x="309733" y="209456"/>
                    <a:pt x="313553" y="206888"/>
                    <a:pt x="314314" y="202959"/>
                  </a:cubicBezTo>
                  <a:lnTo>
                    <a:pt x="319086" y="178536"/>
                  </a:lnTo>
                  <a:cubicBezTo>
                    <a:pt x="319847" y="174592"/>
                    <a:pt x="317279" y="170776"/>
                    <a:pt x="313331" y="170002"/>
                  </a:cubicBezTo>
                  <a:close/>
                  <a:moveTo>
                    <a:pt x="246525" y="176578"/>
                  </a:moveTo>
                  <a:cubicBezTo>
                    <a:pt x="237140" y="224526"/>
                    <a:pt x="190674" y="255811"/>
                    <a:pt x="142734" y="246436"/>
                  </a:cubicBezTo>
                  <a:cubicBezTo>
                    <a:pt x="94762" y="237058"/>
                    <a:pt x="63499" y="190592"/>
                    <a:pt x="72868" y="142644"/>
                  </a:cubicBezTo>
                  <a:cubicBezTo>
                    <a:pt x="82238" y="94683"/>
                    <a:pt x="128720" y="63411"/>
                    <a:pt x="176660" y="72786"/>
                  </a:cubicBezTo>
                  <a:cubicBezTo>
                    <a:pt x="224616" y="82151"/>
                    <a:pt x="255895" y="128630"/>
                    <a:pt x="246525" y="176578"/>
                  </a:cubicBezTo>
                  <a:close/>
                </a:path>
              </a:pathLst>
            </a:custGeom>
            <a:solidFill>
              <a:srgbClr val="ECEFF2"/>
            </a:solidFill>
            <a:ln w="1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2" name="Graphic 21">
              <a:extLst>
                <a:ext uri="{FF2B5EF4-FFF2-40B4-BE49-F238E27FC236}">
                  <a16:creationId xmlns:a16="http://schemas.microsoft.com/office/drawing/2014/main" id="{899719CE-D518-8D6D-144C-9E2A3A7E8495}"/>
                </a:ext>
              </a:extLst>
            </p:cNvPr>
            <p:cNvGrpSpPr/>
            <p:nvPr/>
          </p:nvGrpSpPr>
          <p:grpSpPr>
            <a:xfrm>
              <a:off x="1453223" y="2883468"/>
              <a:ext cx="753000" cy="458352"/>
              <a:chOff x="1453223" y="2883468"/>
              <a:chExt cx="753000" cy="458352"/>
            </a:xfrm>
          </p:grpSpPr>
          <p:grpSp>
            <p:nvGrpSpPr>
              <p:cNvPr id="53" name="Graphic 21">
                <a:extLst>
                  <a:ext uri="{FF2B5EF4-FFF2-40B4-BE49-F238E27FC236}">
                    <a16:creationId xmlns:a16="http://schemas.microsoft.com/office/drawing/2014/main" id="{F6C9B9FA-FD33-7170-D8ED-B19324036570}"/>
                  </a:ext>
                </a:extLst>
              </p:cNvPr>
              <p:cNvGrpSpPr/>
              <p:nvPr/>
            </p:nvGrpSpPr>
            <p:grpSpPr>
              <a:xfrm>
                <a:off x="2018282" y="2883468"/>
                <a:ext cx="187940" cy="103116"/>
                <a:chOff x="2018282" y="2883468"/>
                <a:chExt cx="187940" cy="103116"/>
              </a:xfrm>
            </p:grpSpPr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2A04C31E-2D56-EC40-45FE-3B182AA6F9A5}"/>
                    </a:ext>
                  </a:extLst>
                </p:cNvPr>
                <p:cNvSpPr/>
                <p:nvPr/>
              </p:nvSpPr>
              <p:spPr>
                <a:xfrm>
                  <a:off x="2106791" y="2951935"/>
                  <a:ext cx="97212" cy="34648"/>
                </a:xfrm>
                <a:custGeom>
                  <a:avLst/>
                  <a:gdLst>
                    <a:gd name="connsiteX0" fmla="*/ 4772 w 97212"/>
                    <a:gd name="connsiteY0" fmla="*/ 34649 h 34648"/>
                    <a:gd name="connsiteX1" fmla="*/ 0 w 97212"/>
                    <a:gd name="connsiteY1" fmla="*/ 17540 h 34648"/>
                    <a:gd name="connsiteX2" fmla="*/ 24335 w 97212"/>
                    <a:gd name="connsiteY2" fmla="*/ 0 h 34648"/>
                    <a:gd name="connsiteX3" fmla="*/ 97212 w 97212"/>
                    <a:gd name="connsiteY3" fmla="*/ 11727 h 34648"/>
                    <a:gd name="connsiteX4" fmla="*/ 4772 w 97212"/>
                    <a:gd name="connsiteY4" fmla="*/ 34649 h 34648"/>
                    <a:gd name="connsiteX5" fmla="*/ 2647 w 97212"/>
                    <a:gd name="connsiteY5" fmla="*/ 18463 h 34648"/>
                    <a:gd name="connsiteX6" fmla="*/ 6389 w 97212"/>
                    <a:gd name="connsiteY6" fmla="*/ 31887 h 34648"/>
                    <a:gd name="connsiteX7" fmla="*/ 85766 w 97212"/>
                    <a:gd name="connsiteY7" fmla="*/ 12202 h 34648"/>
                    <a:gd name="connsiteX8" fmla="*/ 24905 w 97212"/>
                    <a:gd name="connsiteY8" fmla="*/ 2411 h 34648"/>
                    <a:gd name="connsiteX9" fmla="*/ 2647 w 97212"/>
                    <a:gd name="connsiteY9" fmla="*/ 18463 h 34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7212" h="34648">
                      <a:moveTo>
                        <a:pt x="4772" y="34649"/>
                      </a:moveTo>
                      <a:lnTo>
                        <a:pt x="0" y="17540"/>
                      </a:lnTo>
                      <a:lnTo>
                        <a:pt x="24335" y="0"/>
                      </a:lnTo>
                      <a:lnTo>
                        <a:pt x="97212" y="11727"/>
                      </a:lnTo>
                      <a:lnTo>
                        <a:pt x="4772" y="34649"/>
                      </a:lnTo>
                      <a:close/>
                      <a:moveTo>
                        <a:pt x="2647" y="18463"/>
                      </a:moveTo>
                      <a:lnTo>
                        <a:pt x="6389" y="31887"/>
                      </a:lnTo>
                      <a:lnTo>
                        <a:pt x="85766" y="12202"/>
                      </a:lnTo>
                      <a:lnTo>
                        <a:pt x="24905" y="2411"/>
                      </a:lnTo>
                      <a:lnTo>
                        <a:pt x="2647" y="18463"/>
                      </a:lnTo>
                      <a:close/>
                    </a:path>
                  </a:pathLst>
                </a:custGeom>
                <a:solidFill>
                  <a:srgbClr val="31313A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450C5BED-E200-FAA9-02FD-7DBCE5EC2B3E}"/>
                    </a:ext>
                  </a:extLst>
                </p:cNvPr>
                <p:cNvSpPr/>
                <p:nvPr/>
              </p:nvSpPr>
              <p:spPr>
                <a:xfrm>
                  <a:off x="2018282" y="2944514"/>
                  <a:ext cx="187940" cy="30386"/>
                </a:xfrm>
                <a:custGeom>
                  <a:avLst/>
                  <a:gdLst>
                    <a:gd name="connsiteX0" fmla="*/ 187941 w 187940"/>
                    <a:gd name="connsiteY0" fmla="*/ 19999 h 30386"/>
                    <a:gd name="connsiteX1" fmla="*/ 81090 w 187940"/>
                    <a:gd name="connsiteY1" fmla="*/ 0 h 30386"/>
                    <a:gd name="connsiteX2" fmla="*/ 0 w 187940"/>
                    <a:gd name="connsiteY2" fmla="*/ 30386 h 30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7940" h="30386">
                      <a:moveTo>
                        <a:pt x="187941" y="19999"/>
                      </a:moveTo>
                      <a:lnTo>
                        <a:pt x="81090" y="0"/>
                      </a:lnTo>
                      <a:lnTo>
                        <a:pt x="0" y="30386"/>
                      </a:lnTo>
                      <a:close/>
                    </a:path>
                  </a:pathLst>
                </a:custGeom>
                <a:solidFill>
                  <a:srgbClr val="FFD47D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899C512B-F764-8948-BF96-07A50253F7B8}"/>
                    </a:ext>
                  </a:extLst>
                </p:cNvPr>
                <p:cNvSpPr/>
                <p:nvPr/>
              </p:nvSpPr>
              <p:spPr>
                <a:xfrm>
                  <a:off x="2123992" y="2883468"/>
                  <a:ext cx="82231" cy="81045"/>
                </a:xfrm>
                <a:custGeom>
                  <a:avLst/>
                  <a:gdLst>
                    <a:gd name="connsiteX0" fmla="*/ 0 w 82231"/>
                    <a:gd name="connsiteY0" fmla="*/ 46542 h 81045"/>
                    <a:gd name="connsiteX1" fmla="*/ 82231 w 82231"/>
                    <a:gd name="connsiteY1" fmla="*/ 81045 h 81045"/>
                    <a:gd name="connsiteX2" fmla="*/ 7736 w 82231"/>
                    <a:gd name="connsiteY2" fmla="*/ 0 h 81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2231" h="81045">
                      <a:moveTo>
                        <a:pt x="0" y="46542"/>
                      </a:moveTo>
                      <a:lnTo>
                        <a:pt x="82231" y="81045"/>
                      </a:lnTo>
                      <a:lnTo>
                        <a:pt x="7736" y="0"/>
                      </a:lnTo>
                      <a:close/>
                    </a:path>
                  </a:pathLst>
                </a:custGeom>
                <a:solidFill>
                  <a:srgbClr val="FFD47D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E55D0D07-90CC-DC36-5030-CB2A1056F405}"/>
                    </a:ext>
                  </a:extLst>
                </p:cNvPr>
                <p:cNvSpPr/>
                <p:nvPr/>
              </p:nvSpPr>
              <p:spPr>
                <a:xfrm>
                  <a:off x="2123992" y="2930010"/>
                  <a:ext cx="82231" cy="34503"/>
                </a:xfrm>
                <a:custGeom>
                  <a:avLst/>
                  <a:gdLst>
                    <a:gd name="connsiteX0" fmla="*/ 0 w 82231"/>
                    <a:gd name="connsiteY0" fmla="*/ 0 h 34503"/>
                    <a:gd name="connsiteX1" fmla="*/ 6516 w 82231"/>
                    <a:gd name="connsiteY1" fmla="*/ 20332 h 34503"/>
                    <a:gd name="connsiteX2" fmla="*/ 82231 w 82231"/>
                    <a:gd name="connsiteY2" fmla="*/ 34503 h 345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2231" h="34503">
                      <a:moveTo>
                        <a:pt x="0" y="0"/>
                      </a:moveTo>
                      <a:lnTo>
                        <a:pt x="6516" y="20332"/>
                      </a:lnTo>
                      <a:lnTo>
                        <a:pt x="82231" y="34503"/>
                      </a:lnTo>
                      <a:close/>
                    </a:path>
                  </a:pathLst>
                </a:custGeom>
                <a:solidFill>
                  <a:srgbClr val="31313A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705DADC8-1369-1C2F-31A8-40DB92CEE938}"/>
                  </a:ext>
                </a:extLst>
              </p:cNvPr>
              <p:cNvSpPr/>
              <p:nvPr/>
            </p:nvSpPr>
            <p:spPr>
              <a:xfrm>
                <a:off x="1453223" y="2918129"/>
                <a:ext cx="629851" cy="423691"/>
              </a:xfrm>
              <a:custGeom>
                <a:avLst/>
                <a:gdLst>
                  <a:gd name="connsiteX0" fmla="*/ 235612 w 629851"/>
                  <a:gd name="connsiteY0" fmla="*/ 423691 h 423691"/>
                  <a:gd name="connsiteX1" fmla="*/ 234883 w 629851"/>
                  <a:gd name="connsiteY1" fmla="*/ 423688 h 423691"/>
                  <a:gd name="connsiteX2" fmla="*/ 196375 w 629851"/>
                  <a:gd name="connsiteY2" fmla="*/ 395430 h 423691"/>
                  <a:gd name="connsiteX3" fmla="*/ 188623 w 629851"/>
                  <a:gd name="connsiteY3" fmla="*/ 278975 h 423691"/>
                  <a:gd name="connsiteX4" fmla="*/ 205728 w 629851"/>
                  <a:gd name="connsiteY4" fmla="*/ 218215 h 423691"/>
                  <a:gd name="connsiteX5" fmla="*/ 172230 w 629851"/>
                  <a:gd name="connsiteY5" fmla="*/ 210438 h 423691"/>
                  <a:gd name="connsiteX6" fmla="*/ 2330 w 629851"/>
                  <a:gd name="connsiteY6" fmla="*/ 344184 h 423691"/>
                  <a:gd name="connsiteX7" fmla="*/ 0 w 629851"/>
                  <a:gd name="connsiteY7" fmla="*/ 343098 h 423691"/>
                  <a:gd name="connsiteX8" fmla="*/ 172436 w 629851"/>
                  <a:gd name="connsiteY8" fmla="*/ 207861 h 423691"/>
                  <a:gd name="connsiteX9" fmla="*/ 206664 w 629851"/>
                  <a:gd name="connsiteY9" fmla="*/ 215801 h 423691"/>
                  <a:gd name="connsiteX10" fmla="*/ 252813 w 629851"/>
                  <a:gd name="connsiteY10" fmla="*/ 132373 h 423691"/>
                  <a:gd name="connsiteX11" fmla="*/ 395508 w 629851"/>
                  <a:gd name="connsiteY11" fmla="*/ 24315 h 423691"/>
                  <a:gd name="connsiteX12" fmla="*/ 629852 w 629851"/>
                  <a:gd name="connsiteY12" fmla="*/ 8780 h 423691"/>
                  <a:gd name="connsiteX13" fmla="*/ 629408 w 629851"/>
                  <a:gd name="connsiteY13" fmla="*/ 11325 h 423691"/>
                  <a:gd name="connsiteX14" fmla="*/ 396443 w 629851"/>
                  <a:gd name="connsiteY14" fmla="*/ 26728 h 423691"/>
                  <a:gd name="connsiteX15" fmla="*/ 254889 w 629851"/>
                  <a:gd name="connsiteY15" fmla="*/ 133925 h 423691"/>
                  <a:gd name="connsiteX16" fmla="*/ 209042 w 629851"/>
                  <a:gd name="connsiteY16" fmla="*/ 216774 h 423691"/>
                  <a:gd name="connsiteX17" fmla="*/ 266668 w 629851"/>
                  <a:gd name="connsiteY17" fmla="*/ 263009 h 423691"/>
                  <a:gd name="connsiteX18" fmla="*/ 299009 w 629851"/>
                  <a:gd name="connsiteY18" fmla="*/ 359235 h 423691"/>
                  <a:gd name="connsiteX19" fmla="*/ 235612 w 629851"/>
                  <a:gd name="connsiteY19" fmla="*/ 423691 h 423691"/>
                  <a:gd name="connsiteX20" fmla="*/ 208122 w 629851"/>
                  <a:gd name="connsiteY20" fmla="*/ 219189 h 423691"/>
                  <a:gd name="connsiteX21" fmla="*/ 191175 w 629851"/>
                  <a:gd name="connsiteY21" fmla="*/ 279438 h 423691"/>
                  <a:gd name="connsiteX22" fmla="*/ 198689 w 629851"/>
                  <a:gd name="connsiteY22" fmla="*/ 394282 h 423691"/>
                  <a:gd name="connsiteX23" fmla="*/ 234898 w 629851"/>
                  <a:gd name="connsiteY23" fmla="*/ 421104 h 423691"/>
                  <a:gd name="connsiteX24" fmla="*/ 235628 w 629851"/>
                  <a:gd name="connsiteY24" fmla="*/ 421106 h 423691"/>
                  <a:gd name="connsiteX25" fmla="*/ 296425 w 629851"/>
                  <a:gd name="connsiteY25" fmla="*/ 359123 h 423691"/>
                  <a:gd name="connsiteX26" fmla="*/ 264608 w 629851"/>
                  <a:gd name="connsiteY26" fmla="*/ 264556 h 423691"/>
                  <a:gd name="connsiteX27" fmla="*/ 208122 w 629851"/>
                  <a:gd name="connsiteY27" fmla="*/ 219189 h 423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29851" h="423691">
                    <a:moveTo>
                      <a:pt x="235612" y="423691"/>
                    </a:moveTo>
                    <a:cubicBezTo>
                      <a:pt x="235358" y="423691"/>
                      <a:pt x="235120" y="423690"/>
                      <a:pt x="234883" y="423688"/>
                    </a:cubicBezTo>
                    <a:cubicBezTo>
                      <a:pt x="218776" y="423560"/>
                      <a:pt x="205459" y="413788"/>
                      <a:pt x="196375" y="395430"/>
                    </a:cubicBezTo>
                    <a:cubicBezTo>
                      <a:pt x="182915" y="368251"/>
                      <a:pt x="180093" y="325805"/>
                      <a:pt x="188623" y="278975"/>
                    </a:cubicBezTo>
                    <a:cubicBezTo>
                      <a:pt x="192348" y="258544"/>
                      <a:pt x="198135" y="238098"/>
                      <a:pt x="205728" y="218215"/>
                    </a:cubicBezTo>
                    <a:cubicBezTo>
                      <a:pt x="194980" y="213981"/>
                      <a:pt x="183756" y="211349"/>
                      <a:pt x="172230" y="210438"/>
                    </a:cubicBezTo>
                    <a:cubicBezTo>
                      <a:pt x="103141" y="204989"/>
                      <a:pt x="46006" y="249979"/>
                      <a:pt x="2330" y="344184"/>
                    </a:cubicBezTo>
                    <a:lnTo>
                      <a:pt x="0" y="343098"/>
                    </a:lnTo>
                    <a:cubicBezTo>
                      <a:pt x="44151" y="247809"/>
                      <a:pt x="102174" y="202300"/>
                      <a:pt x="172436" y="207861"/>
                    </a:cubicBezTo>
                    <a:cubicBezTo>
                      <a:pt x="184215" y="208792"/>
                      <a:pt x="195693" y="211481"/>
                      <a:pt x="206664" y="215801"/>
                    </a:cubicBezTo>
                    <a:cubicBezTo>
                      <a:pt x="218284" y="186006"/>
                      <a:pt x="233947" y="157535"/>
                      <a:pt x="252813" y="132373"/>
                    </a:cubicBezTo>
                    <a:cubicBezTo>
                      <a:pt x="290020" y="82755"/>
                      <a:pt x="338024" y="46399"/>
                      <a:pt x="395508" y="24315"/>
                    </a:cubicBezTo>
                    <a:cubicBezTo>
                      <a:pt x="462996" y="-1607"/>
                      <a:pt x="541834" y="-6832"/>
                      <a:pt x="629852" y="8780"/>
                    </a:cubicBezTo>
                    <a:lnTo>
                      <a:pt x="629408" y="11325"/>
                    </a:lnTo>
                    <a:cubicBezTo>
                      <a:pt x="541850" y="-4203"/>
                      <a:pt x="463471" y="979"/>
                      <a:pt x="396443" y="26728"/>
                    </a:cubicBezTo>
                    <a:cubicBezTo>
                      <a:pt x="339403" y="48636"/>
                      <a:pt x="291780" y="84700"/>
                      <a:pt x="254889" y="133925"/>
                    </a:cubicBezTo>
                    <a:cubicBezTo>
                      <a:pt x="236151" y="158913"/>
                      <a:pt x="220583" y="187182"/>
                      <a:pt x="209042" y="216774"/>
                    </a:cubicBezTo>
                    <a:cubicBezTo>
                      <a:pt x="230951" y="225945"/>
                      <a:pt x="250736" y="241691"/>
                      <a:pt x="266668" y="263009"/>
                    </a:cubicBezTo>
                    <a:cubicBezTo>
                      <a:pt x="288276" y="291905"/>
                      <a:pt x="300357" y="327876"/>
                      <a:pt x="299009" y="359235"/>
                    </a:cubicBezTo>
                    <a:cubicBezTo>
                      <a:pt x="297249" y="399644"/>
                      <a:pt x="273564" y="423690"/>
                      <a:pt x="235612" y="423691"/>
                    </a:cubicBezTo>
                    <a:close/>
                    <a:moveTo>
                      <a:pt x="208122" y="219189"/>
                    </a:moveTo>
                    <a:cubicBezTo>
                      <a:pt x="200592" y="238904"/>
                      <a:pt x="194853" y="259182"/>
                      <a:pt x="191175" y="279438"/>
                    </a:cubicBezTo>
                    <a:cubicBezTo>
                      <a:pt x="182852" y="325051"/>
                      <a:pt x="185674" y="367983"/>
                      <a:pt x="198689" y="394282"/>
                    </a:cubicBezTo>
                    <a:cubicBezTo>
                      <a:pt x="207314" y="411708"/>
                      <a:pt x="219838" y="420984"/>
                      <a:pt x="234898" y="421104"/>
                    </a:cubicBezTo>
                    <a:cubicBezTo>
                      <a:pt x="235152" y="421106"/>
                      <a:pt x="235390" y="421106"/>
                      <a:pt x="235628" y="421106"/>
                    </a:cubicBezTo>
                    <a:cubicBezTo>
                      <a:pt x="272566" y="421106"/>
                      <a:pt x="294713" y="398551"/>
                      <a:pt x="296425" y="359123"/>
                    </a:cubicBezTo>
                    <a:cubicBezTo>
                      <a:pt x="297757" y="328340"/>
                      <a:pt x="285867" y="292987"/>
                      <a:pt x="264608" y="264556"/>
                    </a:cubicBezTo>
                    <a:cubicBezTo>
                      <a:pt x="248960" y="243639"/>
                      <a:pt x="229572" y="228189"/>
                      <a:pt x="208122" y="219189"/>
                    </a:cubicBezTo>
                    <a:close/>
                  </a:path>
                </a:pathLst>
              </a:custGeom>
              <a:solidFill>
                <a:srgbClr val="31313A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9" name="Graphic 21">
              <a:extLst>
                <a:ext uri="{FF2B5EF4-FFF2-40B4-BE49-F238E27FC236}">
                  <a16:creationId xmlns:a16="http://schemas.microsoft.com/office/drawing/2014/main" id="{C2BDAE91-9448-0D41-8625-FC3786B9115D}"/>
                </a:ext>
              </a:extLst>
            </p:cNvPr>
            <p:cNvGrpSpPr/>
            <p:nvPr/>
          </p:nvGrpSpPr>
          <p:grpSpPr>
            <a:xfrm>
              <a:off x="3003026" y="3613915"/>
              <a:ext cx="570182" cy="386415"/>
              <a:chOff x="3003026" y="3613915"/>
              <a:chExt cx="570182" cy="386415"/>
            </a:xfrm>
          </p:grpSpPr>
          <p:grpSp>
            <p:nvGrpSpPr>
              <p:cNvPr id="60" name="Graphic 21">
                <a:extLst>
                  <a:ext uri="{FF2B5EF4-FFF2-40B4-BE49-F238E27FC236}">
                    <a16:creationId xmlns:a16="http://schemas.microsoft.com/office/drawing/2014/main" id="{F50C67EE-A756-D474-6201-069846B2308A}"/>
                  </a:ext>
                </a:extLst>
              </p:cNvPr>
              <p:cNvGrpSpPr/>
              <p:nvPr/>
            </p:nvGrpSpPr>
            <p:grpSpPr>
              <a:xfrm>
                <a:off x="3003026" y="3613915"/>
                <a:ext cx="248817" cy="161708"/>
                <a:chOff x="3003026" y="3613915"/>
                <a:chExt cx="248817" cy="161708"/>
              </a:xfrm>
            </p:grpSpPr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D3546A57-78CB-6FFE-7F62-E9D7723857C9}"/>
                    </a:ext>
                  </a:extLst>
                </p:cNvPr>
                <p:cNvSpPr/>
                <p:nvPr/>
              </p:nvSpPr>
              <p:spPr>
                <a:xfrm>
                  <a:off x="3006307" y="3696807"/>
                  <a:ext cx="128538" cy="62500"/>
                </a:xfrm>
                <a:custGeom>
                  <a:avLst/>
                  <a:gdLst>
                    <a:gd name="connsiteX0" fmla="*/ 0 w 128538"/>
                    <a:gd name="connsiteY0" fmla="*/ 0 h 62500"/>
                    <a:gd name="connsiteX1" fmla="*/ 101889 w 128538"/>
                    <a:gd name="connsiteY1" fmla="*/ 9258 h 62500"/>
                    <a:gd name="connsiteX2" fmla="*/ 128539 w 128538"/>
                    <a:gd name="connsiteY2" fmla="*/ 41160 h 62500"/>
                    <a:gd name="connsiteX3" fmla="*/ 116268 w 128538"/>
                    <a:gd name="connsiteY3" fmla="*/ 62500 h 62500"/>
                    <a:gd name="connsiteX4" fmla="*/ 0 w 128538"/>
                    <a:gd name="connsiteY4" fmla="*/ 0 h 62500"/>
                    <a:gd name="connsiteX5" fmla="*/ 100304 w 128538"/>
                    <a:gd name="connsiteY5" fmla="*/ 12302 h 62500"/>
                    <a:gd name="connsiteX6" fmla="*/ 15219 w 128538"/>
                    <a:gd name="connsiteY6" fmla="*/ 4570 h 62500"/>
                    <a:gd name="connsiteX7" fmla="*/ 115048 w 128538"/>
                    <a:gd name="connsiteY7" fmla="*/ 58240 h 62500"/>
                    <a:gd name="connsiteX8" fmla="*/ 124686 w 128538"/>
                    <a:gd name="connsiteY8" fmla="*/ 41496 h 62500"/>
                    <a:gd name="connsiteX9" fmla="*/ 100304 w 128538"/>
                    <a:gd name="connsiteY9" fmla="*/ 12302 h 62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28538" h="62500">
                      <a:moveTo>
                        <a:pt x="0" y="0"/>
                      </a:moveTo>
                      <a:lnTo>
                        <a:pt x="101889" y="9258"/>
                      </a:lnTo>
                      <a:lnTo>
                        <a:pt x="128539" y="41160"/>
                      </a:lnTo>
                      <a:lnTo>
                        <a:pt x="116268" y="62500"/>
                      </a:lnTo>
                      <a:lnTo>
                        <a:pt x="0" y="0"/>
                      </a:lnTo>
                      <a:close/>
                      <a:moveTo>
                        <a:pt x="100304" y="12302"/>
                      </a:moveTo>
                      <a:lnTo>
                        <a:pt x="15219" y="4570"/>
                      </a:lnTo>
                      <a:lnTo>
                        <a:pt x="115048" y="58240"/>
                      </a:lnTo>
                      <a:lnTo>
                        <a:pt x="124686" y="41496"/>
                      </a:lnTo>
                      <a:lnTo>
                        <a:pt x="100304" y="12302"/>
                      </a:lnTo>
                      <a:close/>
                    </a:path>
                  </a:pathLst>
                </a:custGeom>
                <a:solidFill>
                  <a:srgbClr val="31313A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2EECE770-D8C9-C707-2FB1-6BBF7FDD0AA5}"/>
                    </a:ext>
                  </a:extLst>
                </p:cNvPr>
                <p:cNvSpPr/>
                <p:nvPr/>
              </p:nvSpPr>
              <p:spPr>
                <a:xfrm>
                  <a:off x="3003026" y="3697189"/>
                  <a:ext cx="248817" cy="78434"/>
                </a:xfrm>
                <a:custGeom>
                  <a:avLst/>
                  <a:gdLst>
                    <a:gd name="connsiteX0" fmla="*/ 0 w 248817"/>
                    <a:gd name="connsiteY0" fmla="*/ 0 h 78434"/>
                    <a:gd name="connsiteX1" fmla="*/ 150352 w 248817"/>
                    <a:gd name="connsiteY1" fmla="*/ 9807 h 78434"/>
                    <a:gd name="connsiteX2" fmla="*/ 248817 w 248817"/>
                    <a:gd name="connsiteY2" fmla="*/ 78434 h 784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48817" h="78434">
                      <a:moveTo>
                        <a:pt x="0" y="0"/>
                      </a:moveTo>
                      <a:lnTo>
                        <a:pt x="150352" y="9807"/>
                      </a:lnTo>
                      <a:lnTo>
                        <a:pt x="248817" y="78434"/>
                      </a:lnTo>
                      <a:close/>
                    </a:path>
                  </a:pathLst>
                </a:custGeom>
                <a:solidFill>
                  <a:srgbClr val="FFD47D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557BB811-C914-2B42-4EA5-EC5A2DE8316B}"/>
                    </a:ext>
                  </a:extLst>
                </p:cNvPr>
                <p:cNvSpPr/>
                <p:nvPr/>
              </p:nvSpPr>
              <p:spPr>
                <a:xfrm>
                  <a:off x="3003026" y="3613915"/>
                  <a:ext cx="127856" cy="83274"/>
                </a:xfrm>
                <a:custGeom>
                  <a:avLst/>
                  <a:gdLst>
                    <a:gd name="connsiteX0" fmla="*/ 122276 w 127856"/>
                    <a:gd name="connsiteY0" fmla="*/ 65157 h 83274"/>
                    <a:gd name="connsiteX1" fmla="*/ 0 w 127856"/>
                    <a:gd name="connsiteY1" fmla="*/ 83274 h 83274"/>
                    <a:gd name="connsiteX2" fmla="*/ 127857 w 127856"/>
                    <a:gd name="connsiteY2" fmla="*/ 0 h 832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7856" h="83274">
                      <a:moveTo>
                        <a:pt x="122276" y="65157"/>
                      </a:moveTo>
                      <a:lnTo>
                        <a:pt x="0" y="83274"/>
                      </a:lnTo>
                      <a:lnTo>
                        <a:pt x="127857" y="0"/>
                      </a:lnTo>
                      <a:close/>
                    </a:path>
                  </a:pathLst>
                </a:custGeom>
                <a:solidFill>
                  <a:srgbClr val="FFD47D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E6BA2B25-8E8F-B8CD-C0DA-C4DA7F1FE496}"/>
                    </a:ext>
                  </a:extLst>
                </p:cNvPr>
                <p:cNvSpPr/>
                <p:nvPr/>
              </p:nvSpPr>
              <p:spPr>
                <a:xfrm>
                  <a:off x="3003026" y="3679072"/>
                  <a:ext cx="122276" cy="25065"/>
                </a:xfrm>
                <a:custGeom>
                  <a:avLst/>
                  <a:gdLst>
                    <a:gd name="connsiteX0" fmla="*/ 122276 w 122276"/>
                    <a:gd name="connsiteY0" fmla="*/ 0 h 25065"/>
                    <a:gd name="connsiteX1" fmla="*/ 106534 w 122276"/>
                    <a:gd name="connsiteY1" fmla="*/ 25066 h 25065"/>
                    <a:gd name="connsiteX2" fmla="*/ 0 w 122276"/>
                    <a:gd name="connsiteY2" fmla="*/ 18117 h 250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2276" h="25065">
                      <a:moveTo>
                        <a:pt x="122276" y="0"/>
                      </a:moveTo>
                      <a:lnTo>
                        <a:pt x="106534" y="25066"/>
                      </a:lnTo>
                      <a:lnTo>
                        <a:pt x="0" y="18117"/>
                      </a:lnTo>
                      <a:close/>
                    </a:path>
                  </a:pathLst>
                </a:custGeom>
                <a:solidFill>
                  <a:srgbClr val="31313A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EA8443C8-1913-6503-AFF4-C019B854B0BC}"/>
                  </a:ext>
                </a:extLst>
              </p:cNvPr>
              <p:cNvSpPr/>
              <p:nvPr/>
            </p:nvSpPr>
            <p:spPr>
              <a:xfrm>
                <a:off x="3198048" y="3670432"/>
                <a:ext cx="375159" cy="329898"/>
              </a:xfrm>
              <a:custGeom>
                <a:avLst/>
                <a:gdLst>
                  <a:gd name="connsiteX0" fmla="*/ 2732 w 375159"/>
                  <a:gd name="connsiteY0" fmla="*/ 14572 h 329898"/>
                  <a:gd name="connsiteX1" fmla="*/ 229307 w 375159"/>
                  <a:gd name="connsiteY1" fmla="*/ 82742 h 329898"/>
                  <a:gd name="connsiteX2" fmla="*/ 251185 w 375159"/>
                  <a:gd name="connsiteY2" fmla="*/ 152764 h 329898"/>
                  <a:gd name="connsiteX3" fmla="*/ 232525 w 375159"/>
                  <a:gd name="connsiteY3" fmla="*/ 178989 h 329898"/>
                  <a:gd name="connsiteX4" fmla="*/ 217021 w 375159"/>
                  <a:gd name="connsiteY4" fmla="*/ 175241 h 329898"/>
                  <a:gd name="connsiteX5" fmla="*/ 218003 w 375159"/>
                  <a:gd name="connsiteY5" fmla="*/ 151474 h 329898"/>
                  <a:gd name="connsiteX6" fmla="*/ 274933 w 375159"/>
                  <a:gd name="connsiteY6" fmla="*/ 129940 h 329898"/>
                  <a:gd name="connsiteX7" fmla="*/ 331973 w 375159"/>
                  <a:gd name="connsiteY7" fmla="*/ 169324 h 329898"/>
                  <a:gd name="connsiteX8" fmla="*/ 369165 w 375159"/>
                  <a:gd name="connsiteY8" fmla="*/ 327754 h 329898"/>
                  <a:gd name="connsiteX9" fmla="*/ 373635 w 375159"/>
                  <a:gd name="connsiteY9" fmla="*/ 327754 h 329898"/>
                  <a:gd name="connsiteX10" fmla="*/ 335128 w 375159"/>
                  <a:gd name="connsiteY10" fmla="*/ 166158 h 329898"/>
                  <a:gd name="connsiteX11" fmla="*/ 272238 w 375159"/>
                  <a:gd name="connsiteY11" fmla="*/ 124857 h 329898"/>
                  <a:gd name="connsiteX12" fmla="*/ 215927 w 375159"/>
                  <a:gd name="connsiteY12" fmla="*/ 146396 h 329898"/>
                  <a:gd name="connsiteX13" fmla="*/ 211266 w 375159"/>
                  <a:gd name="connsiteY13" fmla="*/ 175051 h 329898"/>
                  <a:gd name="connsiteX14" fmla="*/ 231209 w 375159"/>
                  <a:gd name="connsiteY14" fmla="*/ 183738 h 329898"/>
                  <a:gd name="connsiteX15" fmla="*/ 255734 w 375159"/>
                  <a:gd name="connsiteY15" fmla="*/ 131678 h 329898"/>
                  <a:gd name="connsiteX16" fmla="*/ 160741 w 375159"/>
                  <a:gd name="connsiteY16" fmla="*/ 21790 h 329898"/>
                  <a:gd name="connsiteX17" fmla="*/ 1543 w 375159"/>
                  <a:gd name="connsiteY17" fmla="*/ 10257 h 329898"/>
                  <a:gd name="connsiteX18" fmla="*/ 2732 w 375159"/>
                  <a:gd name="connsiteY18" fmla="*/ 14572 h 329898"/>
                  <a:gd name="connsiteX19" fmla="*/ 2732 w 375159"/>
                  <a:gd name="connsiteY19" fmla="*/ 14572 h 329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75159" h="329898">
                    <a:moveTo>
                      <a:pt x="2732" y="14572"/>
                    </a:moveTo>
                    <a:cubicBezTo>
                      <a:pt x="82125" y="-11724"/>
                      <a:pt x="178640" y="14826"/>
                      <a:pt x="229307" y="82742"/>
                    </a:cubicBezTo>
                    <a:cubicBezTo>
                      <a:pt x="244082" y="102527"/>
                      <a:pt x="255290" y="127573"/>
                      <a:pt x="251185" y="152764"/>
                    </a:cubicBezTo>
                    <a:cubicBezTo>
                      <a:pt x="249456" y="163379"/>
                      <a:pt x="244145" y="176260"/>
                      <a:pt x="232525" y="178989"/>
                    </a:cubicBezTo>
                    <a:cubicBezTo>
                      <a:pt x="227341" y="180204"/>
                      <a:pt x="220857" y="179191"/>
                      <a:pt x="217021" y="175241"/>
                    </a:cubicBezTo>
                    <a:cubicBezTo>
                      <a:pt x="210711" y="168771"/>
                      <a:pt x="214135" y="158265"/>
                      <a:pt x="218003" y="151474"/>
                    </a:cubicBezTo>
                    <a:cubicBezTo>
                      <a:pt x="229196" y="131841"/>
                      <a:pt x="253991" y="125168"/>
                      <a:pt x="274933" y="129940"/>
                    </a:cubicBezTo>
                    <a:cubicBezTo>
                      <a:pt x="297936" y="135180"/>
                      <a:pt x="317451" y="151304"/>
                      <a:pt x="331973" y="169324"/>
                    </a:cubicBezTo>
                    <a:cubicBezTo>
                      <a:pt x="367706" y="213710"/>
                      <a:pt x="374269" y="272796"/>
                      <a:pt x="369165" y="327754"/>
                    </a:cubicBezTo>
                    <a:cubicBezTo>
                      <a:pt x="368895" y="330622"/>
                      <a:pt x="373366" y="330605"/>
                      <a:pt x="373635" y="327754"/>
                    </a:cubicBezTo>
                    <a:cubicBezTo>
                      <a:pt x="378867" y="271562"/>
                      <a:pt x="371717" y="211410"/>
                      <a:pt x="335128" y="166158"/>
                    </a:cubicBezTo>
                    <a:cubicBezTo>
                      <a:pt x="319338" y="146630"/>
                      <a:pt x="297587" y="129203"/>
                      <a:pt x="272238" y="124857"/>
                    </a:cubicBezTo>
                    <a:cubicBezTo>
                      <a:pt x="251311" y="121268"/>
                      <a:pt x="228292" y="128378"/>
                      <a:pt x="215927" y="146396"/>
                    </a:cubicBezTo>
                    <a:cubicBezTo>
                      <a:pt x="210584" y="154183"/>
                      <a:pt x="206161" y="166105"/>
                      <a:pt x="211266" y="175051"/>
                    </a:cubicBezTo>
                    <a:cubicBezTo>
                      <a:pt x="215166" y="181882"/>
                      <a:pt x="223727" y="184686"/>
                      <a:pt x="231209" y="183738"/>
                    </a:cubicBezTo>
                    <a:cubicBezTo>
                      <a:pt x="254403" y="180802"/>
                      <a:pt x="258176" y="149922"/>
                      <a:pt x="255734" y="131678"/>
                    </a:cubicBezTo>
                    <a:cubicBezTo>
                      <a:pt x="249092" y="82139"/>
                      <a:pt x="203371" y="42406"/>
                      <a:pt x="160741" y="21790"/>
                    </a:cubicBezTo>
                    <a:cubicBezTo>
                      <a:pt x="111501" y="-2034"/>
                      <a:pt x="53636" y="-7001"/>
                      <a:pt x="1543" y="10257"/>
                    </a:cubicBezTo>
                    <a:cubicBezTo>
                      <a:pt x="-1169" y="11156"/>
                      <a:pt x="-11" y="15481"/>
                      <a:pt x="2732" y="14572"/>
                    </a:cubicBezTo>
                    <a:lnTo>
                      <a:pt x="2732" y="14572"/>
                    </a:lnTo>
                    <a:close/>
                  </a:path>
                </a:pathLst>
              </a:custGeom>
              <a:solidFill>
                <a:srgbClr val="31313B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66" name="Graphic 21">
              <a:extLst>
                <a:ext uri="{FF2B5EF4-FFF2-40B4-BE49-F238E27FC236}">
                  <a16:creationId xmlns:a16="http://schemas.microsoft.com/office/drawing/2014/main" id="{8369AA8E-61F1-2484-1F68-5F310EB7BEF8}"/>
                </a:ext>
              </a:extLst>
            </p:cNvPr>
            <p:cNvGrpSpPr/>
            <p:nvPr/>
          </p:nvGrpSpPr>
          <p:grpSpPr>
            <a:xfrm>
              <a:off x="1531831" y="3360274"/>
              <a:ext cx="1990088" cy="2014159"/>
              <a:chOff x="1531831" y="3360274"/>
              <a:chExt cx="1990088" cy="2014159"/>
            </a:xfrm>
          </p:grpSpPr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0730BCA3-69C5-26AB-9431-8E4D3A722FA4}"/>
                  </a:ext>
                </a:extLst>
              </p:cNvPr>
              <p:cNvSpPr/>
              <p:nvPr/>
            </p:nvSpPr>
            <p:spPr>
              <a:xfrm>
                <a:off x="1531831" y="3365860"/>
                <a:ext cx="902474" cy="665727"/>
              </a:xfrm>
              <a:custGeom>
                <a:avLst/>
                <a:gdLst>
                  <a:gd name="connsiteX0" fmla="*/ 699821 w 902474"/>
                  <a:gd name="connsiteY0" fmla="*/ 665727 h 665727"/>
                  <a:gd name="connsiteX1" fmla="*/ 681748 w 902474"/>
                  <a:gd name="connsiteY1" fmla="*/ 656242 h 665727"/>
                  <a:gd name="connsiteX2" fmla="*/ 687344 w 902474"/>
                  <a:gd name="connsiteY2" fmla="*/ 625710 h 665727"/>
                  <a:gd name="connsiteX3" fmla="*/ 852900 w 902474"/>
                  <a:gd name="connsiteY3" fmla="*/ 511474 h 665727"/>
                  <a:gd name="connsiteX4" fmla="*/ 648345 w 902474"/>
                  <a:gd name="connsiteY4" fmla="*/ 64935 h 665727"/>
                  <a:gd name="connsiteX5" fmla="*/ 86044 w 902474"/>
                  <a:gd name="connsiteY5" fmla="*/ 44550 h 665727"/>
                  <a:gd name="connsiteX6" fmla="*/ 43430 w 902474"/>
                  <a:gd name="connsiteY6" fmla="*/ 245103 h 665727"/>
                  <a:gd name="connsiteX7" fmla="*/ 17399 w 902474"/>
                  <a:gd name="connsiteY7" fmla="*/ 262012 h 665727"/>
                  <a:gd name="connsiteX8" fmla="*/ 484 w 902474"/>
                  <a:gd name="connsiteY8" fmla="*/ 235981 h 665727"/>
                  <a:gd name="connsiteX9" fmla="*/ 46934 w 902474"/>
                  <a:gd name="connsiteY9" fmla="*/ 17387 h 665727"/>
                  <a:gd name="connsiteX10" fmla="*/ 69192 w 902474"/>
                  <a:gd name="connsiteY10" fmla="*/ 14 h 665727"/>
                  <a:gd name="connsiteX11" fmla="*/ 663453 w 902474"/>
                  <a:gd name="connsiteY11" fmla="*/ 21557 h 665727"/>
                  <a:gd name="connsiteX12" fmla="*/ 682620 w 902474"/>
                  <a:gd name="connsiteY12" fmla="*/ 34350 h 665727"/>
                  <a:gd name="connsiteX13" fmla="*/ 900476 w 902474"/>
                  <a:gd name="connsiteY13" fmla="*/ 509938 h 665727"/>
                  <a:gd name="connsiteX14" fmla="*/ 892993 w 902474"/>
                  <a:gd name="connsiteY14" fmla="*/ 537146 h 665727"/>
                  <a:gd name="connsiteX15" fmla="*/ 712265 w 902474"/>
                  <a:gd name="connsiteY15" fmla="*/ 661843 h 665727"/>
                  <a:gd name="connsiteX16" fmla="*/ 699821 w 902474"/>
                  <a:gd name="connsiteY16" fmla="*/ 665727 h 665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02474" h="665727">
                    <a:moveTo>
                      <a:pt x="699821" y="665727"/>
                    </a:moveTo>
                    <a:cubicBezTo>
                      <a:pt x="692861" y="665727"/>
                      <a:pt x="685996" y="662414"/>
                      <a:pt x="681748" y="656242"/>
                    </a:cubicBezTo>
                    <a:cubicBezTo>
                      <a:pt x="674852" y="646264"/>
                      <a:pt x="677372" y="632595"/>
                      <a:pt x="687344" y="625710"/>
                    </a:cubicBezTo>
                    <a:lnTo>
                      <a:pt x="852900" y="511474"/>
                    </a:lnTo>
                    <a:lnTo>
                      <a:pt x="648345" y="64935"/>
                    </a:lnTo>
                    <a:lnTo>
                      <a:pt x="86044" y="44550"/>
                    </a:lnTo>
                    <a:lnTo>
                      <a:pt x="43430" y="245103"/>
                    </a:lnTo>
                    <a:cubicBezTo>
                      <a:pt x="40910" y="256959"/>
                      <a:pt x="29258" y="264529"/>
                      <a:pt x="17399" y="262012"/>
                    </a:cubicBezTo>
                    <a:cubicBezTo>
                      <a:pt x="5541" y="259493"/>
                      <a:pt x="-2037" y="247837"/>
                      <a:pt x="484" y="235981"/>
                    </a:cubicBezTo>
                    <a:lnTo>
                      <a:pt x="46934" y="17387"/>
                    </a:lnTo>
                    <a:cubicBezTo>
                      <a:pt x="49138" y="6956"/>
                      <a:pt x="58539" y="-360"/>
                      <a:pt x="69192" y="14"/>
                    </a:cubicBezTo>
                    <a:lnTo>
                      <a:pt x="663453" y="21557"/>
                    </a:lnTo>
                    <a:cubicBezTo>
                      <a:pt x="671744" y="21858"/>
                      <a:pt x="679164" y="26807"/>
                      <a:pt x="682620" y="34350"/>
                    </a:cubicBezTo>
                    <a:lnTo>
                      <a:pt x="900476" y="509938"/>
                    </a:lnTo>
                    <a:cubicBezTo>
                      <a:pt x="904915" y="519623"/>
                      <a:pt x="901760" y="531096"/>
                      <a:pt x="892993" y="537146"/>
                    </a:cubicBezTo>
                    <a:lnTo>
                      <a:pt x="712265" y="661843"/>
                    </a:lnTo>
                    <a:cubicBezTo>
                      <a:pt x="708461" y="664467"/>
                      <a:pt x="704117" y="665727"/>
                      <a:pt x="699821" y="665727"/>
                    </a:cubicBezTo>
                    <a:close/>
                  </a:path>
                </a:pathLst>
              </a:custGeom>
              <a:solidFill>
                <a:srgbClr val="31313B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CD480FBE-FB4C-A7B5-A18F-788A9A656233}"/>
                  </a:ext>
                </a:extLst>
              </p:cNvPr>
              <p:cNvSpPr/>
              <p:nvPr/>
            </p:nvSpPr>
            <p:spPr>
              <a:xfrm>
                <a:off x="2149722" y="3426329"/>
                <a:ext cx="583575" cy="168645"/>
              </a:xfrm>
              <a:custGeom>
                <a:avLst/>
                <a:gdLst>
                  <a:gd name="connsiteX0" fmla="*/ 463329 w 583575"/>
                  <a:gd name="connsiteY0" fmla="*/ 168646 h 168645"/>
                  <a:gd name="connsiteX1" fmla="*/ 355780 w 583575"/>
                  <a:gd name="connsiteY1" fmla="*/ 160020 h 168645"/>
                  <a:gd name="connsiteX2" fmla="*/ 170455 w 583575"/>
                  <a:gd name="connsiteY2" fmla="*/ 105707 h 168645"/>
                  <a:gd name="connsiteX3" fmla="*/ 0 w 583575"/>
                  <a:gd name="connsiteY3" fmla="*/ 7689 h 168645"/>
                  <a:gd name="connsiteX4" fmla="*/ 6246 w 583575"/>
                  <a:gd name="connsiteY4" fmla="*/ 0 h 168645"/>
                  <a:gd name="connsiteX5" fmla="*/ 174640 w 583575"/>
                  <a:gd name="connsiteY5" fmla="*/ 96723 h 168645"/>
                  <a:gd name="connsiteX6" fmla="*/ 357524 w 583575"/>
                  <a:gd name="connsiteY6" fmla="*/ 150266 h 168645"/>
                  <a:gd name="connsiteX7" fmla="*/ 581721 w 583575"/>
                  <a:gd name="connsiteY7" fmla="*/ 147642 h 168645"/>
                  <a:gd name="connsiteX8" fmla="*/ 583576 w 583575"/>
                  <a:gd name="connsiteY8" fmla="*/ 157376 h 168645"/>
                  <a:gd name="connsiteX9" fmla="*/ 463329 w 583575"/>
                  <a:gd name="connsiteY9" fmla="*/ 168646 h 168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3575" h="168645">
                    <a:moveTo>
                      <a:pt x="463329" y="168646"/>
                    </a:moveTo>
                    <a:cubicBezTo>
                      <a:pt x="427770" y="168646"/>
                      <a:pt x="391846" y="165772"/>
                      <a:pt x="355780" y="160020"/>
                    </a:cubicBezTo>
                    <a:cubicBezTo>
                      <a:pt x="293984" y="150166"/>
                      <a:pt x="231633" y="131893"/>
                      <a:pt x="170455" y="105707"/>
                    </a:cubicBezTo>
                    <a:cubicBezTo>
                      <a:pt x="66299" y="61126"/>
                      <a:pt x="650" y="8218"/>
                      <a:pt x="0" y="7689"/>
                    </a:cubicBezTo>
                    <a:lnTo>
                      <a:pt x="6246" y="0"/>
                    </a:lnTo>
                    <a:cubicBezTo>
                      <a:pt x="6896" y="522"/>
                      <a:pt x="71673" y="52695"/>
                      <a:pt x="174640" y="96723"/>
                    </a:cubicBezTo>
                    <a:cubicBezTo>
                      <a:pt x="235041" y="122549"/>
                      <a:pt x="296568" y="140563"/>
                      <a:pt x="357524" y="150266"/>
                    </a:cubicBezTo>
                    <a:cubicBezTo>
                      <a:pt x="433635" y="162381"/>
                      <a:pt x="509065" y="161496"/>
                      <a:pt x="581721" y="147642"/>
                    </a:cubicBezTo>
                    <a:lnTo>
                      <a:pt x="583576" y="157376"/>
                    </a:lnTo>
                    <a:cubicBezTo>
                      <a:pt x="544180" y="164887"/>
                      <a:pt x="503992" y="168646"/>
                      <a:pt x="463329" y="168646"/>
                    </a:cubicBezTo>
                    <a:close/>
                  </a:path>
                </a:pathLst>
              </a:custGeom>
              <a:solidFill>
                <a:srgbClr val="31313B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D795A15F-7E1A-DD29-8730-048703EBA73B}"/>
                  </a:ext>
                </a:extLst>
              </p:cNvPr>
              <p:cNvSpPr/>
              <p:nvPr/>
            </p:nvSpPr>
            <p:spPr>
              <a:xfrm>
                <a:off x="3018706" y="4422381"/>
                <a:ext cx="296612" cy="296612"/>
              </a:xfrm>
              <a:custGeom>
                <a:avLst/>
                <a:gdLst>
                  <a:gd name="connsiteX0" fmla="*/ 296612 w 296612"/>
                  <a:gd name="connsiteY0" fmla="*/ 148306 h 296612"/>
                  <a:gd name="connsiteX1" fmla="*/ 148306 w 296612"/>
                  <a:gd name="connsiteY1" fmla="*/ 296612 h 296612"/>
                  <a:gd name="connsiteX2" fmla="*/ 0 w 296612"/>
                  <a:gd name="connsiteY2" fmla="*/ 148306 h 296612"/>
                  <a:gd name="connsiteX3" fmla="*/ 148306 w 296612"/>
                  <a:gd name="connsiteY3" fmla="*/ 0 h 296612"/>
                  <a:gd name="connsiteX4" fmla="*/ 296612 w 296612"/>
                  <a:gd name="connsiteY4" fmla="*/ 148306 h 296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6612" h="296612">
                    <a:moveTo>
                      <a:pt x="296612" y="148306"/>
                    </a:moveTo>
                    <a:cubicBezTo>
                      <a:pt x="296612" y="230213"/>
                      <a:pt x="230213" y="296612"/>
                      <a:pt x="148306" y="296612"/>
                    </a:cubicBezTo>
                    <a:cubicBezTo>
                      <a:pt x="66399" y="296612"/>
                      <a:pt x="0" y="230213"/>
                      <a:pt x="0" y="148306"/>
                    </a:cubicBezTo>
                    <a:cubicBezTo>
                      <a:pt x="0" y="66399"/>
                      <a:pt x="66399" y="0"/>
                      <a:pt x="148306" y="0"/>
                    </a:cubicBezTo>
                    <a:cubicBezTo>
                      <a:pt x="230213" y="0"/>
                      <a:pt x="296612" y="66399"/>
                      <a:pt x="296612" y="148306"/>
                    </a:cubicBezTo>
                    <a:close/>
                  </a:path>
                </a:pathLst>
              </a:custGeom>
              <a:solidFill>
                <a:srgbClr val="31313B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040990ED-8AB5-111A-5946-25F8D4154C11}"/>
                  </a:ext>
                </a:extLst>
              </p:cNvPr>
              <p:cNvSpPr/>
              <p:nvPr/>
            </p:nvSpPr>
            <p:spPr>
              <a:xfrm>
                <a:off x="3148422" y="4598627"/>
                <a:ext cx="49576" cy="49576"/>
              </a:xfrm>
              <a:custGeom>
                <a:avLst/>
                <a:gdLst>
                  <a:gd name="connsiteX0" fmla="*/ 49576 w 49576"/>
                  <a:gd name="connsiteY0" fmla="*/ 24788 h 49576"/>
                  <a:gd name="connsiteX1" fmla="*/ 24788 w 49576"/>
                  <a:gd name="connsiteY1" fmla="*/ 49576 h 49576"/>
                  <a:gd name="connsiteX2" fmla="*/ 0 w 49576"/>
                  <a:gd name="connsiteY2" fmla="*/ 24788 h 49576"/>
                  <a:gd name="connsiteX3" fmla="*/ 24788 w 49576"/>
                  <a:gd name="connsiteY3" fmla="*/ 0 h 49576"/>
                  <a:gd name="connsiteX4" fmla="*/ 49576 w 49576"/>
                  <a:gd name="connsiteY4" fmla="*/ 24788 h 4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576" h="49576">
                    <a:moveTo>
                      <a:pt x="49576" y="24788"/>
                    </a:moveTo>
                    <a:cubicBezTo>
                      <a:pt x="49576" y="38478"/>
                      <a:pt x="38478" y="49576"/>
                      <a:pt x="24788" y="49576"/>
                    </a:cubicBezTo>
                    <a:cubicBezTo>
                      <a:pt x="11098" y="49576"/>
                      <a:pt x="0" y="38478"/>
                      <a:pt x="0" y="24788"/>
                    </a:cubicBezTo>
                    <a:cubicBezTo>
                      <a:pt x="0" y="11098"/>
                      <a:pt x="11098" y="0"/>
                      <a:pt x="24788" y="0"/>
                    </a:cubicBezTo>
                    <a:cubicBezTo>
                      <a:pt x="38478" y="0"/>
                      <a:pt x="49576" y="11098"/>
                      <a:pt x="49576" y="24788"/>
                    </a:cubicBezTo>
                    <a:close/>
                  </a:path>
                </a:pathLst>
              </a:custGeom>
              <a:solidFill>
                <a:srgbClr val="31313B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6FC81897-8D2D-A98A-CE83-98A91175F5F9}"/>
                  </a:ext>
                </a:extLst>
              </p:cNvPr>
              <p:cNvSpPr/>
              <p:nvPr/>
            </p:nvSpPr>
            <p:spPr>
              <a:xfrm>
                <a:off x="2750530" y="3666717"/>
                <a:ext cx="350659" cy="945711"/>
              </a:xfrm>
              <a:custGeom>
                <a:avLst/>
                <a:gdLst>
                  <a:gd name="connsiteX0" fmla="*/ 308680 w 350659"/>
                  <a:gd name="connsiteY0" fmla="*/ 945711 h 945711"/>
                  <a:gd name="connsiteX1" fmla="*/ 179903 w 350659"/>
                  <a:gd name="connsiteY1" fmla="*/ 900482 h 945711"/>
                  <a:gd name="connsiteX2" fmla="*/ 139906 w 350659"/>
                  <a:gd name="connsiteY2" fmla="*/ 648763 h 945711"/>
                  <a:gd name="connsiteX3" fmla="*/ 81201 w 350659"/>
                  <a:gd name="connsiteY3" fmla="*/ 349259 h 945711"/>
                  <a:gd name="connsiteX4" fmla="*/ 16583 w 350659"/>
                  <a:gd name="connsiteY4" fmla="*/ 197811 h 945711"/>
                  <a:gd name="connsiteX5" fmla="*/ 16567 w 350659"/>
                  <a:gd name="connsiteY5" fmla="*/ 28758 h 945711"/>
                  <a:gd name="connsiteX6" fmla="*/ 54091 w 350659"/>
                  <a:gd name="connsiteY6" fmla="*/ 0 h 945711"/>
                  <a:gd name="connsiteX7" fmla="*/ 55613 w 350659"/>
                  <a:gd name="connsiteY7" fmla="*/ 9044 h 945711"/>
                  <a:gd name="connsiteX8" fmla="*/ 54852 w 350659"/>
                  <a:gd name="connsiteY8" fmla="*/ 4523 h 945711"/>
                  <a:gd name="connsiteX9" fmla="*/ 55645 w 350659"/>
                  <a:gd name="connsiteY9" fmla="*/ 9041 h 945711"/>
                  <a:gd name="connsiteX10" fmla="*/ 24113 w 350659"/>
                  <a:gd name="connsiteY10" fmla="*/ 33972 h 945711"/>
                  <a:gd name="connsiteX11" fmla="*/ 25397 w 350659"/>
                  <a:gd name="connsiteY11" fmla="*/ 195284 h 945711"/>
                  <a:gd name="connsiteX12" fmla="*/ 89317 w 350659"/>
                  <a:gd name="connsiteY12" fmla="*/ 345007 h 945711"/>
                  <a:gd name="connsiteX13" fmla="*/ 148974 w 350659"/>
                  <a:gd name="connsiteY13" fmla="*/ 650079 h 945711"/>
                  <a:gd name="connsiteX14" fmla="*/ 186498 w 350659"/>
                  <a:gd name="connsiteY14" fmla="*/ 894109 h 945711"/>
                  <a:gd name="connsiteX15" fmla="*/ 349676 w 350659"/>
                  <a:gd name="connsiteY15" fmla="*/ 934218 h 945711"/>
                  <a:gd name="connsiteX16" fmla="*/ 350659 w 350659"/>
                  <a:gd name="connsiteY16" fmla="*/ 943333 h 945711"/>
                  <a:gd name="connsiteX17" fmla="*/ 308680 w 350659"/>
                  <a:gd name="connsiteY17" fmla="*/ 945711 h 945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50659" h="945711">
                    <a:moveTo>
                      <a:pt x="308680" y="945711"/>
                    </a:moveTo>
                    <a:cubicBezTo>
                      <a:pt x="251449" y="945711"/>
                      <a:pt x="209105" y="930778"/>
                      <a:pt x="179903" y="900482"/>
                    </a:cubicBezTo>
                    <a:cubicBezTo>
                      <a:pt x="135181" y="854063"/>
                      <a:pt x="122102" y="771721"/>
                      <a:pt x="139906" y="648763"/>
                    </a:cubicBezTo>
                    <a:cubicBezTo>
                      <a:pt x="161149" y="502079"/>
                      <a:pt x="124100" y="431261"/>
                      <a:pt x="81201" y="349259"/>
                    </a:cubicBezTo>
                    <a:cubicBezTo>
                      <a:pt x="58134" y="305182"/>
                      <a:pt x="34291" y="259604"/>
                      <a:pt x="16583" y="197811"/>
                    </a:cubicBezTo>
                    <a:cubicBezTo>
                      <a:pt x="-5517" y="120710"/>
                      <a:pt x="-5533" y="63832"/>
                      <a:pt x="16567" y="28758"/>
                    </a:cubicBezTo>
                    <a:cubicBezTo>
                      <a:pt x="32182" y="3959"/>
                      <a:pt x="53204" y="151"/>
                      <a:pt x="54091" y="0"/>
                    </a:cubicBezTo>
                    <a:lnTo>
                      <a:pt x="55613" y="9044"/>
                    </a:lnTo>
                    <a:lnTo>
                      <a:pt x="54852" y="4523"/>
                    </a:lnTo>
                    <a:lnTo>
                      <a:pt x="55645" y="9041"/>
                    </a:lnTo>
                    <a:cubicBezTo>
                      <a:pt x="54900" y="9174"/>
                      <a:pt x="37461" y="12532"/>
                      <a:pt x="24113" y="33972"/>
                    </a:cubicBezTo>
                    <a:cubicBezTo>
                      <a:pt x="-1316" y="74851"/>
                      <a:pt x="10780" y="144259"/>
                      <a:pt x="25397" y="195284"/>
                    </a:cubicBezTo>
                    <a:cubicBezTo>
                      <a:pt x="42852" y="256180"/>
                      <a:pt x="66473" y="301338"/>
                      <a:pt x="89317" y="345007"/>
                    </a:cubicBezTo>
                    <a:cubicBezTo>
                      <a:pt x="132962" y="428420"/>
                      <a:pt x="170645" y="500457"/>
                      <a:pt x="148974" y="650079"/>
                    </a:cubicBezTo>
                    <a:cubicBezTo>
                      <a:pt x="131598" y="770041"/>
                      <a:pt x="143885" y="849878"/>
                      <a:pt x="186498" y="894109"/>
                    </a:cubicBezTo>
                    <a:cubicBezTo>
                      <a:pt x="220345" y="929224"/>
                      <a:pt x="273723" y="942350"/>
                      <a:pt x="349676" y="934218"/>
                    </a:cubicBezTo>
                    <a:lnTo>
                      <a:pt x="350659" y="943333"/>
                    </a:lnTo>
                    <a:cubicBezTo>
                      <a:pt x="335868" y="944919"/>
                      <a:pt x="321870" y="945711"/>
                      <a:pt x="308680" y="945711"/>
                    </a:cubicBezTo>
                    <a:close/>
                  </a:path>
                </a:pathLst>
              </a:custGeom>
              <a:solidFill>
                <a:srgbClr val="31313B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72" name="Graphic 21">
                <a:extLst>
                  <a:ext uri="{FF2B5EF4-FFF2-40B4-BE49-F238E27FC236}">
                    <a16:creationId xmlns:a16="http://schemas.microsoft.com/office/drawing/2014/main" id="{51212DDD-55B5-066A-5006-7EC66CE437C9}"/>
                  </a:ext>
                </a:extLst>
              </p:cNvPr>
              <p:cNvGrpSpPr/>
              <p:nvPr/>
            </p:nvGrpSpPr>
            <p:grpSpPr>
              <a:xfrm>
                <a:off x="2143219" y="3360274"/>
                <a:ext cx="729230" cy="241249"/>
                <a:chOff x="2143219" y="3360274"/>
                <a:chExt cx="729230" cy="241249"/>
              </a:xfrm>
            </p:grpSpPr>
            <p:grpSp>
              <p:nvGrpSpPr>
                <p:cNvPr id="73" name="Graphic 21">
                  <a:extLst>
                    <a:ext uri="{FF2B5EF4-FFF2-40B4-BE49-F238E27FC236}">
                      <a16:creationId xmlns:a16="http://schemas.microsoft.com/office/drawing/2014/main" id="{E7DC7BBE-77DF-C1B4-AB58-0F8F6CC25B4F}"/>
                    </a:ext>
                  </a:extLst>
                </p:cNvPr>
                <p:cNvGrpSpPr/>
                <p:nvPr/>
              </p:nvGrpSpPr>
              <p:grpSpPr>
                <a:xfrm>
                  <a:off x="2143219" y="3360274"/>
                  <a:ext cx="729230" cy="241249"/>
                  <a:chOff x="2143219" y="3360274"/>
                  <a:chExt cx="729230" cy="241249"/>
                </a:xfrm>
              </p:grpSpPr>
              <p:sp>
                <p:nvSpPr>
                  <p:cNvPr id="74" name="Freeform: Shape 73">
                    <a:extLst>
                      <a:ext uri="{FF2B5EF4-FFF2-40B4-BE49-F238E27FC236}">
                        <a16:creationId xmlns:a16="http://schemas.microsoft.com/office/drawing/2014/main" id="{A9AAB6F3-7236-4EAC-4816-B3FBBB381886}"/>
                      </a:ext>
                    </a:extLst>
                  </p:cNvPr>
                  <p:cNvSpPr/>
                  <p:nvPr/>
                </p:nvSpPr>
                <p:spPr>
                  <a:xfrm>
                    <a:off x="2147690" y="3364734"/>
                    <a:ext cx="720301" cy="232337"/>
                  </a:xfrm>
                  <a:custGeom>
                    <a:avLst/>
                    <a:gdLst>
                      <a:gd name="connsiteX0" fmla="*/ 719394 w 720301"/>
                      <a:gd name="connsiteY0" fmla="*/ 165235 h 232337"/>
                      <a:gd name="connsiteX1" fmla="*/ 713021 w 720301"/>
                      <a:gd name="connsiteY1" fmla="*/ 196607 h 232337"/>
                      <a:gd name="connsiteX2" fmla="*/ 659326 w 720301"/>
                      <a:gd name="connsiteY2" fmla="*/ 231200 h 232337"/>
                      <a:gd name="connsiteX3" fmla="*/ 34658 w 720301"/>
                      <a:gd name="connsiteY3" fmla="*/ 88124 h 232337"/>
                      <a:gd name="connsiteX4" fmla="*/ 906 w 720301"/>
                      <a:gd name="connsiteY4" fmla="*/ 35726 h 232337"/>
                      <a:gd name="connsiteX5" fmla="*/ 906 w 720301"/>
                      <a:gd name="connsiteY5" fmla="*/ 35726 h 232337"/>
                      <a:gd name="connsiteX6" fmla="*/ 52398 w 720301"/>
                      <a:gd name="connsiteY6" fmla="*/ 690 h 232337"/>
                      <a:gd name="connsiteX7" fmla="*/ 683454 w 720301"/>
                      <a:gd name="connsiteY7" fmla="*/ 112394 h 232337"/>
                      <a:gd name="connsiteX8" fmla="*/ 719394 w 720301"/>
                      <a:gd name="connsiteY8" fmla="*/ 165235 h 2323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20301" h="232337">
                        <a:moveTo>
                          <a:pt x="719394" y="165235"/>
                        </a:moveTo>
                        <a:lnTo>
                          <a:pt x="713021" y="196607"/>
                        </a:lnTo>
                        <a:cubicBezTo>
                          <a:pt x="708011" y="221172"/>
                          <a:pt x="683771" y="236797"/>
                          <a:pt x="659326" y="231200"/>
                        </a:cubicBezTo>
                        <a:lnTo>
                          <a:pt x="34658" y="88124"/>
                        </a:lnTo>
                        <a:cubicBezTo>
                          <a:pt x="11052" y="82717"/>
                          <a:pt x="-3929" y="59460"/>
                          <a:pt x="906" y="35726"/>
                        </a:cubicBezTo>
                        <a:lnTo>
                          <a:pt x="906" y="35726"/>
                        </a:lnTo>
                        <a:cubicBezTo>
                          <a:pt x="5726" y="12014"/>
                          <a:pt x="28570" y="-3528"/>
                          <a:pt x="52398" y="690"/>
                        </a:cubicBezTo>
                        <a:lnTo>
                          <a:pt x="683454" y="112394"/>
                        </a:lnTo>
                        <a:cubicBezTo>
                          <a:pt x="708154" y="116768"/>
                          <a:pt x="724403" y="140648"/>
                          <a:pt x="719394" y="16523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58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5" name="Freeform: Shape 74">
                    <a:extLst>
                      <a:ext uri="{FF2B5EF4-FFF2-40B4-BE49-F238E27FC236}">
                        <a16:creationId xmlns:a16="http://schemas.microsoft.com/office/drawing/2014/main" id="{204EC988-9D43-0879-8C91-B057FD383478}"/>
                      </a:ext>
                    </a:extLst>
                  </p:cNvPr>
                  <p:cNvSpPr/>
                  <p:nvPr/>
                </p:nvSpPr>
                <p:spPr>
                  <a:xfrm>
                    <a:off x="2143219" y="3360274"/>
                    <a:ext cx="729230" cy="241249"/>
                  </a:xfrm>
                  <a:custGeom>
                    <a:avLst/>
                    <a:gdLst>
                      <a:gd name="connsiteX0" fmla="*/ 673879 w 729230"/>
                      <a:gd name="connsiteY0" fmla="*/ 241250 h 241249"/>
                      <a:gd name="connsiteX1" fmla="*/ 662797 w 729230"/>
                      <a:gd name="connsiteY1" fmla="*/ 239991 h 241249"/>
                      <a:gd name="connsiteX2" fmla="*/ 38146 w 729230"/>
                      <a:gd name="connsiteY2" fmla="*/ 96915 h 241249"/>
                      <a:gd name="connsiteX3" fmla="*/ 1017 w 729230"/>
                      <a:gd name="connsiteY3" fmla="*/ 39300 h 241249"/>
                      <a:gd name="connsiteX4" fmla="*/ 57645 w 729230"/>
                      <a:gd name="connsiteY4" fmla="*/ 774 h 241249"/>
                      <a:gd name="connsiteX5" fmla="*/ 688702 w 729230"/>
                      <a:gd name="connsiteY5" fmla="*/ 112478 h 241249"/>
                      <a:gd name="connsiteX6" fmla="*/ 720710 w 729230"/>
                      <a:gd name="connsiteY6" fmla="*/ 133195 h 241249"/>
                      <a:gd name="connsiteX7" fmla="*/ 728224 w 729230"/>
                      <a:gd name="connsiteY7" fmla="*/ 170582 h 241249"/>
                      <a:gd name="connsiteX8" fmla="*/ 721835 w 729230"/>
                      <a:gd name="connsiteY8" fmla="*/ 201954 h 241249"/>
                      <a:gd name="connsiteX9" fmla="*/ 700338 w 729230"/>
                      <a:gd name="connsiteY9" fmla="*/ 233409 h 241249"/>
                      <a:gd name="connsiteX10" fmla="*/ 673879 w 729230"/>
                      <a:gd name="connsiteY10" fmla="*/ 241250 h 241249"/>
                      <a:gd name="connsiteX11" fmla="*/ 48910 w 729230"/>
                      <a:gd name="connsiteY11" fmla="*/ 8890 h 241249"/>
                      <a:gd name="connsiteX12" fmla="*/ 9721 w 729230"/>
                      <a:gd name="connsiteY12" fmla="*/ 41072 h 241249"/>
                      <a:gd name="connsiteX13" fmla="*/ 40127 w 729230"/>
                      <a:gd name="connsiteY13" fmla="*/ 88253 h 241249"/>
                      <a:gd name="connsiteX14" fmla="*/ 664779 w 729230"/>
                      <a:gd name="connsiteY14" fmla="*/ 231329 h 241249"/>
                      <a:gd name="connsiteX15" fmla="*/ 695519 w 729230"/>
                      <a:gd name="connsiteY15" fmla="*/ 225939 h 241249"/>
                      <a:gd name="connsiteX16" fmla="*/ 713132 w 729230"/>
                      <a:gd name="connsiteY16" fmla="*/ 200180 h 241249"/>
                      <a:gd name="connsiteX17" fmla="*/ 719521 w 729230"/>
                      <a:gd name="connsiteY17" fmla="*/ 168808 h 241249"/>
                      <a:gd name="connsiteX18" fmla="*/ 713369 w 729230"/>
                      <a:gd name="connsiteY18" fmla="*/ 138192 h 241249"/>
                      <a:gd name="connsiteX19" fmla="*/ 687148 w 729230"/>
                      <a:gd name="connsiteY19" fmla="*/ 121228 h 241249"/>
                      <a:gd name="connsiteX20" fmla="*/ 56107 w 729230"/>
                      <a:gd name="connsiteY20" fmla="*/ 9524 h 241249"/>
                      <a:gd name="connsiteX21" fmla="*/ 48910 w 729230"/>
                      <a:gd name="connsiteY21" fmla="*/ 8890 h 2412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729230" h="241249">
                        <a:moveTo>
                          <a:pt x="673879" y="241250"/>
                        </a:moveTo>
                        <a:cubicBezTo>
                          <a:pt x="670201" y="241250"/>
                          <a:pt x="666491" y="240833"/>
                          <a:pt x="662797" y="239991"/>
                        </a:cubicBezTo>
                        <a:lnTo>
                          <a:pt x="38146" y="96915"/>
                        </a:lnTo>
                        <a:cubicBezTo>
                          <a:pt x="11972" y="90919"/>
                          <a:pt x="-4341" y="65613"/>
                          <a:pt x="1017" y="39300"/>
                        </a:cubicBezTo>
                        <a:cubicBezTo>
                          <a:pt x="6360" y="13023"/>
                          <a:pt x="31233" y="-3898"/>
                          <a:pt x="57645" y="774"/>
                        </a:cubicBezTo>
                        <a:lnTo>
                          <a:pt x="688702" y="112478"/>
                        </a:lnTo>
                        <a:cubicBezTo>
                          <a:pt x="701844" y="114804"/>
                          <a:pt x="713211" y="122162"/>
                          <a:pt x="720710" y="133195"/>
                        </a:cubicBezTo>
                        <a:cubicBezTo>
                          <a:pt x="728224" y="144229"/>
                          <a:pt x="730887" y="157507"/>
                          <a:pt x="728224" y="170582"/>
                        </a:cubicBezTo>
                        <a:lnTo>
                          <a:pt x="721835" y="201954"/>
                        </a:lnTo>
                        <a:cubicBezTo>
                          <a:pt x="719172" y="215017"/>
                          <a:pt x="711546" y="226189"/>
                          <a:pt x="700338" y="233409"/>
                        </a:cubicBezTo>
                        <a:cubicBezTo>
                          <a:pt x="692300" y="238583"/>
                          <a:pt x="683185" y="241250"/>
                          <a:pt x="673879" y="241250"/>
                        </a:cubicBezTo>
                        <a:close/>
                        <a:moveTo>
                          <a:pt x="48910" y="8890"/>
                        </a:moveTo>
                        <a:cubicBezTo>
                          <a:pt x="30124" y="8890"/>
                          <a:pt x="13621" y="21958"/>
                          <a:pt x="9721" y="41072"/>
                        </a:cubicBezTo>
                        <a:cubicBezTo>
                          <a:pt x="5345" y="62620"/>
                          <a:pt x="18694" y="83345"/>
                          <a:pt x="40127" y="88253"/>
                        </a:cubicBezTo>
                        <a:lnTo>
                          <a:pt x="664779" y="231329"/>
                        </a:lnTo>
                        <a:cubicBezTo>
                          <a:pt x="675433" y="233767"/>
                          <a:pt x="686339" y="231852"/>
                          <a:pt x="695519" y="225939"/>
                        </a:cubicBezTo>
                        <a:cubicBezTo>
                          <a:pt x="704698" y="220026"/>
                          <a:pt x="710960" y="210878"/>
                          <a:pt x="713132" y="200180"/>
                        </a:cubicBezTo>
                        <a:lnTo>
                          <a:pt x="719521" y="168808"/>
                        </a:lnTo>
                        <a:cubicBezTo>
                          <a:pt x="721692" y="158099"/>
                          <a:pt x="719505" y="147227"/>
                          <a:pt x="713369" y="138192"/>
                        </a:cubicBezTo>
                        <a:cubicBezTo>
                          <a:pt x="707218" y="129158"/>
                          <a:pt x="697912" y="123132"/>
                          <a:pt x="687148" y="121228"/>
                        </a:cubicBezTo>
                        <a:lnTo>
                          <a:pt x="56107" y="9524"/>
                        </a:lnTo>
                        <a:cubicBezTo>
                          <a:pt x="53682" y="9097"/>
                          <a:pt x="51288" y="8890"/>
                          <a:pt x="48910" y="8890"/>
                        </a:cubicBezTo>
                        <a:close/>
                      </a:path>
                    </a:pathLst>
                  </a:custGeom>
                  <a:solidFill>
                    <a:srgbClr val="31313B"/>
                  </a:solidFill>
                  <a:ln w="158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76" name="Graphic 21">
                  <a:extLst>
                    <a:ext uri="{FF2B5EF4-FFF2-40B4-BE49-F238E27FC236}">
                      <a16:creationId xmlns:a16="http://schemas.microsoft.com/office/drawing/2014/main" id="{977DEDD7-308A-2E59-247C-7DCD62771460}"/>
                    </a:ext>
                  </a:extLst>
                </p:cNvPr>
                <p:cNvGrpSpPr/>
                <p:nvPr/>
              </p:nvGrpSpPr>
              <p:grpSpPr>
                <a:xfrm>
                  <a:off x="2799256" y="3512912"/>
                  <a:ext cx="49110" cy="49110"/>
                  <a:chOff x="2799256" y="3512912"/>
                  <a:chExt cx="49110" cy="49110"/>
                </a:xfrm>
              </p:grpSpPr>
              <p:sp>
                <p:nvSpPr>
                  <p:cNvPr id="77" name="Freeform: Shape 76">
                    <a:extLst>
                      <a:ext uri="{FF2B5EF4-FFF2-40B4-BE49-F238E27FC236}">
                        <a16:creationId xmlns:a16="http://schemas.microsoft.com/office/drawing/2014/main" id="{CA30939E-A343-B836-FBD9-C6A4047D3431}"/>
                      </a:ext>
                    </a:extLst>
                  </p:cNvPr>
                  <p:cNvSpPr/>
                  <p:nvPr/>
                </p:nvSpPr>
                <p:spPr>
                  <a:xfrm rot="-4709538">
                    <a:off x="2802991" y="3516647"/>
                    <a:ext cx="41640" cy="41640"/>
                  </a:xfrm>
                  <a:custGeom>
                    <a:avLst/>
                    <a:gdLst>
                      <a:gd name="connsiteX0" fmla="*/ 41640 w 41640"/>
                      <a:gd name="connsiteY0" fmla="*/ 20820 h 41640"/>
                      <a:gd name="connsiteX1" fmla="*/ 20820 w 41640"/>
                      <a:gd name="connsiteY1" fmla="*/ 41640 h 41640"/>
                      <a:gd name="connsiteX2" fmla="*/ 0 w 41640"/>
                      <a:gd name="connsiteY2" fmla="*/ 20820 h 41640"/>
                      <a:gd name="connsiteX3" fmla="*/ 20820 w 41640"/>
                      <a:gd name="connsiteY3" fmla="*/ 0 h 41640"/>
                      <a:gd name="connsiteX4" fmla="*/ 41640 w 41640"/>
                      <a:gd name="connsiteY4" fmla="*/ 20820 h 416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1640" h="41640">
                        <a:moveTo>
                          <a:pt x="41640" y="20820"/>
                        </a:moveTo>
                        <a:cubicBezTo>
                          <a:pt x="41640" y="32319"/>
                          <a:pt x="32319" y="41640"/>
                          <a:pt x="20820" y="41640"/>
                        </a:cubicBezTo>
                        <a:cubicBezTo>
                          <a:pt x="9321" y="41640"/>
                          <a:pt x="0" y="32319"/>
                          <a:pt x="0" y="20820"/>
                        </a:cubicBezTo>
                        <a:cubicBezTo>
                          <a:pt x="0" y="9321"/>
                          <a:pt x="9321" y="0"/>
                          <a:pt x="20820" y="0"/>
                        </a:cubicBezTo>
                        <a:cubicBezTo>
                          <a:pt x="32319" y="0"/>
                          <a:pt x="41640" y="9321"/>
                          <a:pt x="41640" y="208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58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8" name="Freeform: Shape 77">
                    <a:extLst>
                      <a:ext uri="{FF2B5EF4-FFF2-40B4-BE49-F238E27FC236}">
                        <a16:creationId xmlns:a16="http://schemas.microsoft.com/office/drawing/2014/main" id="{29314A65-DBF0-2FB1-A632-89D94A6D9FD5}"/>
                      </a:ext>
                    </a:extLst>
                  </p:cNvPr>
                  <p:cNvSpPr/>
                  <p:nvPr/>
                </p:nvSpPr>
                <p:spPr>
                  <a:xfrm>
                    <a:off x="2801278" y="3514918"/>
                    <a:ext cx="45153" cy="45152"/>
                  </a:xfrm>
                  <a:custGeom>
                    <a:avLst/>
                    <a:gdLst>
                      <a:gd name="connsiteX0" fmla="*/ 22605 w 45153"/>
                      <a:gd name="connsiteY0" fmla="*/ 45153 h 45152"/>
                      <a:gd name="connsiteX1" fmla="*/ 3739 w 45153"/>
                      <a:gd name="connsiteY1" fmla="*/ 35038 h 45152"/>
                      <a:gd name="connsiteX2" fmla="*/ 3739 w 45153"/>
                      <a:gd name="connsiteY2" fmla="*/ 35038 h 45152"/>
                      <a:gd name="connsiteX3" fmla="*/ 10112 w 45153"/>
                      <a:gd name="connsiteY3" fmla="*/ 3742 h 45152"/>
                      <a:gd name="connsiteX4" fmla="*/ 41407 w 45153"/>
                      <a:gd name="connsiteY4" fmla="*/ 10115 h 45152"/>
                      <a:gd name="connsiteX5" fmla="*/ 35034 w 45153"/>
                      <a:gd name="connsiteY5" fmla="*/ 41411 h 45152"/>
                      <a:gd name="connsiteX6" fmla="*/ 22605 w 45153"/>
                      <a:gd name="connsiteY6" fmla="*/ 45153 h 45152"/>
                      <a:gd name="connsiteX7" fmla="*/ 6688 w 45153"/>
                      <a:gd name="connsiteY7" fmla="*/ 33090 h 45152"/>
                      <a:gd name="connsiteX8" fmla="*/ 33100 w 45153"/>
                      <a:gd name="connsiteY8" fmla="*/ 38466 h 45152"/>
                      <a:gd name="connsiteX9" fmla="*/ 38474 w 45153"/>
                      <a:gd name="connsiteY9" fmla="*/ 12059 h 45152"/>
                      <a:gd name="connsiteX10" fmla="*/ 12062 w 45153"/>
                      <a:gd name="connsiteY10" fmla="*/ 6683 h 45152"/>
                      <a:gd name="connsiteX11" fmla="*/ 6688 w 45153"/>
                      <a:gd name="connsiteY11" fmla="*/ 33090 h 45152"/>
                      <a:gd name="connsiteX12" fmla="*/ 6688 w 45153"/>
                      <a:gd name="connsiteY12" fmla="*/ 33090 h 451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45153" h="45152">
                        <a:moveTo>
                          <a:pt x="22605" y="45153"/>
                        </a:moveTo>
                        <a:cubicBezTo>
                          <a:pt x="15281" y="45153"/>
                          <a:pt x="8083" y="41597"/>
                          <a:pt x="3739" y="35038"/>
                        </a:cubicBezTo>
                        <a:lnTo>
                          <a:pt x="3739" y="35038"/>
                        </a:lnTo>
                        <a:cubicBezTo>
                          <a:pt x="-3125" y="24653"/>
                          <a:pt x="-272" y="10613"/>
                          <a:pt x="10112" y="3742"/>
                        </a:cubicBezTo>
                        <a:cubicBezTo>
                          <a:pt x="20496" y="-3128"/>
                          <a:pt x="34542" y="-270"/>
                          <a:pt x="41407" y="10115"/>
                        </a:cubicBezTo>
                        <a:cubicBezTo>
                          <a:pt x="48287" y="20503"/>
                          <a:pt x="45418" y="34541"/>
                          <a:pt x="35034" y="41411"/>
                        </a:cubicBezTo>
                        <a:cubicBezTo>
                          <a:pt x="31213" y="43942"/>
                          <a:pt x="26885" y="45153"/>
                          <a:pt x="22605" y="45153"/>
                        </a:cubicBezTo>
                        <a:close/>
                        <a:moveTo>
                          <a:pt x="6688" y="33090"/>
                        </a:moveTo>
                        <a:cubicBezTo>
                          <a:pt x="12490" y="41852"/>
                          <a:pt x="24333" y="44265"/>
                          <a:pt x="33100" y="38466"/>
                        </a:cubicBezTo>
                        <a:cubicBezTo>
                          <a:pt x="41851" y="32668"/>
                          <a:pt x="44260" y="20823"/>
                          <a:pt x="38474" y="12059"/>
                        </a:cubicBezTo>
                        <a:cubicBezTo>
                          <a:pt x="32672" y="3297"/>
                          <a:pt x="20829" y="882"/>
                          <a:pt x="12062" y="6683"/>
                        </a:cubicBezTo>
                        <a:cubicBezTo>
                          <a:pt x="3295" y="12482"/>
                          <a:pt x="886" y="24328"/>
                          <a:pt x="6688" y="33090"/>
                        </a:cubicBezTo>
                        <a:lnTo>
                          <a:pt x="6688" y="33090"/>
                        </a:lnTo>
                        <a:close/>
                      </a:path>
                    </a:pathLst>
                  </a:custGeom>
                  <a:solidFill>
                    <a:srgbClr val="31313B"/>
                  </a:solidFill>
                  <a:ln w="158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BF362401-4E08-8349-1693-10DFC40B01E5}"/>
                    </a:ext>
                  </a:extLst>
                </p:cNvPr>
                <p:cNvSpPr/>
                <p:nvPr/>
              </p:nvSpPr>
              <p:spPr>
                <a:xfrm>
                  <a:off x="2769620" y="3519647"/>
                  <a:ext cx="17089" cy="17087"/>
                </a:xfrm>
                <a:custGeom>
                  <a:avLst/>
                  <a:gdLst>
                    <a:gd name="connsiteX0" fmla="*/ 6846 w 17089"/>
                    <a:gd name="connsiteY0" fmla="*/ 16915 h 17087"/>
                    <a:gd name="connsiteX1" fmla="*/ 172 w 17089"/>
                    <a:gd name="connsiteY1" fmla="*/ 6840 h 17087"/>
                    <a:gd name="connsiteX2" fmla="*/ 10255 w 17089"/>
                    <a:gd name="connsiteY2" fmla="*/ 174 h 17087"/>
                    <a:gd name="connsiteX3" fmla="*/ 16913 w 17089"/>
                    <a:gd name="connsiteY3" fmla="*/ 10248 h 17087"/>
                    <a:gd name="connsiteX4" fmla="*/ 6846 w 17089"/>
                    <a:gd name="connsiteY4" fmla="*/ 16915 h 170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089" h="17087">
                      <a:moveTo>
                        <a:pt x="6846" y="16915"/>
                      </a:moveTo>
                      <a:cubicBezTo>
                        <a:pt x="2217" y="15973"/>
                        <a:pt x="-764" y="11463"/>
                        <a:pt x="172" y="6840"/>
                      </a:cubicBezTo>
                      <a:cubicBezTo>
                        <a:pt x="1123" y="2217"/>
                        <a:pt x="5625" y="-768"/>
                        <a:pt x="10255" y="174"/>
                      </a:cubicBezTo>
                      <a:cubicBezTo>
                        <a:pt x="14868" y="1115"/>
                        <a:pt x="17864" y="5626"/>
                        <a:pt x="16913" y="10248"/>
                      </a:cubicBezTo>
                      <a:cubicBezTo>
                        <a:pt x="15977" y="14871"/>
                        <a:pt x="11459" y="17855"/>
                        <a:pt x="6846" y="16915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80" name="Graphic 21">
                  <a:extLst>
                    <a:ext uri="{FF2B5EF4-FFF2-40B4-BE49-F238E27FC236}">
                      <a16:creationId xmlns:a16="http://schemas.microsoft.com/office/drawing/2014/main" id="{092CD516-15E6-CBC1-D043-EF402C746D73}"/>
                    </a:ext>
                  </a:extLst>
                </p:cNvPr>
                <p:cNvGrpSpPr/>
                <p:nvPr/>
              </p:nvGrpSpPr>
              <p:grpSpPr>
                <a:xfrm>
                  <a:off x="2165714" y="3380547"/>
                  <a:ext cx="57705" cy="57705"/>
                  <a:chOff x="2165714" y="3380547"/>
                  <a:chExt cx="57705" cy="57705"/>
                </a:xfrm>
              </p:grpSpPr>
              <p:sp>
                <p:nvSpPr>
                  <p:cNvPr id="81" name="Freeform: Shape 80">
                    <a:extLst>
                      <a:ext uri="{FF2B5EF4-FFF2-40B4-BE49-F238E27FC236}">
                        <a16:creationId xmlns:a16="http://schemas.microsoft.com/office/drawing/2014/main" id="{89F62CF0-2552-FFAD-03F3-7BFA31D54D8D}"/>
                      </a:ext>
                    </a:extLst>
                  </p:cNvPr>
                  <p:cNvSpPr/>
                  <p:nvPr/>
                </p:nvSpPr>
                <p:spPr>
                  <a:xfrm rot="-2009391">
                    <a:off x="2173746" y="3388579"/>
                    <a:ext cx="41641" cy="41641"/>
                  </a:xfrm>
                  <a:custGeom>
                    <a:avLst/>
                    <a:gdLst>
                      <a:gd name="connsiteX0" fmla="*/ 41641 w 41641"/>
                      <a:gd name="connsiteY0" fmla="*/ 20821 h 41641"/>
                      <a:gd name="connsiteX1" fmla="*/ 20821 w 41641"/>
                      <a:gd name="connsiteY1" fmla="*/ 41641 h 41641"/>
                      <a:gd name="connsiteX2" fmla="*/ 0 w 41641"/>
                      <a:gd name="connsiteY2" fmla="*/ 20821 h 41641"/>
                      <a:gd name="connsiteX3" fmla="*/ 20821 w 41641"/>
                      <a:gd name="connsiteY3" fmla="*/ 0 h 41641"/>
                      <a:gd name="connsiteX4" fmla="*/ 41641 w 41641"/>
                      <a:gd name="connsiteY4" fmla="*/ 20821 h 416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1641" h="41641">
                        <a:moveTo>
                          <a:pt x="41641" y="20821"/>
                        </a:moveTo>
                        <a:cubicBezTo>
                          <a:pt x="41641" y="32319"/>
                          <a:pt x="32319" y="41641"/>
                          <a:pt x="20821" y="41641"/>
                        </a:cubicBezTo>
                        <a:cubicBezTo>
                          <a:pt x="9322" y="41641"/>
                          <a:pt x="0" y="32319"/>
                          <a:pt x="0" y="20821"/>
                        </a:cubicBezTo>
                        <a:cubicBezTo>
                          <a:pt x="0" y="9322"/>
                          <a:pt x="9322" y="0"/>
                          <a:pt x="20821" y="0"/>
                        </a:cubicBezTo>
                        <a:cubicBezTo>
                          <a:pt x="32319" y="0"/>
                          <a:pt x="41641" y="9322"/>
                          <a:pt x="41641" y="208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58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2" name="Freeform: Shape 81">
                    <a:extLst>
                      <a:ext uri="{FF2B5EF4-FFF2-40B4-BE49-F238E27FC236}">
                        <a16:creationId xmlns:a16="http://schemas.microsoft.com/office/drawing/2014/main" id="{91E13805-88A0-0460-F7BA-42ED7DC0056D}"/>
                      </a:ext>
                    </a:extLst>
                  </p:cNvPr>
                  <p:cNvSpPr/>
                  <p:nvPr/>
                </p:nvSpPr>
                <p:spPr>
                  <a:xfrm>
                    <a:off x="2171902" y="3386759"/>
                    <a:ext cx="45178" cy="45182"/>
                  </a:xfrm>
                  <a:custGeom>
                    <a:avLst/>
                    <a:gdLst>
                      <a:gd name="connsiteX0" fmla="*/ 22637 w 45178"/>
                      <a:gd name="connsiteY0" fmla="*/ 45182 h 45182"/>
                      <a:gd name="connsiteX1" fmla="*/ 18087 w 45178"/>
                      <a:gd name="connsiteY1" fmla="*/ 44721 h 45182"/>
                      <a:gd name="connsiteX2" fmla="*/ 458 w 45178"/>
                      <a:gd name="connsiteY2" fmla="*/ 18086 h 45182"/>
                      <a:gd name="connsiteX3" fmla="*/ 10128 w 45178"/>
                      <a:gd name="connsiteY3" fmla="*/ 3758 h 45182"/>
                      <a:gd name="connsiteX4" fmla="*/ 27091 w 45178"/>
                      <a:gd name="connsiteY4" fmla="*/ 462 h 45182"/>
                      <a:gd name="connsiteX5" fmla="*/ 27091 w 45178"/>
                      <a:gd name="connsiteY5" fmla="*/ 462 h 45182"/>
                      <a:gd name="connsiteX6" fmla="*/ 44720 w 45178"/>
                      <a:gd name="connsiteY6" fmla="*/ 27099 h 45182"/>
                      <a:gd name="connsiteX7" fmla="*/ 35050 w 45178"/>
                      <a:gd name="connsiteY7" fmla="*/ 41427 h 45182"/>
                      <a:gd name="connsiteX8" fmla="*/ 22637 w 45178"/>
                      <a:gd name="connsiteY8" fmla="*/ 45182 h 45182"/>
                      <a:gd name="connsiteX9" fmla="*/ 22541 w 45178"/>
                      <a:gd name="connsiteY9" fmla="*/ 3531 h 45182"/>
                      <a:gd name="connsiteX10" fmla="*/ 12078 w 45178"/>
                      <a:gd name="connsiteY10" fmla="*/ 6700 h 45182"/>
                      <a:gd name="connsiteX11" fmla="*/ 3914 w 45178"/>
                      <a:gd name="connsiteY11" fmla="*/ 18790 h 45182"/>
                      <a:gd name="connsiteX12" fmla="*/ 18784 w 45178"/>
                      <a:gd name="connsiteY12" fmla="*/ 41263 h 45182"/>
                      <a:gd name="connsiteX13" fmla="*/ 33100 w 45178"/>
                      <a:gd name="connsiteY13" fmla="*/ 38483 h 45182"/>
                      <a:gd name="connsiteX14" fmla="*/ 41264 w 45178"/>
                      <a:gd name="connsiteY14" fmla="*/ 26393 h 45182"/>
                      <a:gd name="connsiteX15" fmla="*/ 26394 w 45178"/>
                      <a:gd name="connsiteY15" fmla="*/ 3919 h 45182"/>
                      <a:gd name="connsiteX16" fmla="*/ 22541 w 45178"/>
                      <a:gd name="connsiteY16" fmla="*/ 3531 h 451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5178" h="45182">
                        <a:moveTo>
                          <a:pt x="22637" y="45182"/>
                        </a:moveTo>
                        <a:cubicBezTo>
                          <a:pt x="21131" y="45182"/>
                          <a:pt x="19593" y="45029"/>
                          <a:pt x="18087" y="44721"/>
                        </a:cubicBezTo>
                        <a:cubicBezTo>
                          <a:pt x="5880" y="42237"/>
                          <a:pt x="-2031" y="30288"/>
                          <a:pt x="458" y="18086"/>
                        </a:cubicBezTo>
                        <a:cubicBezTo>
                          <a:pt x="1663" y="12176"/>
                          <a:pt x="5087" y="7085"/>
                          <a:pt x="10128" y="3758"/>
                        </a:cubicBezTo>
                        <a:cubicBezTo>
                          <a:pt x="15154" y="428"/>
                          <a:pt x="21178" y="-743"/>
                          <a:pt x="27091" y="462"/>
                        </a:cubicBezTo>
                        <a:lnTo>
                          <a:pt x="27091" y="462"/>
                        </a:lnTo>
                        <a:cubicBezTo>
                          <a:pt x="39298" y="2946"/>
                          <a:pt x="47209" y="14896"/>
                          <a:pt x="44720" y="27099"/>
                        </a:cubicBezTo>
                        <a:cubicBezTo>
                          <a:pt x="43515" y="33010"/>
                          <a:pt x="40075" y="38099"/>
                          <a:pt x="35050" y="41427"/>
                        </a:cubicBezTo>
                        <a:cubicBezTo>
                          <a:pt x="31308" y="43900"/>
                          <a:pt x="27028" y="45182"/>
                          <a:pt x="22637" y="45182"/>
                        </a:cubicBezTo>
                        <a:close/>
                        <a:moveTo>
                          <a:pt x="22541" y="3531"/>
                        </a:moveTo>
                        <a:cubicBezTo>
                          <a:pt x="18848" y="3531"/>
                          <a:pt x="15233" y="4612"/>
                          <a:pt x="12078" y="6700"/>
                        </a:cubicBezTo>
                        <a:cubicBezTo>
                          <a:pt x="7830" y="9509"/>
                          <a:pt x="4928" y="13802"/>
                          <a:pt x="3914" y="18790"/>
                        </a:cubicBezTo>
                        <a:cubicBezTo>
                          <a:pt x="1821" y="29085"/>
                          <a:pt x="8495" y="39166"/>
                          <a:pt x="18784" y="41263"/>
                        </a:cubicBezTo>
                        <a:cubicBezTo>
                          <a:pt x="23778" y="42280"/>
                          <a:pt x="28851" y="41292"/>
                          <a:pt x="33100" y="38483"/>
                        </a:cubicBezTo>
                        <a:cubicBezTo>
                          <a:pt x="37349" y="35674"/>
                          <a:pt x="40234" y="31380"/>
                          <a:pt x="41264" y="26393"/>
                        </a:cubicBezTo>
                        <a:cubicBezTo>
                          <a:pt x="43357" y="16098"/>
                          <a:pt x="36683" y="6015"/>
                          <a:pt x="26394" y="3919"/>
                        </a:cubicBezTo>
                        <a:cubicBezTo>
                          <a:pt x="25110" y="3659"/>
                          <a:pt x="23826" y="3531"/>
                          <a:pt x="22541" y="3531"/>
                        </a:cubicBezTo>
                        <a:close/>
                      </a:path>
                    </a:pathLst>
                  </a:custGeom>
                  <a:solidFill>
                    <a:srgbClr val="31313B"/>
                  </a:solidFill>
                  <a:ln w="158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F0C20423-2431-1870-39E4-0FF0822BA902}"/>
                    </a:ext>
                  </a:extLst>
                </p:cNvPr>
                <p:cNvSpPr/>
                <p:nvPr/>
              </p:nvSpPr>
              <p:spPr>
                <a:xfrm>
                  <a:off x="2231638" y="3410109"/>
                  <a:ext cx="17084" cy="17088"/>
                </a:xfrm>
                <a:custGeom>
                  <a:avLst/>
                  <a:gdLst>
                    <a:gd name="connsiteX0" fmla="*/ 10238 w 17084"/>
                    <a:gd name="connsiteY0" fmla="*/ 174 h 17088"/>
                    <a:gd name="connsiteX1" fmla="*/ 16913 w 17084"/>
                    <a:gd name="connsiteY1" fmla="*/ 10248 h 17088"/>
                    <a:gd name="connsiteX2" fmla="*/ 6830 w 17084"/>
                    <a:gd name="connsiteY2" fmla="*/ 16915 h 17088"/>
                    <a:gd name="connsiteX3" fmla="*/ 172 w 17084"/>
                    <a:gd name="connsiteY3" fmla="*/ 6840 h 17088"/>
                    <a:gd name="connsiteX4" fmla="*/ 10238 w 17084"/>
                    <a:gd name="connsiteY4" fmla="*/ 174 h 17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084" h="17088">
                      <a:moveTo>
                        <a:pt x="10238" y="174"/>
                      </a:moveTo>
                      <a:cubicBezTo>
                        <a:pt x="14868" y="1115"/>
                        <a:pt x="17848" y="5625"/>
                        <a:pt x="16913" y="10248"/>
                      </a:cubicBezTo>
                      <a:cubicBezTo>
                        <a:pt x="15977" y="14871"/>
                        <a:pt x="11459" y="17856"/>
                        <a:pt x="6830" y="16915"/>
                      </a:cubicBezTo>
                      <a:cubicBezTo>
                        <a:pt x="2217" y="15973"/>
                        <a:pt x="-764" y="11463"/>
                        <a:pt x="172" y="6840"/>
                      </a:cubicBezTo>
                      <a:cubicBezTo>
                        <a:pt x="1107" y="2217"/>
                        <a:pt x="5625" y="-768"/>
                        <a:pt x="10238" y="174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4" name="Graphic 21">
                <a:extLst>
                  <a:ext uri="{FF2B5EF4-FFF2-40B4-BE49-F238E27FC236}">
                    <a16:creationId xmlns:a16="http://schemas.microsoft.com/office/drawing/2014/main" id="{80FF68AF-9E69-128E-5D26-2854305D2CB3}"/>
                  </a:ext>
                </a:extLst>
              </p:cNvPr>
              <p:cNvGrpSpPr/>
              <p:nvPr/>
            </p:nvGrpSpPr>
            <p:grpSpPr>
              <a:xfrm>
                <a:off x="2738686" y="3485982"/>
                <a:ext cx="553768" cy="1213052"/>
                <a:chOff x="2738686" y="3485982"/>
                <a:chExt cx="553768" cy="1213052"/>
              </a:xfrm>
            </p:grpSpPr>
            <p:grpSp>
              <p:nvGrpSpPr>
                <p:cNvPr id="85" name="Graphic 21">
                  <a:extLst>
                    <a:ext uri="{FF2B5EF4-FFF2-40B4-BE49-F238E27FC236}">
                      <a16:creationId xmlns:a16="http://schemas.microsoft.com/office/drawing/2014/main" id="{EAF5194D-8B92-1583-1CE4-F2116D30448E}"/>
                    </a:ext>
                  </a:extLst>
                </p:cNvPr>
                <p:cNvGrpSpPr/>
                <p:nvPr/>
              </p:nvGrpSpPr>
              <p:grpSpPr>
                <a:xfrm>
                  <a:off x="2738686" y="3485982"/>
                  <a:ext cx="553768" cy="1213052"/>
                  <a:chOff x="2738686" y="3485982"/>
                  <a:chExt cx="553768" cy="1213052"/>
                </a:xfrm>
              </p:grpSpPr>
              <p:sp>
                <p:nvSpPr>
                  <p:cNvPr id="86" name="Freeform: Shape 85">
                    <a:extLst>
                      <a:ext uri="{FF2B5EF4-FFF2-40B4-BE49-F238E27FC236}">
                        <a16:creationId xmlns:a16="http://schemas.microsoft.com/office/drawing/2014/main" id="{6AD53A11-ADE9-514C-A181-B149884A7CCD}"/>
                      </a:ext>
                    </a:extLst>
                  </p:cNvPr>
                  <p:cNvSpPr/>
                  <p:nvPr/>
                </p:nvSpPr>
                <p:spPr>
                  <a:xfrm>
                    <a:off x="2743182" y="3490486"/>
                    <a:ext cx="544758" cy="1204031"/>
                  </a:xfrm>
                  <a:custGeom>
                    <a:avLst/>
                    <a:gdLst>
                      <a:gd name="connsiteX0" fmla="*/ 493125 w 544758"/>
                      <a:gd name="connsiteY0" fmla="*/ 1181551 h 1204031"/>
                      <a:gd name="connsiteX1" fmla="*/ 440999 w 544758"/>
                      <a:gd name="connsiteY1" fmla="*/ 1199719 h 1204031"/>
                      <a:gd name="connsiteX2" fmla="*/ 342392 w 544758"/>
                      <a:gd name="connsiteY2" fmla="*/ 1150716 h 1204031"/>
                      <a:gd name="connsiteX3" fmla="*/ 3718 w 544758"/>
                      <a:gd name="connsiteY3" fmla="*/ 100393 h 1204031"/>
                      <a:gd name="connsiteX4" fmla="*/ 51626 w 544758"/>
                      <a:gd name="connsiteY4" fmla="*/ 4309 h 1204031"/>
                      <a:gd name="connsiteX5" fmla="*/ 51626 w 544758"/>
                      <a:gd name="connsiteY5" fmla="*/ 4309 h 1204031"/>
                      <a:gd name="connsiteX6" fmla="*/ 148965 w 544758"/>
                      <a:gd name="connsiteY6" fmla="*/ 49684 h 1204031"/>
                      <a:gd name="connsiteX7" fmla="*/ 539765 w 544758"/>
                      <a:gd name="connsiteY7" fmla="*/ 1081850 h 1204031"/>
                      <a:gd name="connsiteX8" fmla="*/ 493125 w 544758"/>
                      <a:gd name="connsiteY8" fmla="*/ 1181551 h 12040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544758" h="1204031">
                        <a:moveTo>
                          <a:pt x="493125" y="1181551"/>
                        </a:moveTo>
                        <a:lnTo>
                          <a:pt x="440999" y="1199719"/>
                        </a:lnTo>
                        <a:cubicBezTo>
                          <a:pt x="400177" y="1213939"/>
                          <a:pt x="355629" y="1191808"/>
                          <a:pt x="342392" y="1150716"/>
                        </a:cubicBezTo>
                        <a:lnTo>
                          <a:pt x="3718" y="100393"/>
                        </a:lnTo>
                        <a:cubicBezTo>
                          <a:pt x="-9076" y="60694"/>
                          <a:pt x="12183" y="18049"/>
                          <a:pt x="51626" y="4309"/>
                        </a:cubicBezTo>
                        <a:lnTo>
                          <a:pt x="51626" y="4309"/>
                        </a:lnTo>
                        <a:cubicBezTo>
                          <a:pt x="91022" y="-9419"/>
                          <a:pt x="134206" y="10710"/>
                          <a:pt x="148965" y="49684"/>
                        </a:cubicBezTo>
                        <a:lnTo>
                          <a:pt x="539765" y="1081850"/>
                        </a:lnTo>
                        <a:cubicBezTo>
                          <a:pt x="555064" y="1122260"/>
                          <a:pt x="533995" y="1167315"/>
                          <a:pt x="493125" y="118155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58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7" name="Freeform: Shape 86">
                    <a:extLst>
                      <a:ext uri="{FF2B5EF4-FFF2-40B4-BE49-F238E27FC236}">
                        <a16:creationId xmlns:a16="http://schemas.microsoft.com/office/drawing/2014/main" id="{5EA5217C-5CF4-D109-2381-C165AEAEE993}"/>
                      </a:ext>
                    </a:extLst>
                  </p:cNvPr>
                  <p:cNvSpPr/>
                  <p:nvPr/>
                </p:nvSpPr>
                <p:spPr>
                  <a:xfrm>
                    <a:off x="2738686" y="3485982"/>
                    <a:ext cx="553768" cy="1213052"/>
                  </a:xfrm>
                  <a:custGeom>
                    <a:avLst/>
                    <a:gdLst>
                      <a:gd name="connsiteX0" fmla="*/ 420051 w 553768"/>
                      <a:gd name="connsiteY0" fmla="*/ 1213053 h 1213052"/>
                      <a:gd name="connsiteX1" fmla="*/ 383794 w 553768"/>
                      <a:gd name="connsiteY1" fmla="*/ 1204461 h 1213052"/>
                      <a:gd name="connsiteX2" fmla="*/ 342607 w 553768"/>
                      <a:gd name="connsiteY2" fmla="*/ 1156599 h 1213052"/>
                      <a:gd name="connsiteX3" fmla="*/ 3949 w 553768"/>
                      <a:gd name="connsiteY3" fmla="*/ 106274 h 1213052"/>
                      <a:gd name="connsiteX4" fmla="*/ 8562 w 553768"/>
                      <a:gd name="connsiteY4" fmla="*/ 45117 h 1213052"/>
                      <a:gd name="connsiteX5" fmla="*/ 54648 w 553768"/>
                      <a:gd name="connsiteY5" fmla="*/ 4573 h 1213052"/>
                      <a:gd name="connsiteX6" fmla="*/ 115937 w 553768"/>
                      <a:gd name="connsiteY6" fmla="*/ 7670 h 1213052"/>
                      <a:gd name="connsiteX7" fmla="*/ 157663 w 553768"/>
                      <a:gd name="connsiteY7" fmla="*/ 52599 h 1213052"/>
                      <a:gd name="connsiteX8" fmla="*/ 548462 w 553768"/>
                      <a:gd name="connsiteY8" fmla="*/ 1084768 h 1213052"/>
                      <a:gd name="connsiteX9" fmla="*/ 546084 w 553768"/>
                      <a:gd name="connsiteY9" fmla="*/ 1147880 h 1213052"/>
                      <a:gd name="connsiteX10" fmla="*/ 499111 w 553768"/>
                      <a:gd name="connsiteY10" fmla="*/ 1190304 h 1213052"/>
                      <a:gd name="connsiteX11" fmla="*/ 446969 w 553768"/>
                      <a:gd name="connsiteY11" fmla="*/ 1208456 h 1213052"/>
                      <a:gd name="connsiteX12" fmla="*/ 420051 w 553768"/>
                      <a:gd name="connsiteY12" fmla="*/ 1213053 h 1213052"/>
                      <a:gd name="connsiteX13" fmla="*/ 81804 w 553768"/>
                      <a:gd name="connsiteY13" fmla="*/ 8923 h 1213052"/>
                      <a:gd name="connsiteX14" fmla="*/ 57596 w 553768"/>
                      <a:gd name="connsiteY14" fmla="*/ 13053 h 1213052"/>
                      <a:gd name="connsiteX15" fmla="*/ 16600 w 553768"/>
                      <a:gd name="connsiteY15" fmla="*/ 49123 h 1213052"/>
                      <a:gd name="connsiteX16" fmla="*/ 12494 w 553768"/>
                      <a:gd name="connsiteY16" fmla="*/ 103519 h 1213052"/>
                      <a:gd name="connsiteX17" fmla="*/ 351152 w 553768"/>
                      <a:gd name="connsiteY17" fmla="*/ 1153841 h 1213052"/>
                      <a:gd name="connsiteX18" fmla="*/ 387805 w 553768"/>
                      <a:gd name="connsiteY18" fmla="*/ 1196407 h 1213052"/>
                      <a:gd name="connsiteX19" fmla="*/ 444021 w 553768"/>
                      <a:gd name="connsiteY19" fmla="*/ 1199974 h 1213052"/>
                      <a:gd name="connsiteX20" fmla="*/ 496146 w 553768"/>
                      <a:gd name="connsiteY20" fmla="*/ 1181822 h 1213052"/>
                      <a:gd name="connsiteX21" fmla="*/ 537951 w 553768"/>
                      <a:gd name="connsiteY21" fmla="*/ 1144075 h 1213052"/>
                      <a:gd name="connsiteX22" fmla="*/ 540060 w 553768"/>
                      <a:gd name="connsiteY22" fmla="*/ 1087939 h 1213052"/>
                      <a:gd name="connsiteX23" fmla="*/ 149260 w 553768"/>
                      <a:gd name="connsiteY23" fmla="*/ 55778 h 1213052"/>
                      <a:gd name="connsiteX24" fmla="*/ 81804 w 553768"/>
                      <a:gd name="connsiteY24" fmla="*/ 8923 h 12130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53768" h="1213052">
                        <a:moveTo>
                          <a:pt x="420051" y="1213053"/>
                        </a:moveTo>
                        <a:cubicBezTo>
                          <a:pt x="407621" y="1213053"/>
                          <a:pt x="395272" y="1210168"/>
                          <a:pt x="383794" y="1204461"/>
                        </a:cubicBezTo>
                        <a:cubicBezTo>
                          <a:pt x="364009" y="1194600"/>
                          <a:pt x="349376" y="1177605"/>
                          <a:pt x="342607" y="1156599"/>
                        </a:cubicBezTo>
                        <a:lnTo>
                          <a:pt x="3949" y="106274"/>
                        </a:lnTo>
                        <a:cubicBezTo>
                          <a:pt x="-2599" y="85950"/>
                          <a:pt x="-966" y="64231"/>
                          <a:pt x="8562" y="45117"/>
                        </a:cubicBezTo>
                        <a:cubicBezTo>
                          <a:pt x="18090" y="26004"/>
                          <a:pt x="34451" y="11606"/>
                          <a:pt x="54648" y="4573"/>
                        </a:cubicBezTo>
                        <a:cubicBezTo>
                          <a:pt x="74813" y="-2453"/>
                          <a:pt x="96580" y="-1354"/>
                          <a:pt x="115937" y="7670"/>
                        </a:cubicBezTo>
                        <a:cubicBezTo>
                          <a:pt x="135293" y="16692"/>
                          <a:pt x="150101" y="32648"/>
                          <a:pt x="157663" y="52599"/>
                        </a:cubicBezTo>
                        <a:lnTo>
                          <a:pt x="548462" y="1084768"/>
                        </a:lnTo>
                        <a:cubicBezTo>
                          <a:pt x="556278" y="1105425"/>
                          <a:pt x="555438" y="1127842"/>
                          <a:pt x="546084" y="1147880"/>
                        </a:cubicBezTo>
                        <a:cubicBezTo>
                          <a:pt x="536731" y="1167935"/>
                          <a:pt x="520037" y="1183011"/>
                          <a:pt x="499111" y="1190304"/>
                        </a:cubicBezTo>
                        <a:lnTo>
                          <a:pt x="446969" y="1208456"/>
                        </a:lnTo>
                        <a:cubicBezTo>
                          <a:pt x="438171" y="1211531"/>
                          <a:pt x="429087" y="1213053"/>
                          <a:pt x="420051" y="1213053"/>
                        </a:cubicBezTo>
                        <a:close/>
                        <a:moveTo>
                          <a:pt x="81804" y="8923"/>
                        </a:moveTo>
                        <a:cubicBezTo>
                          <a:pt x="73798" y="8923"/>
                          <a:pt x="65634" y="10255"/>
                          <a:pt x="57596" y="13053"/>
                        </a:cubicBezTo>
                        <a:cubicBezTo>
                          <a:pt x="39635" y="19311"/>
                          <a:pt x="25081" y="32122"/>
                          <a:pt x="16600" y="49123"/>
                        </a:cubicBezTo>
                        <a:cubicBezTo>
                          <a:pt x="8118" y="66124"/>
                          <a:pt x="6660" y="85441"/>
                          <a:pt x="12494" y="103519"/>
                        </a:cubicBezTo>
                        <a:lnTo>
                          <a:pt x="351152" y="1153841"/>
                        </a:lnTo>
                        <a:cubicBezTo>
                          <a:pt x="357192" y="1172532"/>
                          <a:pt x="370192" y="1187656"/>
                          <a:pt x="387805" y="1196407"/>
                        </a:cubicBezTo>
                        <a:cubicBezTo>
                          <a:pt x="405434" y="1205190"/>
                          <a:pt x="425409" y="1206458"/>
                          <a:pt x="444021" y="1199974"/>
                        </a:cubicBezTo>
                        <a:lnTo>
                          <a:pt x="496146" y="1181822"/>
                        </a:lnTo>
                        <a:cubicBezTo>
                          <a:pt x="514774" y="1175322"/>
                          <a:pt x="529628" y="1161926"/>
                          <a:pt x="537951" y="1144075"/>
                        </a:cubicBezTo>
                        <a:cubicBezTo>
                          <a:pt x="546274" y="1126256"/>
                          <a:pt x="547019" y="1106329"/>
                          <a:pt x="540060" y="1087939"/>
                        </a:cubicBezTo>
                        <a:lnTo>
                          <a:pt x="149260" y="55778"/>
                        </a:lnTo>
                        <a:cubicBezTo>
                          <a:pt x="138258" y="26733"/>
                          <a:pt x="111069" y="8923"/>
                          <a:pt x="81804" y="8923"/>
                        </a:cubicBezTo>
                        <a:close/>
                      </a:path>
                    </a:pathLst>
                  </a:custGeom>
                  <a:solidFill>
                    <a:srgbClr val="31313B"/>
                  </a:solidFill>
                  <a:ln w="158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8" name="Graphic 21">
                  <a:extLst>
                    <a:ext uri="{FF2B5EF4-FFF2-40B4-BE49-F238E27FC236}">
                      <a16:creationId xmlns:a16="http://schemas.microsoft.com/office/drawing/2014/main" id="{1AAD8E8F-2168-DCD8-75FB-426C4CD2F075}"/>
                    </a:ext>
                  </a:extLst>
                </p:cNvPr>
                <p:cNvGrpSpPr/>
                <p:nvPr/>
              </p:nvGrpSpPr>
              <p:grpSpPr>
                <a:xfrm>
                  <a:off x="3148078" y="4575797"/>
                  <a:ext cx="77928" cy="77770"/>
                  <a:chOff x="3148078" y="4575797"/>
                  <a:chExt cx="77928" cy="77770"/>
                </a:xfrm>
              </p:grpSpPr>
              <p:sp>
                <p:nvSpPr>
                  <p:cNvPr id="89" name="Freeform: Shape 88">
                    <a:extLst>
                      <a:ext uri="{FF2B5EF4-FFF2-40B4-BE49-F238E27FC236}">
                        <a16:creationId xmlns:a16="http://schemas.microsoft.com/office/drawing/2014/main" id="{855FDAD3-D796-5A9F-0A83-B62B41CFEB1F}"/>
                      </a:ext>
                    </a:extLst>
                  </p:cNvPr>
                  <p:cNvSpPr/>
                  <p:nvPr/>
                </p:nvSpPr>
                <p:spPr>
                  <a:xfrm>
                    <a:off x="3151129" y="4578832"/>
                    <a:ext cx="71812" cy="71694"/>
                  </a:xfrm>
                  <a:custGeom>
                    <a:avLst/>
                    <a:gdLst>
                      <a:gd name="connsiteX0" fmla="*/ 71812 w 71812"/>
                      <a:gd name="connsiteY0" fmla="*/ 35848 h 71694"/>
                      <a:gd name="connsiteX1" fmla="*/ 35906 w 71812"/>
                      <a:gd name="connsiteY1" fmla="*/ 71695 h 71694"/>
                      <a:gd name="connsiteX2" fmla="*/ 0 w 71812"/>
                      <a:gd name="connsiteY2" fmla="*/ 35848 h 71694"/>
                      <a:gd name="connsiteX3" fmla="*/ 35906 w 71812"/>
                      <a:gd name="connsiteY3" fmla="*/ 0 h 71694"/>
                      <a:gd name="connsiteX4" fmla="*/ 71812 w 71812"/>
                      <a:gd name="connsiteY4" fmla="*/ 35848 h 716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1812" h="71694">
                        <a:moveTo>
                          <a:pt x="71812" y="35848"/>
                        </a:moveTo>
                        <a:cubicBezTo>
                          <a:pt x="71812" y="55646"/>
                          <a:pt x="55737" y="71695"/>
                          <a:pt x="35906" y="71695"/>
                        </a:cubicBezTo>
                        <a:cubicBezTo>
                          <a:pt x="16076" y="71695"/>
                          <a:pt x="0" y="55646"/>
                          <a:pt x="0" y="35848"/>
                        </a:cubicBezTo>
                        <a:cubicBezTo>
                          <a:pt x="0" y="16049"/>
                          <a:pt x="16076" y="0"/>
                          <a:pt x="35906" y="0"/>
                        </a:cubicBezTo>
                        <a:cubicBezTo>
                          <a:pt x="55737" y="0"/>
                          <a:pt x="71812" y="16049"/>
                          <a:pt x="71812" y="3584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58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90" name="Freeform: Shape 89">
                    <a:extLst>
                      <a:ext uri="{FF2B5EF4-FFF2-40B4-BE49-F238E27FC236}">
                        <a16:creationId xmlns:a16="http://schemas.microsoft.com/office/drawing/2014/main" id="{0A7728AE-1F70-5BEA-8042-E8B8CA34D5B6}"/>
                      </a:ext>
                    </a:extLst>
                  </p:cNvPr>
                  <p:cNvSpPr/>
                  <p:nvPr/>
                </p:nvSpPr>
                <p:spPr>
                  <a:xfrm>
                    <a:off x="3148078" y="4575797"/>
                    <a:ext cx="77928" cy="77770"/>
                  </a:xfrm>
                  <a:custGeom>
                    <a:avLst/>
                    <a:gdLst>
                      <a:gd name="connsiteX0" fmla="*/ 38909 w 77928"/>
                      <a:gd name="connsiteY0" fmla="*/ 77771 h 77770"/>
                      <a:gd name="connsiteX1" fmla="*/ 22041 w 77928"/>
                      <a:gd name="connsiteY1" fmla="*/ 73903 h 77770"/>
                      <a:gd name="connsiteX2" fmla="*/ 2193 w 77928"/>
                      <a:gd name="connsiteY2" fmla="*/ 51676 h 77770"/>
                      <a:gd name="connsiteX3" fmla="*/ 3889 w 77928"/>
                      <a:gd name="connsiteY3" fmla="*/ 21983 h 77770"/>
                      <a:gd name="connsiteX4" fmla="*/ 55888 w 77928"/>
                      <a:gd name="connsiteY4" fmla="*/ 3863 h 77770"/>
                      <a:gd name="connsiteX5" fmla="*/ 75736 w 77928"/>
                      <a:gd name="connsiteY5" fmla="*/ 26089 h 77770"/>
                      <a:gd name="connsiteX6" fmla="*/ 74040 w 77928"/>
                      <a:gd name="connsiteY6" fmla="*/ 55798 h 77770"/>
                      <a:gd name="connsiteX7" fmla="*/ 38909 w 77928"/>
                      <a:gd name="connsiteY7" fmla="*/ 77771 h 77770"/>
                      <a:gd name="connsiteX8" fmla="*/ 39020 w 77928"/>
                      <a:gd name="connsiteY8" fmla="*/ 6082 h 77770"/>
                      <a:gd name="connsiteX9" fmla="*/ 9358 w 77928"/>
                      <a:gd name="connsiteY9" fmla="*/ 24631 h 77770"/>
                      <a:gd name="connsiteX10" fmla="*/ 9358 w 77928"/>
                      <a:gd name="connsiteY10" fmla="*/ 24631 h 77770"/>
                      <a:gd name="connsiteX11" fmla="*/ 7932 w 77928"/>
                      <a:gd name="connsiteY11" fmla="*/ 49679 h 77770"/>
                      <a:gd name="connsiteX12" fmla="*/ 24672 w 77928"/>
                      <a:gd name="connsiteY12" fmla="*/ 68433 h 77770"/>
                      <a:gd name="connsiteX13" fmla="*/ 68571 w 77928"/>
                      <a:gd name="connsiteY13" fmla="*/ 53151 h 77770"/>
                      <a:gd name="connsiteX14" fmla="*/ 69997 w 77928"/>
                      <a:gd name="connsiteY14" fmla="*/ 28087 h 77770"/>
                      <a:gd name="connsiteX15" fmla="*/ 53256 w 77928"/>
                      <a:gd name="connsiteY15" fmla="*/ 9348 h 77770"/>
                      <a:gd name="connsiteX16" fmla="*/ 39020 w 77928"/>
                      <a:gd name="connsiteY16" fmla="*/ 6082 h 777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77928" h="77770">
                        <a:moveTo>
                          <a:pt x="38909" y="77771"/>
                        </a:moveTo>
                        <a:cubicBezTo>
                          <a:pt x="33233" y="77771"/>
                          <a:pt x="27479" y="76534"/>
                          <a:pt x="22041" y="73903"/>
                        </a:cubicBezTo>
                        <a:cubicBezTo>
                          <a:pt x="12656" y="69384"/>
                          <a:pt x="5617" y="61505"/>
                          <a:pt x="2193" y="51676"/>
                        </a:cubicBezTo>
                        <a:cubicBezTo>
                          <a:pt x="-1232" y="41879"/>
                          <a:pt x="-629" y="31337"/>
                          <a:pt x="3889" y="21983"/>
                        </a:cubicBezTo>
                        <a:cubicBezTo>
                          <a:pt x="13226" y="2674"/>
                          <a:pt x="36547" y="-5459"/>
                          <a:pt x="55888" y="3863"/>
                        </a:cubicBezTo>
                        <a:cubicBezTo>
                          <a:pt x="65273" y="8381"/>
                          <a:pt x="72312" y="16276"/>
                          <a:pt x="75736" y="26089"/>
                        </a:cubicBezTo>
                        <a:cubicBezTo>
                          <a:pt x="79160" y="35902"/>
                          <a:pt x="78558" y="46445"/>
                          <a:pt x="74040" y="55798"/>
                        </a:cubicBezTo>
                        <a:cubicBezTo>
                          <a:pt x="67334" y="69670"/>
                          <a:pt x="53383" y="77771"/>
                          <a:pt x="38909" y="77771"/>
                        </a:cubicBezTo>
                        <a:close/>
                        <a:moveTo>
                          <a:pt x="39020" y="6082"/>
                        </a:moveTo>
                        <a:cubicBezTo>
                          <a:pt x="26781" y="6082"/>
                          <a:pt x="15018" y="12915"/>
                          <a:pt x="9358" y="24631"/>
                        </a:cubicBezTo>
                        <a:lnTo>
                          <a:pt x="9358" y="24631"/>
                        </a:lnTo>
                        <a:cubicBezTo>
                          <a:pt x="5554" y="32510"/>
                          <a:pt x="5046" y="41403"/>
                          <a:pt x="7932" y="49679"/>
                        </a:cubicBezTo>
                        <a:cubicBezTo>
                          <a:pt x="10817" y="57954"/>
                          <a:pt x="16762" y="64613"/>
                          <a:pt x="24672" y="68433"/>
                        </a:cubicBezTo>
                        <a:cubicBezTo>
                          <a:pt x="41001" y="76296"/>
                          <a:pt x="60691" y="69432"/>
                          <a:pt x="68571" y="53151"/>
                        </a:cubicBezTo>
                        <a:cubicBezTo>
                          <a:pt x="72375" y="45256"/>
                          <a:pt x="72883" y="36362"/>
                          <a:pt x="69997" y="28087"/>
                        </a:cubicBezTo>
                        <a:cubicBezTo>
                          <a:pt x="67112" y="19811"/>
                          <a:pt x="61167" y="13153"/>
                          <a:pt x="53256" y="9348"/>
                        </a:cubicBezTo>
                        <a:cubicBezTo>
                          <a:pt x="48659" y="7129"/>
                          <a:pt x="43807" y="6082"/>
                          <a:pt x="39020" y="6082"/>
                        </a:cubicBezTo>
                        <a:close/>
                      </a:path>
                    </a:pathLst>
                  </a:custGeom>
                  <a:solidFill>
                    <a:srgbClr val="31313B"/>
                  </a:solidFill>
                  <a:ln w="158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1815FA9C-46ED-CA2F-42F2-CDE738647426}"/>
                    </a:ext>
                  </a:extLst>
                </p:cNvPr>
                <p:cNvSpPr/>
                <p:nvPr/>
              </p:nvSpPr>
              <p:spPr>
                <a:xfrm>
                  <a:off x="3145813" y="4524170"/>
                  <a:ext cx="29474" cy="29427"/>
                </a:xfrm>
                <a:custGeom>
                  <a:avLst/>
                  <a:gdLst>
                    <a:gd name="connsiteX0" fmla="*/ 827 w 29474"/>
                    <a:gd name="connsiteY0" fmla="*/ 19566 h 29427"/>
                    <a:gd name="connsiteX1" fmla="*/ 9879 w 29474"/>
                    <a:gd name="connsiteY1" fmla="*/ 827 h 29427"/>
                    <a:gd name="connsiteX2" fmla="*/ 28650 w 29474"/>
                    <a:gd name="connsiteY2" fmla="*/ 9864 h 29427"/>
                    <a:gd name="connsiteX3" fmla="*/ 19582 w 29474"/>
                    <a:gd name="connsiteY3" fmla="*/ 28602 h 29427"/>
                    <a:gd name="connsiteX4" fmla="*/ 827 w 29474"/>
                    <a:gd name="connsiteY4" fmla="*/ 19566 h 29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474" h="29427">
                      <a:moveTo>
                        <a:pt x="827" y="19566"/>
                      </a:moveTo>
                      <a:cubicBezTo>
                        <a:pt x="-1852" y="11893"/>
                        <a:pt x="2191" y="3506"/>
                        <a:pt x="9879" y="827"/>
                      </a:cubicBezTo>
                      <a:cubicBezTo>
                        <a:pt x="17568" y="-1852"/>
                        <a:pt x="25971" y="2191"/>
                        <a:pt x="28650" y="9864"/>
                      </a:cubicBezTo>
                      <a:cubicBezTo>
                        <a:pt x="31329" y="17537"/>
                        <a:pt x="27270" y="25923"/>
                        <a:pt x="19582" y="28602"/>
                      </a:cubicBezTo>
                      <a:cubicBezTo>
                        <a:pt x="11908" y="31282"/>
                        <a:pt x="3506" y="27223"/>
                        <a:pt x="827" y="19566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92" name="Graphic 21">
                  <a:extLst>
                    <a:ext uri="{FF2B5EF4-FFF2-40B4-BE49-F238E27FC236}">
                      <a16:creationId xmlns:a16="http://schemas.microsoft.com/office/drawing/2014/main" id="{6D49A61B-24BE-751F-98C5-5538F401BA27}"/>
                    </a:ext>
                  </a:extLst>
                </p:cNvPr>
                <p:cNvGrpSpPr/>
                <p:nvPr/>
              </p:nvGrpSpPr>
              <p:grpSpPr>
                <a:xfrm>
                  <a:off x="2783135" y="3531654"/>
                  <a:ext cx="77930" cy="77780"/>
                  <a:chOff x="2783135" y="3531654"/>
                  <a:chExt cx="77930" cy="77780"/>
                </a:xfrm>
              </p:grpSpPr>
              <p:sp>
                <p:nvSpPr>
                  <p:cNvPr id="93" name="Freeform: Shape 92">
                    <a:extLst>
                      <a:ext uri="{FF2B5EF4-FFF2-40B4-BE49-F238E27FC236}">
                        <a16:creationId xmlns:a16="http://schemas.microsoft.com/office/drawing/2014/main" id="{CAB36F52-312A-CA03-B5E3-4B1E78A2C885}"/>
                      </a:ext>
                    </a:extLst>
                  </p:cNvPr>
                  <p:cNvSpPr/>
                  <p:nvPr/>
                </p:nvSpPr>
                <p:spPr>
                  <a:xfrm>
                    <a:off x="2786186" y="3534696"/>
                    <a:ext cx="71812" cy="71694"/>
                  </a:xfrm>
                  <a:custGeom>
                    <a:avLst/>
                    <a:gdLst>
                      <a:gd name="connsiteX0" fmla="*/ 71812 w 71812"/>
                      <a:gd name="connsiteY0" fmla="*/ 35847 h 71694"/>
                      <a:gd name="connsiteX1" fmla="*/ 35906 w 71812"/>
                      <a:gd name="connsiteY1" fmla="*/ 71695 h 71694"/>
                      <a:gd name="connsiteX2" fmla="*/ 0 w 71812"/>
                      <a:gd name="connsiteY2" fmla="*/ 35847 h 71694"/>
                      <a:gd name="connsiteX3" fmla="*/ 35906 w 71812"/>
                      <a:gd name="connsiteY3" fmla="*/ 0 h 71694"/>
                      <a:gd name="connsiteX4" fmla="*/ 71812 w 71812"/>
                      <a:gd name="connsiteY4" fmla="*/ 35847 h 716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1812" h="71694">
                        <a:moveTo>
                          <a:pt x="71812" y="35847"/>
                        </a:moveTo>
                        <a:cubicBezTo>
                          <a:pt x="71812" y="55646"/>
                          <a:pt x="55736" y="71695"/>
                          <a:pt x="35906" y="71695"/>
                        </a:cubicBezTo>
                        <a:cubicBezTo>
                          <a:pt x="16076" y="71695"/>
                          <a:pt x="0" y="55646"/>
                          <a:pt x="0" y="35847"/>
                        </a:cubicBezTo>
                        <a:cubicBezTo>
                          <a:pt x="0" y="16049"/>
                          <a:pt x="16076" y="0"/>
                          <a:pt x="35906" y="0"/>
                        </a:cubicBezTo>
                        <a:cubicBezTo>
                          <a:pt x="55737" y="0"/>
                          <a:pt x="71812" y="16049"/>
                          <a:pt x="71812" y="3584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58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94" name="Freeform: Shape 93">
                    <a:extLst>
                      <a:ext uri="{FF2B5EF4-FFF2-40B4-BE49-F238E27FC236}">
                        <a16:creationId xmlns:a16="http://schemas.microsoft.com/office/drawing/2014/main" id="{9193C43C-AF3F-07DE-435F-423F7F93521D}"/>
                      </a:ext>
                    </a:extLst>
                  </p:cNvPr>
                  <p:cNvSpPr/>
                  <p:nvPr/>
                </p:nvSpPr>
                <p:spPr>
                  <a:xfrm>
                    <a:off x="2783135" y="3531654"/>
                    <a:ext cx="77930" cy="77780"/>
                  </a:xfrm>
                  <a:custGeom>
                    <a:avLst/>
                    <a:gdLst>
                      <a:gd name="connsiteX0" fmla="*/ 39004 w 77930"/>
                      <a:gd name="connsiteY0" fmla="*/ 77780 h 77780"/>
                      <a:gd name="connsiteX1" fmla="*/ 2193 w 77930"/>
                      <a:gd name="connsiteY1" fmla="*/ 51703 h 77780"/>
                      <a:gd name="connsiteX2" fmla="*/ 3889 w 77930"/>
                      <a:gd name="connsiteY2" fmla="*/ 21985 h 77780"/>
                      <a:gd name="connsiteX3" fmla="*/ 26131 w 77930"/>
                      <a:gd name="connsiteY3" fmla="*/ 2173 h 77780"/>
                      <a:gd name="connsiteX4" fmla="*/ 75736 w 77930"/>
                      <a:gd name="connsiteY4" fmla="*/ 26076 h 77780"/>
                      <a:gd name="connsiteX5" fmla="*/ 75736 w 77930"/>
                      <a:gd name="connsiteY5" fmla="*/ 26076 h 77780"/>
                      <a:gd name="connsiteX6" fmla="*/ 74056 w 77930"/>
                      <a:gd name="connsiteY6" fmla="*/ 55773 h 77780"/>
                      <a:gd name="connsiteX7" fmla="*/ 51798 w 77930"/>
                      <a:gd name="connsiteY7" fmla="*/ 75607 h 77780"/>
                      <a:gd name="connsiteX8" fmla="*/ 39004 w 77930"/>
                      <a:gd name="connsiteY8" fmla="*/ 77780 h 77780"/>
                      <a:gd name="connsiteX9" fmla="*/ 38941 w 77930"/>
                      <a:gd name="connsiteY9" fmla="*/ 6081 h 77780"/>
                      <a:gd name="connsiteX10" fmla="*/ 28129 w 77930"/>
                      <a:gd name="connsiteY10" fmla="*/ 7915 h 77780"/>
                      <a:gd name="connsiteX11" fmla="*/ 9358 w 77930"/>
                      <a:gd name="connsiteY11" fmla="*/ 24632 h 77780"/>
                      <a:gd name="connsiteX12" fmla="*/ 7931 w 77930"/>
                      <a:gd name="connsiteY12" fmla="*/ 49696 h 77780"/>
                      <a:gd name="connsiteX13" fmla="*/ 49784 w 77930"/>
                      <a:gd name="connsiteY13" fmla="*/ 69863 h 77780"/>
                      <a:gd name="connsiteX14" fmla="*/ 68570 w 77930"/>
                      <a:gd name="connsiteY14" fmla="*/ 53129 h 77780"/>
                      <a:gd name="connsiteX15" fmla="*/ 69997 w 77930"/>
                      <a:gd name="connsiteY15" fmla="*/ 28082 h 77780"/>
                      <a:gd name="connsiteX16" fmla="*/ 69997 w 77930"/>
                      <a:gd name="connsiteY16" fmla="*/ 28082 h 77780"/>
                      <a:gd name="connsiteX17" fmla="*/ 38941 w 77930"/>
                      <a:gd name="connsiteY17" fmla="*/ 6081 h 777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77930" h="77780">
                        <a:moveTo>
                          <a:pt x="39004" y="77780"/>
                        </a:moveTo>
                        <a:cubicBezTo>
                          <a:pt x="22897" y="77780"/>
                          <a:pt x="7789" y="67723"/>
                          <a:pt x="2193" y="51703"/>
                        </a:cubicBezTo>
                        <a:cubicBezTo>
                          <a:pt x="-1232" y="41895"/>
                          <a:pt x="-629" y="31340"/>
                          <a:pt x="3889" y="21985"/>
                        </a:cubicBezTo>
                        <a:cubicBezTo>
                          <a:pt x="8407" y="12631"/>
                          <a:pt x="16318" y="5594"/>
                          <a:pt x="26131" y="2173"/>
                        </a:cubicBezTo>
                        <a:cubicBezTo>
                          <a:pt x="46407" y="-4890"/>
                          <a:pt x="68666" y="5835"/>
                          <a:pt x="75736" y="26076"/>
                        </a:cubicBezTo>
                        <a:lnTo>
                          <a:pt x="75736" y="26076"/>
                        </a:lnTo>
                        <a:cubicBezTo>
                          <a:pt x="79161" y="35877"/>
                          <a:pt x="78558" y="46423"/>
                          <a:pt x="74056" y="55773"/>
                        </a:cubicBezTo>
                        <a:cubicBezTo>
                          <a:pt x="69522" y="65139"/>
                          <a:pt x="61627" y="72183"/>
                          <a:pt x="51798" y="75607"/>
                        </a:cubicBezTo>
                        <a:cubicBezTo>
                          <a:pt x="47565" y="77081"/>
                          <a:pt x="43253" y="77780"/>
                          <a:pt x="39004" y="77780"/>
                        </a:cubicBezTo>
                        <a:close/>
                        <a:moveTo>
                          <a:pt x="38941" y="6081"/>
                        </a:moveTo>
                        <a:cubicBezTo>
                          <a:pt x="35342" y="6081"/>
                          <a:pt x="31711" y="6672"/>
                          <a:pt x="28129" y="7915"/>
                        </a:cubicBezTo>
                        <a:cubicBezTo>
                          <a:pt x="19837" y="10803"/>
                          <a:pt x="13179" y="16739"/>
                          <a:pt x="9358" y="24632"/>
                        </a:cubicBezTo>
                        <a:cubicBezTo>
                          <a:pt x="5553" y="32522"/>
                          <a:pt x="5031" y="41424"/>
                          <a:pt x="7931" y="49696"/>
                        </a:cubicBezTo>
                        <a:cubicBezTo>
                          <a:pt x="13908" y="66780"/>
                          <a:pt x="32679" y="75830"/>
                          <a:pt x="49784" y="69863"/>
                        </a:cubicBezTo>
                        <a:cubicBezTo>
                          <a:pt x="58091" y="66973"/>
                          <a:pt x="64750" y="61030"/>
                          <a:pt x="68570" y="53129"/>
                        </a:cubicBezTo>
                        <a:cubicBezTo>
                          <a:pt x="72375" y="45243"/>
                          <a:pt x="72882" y="36348"/>
                          <a:pt x="69997" y="28082"/>
                        </a:cubicBezTo>
                        <a:lnTo>
                          <a:pt x="69997" y="28082"/>
                        </a:lnTo>
                        <a:cubicBezTo>
                          <a:pt x="65273" y="14567"/>
                          <a:pt x="52527" y="6081"/>
                          <a:pt x="38941" y="6081"/>
                        </a:cubicBezTo>
                        <a:close/>
                      </a:path>
                    </a:pathLst>
                  </a:custGeom>
                  <a:solidFill>
                    <a:srgbClr val="31313B"/>
                  </a:solidFill>
                  <a:ln w="158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51C6C85F-0AFB-2918-332F-E73E70303402}"/>
                    </a:ext>
                  </a:extLst>
                </p:cNvPr>
                <p:cNvSpPr/>
                <p:nvPr/>
              </p:nvSpPr>
              <p:spPr>
                <a:xfrm>
                  <a:off x="2848596" y="3674254"/>
                  <a:ext cx="29467" cy="29424"/>
                </a:xfrm>
                <a:custGeom>
                  <a:avLst/>
                  <a:gdLst>
                    <a:gd name="connsiteX0" fmla="*/ 28634 w 29467"/>
                    <a:gd name="connsiteY0" fmla="*/ 9867 h 29424"/>
                    <a:gd name="connsiteX1" fmla="*/ 19582 w 29467"/>
                    <a:gd name="connsiteY1" fmla="*/ 28599 h 29424"/>
                    <a:gd name="connsiteX2" fmla="*/ 827 w 29467"/>
                    <a:gd name="connsiteY2" fmla="*/ 19558 h 29424"/>
                    <a:gd name="connsiteX3" fmla="*/ 9879 w 29467"/>
                    <a:gd name="connsiteY3" fmla="*/ 826 h 29424"/>
                    <a:gd name="connsiteX4" fmla="*/ 28634 w 29467"/>
                    <a:gd name="connsiteY4" fmla="*/ 9867 h 294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467" h="29424">
                      <a:moveTo>
                        <a:pt x="28634" y="9867"/>
                      </a:moveTo>
                      <a:cubicBezTo>
                        <a:pt x="31329" y="17537"/>
                        <a:pt x="27270" y="25923"/>
                        <a:pt x="19582" y="28599"/>
                      </a:cubicBezTo>
                      <a:cubicBezTo>
                        <a:pt x="11908" y="31275"/>
                        <a:pt x="3506" y="27228"/>
                        <a:pt x="827" y="19558"/>
                      </a:cubicBezTo>
                      <a:cubicBezTo>
                        <a:pt x="-1852" y="11888"/>
                        <a:pt x="2191" y="3502"/>
                        <a:pt x="9879" y="826"/>
                      </a:cubicBezTo>
                      <a:cubicBezTo>
                        <a:pt x="17552" y="-1852"/>
                        <a:pt x="25955" y="2197"/>
                        <a:pt x="28634" y="9867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6" name="Graphic 21">
                <a:extLst>
                  <a:ext uri="{FF2B5EF4-FFF2-40B4-BE49-F238E27FC236}">
                    <a16:creationId xmlns:a16="http://schemas.microsoft.com/office/drawing/2014/main" id="{94A2DAD0-C97A-170C-0D6C-A7BED00D423C}"/>
                  </a:ext>
                </a:extLst>
              </p:cNvPr>
              <p:cNvGrpSpPr/>
              <p:nvPr/>
            </p:nvGrpSpPr>
            <p:grpSpPr>
              <a:xfrm>
                <a:off x="2876930" y="4559650"/>
                <a:ext cx="414718" cy="507910"/>
                <a:chOff x="2876930" y="4559650"/>
                <a:chExt cx="414718" cy="507910"/>
              </a:xfrm>
            </p:grpSpPr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88F54A25-0EAC-77CB-7629-DAB4EB38580D}"/>
                    </a:ext>
                  </a:extLst>
                </p:cNvPr>
                <p:cNvSpPr/>
                <p:nvPr/>
              </p:nvSpPr>
              <p:spPr>
                <a:xfrm>
                  <a:off x="2881485" y="4564240"/>
                  <a:ext cx="405630" cy="498684"/>
                </a:xfrm>
                <a:custGeom>
                  <a:avLst/>
                  <a:gdLst>
                    <a:gd name="connsiteX0" fmla="*/ 95573 w 405630"/>
                    <a:gd name="connsiteY0" fmla="*/ 482981 h 498684"/>
                    <a:gd name="connsiteX1" fmla="*/ 55020 w 405630"/>
                    <a:gd name="connsiteY1" fmla="*/ 458932 h 498684"/>
                    <a:gd name="connsiteX2" fmla="*/ 21347 w 405630"/>
                    <a:gd name="connsiteY2" fmla="*/ 296594 h 498684"/>
                    <a:gd name="connsiteX3" fmla="*/ 202519 w 405630"/>
                    <a:gd name="connsiteY3" fmla="*/ 46413 h 498684"/>
                    <a:gd name="connsiteX4" fmla="*/ 350621 w 405630"/>
                    <a:gd name="connsiteY4" fmla="*/ 15689 h 498684"/>
                    <a:gd name="connsiteX5" fmla="*/ 350621 w 405630"/>
                    <a:gd name="connsiteY5" fmla="*/ 15689 h 498684"/>
                    <a:gd name="connsiteX6" fmla="*/ 393250 w 405630"/>
                    <a:gd name="connsiteY6" fmla="*/ 163426 h 498684"/>
                    <a:gd name="connsiteX7" fmla="*/ 252631 w 405630"/>
                    <a:gd name="connsiteY7" fmla="*/ 437641 h 498684"/>
                    <a:gd name="connsiteX8" fmla="*/ 95573 w 405630"/>
                    <a:gd name="connsiteY8" fmla="*/ 482981 h 49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5630" h="498684">
                      <a:moveTo>
                        <a:pt x="95573" y="482981"/>
                      </a:moveTo>
                      <a:lnTo>
                        <a:pt x="55020" y="458932"/>
                      </a:lnTo>
                      <a:cubicBezTo>
                        <a:pt x="-1798" y="425275"/>
                        <a:pt x="-17382" y="350067"/>
                        <a:pt x="21347" y="296594"/>
                      </a:cubicBezTo>
                      <a:lnTo>
                        <a:pt x="202519" y="46413"/>
                      </a:lnTo>
                      <a:cubicBezTo>
                        <a:pt x="236524" y="-560"/>
                        <a:pt x="300730" y="-13877"/>
                        <a:pt x="350621" y="15689"/>
                      </a:cubicBezTo>
                      <a:lnTo>
                        <a:pt x="350621" y="15689"/>
                      </a:lnTo>
                      <a:cubicBezTo>
                        <a:pt x="401637" y="45938"/>
                        <a:pt x="420312" y="110651"/>
                        <a:pt x="393250" y="163426"/>
                      </a:cubicBezTo>
                      <a:lnTo>
                        <a:pt x="252631" y="437641"/>
                      </a:lnTo>
                      <a:cubicBezTo>
                        <a:pt x="223128" y="495189"/>
                        <a:pt x="151202" y="515956"/>
                        <a:pt x="95573" y="48298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F47841BA-5CCC-DA93-0086-4C2B88163BF0}"/>
                    </a:ext>
                  </a:extLst>
                </p:cNvPr>
                <p:cNvSpPr/>
                <p:nvPr/>
              </p:nvSpPr>
              <p:spPr>
                <a:xfrm>
                  <a:off x="2876930" y="4559650"/>
                  <a:ext cx="414718" cy="507910"/>
                </a:xfrm>
                <a:custGeom>
                  <a:avLst/>
                  <a:gdLst>
                    <a:gd name="connsiteX0" fmla="*/ 157057 w 414718"/>
                    <a:gd name="connsiteY0" fmla="*/ 507911 h 507910"/>
                    <a:gd name="connsiteX1" fmla="*/ 97781 w 414718"/>
                    <a:gd name="connsiteY1" fmla="*/ 491502 h 507910"/>
                    <a:gd name="connsiteX2" fmla="*/ 57229 w 414718"/>
                    <a:gd name="connsiteY2" fmla="*/ 467469 h 507910"/>
                    <a:gd name="connsiteX3" fmla="*/ 2424 w 414718"/>
                    <a:gd name="connsiteY3" fmla="*/ 390723 h 507910"/>
                    <a:gd name="connsiteX4" fmla="*/ 22177 w 414718"/>
                    <a:gd name="connsiteY4" fmla="*/ 298489 h 507910"/>
                    <a:gd name="connsiteX5" fmla="*/ 203349 w 414718"/>
                    <a:gd name="connsiteY5" fmla="*/ 48308 h 507910"/>
                    <a:gd name="connsiteX6" fmla="*/ 274229 w 414718"/>
                    <a:gd name="connsiteY6" fmla="*/ 2444 h 507910"/>
                    <a:gd name="connsiteX7" fmla="*/ 357506 w 414718"/>
                    <a:gd name="connsiteY7" fmla="*/ 16331 h 507910"/>
                    <a:gd name="connsiteX8" fmla="*/ 401879 w 414718"/>
                    <a:gd name="connsiteY8" fmla="*/ 170109 h 507910"/>
                    <a:gd name="connsiteX9" fmla="*/ 261276 w 414718"/>
                    <a:gd name="connsiteY9" fmla="*/ 444323 h 507910"/>
                    <a:gd name="connsiteX10" fmla="*/ 189731 w 414718"/>
                    <a:gd name="connsiteY10" fmla="*/ 503250 h 507910"/>
                    <a:gd name="connsiteX11" fmla="*/ 157057 w 414718"/>
                    <a:gd name="connsiteY11" fmla="*/ 507911 h 507910"/>
                    <a:gd name="connsiteX12" fmla="*/ 102458 w 414718"/>
                    <a:gd name="connsiteY12" fmla="*/ 483623 h 507910"/>
                    <a:gd name="connsiteX13" fmla="*/ 187178 w 414718"/>
                    <a:gd name="connsiteY13" fmla="*/ 494435 h 507910"/>
                    <a:gd name="connsiteX14" fmla="*/ 253112 w 414718"/>
                    <a:gd name="connsiteY14" fmla="*/ 440138 h 507910"/>
                    <a:gd name="connsiteX15" fmla="*/ 393715 w 414718"/>
                    <a:gd name="connsiteY15" fmla="*/ 165923 h 507910"/>
                    <a:gd name="connsiteX16" fmla="*/ 352829 w 414718"/>
                    <a:gd name="connsiteY16" fmla="*/ 24226 h 507910"/>
                    <a:gd name="connsiteX17" fmla="*/ 276099 w 414718"/>
                    <a:gd name="connsiteY17" fmla="*/ 11433 h 507910"/>
                    <a:gd name="connsiteX18" fmla="*/ 210784 w 414718"/>
                    <a:gd name="connsiteY18" fmla="*/ 53698 h 507910"/>
                    <a:gd name="connsiteX19" fmla="*/ 29612 w 414718"/>
                    <a:gd name="connsiteY19" fmla="*/ 303863 h 507910"/>
                    <a:gd name="connsiteX20" fmla="*/ 11397 w 414718"/>
                    <a:gd name="connsiteY20" fmla="*/ 388852 h 507910"/>
                    <a:gd name="connsiteX21" fmla="*/ 61906 w 414718"/>
                    <a:gd name="connsiteY21" fmla="*/ 459574 h 507910"/>
                    <a:gd name="connsiteX22" fmla="*/ 102458 w 414718"/>
                    <a:gd name="connsiteY22" fmla="*/ 483623 h 507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414718" h="507910">
                      <a:moveTo>
                        <a:pt x="157057" y="507911"/>
                      </a:moveTo>
                      <a:cubicBezTo>
                        <a:pt x="136432" y="507911"/>
                        <a:pt x="116108" y="502378"/>
                        <a:pt x="97781" y="491502"/>
                      </a:cubicBezTo>
                      <a:lnTo>
                        <a:pt x="57229" y="467469"/>
                      </a:lnTo>
                      <a:cubicBezTo>
                        <a:pt x="29057" y="450775"/>
                        <a:pt x="9066" y="422794"/>
                        <a:pt x="2424" y="390723"/>
                      </a:cubicBezTo>
                      <a:cubicBezTo>
                        <a:pt x="-4235" y="358636"/>
                        <a:pt x="2979" y="325027"/>
                        <a:pt x="22177" y="298489"/>
                      </a:cubicBezTo>
                      <a:lnTo>
                        <a:pt x="203349" y="48308"/>
                      </a:lnTo>
                      <a:cubicBezTo>
                        <a:pt x="220470" y="24670"/>
                        <a:pt x="245645" y="8373"/>
                        <a:pt x="274229" y="2444"/>
                      </a:cubicBezTo>
                      <a:cubicBezTo>
                        <a:pt x="302812" y="-3485"/>
                        <a:pt x="332394" y="1461"/>
                        <a:pt x="357506" y="16331"/>
                      </a:cubicBezTo>
                      <a:cubicBezTo>
                        <a:pt x="410504" y="47753"/>
                        <a:pt x="429987" y="115304"/>
                        <a:pt x="401879" y="170109"/>
                      </a:cubicBezTo>
                      <a:lnTo>
                        <a:pt x="261276" y="444323"/>
                      </a:lnTo>
                      <a:cubicBezTo>
                        <a:pt x="246406" y="473303"/>
                        <a:pt x="221009" y="494229"/>
                        <a:pt x="189731" y="503250"/>
                      </a:cubicBezTo>
                      <a:cubicBezTo>
                        <a:pt x="178918" y="506373"/>
                        <a:pt x="167948" y="507911"/>
                        <a:pt x="157057" y="507911"/>
                      </a:cubicBezTo>
                      <a:close/>
                      <a:moveTo>
                        <a:pt x="102458" y="483623"/>
                      </a:moveTo>
                      <a:cubicBezTo>
                        <a:pt x="128267" y="498922"/>
                        <a:pt x="158357" y="502758"/>
                        <a:pt x="187178" y="494435"/>
                      </a:cubicBezTo>
                      <a:cubicBezTo>
                        <a:pt x="216000" y="486128"/>
                        <a:pt x="239415" y="466835"/>
                        <a:pt x="253112" y="440138"/>
                      </a:cubicBezTo>
                      <a:lnTo>
                        <a:pt x="393715" y="165923"/>
                      </a:lnTo>
                      <a:cubicBezTo>
                        <a:pt x="419619" y="115415"/>
                        <a:pt x="401657" y="53175"/>
                        <a:pt x="352829" y="24226"/>
                      </a:cubicBezTo>
                      <a:cubicBezTo>
                        <a:pt x="329683" y="10513"/>
                        <a:pt x="302432" y="5963"/>
                        <a:pt x="276099" y="11433"/>
                      </a:cubicBezTo>
                      <a:cubicBezTo>
                        <a:pt x="249751" y="16902"/>
                        <a:pt x="226558" y="31900"/>
                        <a:pt x="210784" y="53698"/>
                      </a:cubicBezTo>
                      <a:lnTo>
                        <a:pt x="29612" y="303863"/>
                      </a:lnTo>
                      <a:cubicBezTo>
                        <a:pt x="11904" y="328325"/>
                        <a:pt x="5261" y="359286"/>
                        <a:pt x="11397" y="388852"/>
                      </a:cubicBezTo>
                      <a:cubicBezTo>
                        <a:pt x="17532" y="418403"/>
                        <a:pt x="35938" y="444196"/>
                        <a:pt x="61906" y="459574"/>
                      </a:cubicBezTo>
                      <a:lnTo>
                        <a:pt x="102458" y="483623"/>
                      </a:ln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9" name="Graphic 21">
                <a:extLst>
                  <a:ext uri="{FF2B5EF4-FFF2-40B4-BE49-F238E27FC236}">
                    <a16:creationId xmlns:a16="http://schemas.microsoft.com/office/drawing/2014/main" id="{6BEAB0E0-0BB3-480B-ABBA-624A7491725A}"/>
                  </a:ext>
                </a:extLst>
              </p:cNvPr>
              <p:cNvGrpSpPr/>
              <p:nvPr/>
            </p:nvGrpSpPr>
            <p:grpSpPr>
              <a:xfrm>
                <a:off x="2246887" y="4876037"/>
                <a:ext cx="1275033" cy="498396"/>
                <a:chOff x="2246887" y="4876037"/>
                <a:chExt cx="1275033" cy="498396"/>
              </a:xfrm>
            </p:grpSpPr>
            <p:grpSp>
              <p:nvGrpSpPr>
                <p:cNvPr id="100" name="Graphic 21">
                  <a:extLst>
                    <a:ext uri="{FF2B5EF4-FFF2-40B4-BE49-F238E27FC236}">
                      <a16:creationId xmlns:a16="http://schemas.microsoft.com/office/drawing/2014/main" id="{19D08B3F-DB78-1AAA-8472-1E2ABD04FC96}"/>
                    </a:ext>
                  </a:extLst>
                </p:cNvPr>
                <p:cNvGrpSpPr/>
                <p:nvPr/>
              </p:nvGrpSpPr>
              <p:grpSpPr>
                <a:xfrm>
                  <a:off x="2246887" y="5244928"/>
                  <a:ext cx="1275033" cy="129505"/>
                  <a:chOff x="2246887" y="5244928"/>
                  <a:chExt cx="1275033" cy="129505"/>
                </a:xfrm>
              </p:grpSpPr>
              <p:sp>
                <p:nvSpPr>
                  <p:cNvPr id="101" name="Freeform: Shape 100">
                    <a:extLst>
                      <a:ext uri="{FF2B5EF4-FFF2-40B4-BE49-F238E27FC236}">
                        <a16:creationId xmlns:a16="http://schemas.microsoft.com/office/drawing/2014/main" id="{C4AC56FB-D4CE-049A-A526-B6F74F65D33C}"/>
                      </a:ext>
                    </a:extLst>
                  </p:cNvPr>
                  <p:cNvSpPr/>
                  <p:nvPr/>
                </p:nvSpPr>
                <p:spPr>
                  <a:xfrm>
                    <a:off x="2251753" y="5249811"/>
                    <a:ext cx="1265283" cy="119755"/>
                  </a:xfrm>
                  <a:custGeom>
                    <a:avLst/>
                    <a:gdLst>
                      <a:gd name="connsiteX0" fmla="*/ 1265284 w 1265283"/>
                      <a:gd name="connsiteY0" fmla="*/ 119756 h 119755"/>
                      <a:gd name="connsiteX1" fmla="*/ 0 w 1265283"/>
                      <a:gd name="connsiteY1" fmla="*/ 119756 h 119755"/>
                      <a:gd name="connsiteX2" fmla="*/ 0 w 1265283"/>
                      <a:gd name="connsiteY2" fmla="*/ 119756 h 119755"/>
                      <a:gd name="connsiteX3" fmla="*/ 119772 w 1265283"/>
                      <a:gd name="connsiteY3" fmla="*/ 0 h 119755"/>
                      <a:gd name="connsiteX4" fmla="*/ 1265284 w 1265283"/>
                      <a:gd name="connsiteY4" fmla="*/ 0 h 119755"/>
                      <a:gd name="connsiteX5" fmla="*/ 1265284 w 1265283"/>
                      <a:gd name="connsiteY5" fmla="*/ 119756 h 1197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265283" h="119755">
                        <a:moveTo>
                          <a:pt x="1265284" y="119756"/>
                        </a:moveTo>
                        <a:lnTo>
                          <a:pt x="0" y="119756"/>
                        </a:lnTo>
                        <a:lnTo>
                          <a:pt x="0" y="119756"/>
                        </a:lnTo>
                        <a:cubicBezTo>
                          <a:pt x="0" y="53616"/>
                          <a:pt x="53616" y="0"/>
                          <a:pt x="119772" y="0"/>
                        </a:cubicBezTo>
                        <a:lnTo>
                          <a:pt x="1265284" y="0"/>
                        </a:lnTo>
                        <a:lnTo>
                          <a:pt x="1265284" y="11975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58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2" name="Freeform: Shape 101">
                    <a:extLst>
                      <a:ext uri="{FF2B5EF4-FFF2-40B4-BE49-F238E27FC236}">
                        <a16:creationId xmlns:a16="http://schemas.microsoft.com/office/drawing/2014/main" id="{F047EB29-2AF3-1D8D-BB5D-1C9883D7DD0D}"/>
                      </a:ext>
                    </a:extLst>
                  </p:cNvPr>
                  <p:cNvSpPr/>
                  <p:nvPr/>
                </p:nvSpPr>
                <p:spPr>
                  <a:xfrm>
                    <a:off x="2246887" y="5244928"/>
                    <a:ext cx="1275033" cy="129505"/>
                  </a:xfrm>
                  <a:custGeom>
                    <a:avLst/>
                    <a:gdLst>
                      <a:gd name="connsiteX0" fmla="*/ 1275033 w 1275033"/>
                      <a:gd name="connsiteY0" fmla="*/ 129506 h 129505"/>
                      <a:gd name="connsiteX1" fmla="*/ 0 w 1275033"/>
                      <a:gd name="connsiteY1" fmla="*/ 129506 h 129505"/>
                      <a:gd name="connsiteX2" fmla="*/ 0 w 1275033"/>
                      <a:gd name="connsiteY2" fmla="*/ 124639 h 129505"/>
                      <a:gd name="connsiteX3" fmla="*/ 124623 w 1275033"/>
                      <a:gd name="connsiteY3" fmla="*/ 0 h 129505"/>
                      <a:gd name="connsiteX4" fmla="*/ 1275033 w 1275033"/>
                      <a:gd name="connsiteY4" fmla="*/ 0 h 129505"/>
                      <a:gd name="connsiteX5" fmla="*/ 1275033 w 1275033"/>
                      <a:gd name="connsiteY5" fmla="*/ 129506 h 129505"/>
                      <a:gd name="connsiteX6" fmla="*/ 9845 w 1275033"/>
                      <a:gd name="connsiteY6" fmla="*/ 119756 h 129505"/>
                      <a:gd name="connsiteX7" fmla="*/ 1265284 w 1275033"/>
                      <a:gd name="connsiteY7" fmla="*/ 119756 h 129505"/>
                      <a:gd name="connsiteX8" fmla="*/ 1265284 w 1275033"/>
                      <a:gd name="connsiteY8" fmla="*/ 9750 h 129505"/>
                      <a:gd name="connsiteX9" fmla="*/ 124639 w 1275033"/>
                      <a:gd name="connsiteY9" fmla="*/ 9750 h 129505"/>
                      <a:gd name="connsiteX10" fmla="*/ 9845 w 1275033"/>
                      <a:gd name="connsiteY10" fmla="*/ 119756 h 1295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275033" h="129505">
                        <a:moveTo>
                          <a:pt x="1275033" y="129506"/>
                        </a:moveTo>
                        <a:lnTo>
                          <a:pt x="0" y="129506"/>
                        </a:lnTo>
                        <a:lnTo>
                          <a:pt x="0" y="124639"/>
                        </a:lnTo>
                        <a:cubicBezTo>
                          <a:pt x="0" y="55915"/>
                          <a:pt x="55915" y="0"/>
                          <a:pt x="124623" y="0"/>
                        </a:cubicBezTo>
                        <a:lnTo>
                          <a:pt x="1275033" y="0"/>
                        </a:lnTo>
                        <a:lnTo>
                          <a:pt x="1275033" y="129506"/>
                        </a:lnTo>
                        <a:close/>
                        <a:moveTo>
                          <a:pt x="9845" y="119756"/>
                        </a:moveTo>
                        <a:lnTo>
                          <a:pt x="1265284" y="119756"/>
                        </a:lnTo>
                        <a:lnTo>
                          <a:pt x="1265284" y="9750"/>
                        </a:lnTo>
                        <a:lnTo>
                          <a:pt x="124639" y="9750"/>
                        </a:lnTo>
                        <a:cubicBezTo>
                          <a:pt x="62906" y="9750"/>
                          <a:pt x="12397" y="58657"/>
                          <a:pt x="9845" y="119756"/>
                        </a:cubicBezTo>
                        <a:close/>
                      </a:path>
                    </a:pathLst>
                  </a:custGeom>
                  <a:solidFill>
                    <a:srgbClr val="31313B"/>
                  </a:solidFill>
                  <a:ln w="158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F2E5B2E0-C654-3B66-5351-DC25ED5B1E42}"/>
                    </a:ext>
                  </a:extLst>
                </p:cNvPr>
                <p:cNvSpPr/>
                <p:nvPr/>
              </p:nvSpPr>
              <p:spPr>
                <a:xfrm>
                  <a:off x="2482546" y="4876037"/>
                  <a:ext cx="948693" cy="373773"/>
                </a:xfrm>
                <a:custGeom>
                  <a:avLst/>
                  <a:gdLst>
                    <a:gd name="connsiteX0" fmla="*/ 948693 w 948693"/>
                    <a:gd name="connsiteY0" fmla="*/ 373773 h 373773"/>
                    <a:gd name="connsiteX1" fmla="*/ 0 w 948693"/>
                    <a:gd name="connsiteY1" fmla="*/ 373773 h 373773"/>
                    <a:gd name="connsiteX2" fmla="*/ 0 w 948693"/>
                    <a:gd name="connsiteY2" fmla="*/ 157423 h 373773"/>
                    <a:gd name="connsiteX3" fmla="*/ 157423 w 948693"/>
                    <a:gd name="connsiteY3" fmla="*/ 0 h 373773"/>
                    <a:gd name="connsiteX4" fmla="*/ 806505 w 948693"/>
                    <a:gd name="connsiteY4" fmla="*/ 0 h 373773"/>
                    <a:gd name="connsiteX5" fmla="*/ 948693 w 948693"/>
                    <a:gd name="connsiteY5" fmla="*/ 142188 h 373773"/>
                    <a:gd name="connsiteX6" fmla="*/ 948693 w 948693"/>
                    <a:gd name="connsiteY6" fmla="*/ 373773 h 3737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48693" h="373773">
                      <a:moveTo>
                        <a:pt x="948693" y="373773"/>
                      </a:moveTo>
                      <a:lnTo>
                        <a:pt x="0" y="373773"/>
                      </a:lnTo>
                      <a:lnTo>
                        <a:pt x="0" y="157423"/>
                      </a:lnTo>
                      <a:cubicBezTo>
                        <a:pt x="0" y="70484"/>
                        <a:pt x="70484" y="0"/>
                        <a:pt x="157423" y="0"/>
                      </a:cubicBezTo>
                      <a:lnTo>
                        <a:pt x="806505" y="0"/>
                      </a:lnTo>
                      <a:cubicBezTo>
                        <a:pt x="885026" y="0"/>
                        <a:pt x="948693" y="63667"/>
                        <a:pt x="948693" y="142188"/>
                      </a:cubicBezTo>
                      <a:lnTo>
                        <a:pt x="948693" y="373773"/>
                      </a:ln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13DEABBE-9BBC-6319-B118-787475A080C4}"/>
                    </a:ext>
                  </a:extLst>
                </p:cNvPr>
                <p:cNvSpPr/>
                <p:nvPr/>
              </p:nvSpPr>
              <p:spPr>
                <a:xfrm rot="-2700000">
                  <a:off x="2601544" y="4962525"/>
                  <a:ext cx="71475" cy="71475"/>
                </a:xfrm>
                <a:custGeom>
                  <a:avLst/>
                  <a:gdLst>
                    <a:gd name="connsiteX0" fmla="*/ 71476 w 71475"/>
                    <a:gd name="connsiteY0" fmla="*/ 35738 h 71475"/>
                    <a:gd name="connsiteX1" fmla="*/ 35738 w 71475"/>
                    <a:gd name="connsiteY1" fmla="*/ 71475 h 71475"/>
                    <a:gd name="connsiteX2" fmla="*/ 0 w 71475"/>
                    <a:gd name="connsiteY2" fmla="*/ 35738 h 71475"/>
                    <a:gd name="connsiteX3" fmla="*/ 35738 w 71475"/>
                    <a:gd name="connsiteY3" fmla="*/ 0 h 71475"/>
                    <a:gd name="connsiteX4" fmla="*/ 71476 w 71475"/>
                    <a:gd name="connsiteY4" fmla="*/ 35738 h 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1475" h="71475">
                      <a:moveTo>
                        <a:pt x="71476" y="35738"/>
                      </a:moveTo>
                      <a:cubicBezTo>
                        <a:pt x="71476" y="55475"/>
                        <a:pt x="55475" y="71475"/>
                        <a:pt x="35738" y="71475"/>
                      </a:cubicBezTo>
                      <a:cubicBezTo>
                        <a:pt x="16000" y="71475"/>
                        <a:pt x="0" y="55475"/>
                        <a:pt x="0" y="35738"/>
                      </a:cubicBezTo>
                      <a:cubicBezTo>
                        <a:pt x="0" y="16000"/>
                        <a:pt x="16001" y="0"/>
                        <a:pt x="35738" y="0"/>
                      </a:cubicBezTo>
                      <a:cubicBezTo>
                        <a:pt x="55475" y="0"/>
                        <a:pt x="71476" y="16000"/>
                        <a:pt x="71476" y="35738"/>
                      </a:cubicBezTo>
                      <a:close/>
                    </a:path>
                  </a:pathLst>
                </a:custGeom>
                <a:solidFill>
                  <a:srgbClr val="FFD47D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4F628A35-D44E-8CB0-9CE5-211929BE6450}"/>
                    </a:ext>
                  </a:extLst>
                </p:cNvPr>
                <p:cNvSpPr/>
                <p:nvPr/>
              </p:nvSpPr>
              <p:spPr>
                <a:xfrm rot="-2700000">
                  <a:off x="3252157" y="4962519"/>
                  <a:ext cx="71475" cy="71475"/>
                </a:xfrm>
                <a:custGeom>
                  <a:avLst/>
                  <a:gdLst>
                    <a:gd name="connsiteX0" fmla="*/ 71476 w 71475"/>
                    <a:gd name="connsiteY0" fmla="*/ 35738 h 71475"/>
                    <a:gd name="connsiteX1" fmla="*/ 35738 w 71475"/>
                    <a:gd name="connsiteY1" fmla="*/ 71475 h 71475"/>
                    <a:gd name="connsiteX2" fmla="*/ 0 w 71475"/>
                    <a:gd name="connsiteY2" fmla="*/ 35738 h 71475"/>
                    <a:gd name="connsiteX3" fmla="*/ 35738 w 71475"/>
                    <a:gd name="connsiteY3" fmla="*/ 0 h 71475"/>
                    <a:gd name="connsiteX4" fmla="*/ 71476 w 71475"/>
                    <a:gd name="connsiteY4" fmla="*/ 35738 h 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1475" h="71475">
                      <a:moveTo>
                        <a:pt x="71476" y="35738"/>
                      </a:moveTo>
                      <a:cubicBezTo>
                        <a:pt x="71476" y="55475"/>
                        <a:pt x="55475" y="71475"/>
                        <a:pt x="35738" y="71475"/>
                      </a:cubicBezTo>
                      <a:cubicBezTo>
                        <a:pt x="16000" y="71475"/>
                        <a:pt x="0" y="55475"/>
                        <a:pt x="0" y="35738"/>
                      </a:cubicBezTo>
                      <a:cubicBezTo>
                        <a:pt x="0" y="16000"/>
                        <a:pt x="16000" y="0"/>
                        <a:pt x="35738" y="0"/>
                      </a:cubicBezTo>
                      <a:cubicBezTo>
                        <a:pt x="55475" y="0"/>
                        <a:pt x="71476" y="16000"/>
                        <a:pt x="71476" y="35738"/>
                      </a:cubicBezTo>
                      <a:close/>
                    </a:path>
                  </a:pathLst>
                </a:custGeom>
                <a:solidFill>
                  <a:srgbClr val="FFD47D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" name="Freeform: Shape 105">
                  <a:extLst>
                    <a:ext uri="{FF2B5EF4-FFF2-40B4-BE49-F238E27FC236}">
                      <a16:creationId xmlns:a16="http://schemas.microsoft.com/office/drawing/2014/main" id="{4002C594-2794-D76C-31E1-083AB45CB10A}"/>
                    </a:ext>
                  </a:extLst>
                </p:cNvPr>
                <p:cNvSpPr/>
                <p:nvPr/>
              </p:nvSpPr>
              <p:spPr>
                <a:xfrm rot="-4602852">
                  <a:off x="2745347" y="4962793"/>
                  <a:ext cx="71473" cy="71473"/>
                </a:xfrm>
                <a:custGeom>
                  <a:avLst/>
                  <a:gdLst>
                    <a:gd name="connsiteX0" fmla="*/ 71474 w 71473"/>
                    <a:gd name="connsiteY0" fmla="*/ 35737 h 71473"/>
                    <a:gd name="connsiteX1" fmla="*/ 35737 w 71473"/>
                    <a:gd name="connsiteY1" fmla="*/ 71474 h 71473"/>
                    <a:gd name="connsiteX2" fmla="*/ 0 w 71473"/>
                    <a:gd name="connsiteY2" fmla="*/ 35737 h 71473"/>
                    <a:gd name="connsiteX3" fmla="*/ 35737 w 71473"/>
                    <a:gd name="connsiteY3" fmla="*/ 0 h 71473"/>
                    <a:gd name="connsiteX4" fmla="*/ 71474 w 71473"/>
                    <a:gd name="connsiteY4" fmla="*/ 35737 h 71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1473" h="71473">
                      <a:moveTo>
                        <a:pt x="71474" y="35737"/>
                      </a:moveTo>
                      <a:cubicBezTo>
                        <a:pt x="71474" y="55474"/>
                        <a:pt x="55474" y="71474"/>
                        <a:pt x="35737" y="71474"/>
                      </a:cubicBezTo>
                      <a:cubicBezTo>
                        <a:pt x="16000" y="71474"/>
                        <a:pt x="0" y="55474"/>
                        <a:pt x="0" y="35737"/>
                      </a:cubicBezTo>
                      <a:cubicBezTo>
                        <a:pt x="0" y="16000"/>
                        <a:pt x="16000" y="0"/>
                        <a:pt x="35737" y="0"/>
                      </a:cubicBezTo>
                      <a:cubicBezTo>
                        <a:pt x="55474" y="0"/>
                        <a:pt x="71474" y="16000"/>
                        <a:pt x="71474" y="35737"/>
                      </a:cubicBezTo>
                      <a:close/>
                    </a:path>
                  </a:pathLst>
                </a:custGeom>
                <a:solidFill>
                  <a:srgbClr val="A3BFCE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6053B547-E4E5-FFFF-F73F-F11C26B46D44}"/>
                  </a:ext>
                </a:extLst>
              </p:cNvPr>
              <p:cNvSpPr/>
              <p:nvPr/>
            </p:nvSpPr>
            <p:spPr>
              <a:xfrm>
                <a:off x="3119376" y="4598639"/>
                <a:ext cx="107669" cy="107669"/>
              </a:xfrm>
              <a:custGeom>
                <a:avLst/>
                <a:gdLst>
                  <a:gd name="connsiteX0" fmla="*/ 107669 w 107669"/>
                  <a:gd name="connsiteY0" fmla="*/ 53835 h 107669"/>
                  <a:gd name="connsiteX1" fmla="*/ 53835 w 107669"/>
                  <a:gd name="connsiteY1" fmla="*/ 107669 h 107669"/>
                  <a:gd name="connsiteX2" fmla="*/ 0 w 107669"/>
                  <a:gd name="connsiteY2" fmla="*/ 53835 h 107669"/>
                  <a:gd name="connsiteX3" fmla="*/ 53835 w 107669"/>
                  <a:gd name="connsiteY3" fmla="*/ 0 h 107669"/>
                  <a:gd name="connsiteX4" fmla="*/ 107669 w 107669"/>
                  <a:gd name="connsiteY4" fmla="*/ 53835 h 107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669" h="107669">
                    <a:moveTo>
                      <a:pt x="107669" y="53835"/>
                    </a:moveTo>
                    <a:cubicBezTo>
                      <a:pt x="107669" y="83567"/>
                      <a:pt x="83566" y="107669"/>
                      <a:pt x="53835" y="107669"/>
                    </a:cubicBezTo>
                    <a:cubicBezTo>
                      <a:pt x="24103" y="107669"/>
                      <a:pt x="0" y="83567"/>
                      <a:pt x="0" y="53835"/>
                    </a:cubicBezTo>
                    <a:cubicBezTo>
                      <a:pt x="0" y="24103"/>
                      <a:pt x="24103" y="0"/>
                      <a:pt x="53835" y="0"/>
                    </a:cubicBezTo>
                    <a:cubicBezTo>
                      <a:pt x="83566" y="0"/>
                      <a:pt x="107669" y="24103"/>
                      <a:pt x="107669" y="53835"/>
                    </a:cubicBezTo>
                    <a:close/>
                  </a:path>
                </a:pathLst>
              </a:custGeom>
              <a:solidFill>
                <a:srgbClr val="FFD47D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08" name="Graphic 21">
              <a:extLst>
                <a:ext uri="{FF2B5EF4-FFF2-40B4-BE49-F238E27FC236}">
                  <a16:creationId xmlns:a16="http://schemas.microsoft.com/office/drawing/2014/main" id="{4B6F7DE0-ED6B-FFEA-922E-4BA65911C64E}"/>
                </a:ext>
              </a:extLst>
            </p:cNvPr>
            <p:cNvGrpSpPr/>
            <p:nvPr/>
          </p:nvGrpSpPr>
          <p:grpSpPr>
            <a:xfrm>
              <a:off x="1188742" y="4758977"/>
              <a:ext cx="1120114" cy="232599"/>
              <a:chOff x="1188742" y="4758977"/>
              <a:chExt cx="1120114" cy="232599"/>
            </a:xfrm>
            <a:solidFill>
              <a:srgbClr val="31313B"/>
            </a:solidFill>
          </p:grpSpPr>
          <p:grpSp>
            <p:nvGrpSpPr>
              <p:cNvPr id="109" name="Graphic 21">
                <a:extLst>
                  <a:ext uri="{FF2B5EF4-FFF2-40B4-BE49-F238E27FC236}">
                    <a16:creationId xmlns:a16="http://schemas.microsoft.com/office/drawing/2014/main" id="{ED4CB1EE-29C4-E66B-710E-4DAA26447928}"/>
                  </a:ext>
                </a:extLst>
              </p:cNvPr>
              <p:cNvGrpSpPr/>
              <p:nvPr/>
            </p:nvGrpSpPr>
            <p:grpSpPr>
              <a:xfrm>
                <a:off x="1188742" y="4758977"/>
                <a:ext cx="431939" cy="13142"/>
                <a:chOff x="1188742" y="4758977"/>
                <a:chExt cx="431939" cy="13142"/>
              </a:xfrm>
              <a:solidFill>
                <a:srgbClr val="31313B"/>
              </a:solidFill>
            </p:grpSpPr>
            <p:sp>
              <p:nvSpPr>
                <p:cNvPr id="110" name="Freeform: Shape 109">
                  <a:extLst>
                    <a:ext uri="{FF2B5EF4-FFF2-40B4-BE49-F238E27FC236}">
                      <a16:creationId xmlns:a16="http://schemas.microsoft.com/office/drawing/2014/main" id="{4CA430A2-3B60-D3C8-C7F0-FC988AB7EC66}"/>
                    </a:ext>
                  </a:extLst>
                </p:cNvPr>
                <p:cNvSpPr/>
                <p:nvPr/>
              </p:nvSpPr>
              <p:spPr>
                <a:xfrm>
                  <a:off x="1195305" y="4765540"/>
                  <a:ext cx="418796" cy="1585"/>
                </a:xfrm>
                <a:custGeom>
                  <a:avLst/>
                  <a:gdLst>
                    <a:gd name="connsiteX0" fmla="*/ 0 w 418796"/>
                    <a:gd name="connsiteY0" fmla="*/ 0 h 1585"/>
                    <a:gd name="connsiteX1" fmla="*/ 418797 w 418796"/>
                    <a:gd name="connsiteY1" fmla="*/ 0 h 1585"/>
                    <a:gd name="connsiteX2" fmla="*/ 0 w 418796"/>
                    <a:gd name="connsiteY2" fmla="*/ 0 h 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18796" h="1585">
                      <a:moveTo>
                        <a:pt x="0" y="0"/>
                      </a:moveTo>
                      <a:lnTo>
                        <a:pt x="41879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" name="Freeform: Shape 110">
                  <a:extLst>
                    <a:ext uri="{FF2B5EF4-FFF2-40B4-BE49-F238E27FC236}">
                      <a16:creationId xmlns:a16="http://schemas.microsoft.com/office/drawing/2014/main" id="{1EEC078C-D38A-45FE-CF2E-DD8B6C47139D}"/>
                    </a:ext>
                  </a:extLst>
                </p:cNvPr>
                <p:cNvSpPr/>
                <p:nvPr/>
              </p:nvSpPr>
              <p:spPr>
                <a:xfrm>
                  <a:off x="1188742" y="4758977"/>
                  <a:ext cx="431939" cy="13142"/>
                </a:xfrm>
                <a:custGeom>
                  <a:avLst/>
                  <a:gdLst>
                    <a:gd name="connsiteX0" fmla="*/ 425360 w 431939"/>
                    <a:gd name="connsiteY0" fmla="*/ 13142 h 13142"/>
                    <a:gd name="connsiteX1" fmla="*/ 6563 w 431939"/>
                    <a:gd name="connsiteY1" fmla="*/ 13142 h 13142"/>
                    <a:gd name="connsiteX2" fmla="*/ 0 w 431939"/>
                    <a:gd name="connsiteY2" fmla="*/ 6563 h 13142"/>
                    <a:gd name="connsiteX3" fmla="*/ 6563 w 431939"/>
                    <a:gd name="connsiteY3" fmla="*/ 0 h 13142"/>
                    <a:gd name="connsiteX4" fmla="*/ 425360 w 431939"/>
                    <a:gd name="connsiteY4" fmla="*/ 0 h 13142"/>
                    <a:gd name="connsiteX5" fmla="*/ 431939 w 431939"/>
                    <a:gd name="connsiteY5" fmla="*/ 6563 h 13142"/>
                    <a:gd name="connsiteX6" fmla="*/ 425360 w 431939"/>
                    <a:gd name="connsiteY6" fmla="*/ 13142 h 131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31939" h="13142">
                      <a:moveTo>
                        <a:pt x="425360" y="13142"/>
                      </a:moveTo>
                      <a:lnTo>
                        <a:pt x="6563" y="13142"/>
                      </a:lnTo>
                      <a:cubicBezTo>
                        <a:pt x="2933" y="13142"/>
                        <a:pt x="0" y="10194"/>
                        <a:pt x="0" y="6563"/>
                      </a:cubicBezTo>
                      <a:cubicBezTo>
                        <a:pt x="0" y="2933"/>
                        <a:pt x="2933" y="0"/>
                        <a:pt x="6563" y="0"/>
                      </a:cubicBezTo>
                      <a:lnTo>
                        <a:pt x="425360" y="0"/>
                      </a:lnTo>
                      <a:cubicBezTo>
                        <a:pt x="428990" y="0"/>
                        <a:pt x="431939" y="2933"/>
                        <a:pt x="431939" y="6563"/>
                      </a:cubicBezTo>
                      <a:cubicBezTo>
                        <a:pt x="431939" y="10194"/>
                        <a:pt x="428990" y="13142"/>
                        <a:pt x="425360" y="13142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2" name="Graphic 21">
                <a:extLst>
                  <a:ext uri="{FF2B5EF4-FFF2-40B4-BE49-F238E27FC236}">
                    <a16:creationId xmlns:a16="http://schemas.microsoft.com/office/drawing/2014/main" id="{E3094215-EE82-8C9B-959C-CE62789A24B0}"/>
                  </a:ext>
                </a:extLst>
              </p:cNvPr>
              <p:cNvGrpSpPr/>
              <p:nvPr/>
            </p:nvGrpSpPr>
            <p:grpSpPr>
              <a:xfrm>
                <a:off x="1188742" y="4832583"/>
                <a:ext cx="628329" cy="13158"/>
                <a:chOff x="1188742" y="4832583"/>
                <a:chExt cx="628329" cy="13158"/>
              </a:xfrm>
              <a:solidFill>
                <a:srgbClr val="31313B"/>
              </a:solidFill>
            </p:grpSpPr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C5A3D745-F493-7597-FBFE-0D609C55900E}"/>
                    </a:ext>
                  </a:extLst>
                </p:cNvPr>
                <p:cNvSpPr/>
                <p:nvPr/>
              </p:nvSpPr>
              <p:spPr>
                <a:xfrm>
                  <a:off x="1195305" y="4839163"/>
                  <a:ext cx="615187" cy="1585"/>
                </a:xfrm>
                <a:custGeom>
                  <a:avLst/>
                  <a:gdLst>
                    <a:gd name="connsiteX0" fmla="*/ 0 w 615187"/>
                    <a:gd name="connsiteY0" fmla="*/ 0 h 1585"/>
                    <a:gd name="connsiteX1" fmla="*/ 615187 w 615187"/>
                    <a:gd name="connsiteY1" fmla="*/ 0 h 1585"/>
                    <a:gd name="connsiteX2" fmla="*/ 0 w 615187"/>
                    <a:gd name="connsiteY2" fmla="*/ 0 h 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15187" h="1585">
                      <a:moveTo>
                        <a:pt x="0" y="0"/>
                      </a:moveTo>
                      <a:lnTo>
                        <a:pt x="61518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" name="Freeform: Shape 113">
                  <a:extLst>
                    <a:ext uri="{FF2B5EF4-FFF2-40B4-BE49-F238E27FC236}">
                      <a16:creationId xmlns:a16="http://schemas.microsoft.com/office/drawing/2014/main" id="{EE5886D5-9C7D-8988-41B8-2561C079A197}"/>
                    </a:ext>
                  </a:extLst>
                </p:cNvPr>
                <p:cNvSpPr/>
                <p:nvPr/>
              </p:nvSpPr>
              <p:spPr>
                <a:xfrm>
                  <a:off x="1188742" y="4832583"/>
                  <a:ext cx="628329" cy="13158"/>
                </a:xfrm>
                <a:custGeom>
                  <a:avLst/>
                  <a:gdLst>
                    <a:gd name="connsiteX0" fmla="*/ 621751 w 628329"/>
                    <a:gd name="connsiteY0" fmla="*/ 13158 h 13158"/>
                    <a:gd name="connsiteX1" fmla="*/ 6563 w 628329"/>
                    <a:gd name="connsiteY1" fmla="*/ 13158 h 13158"/>
                    <a:gd name="connsiteX2" fmla="*/ 0 w 628329"/>
                    <a:gd name="connsiteY2" fmla="*/ 6579 h 13158"/>
                    <a:gd name="connsiteX3" fmla="*/ 6563 w 628329"/>
                    <a:gd name="connsiteY3" fmla="*/ 0 h 13158"/>
                    <a:gd name="connsiteX4" fmla="*/ 621751 w 628329"/>
                    <a:gd name="connsiteY4" fmla="*/ 0 h 13158"/>
                    <a:gd name="connsiteX5" fmla="*/ 628330 w 628329"/>
                    <a:gd name="connsiteY5" fmla="*/ 6579 h 13158"/>
                    <a:gd name="connsiteX6" fmla="*/ 621751 w 628329"/>
                    <a:gd name="connsiteY6" fmla="*/ 13158 h 13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28329" h="13158">
                      <a:moveTo>
                        <a:pt x="621751" y="13158"/>
                      </a:moveTo>
                      <a:lnTo>
                        <a:pt x="6563" y="13158"/>
                      </a:lnTo>
                      <a:cubicBezTo>
                        <a:pt x="2933" y="13158"/>
                        <a:pt x="0" y="10210"/>
                        <a:pt x="0" y="6579"/>
                      </a:cubicBezTo>
                      <a:cubicBezTo>
                        <a:pt x="0" y="2949"/>
                        <a:pt x="2933" y="0"/>
                        <a:pt x="6563" y="0"/>
                      </a:cubicBezTo>
                      <a:lnTo>
                        <a:pt x="621751" y="0"/>
                      </a:lnTo>
                      <a:cubicBezTo>
                        <a:pt x="625381" y="0"/>
                        <a:pt x="628330" y="2949"/>
                        <a:pt x="628330" y="6579"/>
                      </a:cubicBezTo>
                      <a:cubicBezTo>
                        <a:pt x="628330" y="10210"/>
                        <a:pt x="625381" y="13158"/>
                        <a:pt x="621751" y="13158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5" name="Graphic 21">
                <a:extLst>
                  <a:ext uri="{FF2B5EF4-FFF2-40B4-BE49-F238E27FC236}">
                    <a16:creationId xmlns:a16="http://schemas.microsoft.com/office/drawing/2014/main" id="{13E50D92-BC42-1DB5-20F4-53FEFA6876BB}"/>
                  </a:ext>
                </a:extLst>
              </p:cNvPr>
              <p:cNvGrpSpPr/>
              <p:nvPr/>
            </p:nvGrpSpPr>
            <p:grpSpPr>
              <a:xfrm>
                <a:off x="1879677" y="4832583"/>
                <a:ext cx="429180" cy="13158"/>
                <a:chOff x="1879677" y="4832583"/>
                <a:chExt cx="429180" cy="13158"/>
              </a:xfrm>
              <a:solidFill>
                <a:srgbClr val="31313B"/>
              </a:solidFill>
            </p:grpSpPr>
            <p:sp>
              <p:nvSpPr>
                <p:cNvPr id="116" name="Freeform: Shape 115">
                  <a:extLst>
                    <a:ext uri="{FF2B5EF4-FFF2-40B4-BE49-F238E27FC236}">
                      <a16:creationId xmlns:a16="http://schemas.microsoft.com/office/drawing/2014/main" id="{8F1C0368-4D0F-BDA1-A22D-0E80D6EBD869}"/>
                    </a:ext>
                  </a:extLst>
                </p:cNvPr>
                <p:cNvSpPr/>
                <p:nvPr/>
              </p:nvSpPr>
              <p:spPr>
                <a:xfrm>
                  <a:off x="1886256" y="4839163"/>
                  <a:ext cx="416038" cy="1585"/>
                </a:xfrm>
                <a:custGeom>
                  <a:avLst/>
                  <a:gdLst>
                    <a:gd name="connsiteX0" fmla="*/ 0 w 416038"/>
                    <a:gd name="connsiteY0" fmla="*/ 0 h 1585"/>
                    <a:gd name="connsiteX1" fmla="*/ 416038 w 416038"/>
                    <a:gd name="connsiteY1" fmla="*/ 0 h 1585"/>
                    <a:gd name="connsiteX2" fmla="*/ 0 w 416038"/>
                    <a:gd name="connsiteY2" fmla="*/ 0 h 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16038" h="1585">
                      <a:moveTo>
                        <a:pt x="0" y="0"/>
                      </a:moveTo>
                      <a:lnTo>
                        <a:pt x="41603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42F0FA92-22EC-3616-2A33-94C4E481EE24}"/>
                    </a:ext>
                  </a:extLst>
                </p:cNvPr>
                <p:cNvSpPr/>
                <p:nvPr/>
              </p:nvSpPr>
              <p:spPr>
                <a:xfrm>
                  <a:off x="1879677" y="4832583"/>
                  <a:ext cx="429180" cy="13158"/>
                </a:xfrm>
                <a:custGeom>
                  <a:avLst/>
                  <a:gdLst>
                    <a:gd name="connsiteX0" fmla="*/ 422617 w 429180"/>
                    <a:gd name="connsiteY0" fmla="*/ 13158 h 13158"/>
                    <a:gd name="connsiteX1" fmla="*/ 6579 w 429180"/>
                    <a:gd name="connsiteY1" fmla="*/ 13158 h 13158"/>
                    <a:gd name="connsiteX2" fmla="*/ 0 w 429180"/>
                    <a:gd name="connsiteY2" fmla="*/ 6579 h 13158"/>
                    <a:gd name="connsiteX3" fmla="*/ 6579 w 429180"/>
                    <a:gd name="connsiteY3" fmla="*/ 0 h 13158"/>
                    <a:gd name="connsiteX4" fmla="*/ 422617 w 429180"/>
                    <a:gd name="connsiteY4" fmla="*/ 0 h 13158"/>
                    <a:gd name="connsiteX5" fmla="*/ 429181 w 429180"/>
                    <a:gd name="connsiteY5" fmla="*/ 6579 h 13158"/>
                    <a:gd name="connsiteX6" fmla="*/ 422617 w 429180"/>
                    <a:gd name="connsiteY6" fmla="*/ 13158 h 13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29180" h="13158">
                      <a:moveTo>
                        <a:pt x="422617" y="13158"/>
                      </a:moveTo>
                      <a:lnTo>
                        <a:pt x="6579" y="13158"/>
                      </a:lnTo>
                      <a:cubicBezTo>
                        <a:pt x="2949" y="13158"/>
                        <a:pt x="0" y="10210"/>
                        <a:pt x="0" y="6579"/>
                      </a:cubicBezTo>
                      <a:cubicBezTo>
                        <a:pt x="0" y="2949"/>
                        <a:pt x="2949" y="0"/>
                        <a:pt x="6579" y="0"/>
                      </a:cubicBezTo>
                      <a:lnTo>
                        <a:pt x="422617" y="0"/>
                      </a:lnTo>
                      <a:cubicBezTo>
                        <a:pt x="426248" y="0"/>
                        <a:pt x="429181" y="2949"/>
                        <a:pt x="429181" y="6579"/>
                      </a:cubicBezTo>
                      <a:cubicBezTo>
                        <a:pt x="429181" y="10210"/>
                        <a:pt x="426248" y="13158"/>
                        <a:pt x="422617" y="13158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" name="Graphic 21">
                <a:extLst>
                  <a:ext uri="{FF2B5EF4-FFF2-40B4-BE49-F238E27FC236}">
                    <a16:creationId xmlns:a16="http://schemas.microsoft.com/office/drawing/2014/main" id="{58D922A7-CCBB-AAEF-E97E-7717DC3D21F8}"/>
                  </a:ext>
                </a:extLst>
              </p:cNvPr>
              <p:cNvGrpSpPr/>
              <p:nvPr/>
            </p:nvGrpSpPr>
            <p:grpSpPr>
              <a:xfrm>
                <a:off x="1652102" y="4758977"/>
                <a:ext cx="431954" cy="13142"/>
                <a:chOff x="1652102" y="4758977"/>
                <a:chExt cx="431954" cy="13142"/>
              </a:xfrm>
              <a:solidFill>
                <a:srgbClr val="31313B"/>
              </a:solidFill>
            </p:grpSpPr>
            <p:sp>
              <p:nvSpPr>
                <p:cNvPr id="119" name="Freeform: Shape 118">
                  <a:extLst>
                    <a:ext uri="{FF2B5EF4-FFF2-40B4-BE49-F238E27FC236}">
                      <a16:creationId xmlns:a16="http://schemas.microsoft.com/office/drawing/2014/main" id="{023CC3EF-2235-4CCE-A46A-594F9D2E4698}"/>
                    </a:ext>
                  </a:extLst>
                </p:cNvPr>
                <p:cNvSpPr/>
                <p:nvPr/>
              </p:nvSpPr>
              <p:spPr>
                <a:xfrm>
                  <a:off x="1658682" y="4765540"/>
                  <a:ext cx="418796" cy="1585"/>
                </a:xfrm>
                <a:custGeom>
                  <a:avLst/>
                  <a:gdLst>
                    <a:gd name="connsiteX0" fmla="*/ 0 w 418796"/>
                    <a:gd name="connsiteY0" fmla="*/ 0 h 1585"/>
                    <a:gd name="connsiteX1" fmla="*/ 418797 w 418796"/>
                    <a:gd name="connsiteY1" fmla="*/ 0 h 1585"/>
                    <a:gd name="connsiteX2" fmla="*/ 0 w 418796"/>
                    <a:gd name="connsiteY2" fmla="*/ 0 h 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18796" h="1585">
                      <a:moveTo>
                        <a:pt x="0" y="0"/>
                      </a:moveTo>
                      <a:lnTo>
                        <a:pt x="41879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0" name="Freeform: Shape 119">
                  <a:extLst>
                    <a:ext uri="{FF2B5EF4-FFF2-40B4-BE49-F238E27FC236}">
                      <a16:creationId xmlns:a16="http://schemas.microsoft.com/office/drawing/2014/main" id="{CCA4434D-8967-9AE1-1533-A9E755F61FED}"/>
                    </a:ext>
                  </a:extLst>
                </p:cNvPr>
                <p:cNvSpPr/>
                <p:nvPr/>
              </p:nvSpPr>
              <p:spPr>
                <a:xfrm>
                  <a:off x="1652102" y="4758977"/>
                  <a:ext cx="431954" cy="13142"/>
                </a:xfrm>
                <a:custGeom>
                  <a:avLst/>
                  <a:gdLst>
                    <a:gd name="connsiteX0" fmla="*/ 425376 w 431954"/>
                    <a:gd name="connsiteY0" fmla="*/ 13142 h 13142"/>
                    <a:gd name="connsiteX1" fmla="*/ 6579 w 431954"/>
                    <a:gd name="connsiteY1" fmla="*/ 13142 h 13142"/>
                    <a:gd name="connsiteX2" fmla="*/ 0 w 431954"/>
                    <a:gd name="connsiteY2" fmla="*/ 6563 h 13142"/>
                    <a:gd name="connsiteX3" fmla="*/ 6579 w 431954"/>
                    <a:gd name="connsiteY3" fmla="*/ 0 h 13142"/>
                    <a:gd name="connsiteX4" fmla="*/ 425376 w 431954"/>
                    <a:gd name="connsiteY4" fmla="*/ 0 h 13142"/>
                    <a:gd name="connsiteX5" fmla="*/ 431955 w 431954"/>
                    <a:gd name="connsiteY5" fmla="*/ 6563 h 13142"/>
                    <a:gd name="connsiteX6" fmla="*/ 425376 w 431954"/>
                    <a:gd name="connsiteY6" fmla="*/ 13142 h 131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31954" h="13142">
                      <a:moveTo>
                        <a:pt x="425376" y="13142"/>
                      </a:moveTo>
                      <a:lnTo>
                        <a:pt x="6579" y="13142"/>
                      </a:lnTo>
                      <a:cubicBezTo>
                        <a:pt x="2949" y="13142"/>
                        <a:pt x="0" y="10194"/>
                        <a:pt x="0" y="6563"/>
                      </a:cubicBezTo>
                      <a:cubicBezTo>
                        <a:pt x="0" y="2933"/>
                        <a:pt x="2949" y="0"/>
                        <a:pt x="6579" y="0"/>
                      </a:cubicBezTo>
                      <a:lnTo>
                        <a:pt x="425376" y="0"/>
                      </a:lnTo>
                      <a:cubicBezTo>
                        <a:pt x="429006" y="0"/>
                        <a:pt x="431955" y="2933"/>
                        <a:pt x="431955" y="6563"/>
                      </a:cubicBezTo>
                      <a:cubicBezTo>
                        <a:pt x="431955" y="10194"/>
                        <a:pt x="429006" y="13142"/>
                        <a:pt x="425376" y="13142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1" name="Graphic 21">
                <a:extLst>
                  <a:ext uri="{FF2B5EF4-FFF2-40B4-BE49-F238E27FC236}">
                    <a16:creationId xmlns:a16="http://schemas.microsoft.com/office/drawing/2014/main" id="{9A9BC984-8784-861B-9A0F-8CD365B55691}"/>
                  </a:ext>
                </a:extLst>
              </p:cNvPr>
              <p:cNvGrpSpPr/>
              <p:nvPr/>
            </p:nvGrpSpPr>
            <p:grpSpPr>
              <a:xfrm>
                <a:off x="1188742" y="4904811"/>
                <a:ext cx="431939" cy="13142"/>
                <a:chOff x="1188742" y="4904811"/>
                <a:chExt cx="431939" cy="13142"/>
              </a:xfrm>
              <a:solidFill>
                <a:srgbClr val="31313B"/>
              </a:solidFill>
            </p:grpSpPr>
            <p:sp>
              <p:nvSpPr>
                <p:cNvPr id="122" name="Freeform: Shape 121">
                  <a:extLst>
                    <a:ext uri="{FF2B5EF4-FFF2-40B4-BE49-F238E27FC236}">
                      <a16:creationId xmlns:a16="http://schemas.microsoft.com/office/drawing/2014/main" id="{36CE732E-C35F-3121-F09D-1BB24BA4C632}"/>
                    </a:ext>
                  </a:extLst>
                </p:cNvPr>
                <p:cNvSpPr/>
                <p:nvPr/>
              </p:nvSpPr>
              <p:spPr>
                <a:xfrm>
                  <a:off x="1195305" y="4911390"/>
                  <a:ext cx="418796" cy="1585"/>
                </a:xfrm>
                <a:custGeom>
                  <a:avLst/>
                  <a:gdLst>
                    <a:gd name="connsiteX0" fmla="*/ 0 w 418796"/>
                    <a:gd name="connsiteY0" fmla="*/ 0 h 1585"/>
                    <a:gd name="connsiteX1" fmla="*/ 418797 w 418796"/>
                    <a:gd name="connsiteY1" fmla="*/ 0 h 1585"/>
                    <a:gd name="connsiteX2" fmla="*/ 0 w 418796"/>
                    <a:gd name="connsiteY2" fmla="*/ 0 h 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18796" h="1585">
                      <a:moveTo>
                        <a:pt x="0" y="0"/>
                      </a:moveTo>
                      <a:lnTo>
                        <a:pt x="41879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3" name="Freeform: Shape 122">
                  <a:extLst>
                    <a:ext uri="{FF2B5EF4-FFF2-40B4-BE49-F238E27FC236}">
                      <a16:creationId xmlns:a16="http://schemas.microsoft.com/office/drawing/2014/main" id="{0DA624EB-C45A-5A4A-5F5B-01C5FF145CDD}"/>
                    </a:ext>
                  </a:extLst>
                </p:cNvPr>
                <p:cNvSpPr/>
                <p:nvPr/>
              </p:nvSpPr>
              <p:spPr>
                <a:xfrm>
                  <a:off x="1188742" y="4904811"/>
                  <a:ext cx="431939" cy="13142"/>
                </a:xfrm>
                <a:custGeom>
                  <a:avLst/>
                  <a:gdLst>
                    <a:gd name="connsiteX0" fmla="*/ 425360 w 431939"/>
                    <a:gd name="connsiteY0" fmla="*/ 13142 h 13142"/>
                    <a:gd name="connsiteX1" fmla="*/ 6563 w 431939"/>
                    <a:gd name="connsiteY1" fmla="*/ 13142 h 13142"/>
                    <a:gd name="connsiteX2" fmla="*/ 0 w 431939"/>
                    <a:gd name="connsiteY2" fmla="*/ 6579 h 13142"/>
                    <a:gd name="connsiteX3" fmla="*/ 6563 w 431939"/>
                    <a:gd name="connsiteY3" fmla="*/ 0 h 13142"/>
                    <a:gd name="connsiteX4" fmla="*/ 425360 w 431939"/>
                    <a:gd name="connsiteY4" fmla="*/ 0 h 13142"/>
                    <a:gd name="connsiteX5" fmla="*/ 431939 w 431939"/>
                    <a:gd name="connsiteY5" fmla="*/ 6579 h 13142"/>
                    <a:gd name="connsiteX6" fmla="*/ 425360 w 431939"/>
                    <a:gd name="connsiteY6" fmla="*/ 13142 h 131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31939" h="13142">
                      <a:moveTo>
                        <a:pt x="425360" y="13142"/>
                      </a:moveTo>
                      <a:lnTo>
                        <a:pt x="6563" y="13142"/>
                      </a:lnTo>
                      <a:cubicBezTo>
                        <a:pt x="2933" y="13142"/>
                        <a:pt x="0" y="10209"/>
                        <a:pt x="0" y="6579"/>
                      </a:cubicBezTo>
                      <a:cubicBezTo>
                        <a:pt x="0" y="2949"/>
                        <a:pt x="2933" y="0"/>
                        <a:pt x="6563" y="0"/>
                      </a:cubicBezTo>
                      <a:lnTo>
                        <a:pt x="425360" y="0"/>
                      </a:lnTo>
                      <a:cubicBezTo>
                        <a:pt x="428990" y="0"/>
                        <a:pt x="431939" y="2949"/>
                        <a:pt x="431939" y="6579"/>
                      </a:cubicBezTo>
                      <a:cubicBezTo>
                        <a:pt x="431939" y="10209"/>
                        <a:pt x="428990" y="13142"/>
                        <a:pt x="425360" y="13142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4" name="Graphic 21">
                <a:extLst>
                  <a:ext uri="{FF2B5EF4-FFF2-40B4-BE49-F238E27FC236}">
                    <a16:creationId xmlns:a16="http://schemas.microsoft.com/office/drawing/2014/main" id="{692D19DE-555B-5DE4-1B56-2204B5575431}"/>
                  </a:ext>
                </a:extLst>
              </p:cNvPr>
              <p:cNvGrpSpPr/>
              <p:nvPr/>
            </p:nvGrpSpPr>
            <p:grpSpPr>
              <a:xfrm>
                <a:off x="1188742" y="4978434"/>
                <a:ext cx="628329" cy="13142"/>
                <a:chOff x="1188742" y="4978434"/>
                <a:chExt cx="628329" cy="13142"/>
              </a:xfrm>
              <a:solidFill>
                <a:srgbClr val="31313B"/>
              </a:solidFill>
            </p:grpSpPr>
            <p:sp>
              <p:nvSpPr>
                <p:cNvPr id="125" name="Freeform: Shape 124">
                  <a:extLst>
                    <a:ext uri="{FF2B5EF4-FFF2-40B4-BE49-F238E27FC236}">
                      <a16:creationId xmlns:a16="http://schemas.microsoft.com/office/drawing/2014/main" id="{D7485FEF-5857-1E13-5D80-5756281616E3}"/>
                    </a:ext>
                  </a:extLst>
                </p:cNvPr>
                <p:cNvSpPr/>
                <p:nvPr/>
              </p:nvSpPr>
              <p:spPr>
                <a:xfrm>
                  <a:off x="1195305" y="4985013"/>
                  <a:ext cx="615187" cy="1585"/>
                </a:xfrm>
                <a:custGeom>
                  <a:avLst/>
                  <a:gdLst>
                    <a:gd name="connsiteX0" fmla="*/ 0 w 615187"/>
                    <a:gd name="connsiteY0" fmla="*/ 0 h 1585"/>
                    <a:gd name="connsiteX1" fmla="*/ 615187 w 615187"/>
                    <a:gd name="connsiteY1" fmla="*/ 0 h 1585"/>
                    <a:gd name="connsiteX2" fmla="*/ 0 w 615187"/>
                    <a:gd name="connsiteY2" fmla="*/ 0 h 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15187" h="1585">
                      <a:moveTo>
                        <a:pt x="0" y="0"/>
                      </a:moveTo>
                      <a:lnTo>
                        <a:pt x="61518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6" name="Freeform: Shape 125">
                  <a:extLst>
                    <a:ext uri="{FF2B5EF4-FFF2-40B4-BE49-F238E27FC236}">
                      <a16:creationId xmlns:a16="http://schemas.microsoft.com/office/drawing/2014/main" id="{49B0491A-6875-D538-5EF6-6C8DF7B5107F}"/>
                    </a:ext>
                  </a:extLst>
                </p:cNvPr>
                <p:cNvSpPr/>
                <p:nvPr/>
              </p:nvSpPr>
              <p:spPr>
                <a:xfrm>
                  <a:off x="1188742" y="4978434"/>
                  <a:ext cx="628329" cy="13142"/>
                </a:xfrm>
                <a:custGeom>
                  <a:avLst/>
                  <a:gdLst>
                    <a:gd name="connsiteX0" fmla="*/ 621751 w 628329"/>
                    <a:gd name="connsiteY0" fmla="*/ 13142 h 13142"/>
                    <a:gd name="connsiteX1" fmla="*/ 6563 w 628329"/>
                    <a:gd name="connsiteY1" fmla="*/ 13142 h 13142"/>
                    <a:gd name="connsiteX2" fmla="*/ 0 w 628329"/>
                    <a:gd name="connsiteY2" fmla="*/ 6579 h 13142"/>
                    <a:gd name="connsiteX3" fmla="*/ 6563 w 628329"/>
                    <a:gd name="connsiteY3" fmla="*/ 0 h 13142"/>
                    <a:gd name="connsiteX4" fmla="*/ 621751 w 628329"/>
                    <a:gd name="connsiteY4" fmla="*/ 0 h 13142"/>
                    <a:gd name="connsiteX5" fmla="*/ 628330 w 628329"/>
                    <a:gd name="connsiteY5" fmla="*/ 6579 h 13142"/>
                    <a:gd name="connsiteX6" fmla="*/ 621751 w 628329"/>
                    <a:gd name="connsiteY6" fmla="*/ 13142 h 131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28329" h="13142">
                      <a:moveTo>
                        <a:pt x="621751" y="13142"/>
                      </a:moveTo>
                      <a:lnTo>
                        <a:pt x="6563" y="13142"/>
                      </a:lnTo>
                      <a:cubicBezTo>
                        <a:pt x="2933" y="13142"/>
                        <a:pt x="0" y="10210"/>
                        <a:pt x="0" y="6579"/>
                      </a:cubicBezTo>
                      <a:cubicBezTo>
                        <a:pt x="0" y="2949"/>
                        <a:pt x="2933" y="0"/>
                        <a:pt x="6563" y="0"/>
                      </a:cubicBezTo>
                      <a:lnTo>
                        <a:pt x="621751" y="0"/>
                      </a:lnTo>
                      <a:cubicBezTo>
                        <a:pt x="625381" y="0"/>
                        <a:pt x="628330" y="2949"/>
                        <a:pt x="628330" y="6579"/>
                      </a:cubicBezTo>
                      <a:cubicBezTo>
                        <a:pt x="628330" y="10210"/>
                        <a:pt x="625381" y="13142"/>
                        <a:pt x="621751" y="13142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7" name="Graphic 21">
                <a:extLst>
                  <a:ext uri="{FF2B5EF4-FFF2-40B4-BE49-F238E27FC236}">
                    <a16:creationId xmlns:a16="http://schemas.microsoft.com/office/drawing/2014/main" id="{AFC4A904-1E36-725D-C299-49B986CB0E7B}"/>
                  </a:ext>
                </a:extLst>
              </p:cNvPr>
              <p:cNvGrpSpPr/>
              <p:nvPr/>
            </p:nvGrpSpPr>
            <p:grpSpPr>
              <a:xfrm>
                <a:off x="1879677" y="4978434"/>
                <a:ext cx="429180" cy="13142"/>
                <a:chOff x="1879677" y="4978434"/>
                <a:chExt cx="429180" cy="13142"/>
              </a:xfrm>
              <a:solidFill>
                <a:srgbClr val="31313B"/>
              </a:solidFill>
            </p:grpSpPr>
            <p:sp>
              <p:nvSpPr>
                <p:cNvPr id="128" name="Freeform: Shape 127">
                  <a:extLst>
                    <a:ext uri="{FF2B5EF4-FFF2-40B4-BE49-F238E27FC236}">
                      <a16:creationId xmlns:a16="http://schemas.microsoft.com/office/drawing/2014/main" id="{AD5B248C-3E96-17BB-F453-3BED8CD4AEB2}"/>
                    </a:ext>
                  </a:extLst>
                </p:cNvPr>
                <p:cNvSpPr/>
                <p:nvPr/>
              </p:nvSpPr>
              <p:spPr>
                <a:xfrm>
                  <a:off x="1886256" y="4985013"/>
                  <a:ext cx="416038" cy="1585"/>
                </a:xfrm>
                <a:custGeom>
                  <a:avLst/>
                  <a:gdLst>
                    <a:gd name="connsiteX0" fmla="*/ 0 w 416038"/>
                    <a:gd name="connsiteY0" fmla="*/ 0 h 1585"/>
                    <a:gd name="connsiteX1" fmla="*/ 416038 w 416038"/>
                    <a:gd name="connsiteY1" fmla="*/ 0 h 1585"/>
                    <a:gd name="connsiteX2" fmla="*/ 0 w 416038"/>
                    <a:gd name="connsiteY2" fmla="*/ 0 h 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16038" h="1585">
                      <a:moveTo>
                        <a:pt x="0" y="0"/>
                      </a:moveTo>
                      <a:lnTo>
                        <a:pt x="41603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E1F1A10F-C0AE-2AA2-5376-C939994EFFDD}"/>
                    </a:ext>
                  </a:extLst>
                </p:cNvPr>
                <p:cNvSpPr/>
                <p:nvPr/>
              </p:nvSpPr>
              <p:spPr>
                <a:xfrm>
                  <a:off x="1879677" y="4978434"/>
                  <a:ext cx="429180" cy="13142"/>
                </a:xfrm>
                <a:custGeom>
                  <a:avLst/>
                  <a:gdLst>
                    <a:gd name="connsiteX0" fmla="*/ 422617 w 429180"/>
                    <a:gd name="connsiteY0" fmla="*/ 13142 h 13142"/>
                    <a:gd name="connsiteX1" fmla="*/ 6579 w 429180"/>
                    <a:gd name="connsiteY1" fmla="*/ 13142 h 13142"/>
                    <a:gd name="connsiteX2" fmla="*/ 0 w 429180"/>
                    <a:gd name="connsiteY2" fmla="*/ 6579 h 13142"/>
                    <a:gd name="connsiteX3" fmla="*/ 6579 w 429180"/>
                    <a:gd name="connsiteY3" fmla="*/ 0 h 13142"/>
                    <a:gd name="connsiteX4" fmla="*/ 422617 w 429180"/>
                    <a:gd name="connsiteY4" fmla="*/ 0 h 13142"/>
                    <a:gd name="connsiteX5" fmla="*/ 429181 w 429180"/>
                    <a:gd name="connsiteY5" fmla="*/ 6579 h 13142"/>
                    <a:gd name="connsiteX6" fmla="*/ 422617 w 429180"/>
                    <a:gd name="connsiteY6" fmla="*/ 13142 h 131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29180" h="13142">
                      <a:moveTo>
                        <a:pt x="422617" y="13142"/>
                      </a:moveTo>
                      <a:lnTo>
                        <a:pt x="6579" y="13142"/>
                      </a:lnTo>
                      <a:cubicBezTo>
                        <a:pt x="2949" y="13142"/>
                        <a:pt x="0" y="10210"/>
                        <a:pt x="0" y="6579"/>
                      </a:cubicBezTo>
                      <a:cubicBezTo>
                        <a:pt x="0" y="2949"/>
                        <a:pt x="2949" y="0"/>
                        <a:pt x="6579" y="0"/>
                      </a:cubicBezTo>
                      <a:lnTo>
                        <a:pt x="422617" y="0"/>
                      </a:lnTo>
                      <a:cubicBezTo>
                        <a:pt x="426248" y="0"/>
                        <a:pt x="429181" y="2949"/>
                        <a:pt x="429181" y="6579"/>
                      </a:cubicBezTo>
                      <a:cubicBezTo>
                        <a:pt x="429181" y="10210"/>
                        <a:pt x="426248" y="13142"/>
                        <a:pt x="422617" y="13142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0" name="Graphic 21">
                <a:extLst>
                  <a:ext uri="{FF2B5EF4-FFF2-40B4-BE49-F238E27FC236}">
                    <a16:creationId xmlns:a16="http://schemas.microsoft.com/office/drawing/2014/main" id="{2A3D5D27-DD9B-0E3D-0C6B-EF89A5211543}"/>
                  </a:ext>
                </a:extLst>
              </p:cNvPr>
              <p:cNvGrpSpPr/>
              <p:nvPr/>
            </p:nvGrpSpPr>
            <p:grpSpPr>
              <a:xfrm>
                <a:off x="1652102" y="4904811"/>
                <a:ext cx="431954" cy="13142"/>
                <a:chOff x="1652102" y="4904811"/>
                <a:chExt cx="431954" cy="13142"/>
              </a:xfrm>
              <a:solidFill>
                <a:srgbClr val="31313B"/>
              </a:solidFill>
            </p:grpSpPr>
            <p:sp>
              <p:nvSpPr>
                <p:cNvPr id="131" name="Freeform: Shape 130">
                  <a:extLst>
                    <a:ext uri="{FF2B5EF4-FFF2-40B4-BE49-F238E27FC236}">
                      <a16:creationId xmlns:a16="http://schemas.microsoft.com/office/drawing/2014/main" id="{F1A6BD2F-A3B3-2CED-736A-0CA2FA6D867B}"/>
                    </a:ext>
                  </a:extLst>
                </p:cNvPr>
                <p:cNvSpPr/>
                <p:nvPr/>
              </p:nvSpPr>
              <p:spPr>
                <a:xfrm>
                  <a:off x="1658682" y="4911390"/>
                  <a:ext cx="418796" cy="1585"/>
                </a:xfrm>
                <a:custGeom>
                  <a:avLst/>
                  <a:gdLst>
                    <a:gd name="connsiteX0" fmla="*/ 0 w 418796"/>
                    <a:gd name="connsiteY0" fmla="*/ 0 h 1585"/>
                    <a:gd name="connsiteX1" fmla="*/ 418797 w 418796"/>
                    <a:gd name="connsiteY1" fmla="*/ 0 h 1585"/>
                    <a:gd name="connsiteX2" fmla="*/ 0 w 418796"/>
                    <a:gd name="connsiteY2" fmla="*/ 0 h 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18796" h="1585">
                      <a:moveTo>
                        <a:pt x="0" y="0"/>
                      </a:moveTo>
                      <a:lnTo>
                        <a:pt x="41879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2" name="Freeform: Shape 131">
                  <a:extLst>
                    <a:ext uri="{FF2B5EF4-FFF2-40B4-BE49-F238E27FC236}">
                      <a16:creationId xmlns:a16="http://schemas.microsoft.com/office/drawing/2014/main" id="{D513C23D-9B36-0B29-E9CE-B74B251564BB}"/>
                    </a:ext>
                  </a:extLst>
                </p:cNvPr>
                <p:cNvSpPr/>
                <p:nvPr/>
              </p:nvSpPr>
              <p:spPr>
                <a:xfrm>
                  <a:off x="1652102" y="4904811"/>
                  <a:ext cx="431954" cy="13142"/>
                </a:xfrm>
                <a:custGeom>
                  <a:avLst/>
                  <a:gdLst>
                    <a:gd name="connsiteX0" fmla="*/ 425376 w 431954"/>
                    <a:gd name="connsiteY0" fmla="*/ 13142 h 13142"/>
                    <a:gd name="connsiteX1" fmla="*/ 6579 w 431954"/>
                    <a:gd name="connsiteY1" fmla="*/ 13142 h 13142"/>
                    <a:gd name="connsiteX2" fmla="*/ 0 w 431954"/>
                    <a:gd name="connsiteY2" fmla="*/ 6579 h 13142"/>
                    <a:gd name="connsiteX3" fmla="*/ 6579 w 431954"/>
                    <a:gd name="connsiteY3" fmla="*/ 0 h 13142"/>
                    <a:gd name="connsiteX4" fmla="*/ 425376 w 431954"/>
                    <a:gd name="connsiteY4" fmla="*/ 0 h 13142"/>
                    <a:gd name="connsiteX5" fmla="*/ 431955 w 431954"/>
                    <a:gd name="connsiteY5" fmla="*/ 6579 h 13142"/>
                    <a:gd name="connsiteX6" fmla="*/ 425376 w 431954"/>
                    <a:gd name="connsiteY6" fmla="*/ 13142 h 131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31954" h="13142">
                      <a:moveTo>
                        <a:pt x="425376" y="13142"/>
                      </a:moveTo>
                      <a:lnTo>
                        <a:pt x="6579" y="13142"/>
                      </a:lnTo>
                      <a:cubicBezTo>
                        <a:pt x="2949" y="13142"/>
                        <a:pt x="0" y="10209"/>
                        <a:pt x="0" y="6579"/>
                      </a:cubicBezTo>
                      <a:cubicBezTo>
                        <a:pt x="0" y="2949"/>
                        <a:pt x="2949" y="0"/>
                        <a:pt x="6579" y="0"/>
                      </a:cubicBezTo>
                      <a:lnTo>
                        <a:pt x="425376" y="0"/>
                      </a:lnTo>
                      <a:cubicBezTo>
                        <a:pt x="429006" y="0"/>
                        <a:pt x="431955" y="2949"/>
                        <a:pt x="431955" y="6579"/>
                      </a:cubicBezTo>
                      <a:cubicBezTo>
                        <a:pt x="431955" y="10209"/>
                        <a:pt x="429006" y="13142"/>
                        <a:pt x="425376" y="13142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1235D112-DB02-153C-2C32-2E6302F04740}"/>
                </a:ext>
              </a:extLst>
            </p:cNvPr>
            <p:cNvSpPr/>
            <p:nvPr/>
          </p:nvSpPr>
          <p:spPr>
            <a:xfrm rot="-4846898">
              <a:off x="1508669" y="4021089"/>
              <a:ext cx="55351" cy="55351"/>
            </a:xfrm>
            <a:custGeom>
              <a:avLst/>
              <a:gdLst>
                <a:gd name="connsiteX0" fmla="*/ 55351 w 55351"/>
                <a:gd name="connsiteY0" fmla="*/ 27676 h 55351"/>
                <a:gd name="connsiteX1" fmla="*/ 27675 w 55351"/>
                <a:gd name="connsiteY1" fmla="*/ 55351 h 55351"/>
                <a:gd name="connsiteX2" fmla="*/ 0 w 55351"/>
                <a:gd name="connsiteY2" fmla="*/ 27676 h 55351"/>
                <a:gd name="connsiteX3" fmla="*/ 27675 w 55351"/>
                <a:gd name="connsiteY3" fmla="*/ 0 h 55351"/>
                <a:gd name="connsiteX4" fmla="*/ 55351 w 55351"/>
                <a:gd name="connsiteY4" fmla="*/ 27676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51" h="55351">
                  <a:moveTo>
                    <a:pt x="55351" y="27676"/>
                  </a:moveTo>
                  <a:cubicBezTo>
                    <a:pt x="55351" y="42960"/>
                    <a:pt x="42960" y="55351"/>
                    <a:pt x="27675" y="55351"/>
                  </a:cubicBezTo>
                  <a:cubicBezTo>
                    <a:pt x="12391" y="55351"/>
                    <a:pt x="0" y="42960"/>
                    <a:pt x="0" y="27676"/>
                  </a:cubicBezTo>
                  <a:cubicBezTo>
                    <a:pt x="0" y="12391"/>
                    <a:pt x="12391" y="0"/>
                    <a:pt x="27675" y="0"/>
                  </a:cubicBezTo>
                  <a:cubicBezTo>
                    <a:pt x="42960" y="0"/>
                    <a:pt x="55351" y="12391"/>
                    <a:pt x="55351" y="27676"/>
                  </a:cubicBezTo>
                  <a:close/>
                </a:path>
              </a:pathLst>
            </a:custGeom>
            <a:solidFill>
              <a:srgbClr val="ECEFF2"/>
            </a:solidFill>
            <a:ln w="1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C352E035-2A47-960C-F3A0-59038CCD90BA}"/>
                </a:ext>
              </a:extLst>
            </p:cNvPr>
            <p:cNvSpPr/>
            <p:nvPr/>
          </p:nvSpPr>
          <p:spPr>
            <a:xfrm rot="-4846898">
              <a:off x="1610465" y="4021087"/>
              <a:ext cx="55351" cy="55351"/>
            </a:xfrm>
            <a:custGeom>
              <a:avLst/>
              <a:gdLst>
                <a:gd name="connsiteX0" fmla="*/ 55351 w 55351"/>
                <a:gd name="connsiteY0" fmla="*/ 27676 h 55351"/>
                <a:gd name="connsiteX1" fmla="*/ 27676 w 55351"/>
                <a:gd name="connsiteY1" fmla="*/ 55351 h 55351"/>
                <a:gd name="connsiteX2" fmla="*/ 0 w 55351"/>
                <a:gd name="connsiteY2" fmla="*/ 27676 h 55351"/>
                <a:gd name="connsiteX3" fmla="*/ 27676 w 55351"/>
                <a:gd name="connsiteY3" fmla="*/ 0 h 55351"/>
                <a:gd name="connsiteX4" fmla="*/ 55351 w 55351"/>
                <a:gd name="connsiteY4" fmla="*/ 27676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51" h="55351">
                  <a:moveTo>
                    <a:pt x="55351" y="27676"/>
                  </a:moveTo>
                  <a:cubicBezTo>
                    <a:pt x="55351" y="42960"/>
                    <a:pt x="42960" y="55351"/>
                    <a:pt x="27676" y="55351"/>
                  </a:cubicBezTo>
                  <a:cubicBezTo>
                    <a:pt x="12391" y="55351"/>
                    <a:pt x="0" y="42960"/>
                    <a:pt x="0" y="27676"/>
                  </a:cubicBezTo>
                  <a:cubicBezTo>
                    <a:pt x="0" y="12391"/>
                    <a:pt x="12391" y="0"/>
                    <a:pt x="27676" y="0"/>
                  </a:cubicBezTo>
                  <a:cubicBezTo>
                    <a:pt x="42960" y="0"/>
                    <a:pt x="55351" y="12391"/>
                    <a:pt x="55351" y="27676"/>
                  </a:cubicBezTo>
                  <a:close/>
                </a:path>
              </a:pathLst>
            </a:custGeom>
            <a:solidFill>
              <a:srgbClr val="ECEFF2"/>
            </a:solidFill>
            <a:ln w="1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15CDC9A8-8DBD-6725-2A99-F39A31B2FF61}"/>
                </a:ext>
              </a:extLst>
            </p:cNvPr>
            <p:cNvSpPr/>
            <p:nvPr/>
          </p:nvSpPr>
          <p:spPr>
            <a:xfrm rot="-4846898">
              <a:off x="1714168" y="4021093"/>
              <a:ext cx="55351" cy="55351"/>
            </a:xfrm>
            <a:custGeom>
              <a:avLst/>
              <a:gdLst>
                <a:gd name="connsiteX0" fmla="*/ 55351 w 55351"/>
                <a:gd name="connsiteY0" fmla="*/ 27676 h 55351"/>
                <a:gd name="connsiteX1" fmla="*/ 27675 w 55351"/>
                <a:gd name="connsiteY1" fmla="*/ 55351 h 55351"/>
                <a:gd name="connsiteX2" fmla="*/ 0 w 55351"/>
                <a:gd name="connsiteY2" fmla="*/ 27676 h 55351"/>
                <a:gd name="connsiteX3" fmla="*/ 27675 w 55351"/>
                <a:gd name="connsiteY3" fmla="*/ 0 h 55351"/>
                <a:gd name="connsiteX4" fmla="*/ 55351 w 55351"/>
                <a:gd name="connsiteY4" fmla="*/ 27676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51" h="55351">
                  <a:moveTo>
                    <a:pt x="55351" y="27676"/>
                  </a:moveTo>
                  <a:cubicBezTo>
                    <a:pt x="55351" y="42960"/>
                    <a:pt x="42960" y="55351"/>
                    <a:pt x="27675" y="55351"/>
                  </a:cubicBezTo>
                  <a:cubicBezTo>
                    <a:pt x="12391" y="55351"/>
                    <a:pt x="0" y="42960"/>
                    <a:pt x="0" y="27676"/>
                  </a:cubicBezTo>
                  <a:cubicBezTo>
                    <a:pt x="0" y="12391"/>
                    <a:pt x="12391" y="0"/>
                    <a:pt x="27675" y="0"/>
                  </a:cubicBezTo>
                  <a:cubicBezTo>
                    <a:pt x="42960" y="0"/>
                    <a:pt x="55351" y="12391"/>
                    <a:pt x="55351" y="27676"/>
                  </a:cubicBezTo>
                  <a:close/>
                </a:path>
              </a:pathLst>
            </a:custGeom>
            <a:solidFill>
              <a:srgbClr val="ECEFF2"/>
            </a:solidFill>
            <a:ln w="1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2D799C24-E1E2-821D-3B9F-E44C26E2D431}"/>
                </a:ext>
              </a:extLst>
            </p:cNvPr>
            <p:cNvSpPr/>
            <p:nvPr/>
          </p:nvSpPr>
          <p:spPr>
            <a:xfrm rot="-4846898">
              <a:off x="1819782" y="4021076"/>
              <a:ext cx="55351" cy="55351"/>
            </a:xfrm>
            <a:custGeom>
              <a:avLst/>
              <a:gdLst>
                <a:gd name="connsiteX0" fmla="*/ 55351 w 55351"/>
                <a:gd name="connsiteY0" fmla="*/ 27676 h 55351"/>
                <a:gd name="connsiteX1" fmla="*/ 27675 w 55351"/>
                <a:gd name="connsiteY1" fmla="*/ 55351 h 55351"/>
                <a:gd name="connsiteX2" fmla="*/ 0 w 55351"/>
                <a:gd name="connsiteY2" fmla="*/ 27676 h 55351"/>
                <a:gd name="connsiteX3" fmla="*/ 27675 w 55351"/>
                <a:gd name="connsiteY3" fmla="*/ 0 h 55351"/>
                <a:gd name="connsiteX4" fmla="*/ 55351 w 55351"/>
                <a:gd name="connsiteY4" fmla="*/ 27676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51" h="55351">
                  <a:moveTo>
                    <a:pt x="55351" y="27676"/>
                  </a:moveTo>
                  <a:cubicBezTo>
                    <a:pt x="55351" y="42960"/>
                    <a:pt x="42960" y="55351"/>
                    <a:pt x="27675" y="55351"/>
                  </a:cubicBezTo>
                  <a:cubicBezTo>
                    <a:pt x="12391" y="55351"/>
                    <a:pt x="0" y="42960"/>
                    <a:pt x="0" y="27676"/>
                  </a:cubicBezTo>
                  <a:cubicBezTo>
                    <a:pt x="0" y="12391"/>
                    <a:pt x="12391" y="0"/>
                    <a:pt x="27675" y="0"/>
                  </a:cubicBezTo>
                  <a:cubicBezTo>
                    <a:pt x="42960" y="0"/>
                    <a:pt x="55351" y="12391"/>
                    <a:pt x="55351" y="27676"/>
                  </a:cubicBezTo>
                  <a:close/>
                </a:path>
              </a:pathLst>
            </a:custGeom>
            <a:solidFill>
              <a:srgbClr val="ECEFF2"/>
            </a:solidFill>
            <a:ln w="1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72F74901-B675-8B92-348C-8BFA04F80941}"/>
                </a:ext>
              </a:extLst>
            </p:cNvPr>
            <p:cNvSpPr/>
            <p:nvPr/>
          </p:nvSpPr>
          <p:spPr>
            <a:xfrm>
              <a:off x="1819724" y="4103159"/>
              <a:ext cx="55350" cy="55350"/>
            </a:xfrm>
            <a:custGeom>
              <a:avLst/>
              <a:gdLst>
                <a:gd name="connsiteX0" fmla="*/ 55350 w 55350"/>
                <a:gd name="connsiteY0" fmla="*/ 27675 h 55350"/>
                <a:gd name="connsiteX1" fmla="*/ 27675 w 55350"/>
                <a:gd name="connsiteY1" fmla="*/ 55350 h 55350"/>
                <a:gd name="connsiteX2" fmla="*/ 0 w 55350"/>
                <a:gd name="connsiteY2" fmla="*/ 27675 h 55350"/>
                <a:gd name="connsiteX3" fmla="*/ 27675 w 55350"/>
                <a:gd name="connsiteY3" fmla="*/ 0 h 55350"/>
                <a:gd name="connsiteX4" fmla="*/ 55350 w 55350"/>
                <a:gd name="connsiteY4" fmla="*/ 27675 h 5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50" h="55350">
                  <a:moveTo>
                    <a:pt x="55350" y="27675"/>
                  </a:moveTo>
                  <a:cubicBezTo>
                    <a:pt x="55350" y="42960"/>
                    <a:pt x="42960" y="55350"/>
                    <a:pt x="27675" y="55350"/>
                  </a:cubicBezTo>
                  <a:cubicBezTo>
                    <a:pt x="12390" y="55350"/>
                    <a:pt x="0" y="42960"/>
                    <a:pt x="0" y="27675"/>
                  </a:cubicBezTo>
                  <a:cubicBezTo>
                    <a:pt x="0" y="12391"/>
                    <a:pt x="12390" y="0"/>
                    <a:pt x="27675" y="0"/>
                  </a:cubicBezTo>
                  <a:cubicBezTo>
                    <a:pt x="42960" y="0"/>
                    <a:pt x="55350" y="12391"/>
                    <a:pt x="55350" y="27675"/>
                  </a:cubicBezTo>
                  <a:close/>
                </a:path>
              </a:pathLst>
            </a:custGeom>
            <a:solidFill>
              <a:srgbClr val="ECEFF2"/>
            </a:solidFill>
            <a:ln w="1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6F52ED92-DE74-6695-8E70-BAC8BA005C48}"/>
                </a:ext>
              </a:extLst>
            </p:cNvPr>
            <p:cNvSpPr/>
            <p:nvPr/>
          </p:nvSpPr>
          <p:spPr>
            <a:xfrm>
              <a:off x="1912831" y="4103159"/>
              <a:ext cx="55350" cy="55350"/>
            </a:xfrm>
            <a:custGeom>
              <a:avLst/>
              <a:gdLst>
                <a:gd name="connsiteX0" fmla="*/ 55350 w 55350"/>
                <a:gd name="connsiteY0" fmla="*/ 27675 h 55350"/>
                <a:gd name="connsiteX1" fmla="*/ 27675 w 55350"/>
                <a:gd name="connsiteY1" fmla="*/ 55350 h 55350"/>
                <a:gd name="connsiteX2" fmla="*/ 0 w 55350"/>
                <a:gd name="connsiteY2" fmla="*/ 27675 h 55350"/>
                <a:gd name="connsiteX3" fmla="*/ 27675 w 55350"/>
                <a:gd name="connsiteY3" fmla="*/ 0 h 55350"/>
                <a:gd name="connsiteX4" fmla="*/ 55350 w 55350"/>
                <a:gd name="connsiteY4" fmla="*/ 27675 h 5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50" h="55350">
                  <a:moveTo>
                    <a:pt x="55350" y="27675"/>
                  </a:moveTo>
                  <a:cubicBezTo>
                    <a:pt x="55350" y="42960"/>
                    <a:pt x="42960" y="55350"/>
                    <a:pt x="27675" y="55350"/>
                  </a:cubicBezTo>
                  <a:cubicBezTo>
                    <a:pt x="12391" y="55350"/>
                    <a:pt x="0" y="42960"/>
                    <a:pt x="0" y="27675"/>
                  </a:cubicBezTo>
                  <a:cubicBezTo>
                    <a:pt x="0" y="12391"/>
                    <a:pt x="12391" y="0"/>
                    <a:pt x="27675" y="0"/>
                  </a:cubicBezTo>
                  <a:cubicBezTo>
                    <a:pt x="42960" y="0"/>
                    <a:pt x="55350" y="12391"/>
                    <a:pt x="55350" y="27675"/>
                  </a:cubicBezTo>
                  <a:close/>
                </a:path>
              </a:pathLst>
            </a:custGeom>
            <a:solidFill>
              <a:srgbClr val="ECEFF2"/>
            </a:solidFill>
            <a:ln w="1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7E53B0C-2B80-AF1F-07F0-A9E7BF86085F}"/>
                </a:ext>
              </a:extLst>
            </p:cNvPr>
            <p:cNvSpPr/>
            <p:nvPr/>
          </p:nvSpPr>
          <p:spPr>
            <a:xfrm>
              <a:off x="1958092" y="3170473"/>
              <a:ext cx="55350" cy="55350"/>
            </a:xfrm>
            <a:custGeom>
              <a:avLst/>
              <a:gdLst>
                <a:gd name="connsiteX0" fmla="*/ 55350 w 55350"/>
                <a:gd name="connsiteY0" fmla="*/ 27675 h 55350"/>
                <a:gd name="connsiteX1" fmla="*/ 27675 w 55350"/>
                <a:gd name="connsiteY1" fmla="*/ 55350 h 55350"/>
                <a:gd name="connsiteX2" fmla="*/ 0 w 55350"/>
                <a:gd name="connsiteY2" fmla="*/ 27675 h 55350"/>
                <a:gd name="connsiteX3" fmla="*/ 27675 w 55350"/>
                <a:gd name="connsiteY3" fmla="*/ 0 h 55350"/>
                <a:gd name="connsiteX4" fmla="*/ 55350 w 55350"/>
                <a:gd name="connsiteY4" fmla="*/ 27675 h 5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50" h="55350">
                  <a:moveTo>
                    <a:pt x="55350" y="27675"/>
                  </a:moveTo>
                  <a:cubicBezTo>
                    <a:pt x="55350" y="42960"/>
                    <a:pt x="42960" y="55350"/>
                    <a:pt x="27675" y="55350"/>
                  </a:cubicBezTo>
                  <a:cubicBezTo>
                    <a:pt x="12390" y="55350"/>
                    <a:pt x="0" y="42960"/>
                    <a:pt x="0" y="27675"/>
                  </a:cubicBezTo>
                  <a:cubicBezTo>
                    <a:pt x="0" y="12391"/>
                    <a:pt x="12390" y="0"/>
                    <a:pt x="27675" y="0"/>
                  </a:cubicBezTo>
                  <a:cubicBezTo>
                    <a:pt x="42960" y="0"/>
                    <a:pt x="55350" y="12391"/>
                    <a:pt x="55350" y="27675"/>
                  </a:cubicBezTo>
                  <a:close/>
                </a:path>
              </a:pathLst>
            </a:custGeom>
            <a:solidFill>
              <a:srgbClr val="ECEFF2"/>
            </a:solidFill>
            <a:ln w="1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68FBF657-F3D0-DED7-10F7-1CC8445D9AD8}"/>
                </a:ext>
              </a:extLst>
            </p:cNvPr>
            <p:cNvSpPr/>
            <p:nvPr/>
          </p:nvSpPr>
          <p:spPr>
            <a:xfrm>
              <a:off x="2061804" y="3170473"/>
              <a:ext cx="55350" cy="55350"/>
            </a:xfrm>
            <a:custGeom>
              <a:avLst/>
              <a:gdLst>
                <a:gd name="connsiteX0" fmla="*/ 55350 w 55350"/>
                <a:gd name="connsiteY0" fmla="*/ 27675 h 55350"/>
                <a:gd name="connsiteX1" fmla="*/ 27675 w 55350"/>
                <a:gd name="connsiteY1" fmla="*/ 55350 h 55350"/>
                <a:gd name="connsiteX2" fmla="*/ 0 w 55350"/>
                <a:gd name="connsiteY2" fmla="*/ 27675 h 55350"/>
                <a:gd name="connsiteX3" fmla="*/ 27675 w 55350"/>
                <a:gd name="connsiteY3" fmla="*/ 0 h 55350"/>
                <a:gd name="connsiteX4" fmla="*/ 55350 w 55350"/>
                <a:gd name="connsiteY4" fmla="*/ 27675 h 5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50" h="55350">
                  <a:moveTo>
                    <a:pt x="55350" y="27675"/>
                  </a:moveTo>
                  <a:cubicBezTo>
                    <a:pt x="55350" y="42960"/>
                    <a:pt x="42960" y="55350"/>
                    <a:pt x="27675" y="55350"/>
                  </a:cubicBezTo>
                  <a:cubicBezTo>
                    <a:pt x="12391" y="55350"/>
                    <a:pt x="0" y="42960"/>
                    <a:pt x="0" y="27675"/>
                  </a:cubicBezTo>
                  <a:cubicBezTo>
                    <a:pt x="0" y="12391"/>
                    <a:pt x="12391" y="0"/>
                    <a:pt x="27675" y="0"/>
                  </a:cubicBezTo>
                  <a:cubicBezTo>
                    <a:pt x="42960" y="0"/>
                    <a:pt x="55350" y="12391"/>
                    <a:pt x="55350" y="27675"/>
                  </a:cubicBezTo>
                  <a:close/>
                </a:path>
              </a:pathLst>
            </a:custGeom>
            <a:solidFill>
              <a:srgbClr val="ECEFF2"/>
            </a:solidFill>
            <a:ln w="1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F57E10A-1D71-4232-1199-C4E36E0B285B}"/>
                </a:ext>
              </a:extLst>
            </p:cNvPr>
            <p:cNvSpPr/>
            <p:nvPr/>
          </p:nvSpPr>
          <p:spPr>
            <a:xfrm>
              <a:off x="2163598" y="3170473"/>
              <a:ext cx="55350" cy="55350"/>
            </a:xfrm>
            <a:custGeom>
              <a:avLst/>
              <a:gdLst>
                <a:gd name="connsiteX0" fmla="*/ 55350 w 55350"/>
                <a:gd name="connsiteY0" fmla="*/ 27675 h 55350"/>
                <a:gd name="connsiteX1" fmla="*/ 27675 w 55350"/>
                <a:gd name="connsiteY1" fmla="*/ 55350 h 55350"/>
                <a:gd name="connsiteX2" fmla="*/ 0 w 55350"/>
                <a:gd name="connsiteY2" fmla="*/ 27675 h 55350"/>
                <a:gd name="connsiteX3" fmla="*/ 27675 w 55350"/>
                <a:gd name="connsiteY3" fmla="*/ 0 h 55350"/>
                <a:gd name="connsiteX4" fmla="*/ 55350 w 55350"/>
                <a:gd name="connsiteY4" fmla="*/ 27675 h 5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50" h="55350">
                  <a:moveTo>
                    <a:pt x="55350" y="27675"/>
                  </a:moveTo>
                  <a:cubicBezTo>
                    <a:pt x="55350" y="42960"/>
                    <a:pt x="42960" y="55350"/>
                    <a:pt x="27675" y="55350"/>
                  </a:cubicBezTo>
                  <a:cubicBezTo>
                    <a:pt x="12390" y="55350"/>
                    <a:pt x="0" y="42960"/>
                    <a:pt x="0" y="27675"/>
                  </a:cubicBezTo>
                  <a:cubicBezTo>
                    <a:pt x="0" y="12391"/>
                    <a:pt x="12390" y="0"/>
                    <a:pt x="27675" y="0"/>
                  </a:cubicBezTo>
                  <a:cubicBezTo>
                    <a:pt x="42960" y="0"/>
                    <a:pt x="55350" y="12391"/>
                    <a:pt x="55350" y="27675"/>
                  </a:cubicBezTo>
                  <a:close/>
                </a:path>
              </a:pathLst>
            </a:custGeom>
            <a:solidFill>
              <a:srgbClr val="ECEFF2"/>
            </a:solidFill>
            <a:ln w="1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6E9B1F44-55C5-7835-DACC-A4FB9D9CC2CC}"/>
                </a:ext>
              </a:extLst>
            </p:cNvPr>
            <p:cNvSpPr/>
            <p:nvPr/>
          </p:nvSpPr>
          <p:spPr>
            <a:xfrm>
              <a:off x="2267294" y="3170473"/>
              <a:ext cx="55350" cy="55350"/>
            </a:xfrm>
            <a:custGeom>
              <a:avLst/>
              <a:gdLst>
                <a:gd name="connsiteX0" fmla="*/ 55350 w 55350"/>
                <a:gd name="connsiteY0" fmla="*/ 27675 h 55350"/>
                <a:gd name="connsiteX1" fmla="*/ 27675 w 55350"/>
                <a:gd name="connsiteY1" fmla="*/ 55350 h 55350"/>
                <a:gd name="connsiteX2" fmla="*/ 0 w 55350"/>
                <a:gd name="connsiteY2" fmla="*/ 27675 h 55350"/>
                <a:gd name="connsiteX3" fmla="*/ 27675 w 55350"/>
                <a:gd name="connsiteY3" fmla="*/ 0 h 55350"/>
                <a:gd name="connsiteX4" fmla="*/ 55350 w 55350"/>
                <a:gd name="connsiteY4" fmla="*/ 27675 h 5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50" h="55350">
                  <a:moveTo>
                    <a:pt x="55350" y="27675"/>
                  </a:moveTo>
                  <a:cubicBezTo>
                    <a:pt x="55350" y="42960"/>
                    <a:pt x="42960" y="55350"/>
                    <a:pt x="27675" y="55350"/>
                  </a:cubicBezTo>
                  <a:cubicBezTo>
                    <a:pt x="12391" y="55350"/>
                    <a:pt x="0" y="42960"/>
                    <a:pt x="0" y="27675"/>
                  </a:cubicBezTo>
                  <a:cubicBezTo>
                    <a:pt x="0" y="12391"/>
                    <a:pt x="12391" y="0"/>
                    <a:pt x="27675" y="0"/>
                  </a:cubicBezTo>
                  <a:cubicBezTo>
                    <a:pt x="42960" y="0"/>
                    <a:pt x="55350" y="12391"/>
                    <a:pt x="55350" y="27675"/>
                  </a:cubicBezTo>
                  <a:close/>
                </a:path>
              </a:pathLst>
            </a:custGeom>
            <a:solidFill>
              <a:srgbClr val="ECEFF2"/>
            </a:solidFill>
            <a:ln w="1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11360BF-D09F-C1D1-5A16-FD68B13F135B}"/>
                </a:ext>
              </a:extLst>
            </p:cNvPr>
            <p:cNvSpPr/>
            <p:nvPr/>
          </p:nvSpPr>
          <p:spPr>
            <a:xfrm>
              <a:off x="2372909" y="3170473"/>
              <a:ext cx="55350" cy="55350"/>
            </a:xfrm>
            <a:custGeom>
              <a:avLst/>
              <a:gdLst>
                <a:gd name="connsiteX0" fmla="*/ 55350 w 55350"/>
                <a:gd name="connsiteY0" fmla="*/ 27675 h 55350"/>
                <a:gd name="connsiteX1" fmla="*/ 27675 w 55350"/>
                <a:gd name="connsiteY1" fmla="*/ 55350 h 55350"/>
                <a:gd name="connsiteX2" fmla="*/ 0 w 55350"/>
                <a:gd name="connsiteY2" fmla="*/ 27675 h 55350"/>
                <a:gd name="connsiteX3" fmla="*/ 27675 w 55350"/>
                <a:gd name="connsiteY3" fmla="*/ 0 h 55350"/>
                <a:gd name="connsiteX4" fmla="*/ 55350 w 55350"/>
                <a:gd name="connsiteY4" fmla="*/ 27675 h 5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50" h="55350">
                  <a:moveTo>
                    <a:pt x="55350" y="27675"/>
                  </a:moveTo>
                  <a:cubicBezTo>
                    <a:pt x="55350" y="42960"/>
                    <a:pt x="42960" y="55350"/>
                    <a:pt x="27675" y="55350"/>
                  </a:cubicBezTo>
                  <a:cubicBezTo>
                    <a:pt x="12391" y="55350"/>
                    <a:pt x="0" y="42960"/>
                    <a:pt x="0" y="27675"/>
                  </a:cubicBezTo>
                  <a:cubicBezTo>
                    <a:pt x="0" y="12391"/>
                    <a:pt x="12391" y="0"/>
                    <a:pt x="27675" y="0"/>
                  </a:cubicBezTo>
                  <a:cubicBezTo>
                    <a:pt x="42960" y="0"/>
                    <a:pt x="55350" y="12391"/>
                    <a:pt x="55350" y="27675"/>
                  </a:cubicBezTo>
                  <a:close/>
                </a:path>
              </a:pathLst>
            </a:custGeom>
            <a:solidFill>
              <a:srgbClr val="ECEFF2"/>
            </a:solidFill>
            <a:ln w="1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44" name="Graphic 21">
              <a:extLst>
                <a:ext uri="{FF2B5EF4-FFF2-40B4-BE49-F238E27FC236}">
                  <a16:creationId xmlns:a16="http://schemas.microsoft.com/office/drawing/2014/main" id="{F1B4B074-E074-F935-D101-1412518E35C4}"/>
                </a:ext>
              </a:extLst>
            </p:cNvPr>
            <p:cNvGrpSpPr/>
            <p:nvPr/>
          </p:nvGrpSpPr>
          <p:grpSpPr>
            <a:xfrm>
              <a:off x="560801" y="2938382"/>
              <a:ext cx="307335" cy="318422"/>
              <a:chOff x="560801" y="2938382"/>
              <a:chExt cx="307335" cy="318422"/>
            </a:xfrm>
            <a:solidFill>
              <a:srgbClr val="ECEFF2"/>
            </a:solidFill>
          </p:grpSpPr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69D1A738-8107-CEB7-7EFE-60855DC31D20}"/>
                  </a:ext>
                </a:extLst>
              </p:cNvPr>
              <p:cNvSpPr/>
              <p:nvPr/>
            </p:nvSpPr>
            <p:spPr>
              <a:xfrm rot="-4320102">
                <a:off x="784017" y="3136405"/>
                <a:ext cx="74440" cy="74440"/>
              </a:xfrm>
              <a:custGeom>
                <a:avLst/>
                <a:gdLst>
                  <a:gd name="connsiteX0" fmla="*/ 74440 w 74440"/>
                  <a:gd name="connsiteY0" fmla="*/ 37220 h 74440"/>
                  <a:gd name="connsiteX1" fmla="*/ 37220 w 74440"/>
                  <a:gd name="connsiteY1" fmla="*/ 74440 h 74440"/>
                  <a:gd name="connsiteX2" fmla="*/ 0 w 74440"/>
                  <a:gd name="connsiteY2" fmla="*/ 37220 h 74440"/>
                  <a:gd name="connsiteX3" fmla="*/ 37220 w 74440"/>
                  <a:gd name="connsiteY3" fmla="*/ 0 h 74440"/>
                  <a:gd name="connsiteX4" fmla="*/ 74440 w 74440"/>
                  <a:gd name="connsiteY4" fmla="*/ 37220 h 74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440" h="74440">
                    <a:moveTo>
                      <a:pt x="74440" y="37220"/>
                    </a:moveTo>
                    <a:cubicBezTo>
                      <a:pt x="74440" y="57776"/>
                      <a:pt x="57776" y="74440"/>
                      <a:pt x="37220" y="74440"/>
                    </a:cubicBezTo>
                    <a:cubicBezTo>
                      <a:pt x="16664" y="74440"/>
                      <a:pt x="0" y="57776"/>
                      <a:pt x="0" y="37220"/>
                    </a:cubicBezTo>
                    <a:cubicBezTo>
                      <a:pt x="0" y="16664"/>
                      <a:pt x="16664" y="0"/>
                      <a:pt x="37220" y="0"/>
                    </a:cubicBezTo>
                    <a:cubicBezTo>
                      <a:pt x="57776" y="0"/>
                      <a:pt x="74440" y="16664"/>
                      <a:pt x="74440" y="37220"/>
                    </a:cubicBezTo>
                    <a:close/>
                  </a:path>
                </a:pathLst>
              </a:custGeom>
              <a:solidFill>
                <a:srgbClr val="ECEFF2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1059E44D-9026-3D06-13AA-1CC0448CB2D0}"/>
                  </a:ext>
                </a:extLst>
              </p:cNvPr>
              <p:cNvSpPr/>
              <p:nvPr/>
            </p:nvSpPr>
            <p:spPr>
              <a:xfrm rot="-4842716">
                <a:off x="664788" y="2943901"/>
                <a:ext cx="74438" cy="74438"/>
              </a:xfrm>
              <a:custGeom>
                <a:avLst/>
                <a:gdLst>
                  <a:gd name="connsiteX0" fmla="*/ 74438 w 74438"/>
                  <a:gd name="connsiteY0" fmla="*/ 37219 h 74438"/>
                  <a:gd name="connsiteX1" fmla="*/ 37219 w 74438"/>
                  <a:gd name="connsiteY1" fmla="*/ 74438 h 74438"/>
                  <a:gd name="connsiteX2" fmla="*/ 0 w 74438"/>
                  <a:gd name="connsiteY2" fmla="*/ 37219 h 74438"/>
                  <a:gd name="connsiteX3" fmla="*/ 37219 w 74438"/>
                  <a:gd name="connsiteY3" fmla="*/ 0 h 74438"/>
                  <a:gd name="connsiteX4" fmla="*/ 74438 w 74438"/>
                  <a:gd name="connsiteY4" fmla="*/ 37219 h 74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438" h="74438">
                    <a:moveTo>
                      <a:pt x="74438" y="37219"/>
                    </a:moveTo>
                    <a:cubicBezTo>
                      <a:pt x="74438" y="57775"/>
                      <a:pt x="57775" y="74438"/>
                      <a:pt x="37219" y="74438"/>
                    </a:cubicBezTo>
                    <a:cubicBezTo>
                      <a:pt x="16664" y="74438"/>
                      <a:pt x="0" y="57775"/>
                      <a:pt x="0" y="37219"/>
                    </a:cubicBezTo>
                    <a:cubicBezTo>
                      <a:pt x="0" y="16664"/>
                      <a:pt x="16664" y="0"/>
                      <a:pt x="37219" y="0"/>
                    </a:cubicBezTo>
                    <a:cubicBezTo>
                      <a:pt x="57775" y="0"/>
                      <a:pt x="74438" y="16664"/>
                      <a:pt x="74438" y="37219"/>
                    </a:cubicBezTo>
                    <a:close/>
                  </a:path>
                </a:pathLst>
              </a:custGeom>
              <a:solidFill>
                <a:srgbClr val="ECEFF2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8307EBCE-B9AC-9CE2-3DDF-C37F67287B6D}"/>
                  </a:ext>
                </a:extLst>
              </p:cNvPr>
              <p:cNvSpPr/>
              <p:nvPr/>
            </p:nvSpPr>
            <p:spPr>
              <a:xfrm rot="-4451918">
                <a:off x="569529" y="3173639"/>
                <a:ext cx="74436" cy="74436"/>
              </a:xfrm>
              <a:custGeom>
                <a:avLst/>
                <a:gdLst>
                  <a:gd name="connsiteX0" fmla="*/ 74437 w 74436"/>
                  <a:gd name="connsiteY0" fmla="*/ 37218 h 74436"/>
                  <a:gd name="connsiteX1" fmla="*/ 37218 w 74436"/>
                  <a:gd name="connsiteY1" fmla="*/ 74437 h 74436"/>
                  <a:gd name="connsiteX2" fmla="*/ 0 w 74436"/>
                  <a:gd name="connsiteY2" fmla="*/ 37218 h 74436"/>
                  <a:gd name="connsiteX3" fmla="*/ 37218 w 74436"/>
                  <a:gd name="connsiteY3" fmla="*/ 0 h 74436"/>
                  <a:gd name="connsiteX4" fmla="*/ 74437 w 74436"/>
                  <a:gd name="connsiteY4" fmla="*/ 37218 h 74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436" h="74436">
                    <a:moveTo>
                      <a:pt x="74437" y="37218"/>
                    </a:moveTo>
                    <a:cubicBezTo>
                      <a:pt x="74437" y="57773"/>
                      <a:pt x="57773" y="74437"/>
                      <a:pt x="37218" y="74437"/>
                    </a:cubicBezTo>
                    <a:cubicBezTo>
                      <a:pt x="16663" y="74437"/>
                      <a:pt x="0" y="57773"/>
                      <a:pt x="0" y="37218"/>
                    </a:cubicBezTo>
                    <a:cubicBezTo>
                      <a:pt x="0" y="16663"/>
                      <a:pt x="16663" y="0"/>
                      <a:pt x="37218" y="0"/>
                    </a:cubicBezTo>
                    <a:cubicBezTo>
                      <a:pt x="57773" y="0"/>
                      <a:pt x="74437" y="16663"/>
                      <a:pt x="74437" y="37218"/>
                    </a:cubicBezTo>
                    <a:close/>
                  </a:path>
                </a:pathLst>
              </a:custGeom>
              <a:solidFill>
                <a:srgbClr val="ECEFF2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AB1F7FE4-CBB2-FBC9-D705-2CA86E2E54B5}"/>
                  </a:ext>
                </a:extLst>
              </p:cNvPr>
              <p:cNvSpPr/>
              <p:nvPr/>
            </p:nvSpPr>
            <p:spPr>
              <a:xfrm>
                <a:off x="606295" y="2979608"/>
                <a:ext cx="219558" cy="234083"/>
              </a:xfrm>
              <a:custGeom>
                <a:avLst/>
                <a:gdLst>
                  <a:gd name="connsiteX0" fmla="*/ 980 w 219558"/>
                  <a:gd name="connsiteY0" fmla="*/ 234083 h 234083"/>
                  <a:gd name="connsiteX1" fmla="*/ 0 w 219558"/>
                  <a:gd name="connsiteY1" fmla="*/ 228441 h 234083"/>
                  <a:gd name="connsiteX2" fmla="*/ 210227 w 219558"/>
                  <a:gd name="connsiteY2" fmla="*/ 191949 h 234083"/>
                  <a:gd name="connsiteX3" fmla="*/ 93230 w 219558"/>
                  <a:gd name="connsiteY3" fmla="*/ 3014 h 234083"/>
                  <a:gd name="connsiteX4" fmla="*/ 98099 w 219558"/>
                  <a:gd name="connsiteY4" fmla="*/ 0 h 234083"/>
                  <a:gd name="connsiteX5" fmla="*/ 219559 w 219558"/>
                  <a:gd name="connsiteY5" fmla="*/ 196140 h 23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9558" h="234083">
                    <a:moveTo>
                      <a:pt x="980" y="234083"/>
                    </a:moveTo>
                    <a:lnTo>
                      <a:pt x="0" y="228441"/>
                    </a:lnTo>
                    <a:lnTo>
                      <a:pt x="210227" y="191949"/>
                    </a:lnTo>
                    <a:lnTo>
                      <a:pt x="93230" y="3014"/>
                    </a:lnTo>
                    <a:lnTo>
                      <a:pt x="98099" y="0"/>
                    </a:lnTo>
                    <a:lnTo>
                      <a:pt x="219559" y="196140"/>
                    </a:lnTo>
                    <a:close/>
                  </a:path>
                </a:pathLst>
              </a:custGeom>
              <a:solidFill>
                <a:srgbClr val="ECEFF2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49" name="Graphic 21">
              <a:extLst>
                <a:ext uri="{FF2B5EF4-FFF2-40B4-BE49-F238E27FC236}">
                  <a16:creationId xmlns:a16="http://schemas.microsoft.com/office/drawing/2014/main" id="{C8A349D2-472F-74C2-65D9-38BE99C82463}"/>
                </a:ext>
              </a:extLst>
            </p:cNvPr>
            <p:cNvGrpSpPr/>
            <p:nvPr/>
          </p:nvGrpSpPr>
          <p:grpSpPr>
            <a:xfrm>
              <a:off x="2739622" y="3165783"/>
              <a:ext cx="312433" cy="304453"/>
              <a:chOff x="2739622" y="3165783"/>
              <a:chExt cx="312433" cy="304453"/>
            </a:xfrm>
            <a:solidFill>
              <a:srgbClr val="ECEFF2"/>
            </a:solidFill>
          </p:grpSpPr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539C59FB-F2B2-CDF1-FC33-F09EEFE53BEF}"/>
                  </a:ext>
                </a:extLst>
              </p:cNvPr>
              <p:cNvSpPr/>
              <p:nvPr/>
            </p:nvSpPr>
            <p:spPr>
              <a:xfrm rot="-4914333">
                <a:off x="2958854" y="3170652"/>
                <a:ext cx="74434" cy="74434"/>
              </a:xfrm>
              <a:custGeom>
                <a:avLst/>
                <a:gdLst>
                  <a:gd name="connsiteX0" fmla="*/ 74435 w 74434"/>
                  <a:gd name="connsiteY0" fmla="*/ 37217 h 74434"/>
                  <a:gd name="connsiteX1" fmla="*/ 37217 w 74434"/>
                  <a:gd name="connsiteY1" fmla="*/ 74435 h 74434"/>
                  <a:gd name="connsiteX2" fmla="*/ 0 w 74434"/>
                  <a:gd name="connsiteY2" fmla="*/ 37217 h 74434"/>
                  <a:gd name="connsiteX3" fmla="*/ 37217 w 74434"/>
                  <a:gd name="connsiteY3" fmla="*/ 0 h 74434"/>
                  <a:gd name="connsiteX4" fmla="*/ 74435 w 74434"/>
                  <a:gd name="connsiteY4" fmla="*/ 37217 h 74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434" h="74434">
                    <a:moveTo>
                      <a:pt x="74435" y="37217"/>
                    </a:moveTo>
                    <a:cubicBezTo>
                      <a:pt x="74435" y="57772"/>
                      <a:pt x="57772" y="74435"/>
                      <a:pt x="37217" y="74435"/>
                    </a:cubicBezTo>
                    <a:cubicBezTo>
                      <a:pt x="16663" y="74435"/>
                      <a:pt x="0" y="57772"/>
                      <a:pt x="0" y="37217"/>
                    </a:cubicBezTo>
                    <a:cubicBezTo>
                      <a:pt x="0" y="16663"/>
                      <a:pt x="16663" y="0"/>
                      <a:pt x="37217" y="0"/>
                    </a:cubicBezTo>
                    <a:cubicBezTo>
                      <a:pt x="57772" y="0"/>
                      <a:pt x="74435" y="16663"/>
                      <a:pt x="74435" y="37217"/>
                    </a:cubicBezTo>
                    <a:close/>
                  </a:path>
                </a:pathLst>
              </a:custGeom>
              <a:solidFill>
                <a:srgbClr val="ECEFF2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2B4A13AB-4D19-4AD8-8920-B0EDA9E3837B}"/>
                  </a:ext>
                </a:extLst>
              </p:cNvPr>
              <p:cNvSpPr/>
              <p:nvPr/>
            </p:nvSpPr>
            <p:spPr>
              <a:xfrm rot="-1814199">
                <a:off x="2753302" y="3265377"/>
                <a:ext cx="74441" cy="74441"/>
              </a:xfrm>
              <a:custGeom>
                <a:avLst/>
                <a:gdLst>
                  <a:gd name="connsiteX0" fmla="*/ 74442 w 74441"/>
                  <a:gd name="connsiteY0" fmla="*/ 37221 h 74441"/>
                  <a:gd name="connsiteX1" fmla="*/ 37221 w 74441"/>
                  <a:gd name="connsiteY1" fmla="*/ 74442 h 74441"/>
                  <a:gd name="connsiteX2" fmla="*/ 0 w 74441"/>
                  <a:gd name="connsiteY2" fmla="*/ 37221 h 74441"/>
                  <a:gd name="connsiteX3" fmla="*/ 37221 w 74441"/>
                  <a:gd name="connsiteY3" fmla="*/ 0 h 74441"/>
                  <a:gd name="connsiteX4" fmla="*/ 74442 w 74441"/>
                  <a:gd name="connsiteY4" fmla="*/ 37221 h 74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441" h="74441">
                    <a:moveTo>
                      <a:pt x="74442" y="37221"/>
                    </a:moveTo>
                    <a:cubicBezTo>
                      <a:pt x="74442" y="57777"/>
                      <a:pt x="57777" y="74442"/>
                      <a:pt x="37221" y="74442"/>
                    </a:cubicBezTo>
                    <a:cubicBezTo>
                      <a:pt x="16664" y="74442"/>
                      <a:pt x="0" y="57777"/>
                      <a:pt x="0" y="37221"/>
                    </a:cubicBezTo>
                    <a:cubicBezTo>
                      <a:pt x="0" y="16664"/>
                      <a:pt x="16664" y="0"/>
                      <a:pt x="37221" y="0"/>
                    </a:cubicBezTo>
                    <a:cubicBezTo>
                      <a:pt x="57777" y="0"/>
                      <a:pt x="74442" y="16664"/>
                      <a:pt x="74442" y="37221"/>
                    </a:cubicBezTo>
                    <a:close/>
                  </a:path>
                </a:pathLst>
              </a:custGeom>
              <a:solidFill>
                <a:srgbClr val="ECEFF2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E0509B5C-455F-2B8B-7169-5584D8C0F0FB}"/>
                  </a:ext>
                </a:extLst>
              </p:cNvPr>
              <p:cNvSpPr/>
              <p:nvPr/>
            </p:nvSpPr>
            <p:spPr>
              <a:xfrm rot="-4540233">
                <a:off x="2969563" y="3387744"/>
                <a:ext cx="74438" cy="74438"/>
              </a:xfrm>
              <a:custGeom>
                <a:avLst/>
                <a:gdLst>
                  <a:gd name="connsiteX0" fmla="*/ 74439 w 74438"/>
                  <a:gd name="connsiteY0" fmla="*/ 37219 h 74438"/>
                  <a:gd name="connsiteX1" fmla="*/ 37219 w 74438"/>
                  <a:gd name="connsiteY1" fmla="*/ 74438 h 74438"/>
                  <a:gd name="connsiteX2" fmla="*/ 0 w 74438"/>
                  <a:gd name="connsiteY2" fmla="*/ 37219 h 74438"/>
                  <a:gd name="connsiteX3" fmla="*/ 37219 w 74438"/>
                  <a:gd name="connsiteY3" fmla="*/ 0 h 74438"/>
                  <a:gd name="connsiteX4" fmla="*/ 74439 w 74438"/>
                  <a:gd name="connsiteY4" fmla="*/ 37219 h 74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438" h="74438">
                    <a:moveTo>
                      <a:pt x="74439" y="37219"/>
                    </a:moveTo>
                    <a:cubicBezTo>
                      <a:pt x="74439" y="57775"/>
                      <a:pt x="57775" y="74438"/>
                      <a:pt x="37219" y="74438"/>
                    </a:cubicBezTo>
                    <a:cubicBezTo>
                      <a:pt x="16663" y="74438"/>
                      <a:pt x="0" y="57775"/>
                      <a:pt x="0" y="37219"/>
                    </a:cubicBezTo>
                    <a:cubicBezTo>
                      <a:pt x="0" y="16664"/>
                      <a:pt x="16663" y="0"/>
                      <a:pt x="37219" y="0"/>
                    </a:cubicBezTo>
                    <a:cubicBezTo>
                      <a:pt x="57775" y="0"/>
                      <a:pt x="74439" y="16664"/>
                      <a:pt x="74439" y="37219"/>
                    </a:cubicBezTo>
                    <a:close/>
                  </a:path>
                </a:pathLst>
              </a:custGeom>
              <a:solidFill>
                <a:srgbClr val="ECEFF2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ADD56CD7-D486-7047-2732-BD8E84E10334}"/>
                  </a:ext>
                </a:extLst>
              </p:cNvPr>
              <p:cNvSpPr/>
              <p:nvPr/>
            </p:nvSpPr>
            <p:spPr>
              <a:xfrm>
                <a:off x="2789149" y="3203318"/>
                <a:ext cx="220567" cy="221855"/>
              </a:xfrm>
              <a:custGeom>
                <a:avLst/>
                <a:gdLst>
                  <a:gd name="connsiteX0" fmla="*/ 214844 w 220567"/>
                  <a:gd name="connsiteY0" fmla="*/ 221856 h 221855"/>
                  <a:gd name="connsiteX1" fmla="*/ 204143 w 220567"/>
                  <a:gd name="connsiteY1" fmla="*/ 8753 h 221855"/>
                  <a:gd name="connsiteX2" fmla="*/ 2410 w 220567"/>
                  <a:gd name="connsiteY2" fmla="*/ 101946 h 221855"/>
                  <a:gd name="connsiteX3" fmla="*/ 0 w 220567"/>
                  <a:gd name="connsiteY3" fmla="*/ 96749 h 221855"/>
                  <a:gd name="connsiteX4" fmla="*/ 209438 w 220567"/>
                  <a:gd name="connsiteY4" fmla="*/ 0 h 221855"/>
                  <a:gd name="connsiteX5" fmla="*/ 220567 w 220567"/>
                  <a:gd name="connsiteY5" fmla="*/ 221569 h 221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567" h="221855">
                    <a:moveTo>
                      <a:pt x="214844" y="221856"/>
                    </a:moveTo>
                    <a:lnTo>
                      <a:pt x="204143" y="8753"/>
                    </a:lnTo>
                    <a:lnTo>
                      <a:pt x="2410" y="101946"/>
                    </a:lnTo>
                    <a:lnTo>
                      <a:pt x="0" y="96749"/>
                    </a:lnTo>
                    <a:lnTo>
                      <a:pt x="209438" y="0"/>
                    </a:lnTo>
                    <a:lnTo>
                      <a:pt x="220567" y="221569"/>
                    </a:lnTo>
                    <a:close/>
                  </a:path>
                </a:pathLst>
              </a:custGeom>
              <a:solidFill>
                <a:srgbClr val="ECEFF2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54" name="Graphic 21">
              <a:extLst>
                <a:ext uri="{FF2B5EF4-FFF2-40B4-BE49-F238E27FC236}">
                  <a16:creationId xmlns:a16="http://schemas.microsoft.com/office/drawing/2014/main" id="{A6E5F48F-B4A6-B7F4-7B0A-5EF03B6313E4}"/>
                </a:ext>
              </a:extLst>
            </p:cNvPr>
            <p:cNvGrpSpPr/>
            <p:nvPr/>
          </p:nvGrpSpPr>
          <p:grpSpPr>
            <a:xfrm>
              <a:off x="501860" y="4217768"/>
              <a:ext cx="693450" cy="1157125"/>
              <a:chOff x="501860" y="4217768"/>
              <a:chExt cx="693450" cy="1157125"/>
            </a:xfrm>
          </p:grpSpPr>
          <p:grpSp>
            <p:nvGrpSpPr>
              <p:cNvPr id="155" name="Graphic 21">
                <a:extLst>
                  <a:ext uri="{FF2B5EF4-FFF2-40B4-BE49-F238E27FC236}">
                    <a16:creationId xmlns:a16="http://schemas.microsoft.com/office/drawing/2014/main" id="{47A3DE66-5A3D-8781-04E0-3A21F8FBD0EC}"/>
                  </a:ext>
                </a:extLst>
              </p:cNvPr>
              <p:cNvGrpSpPr/>
              <p:nvPr/>
            </p:nvGrpSpPr>
            <p:grpSpPr>
              <a:xfrm>
                <a:off x="1084597" y="4413555"/>
                <a:ext cx="88816" cy="70445"/>
                <a:chOff x="1084597" y="4413555"/>
                <a:chExt cx="88816" cy="70445"/>
              </a:xfrm>
            </p:grpSpPr>
            <p:sp>
              <p:nvSpPr>
                <p:cNvPr id="156" name="Freeform: Shape 155">
                  <a:extLst>
                    <a:ext uri="{FF2B5EF4-FFF2-40B4-BE49-F238E27FC236}">
                      <a16:creationId xmlns:a16="http://schemas.microsoft.com/office/drawing/2014/main" id="{767E03A7-9C2F-D7E2-5495-EC8263B7D6A7}"/>
                    </a:ext>
                  </a:extLst>
                </p:cNvPr>
                <p:cNvSpPr/>
                <p:nvPr/>
              </p:nvSpPr>
              <p:spPr>
                <a:xfrm>
                  <a:off x="1087955" y="4415150"/>
                  <a:ext cx="83451" cy="68363"/>
                </a:xfrm>
                <a:custGeom>
                  <a:avLst/>
                  <a:gdLst>
                    <a:gd name="connsiteX0" fmla="*/ 72743 w 83451"/>
                    <a:gd name="connsiteY0" fmla="*/ 26967 h 68363"/>
                    <a:gd name="connsiteX1" fmla="*/ 54448 w 83451"/>
                    <a:gd name="connsiteY1" fmla="*/ 30518 h 68363"/>
                    <a:gd name="connsiteX2" fmla="*/ 55098 w 83451"/>
                    <a:gd name="connsiteY2" fmla="*/ 25476 h 68363"/>
                    <a:gd name="connsiteX3" fmla="*/ 73139 w 83451"/>
                    <a:gd name="connsiteY3" fmla="*/ 3060 h 68363"/>
                    <a:gd name="connsiteX4" fmla="*/ 35107 w 83451"/>
                    <a:gd name="connsiteY4" fmla="*/ 13380 h 68363"/>
                    <a:gd name="connsiteX5" fmla="*/ 0 w 83451"/>
                    <a:gd name="connsiteY5" fmla="*/ 37715 h 68363"/>
                    <a:gd name="connsiteX6" fmla="*/ 19666 w 83451"/>
                    <a:gd name="connsiteY6" fmla="*/ 62415 h 68363"/>
                    <a:gd name="connsiteX7" fmla="*/ 24660 w 83451"/>
                    <a:gd name="connsiteY7" fmla="*/ 65094 h 68363"/>
                    <a:gd name="connsiteX8" fmla="*/ 69699 w 83451"/>
                    <a:gd name="connsiteY8" fmla="*/ 59989 h 68363"/>
                    <a:gd name="connsiteX9" fmla="*/ 83412 w 83451"/>
                    <a:gd name="connsiteY9" fmla="*/ 52205 h 68363"/>
                    <a:gd name="connsiteX10" fmla="*/ 72743 w 83451"/>
                    <a:gd name="connsiteY10" fmla="*/ 26967 h 68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3451" h="68363">
                      <a:moveTo>
                        <a:pt x="72743" y="26967"/>
                      </a:moveTo>
                      <a:cubicBezTo>
                        <a:pt x="66481" y="29361"/>
                        <a:pt x="60346" y="30280"/>
                        <a:pt x="54448" y="30518"/>
                      </a:cubicBezTo>
                      <a:cubicBezTo>
                        <a:pt x="54670" y="28980"/>
                        <a:pt x="54860" y="27315"/>
                        <a:pt x="55098" y="25476"/>
                      </a:cubicBezTo>
                      <a:cubicBezTo>
                        <a:pt x="56145" y="17597"/>
                        <a:pt x="73646" y="7531"/>
                        <a:pt x="73139" y="3060"/>
                      </a:cubicBezTo>
                      <a:cubicBezTo>
                        <a:pt x="71998" y="-6706"/>
                        <a:pt x="51547" y="9702"/>
                        <a:pt x="35107" y="13380"/>
                      </a:cubicBezTo>
                      <a:cubicBezTo>
                        <a:pt x="23931" y="15885"/>
                        <a:pt x="4114" y="33007"/>
                        <a:pt x="0" y="37715"/>
                      </a:cubicBezTo>
                      <a:lnTo>
                        <a:pt x="19666" y="62415"/>
                      </a:lnTo>
                      <a:cubicBezTo>
                        <a:pt x="21156" y="63413"/>
                        <a:pt x="22805" y="64269"/>
                        <a:pt x="24660" y="65094"/>
                      </a:cubicBezTo>
                      <a:cubicBezTo>
                        <a:pt x="46268" y="74733"/>
                        <a:pt x="69699" y="59989"/>
                        <a:pt x="69699" y="59989"/>
                      </a:cubicBezTo>
                      <a:cubicBezTo>
                        <a:pt x="73298" y="58562"/>
                        <a:pt x="82350" y="54266"/>
                        <a:pt x="83412" y="52205"/>
                      </a:cubicBezTo>
                      <a:cubicBezTo>
                        <a:pt x="84205" y="52047"/>
                        <a:pt x="72743" y="26967"/>
                        <a:pt x="72743" y="2696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7" name="Freeform: Shape 156">
                  <a:extLst>
                    <a:ext uri="{FF2B5EF4-FFF2-40B4-BE49-F238E27FC236}">
                      <a16:creationId xmlns:a16="http://schemas.microsoft.com/office/drawing/2014/main" id="{1C92A590-DAEA-B52A-9320-611D8E41BB71}"/>
                    </a:ext>
                  </a:extLst>
                </p:cNvPr>
                <p:cNvSpPr/>
                <p:nvPr/>
              </p:nvSpPr>
              <p:spPr>
                <a:xfrm>
                  <a:off x="1107416" y="4435695"/>
                  <a:ext cx="65997" cy="48305"/>
                </a:xfrm>
                <a:custGeom>
                  <a:avLst/>
                  <a:gdLst>
                    <a:gd name="connsiteX0" fmla="*/ 23905 w 65997"/>
                    <a:gd name="connsiteY0" fmla="*/ 48306 h 48305"/>
                    <a:gd name="connsiteX1" fmla="*/ 5531 w 65997"/>
                    <a:gd name="connsiteY1" fmla="*/ 45151 h 48305"/>
                    <a:gd name="connsiteX2" fmla="*/ 1616 w 65997"/>
                    <a:gd name="connsiteY2" fmla="*/ 42868 h 48305"/>
                    <a:gd name="connsiteX3" fmla="*/ 427 w 65997"/>
                    <a:gd name="connsiteY3" fmla="*/ 42012 h 48305"/>
                    <a:gd name="connsiteX4" fmla="*/ 157 w 65997"/>
                    <a:gd name="connsiteY4" fmla="*/ 40680 h 48305"/>
                    <a:gd name="connsiteX5" fmla="*/ 1489 w 65997"/>
                    <a:gd name="connsiteY5" fmla="*/ 40426 h 48305"/>
                    <a:gd name="connsiteX6" fmla="*/ 2757 w 65997"/>
                    <a:gd name="connsiteY6" fmla="*/ 41330 h 48305"/>
                    <a:gd name="connsiteX7" fmla="*/ 6134 w 65997"/>
                    <a:gd name="connsiteY7" fmla="*/ 43328 h 48305"/>
                    <a:gd name="connsiteX8" fmla="*/ 47939 w 65997"/>
                    <a:gd name="connsiteY8" fmla="*/ 39095 h 48305"/>
                    <a:gd name="connsiteX9" fmla="*/ 60748 w 65997"/>
                    <a:gd name="connsiteY9" fmla="*/ 25477 h 48305"/>
                    <a:gd name="connsiteX10" fmla="*/ 63761 w 65997"/>
                    <a:gd name="connsiteY10" fmla="*/ 1935 h 48305"/>
                    <a:gd name="connsiteX11" fmla="*/ 63555 w 65997"/>
                    <a:gd name="connsiteY11" fmla="*/ 2046 h 48305"/>
                    <a:gd name="connsiteX12" fmla="*/ 32355 w 65997"/>
                    <a:gd name="connsiteY12" fmla="*/ 10353 h 48305"/>
                    <a:gd name="connsiteX13" fmla="*/ 32355 w 65997"/>
                    <a:gd name="connsiteY13" fmla="*/ 10353 h 48305"/>
                    <a:gd name="connsiteX14" fmla="*/ 31388 w 65997"/>
                    <a:gd name="connsiteY14" fmla="*/ 9402 h 48305"/>
                    <a:gd name="connsiteX15" fmla="*/ 32355 w 65997"/>
                    <a:gd name="connsiteY15" fmla="*/ 8434 h 48305"/>
                    <a:gd name="connsiteX16" fmla="*/ 62540 w 65997"/>
                    <a:gd name="connsiteY16" fmla="*/ 429 h 48305"/>
                    <a:gd name="connsiteX17" fmla="*/ 64839 w 65997"/>
                    <a:gd name="connsiteY17" fmla="*/ 318 h 48305"/>
                    <a:gd name="connsiteX18" fmla="*/ 62587 w 65997"/>
                    <a:gd name="connsiteY18" fmla="*/ 26048 h 48305"/>
                    <a:gd name="connsiteX19" fmla="*/ 62508 w 65997"/>
                    <a:gd name="connsiteY19" fmla="*/ 26269 h 48305"/>
                    <a:gd name="connsiteX20" fmla="*/ 23905 w 65997"/>
                    <a:gd name="connsiteY20" fmla="*/ 48306 h 483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5997" h="48305">
                      <a:moveTo>
                        <a:pt x="23905" y="48306"/>
                      </a:moveTo>
                      <a:cubicBezTo>
                        <a:pt x="18420" y="48306"/>
                        <a:pt x="12301" y="47386"/>
                        <a:pt x="5531" y="45151"/>
                      </a:cubicBezTo>
                      <a:cubicBezTo>
                        <a:pt x="3994" y="44644"/>
                        <a:pt x="2725" y="43708"/>
                        <a:pt x="1616" y="42868"/>
                      </a:cubicBezTo>
                      <a:cubicBezTo>
                        <a:pt x="1219" y="42567"/>
                        <a:pt x="823" y="42281"/>
                        <a:pt x="427" y="42012"/>
                      </a:cubicBezTo>
                      <a:cubicBezTo>
                        <a:pt x="-17" y="41726"/>
                        <a:pt x="-128" y="41124"/>
                        <a:pt x="157" y="40680"/>
                      </a:cubicBezTo>
                      <a:cubicBezTo>
                        <a:pt x="458" y="40252"/>
                        <a:pt x="1061" y="40125"/>
                        <a:pt x="1489" y="40426"/>
                      </a:cubicBezTo>
                      <a:cubicBezTo>
                        <a:pt x="1917" y="40696"/>
                        <a:pt x="2329" y="41013"/>
                        <a:pt x="2757" y="41330"/>
                      </a:cubicBezTo>
                      <a:cubicBezTo>
                        <a:pt x="3803" y="42107"/>
                        <a:pt x="4881" y="42915"/>
                        <a:pt x="6134" y="43328"/>
                      </a:cubicBezTo>
                      <a:cubicBezTo>
                        <a:pt x="22130" y="48591"/>
                        <a:pt x="36192" y="47164"/>
                        <a:pt x="47939" y="39095"/>
                      </a:cubicBezTo>
                      <a:cubicBezTo>
                        <a:pt x="56135" y="33451"/>
                        <a:pt x="60241" y="26396"/>
                        <a:pt x="60748" y="25477"/>
                      </a:cubicBezTo>
                      <a:cubicBezTo>
                        <a:pt x="63206" y="15172"/>
                        <a:pt x="64965" y="3425"/>
                        <a:pt x="63761" y="1935"/>
                      </a:cubicBezTo>
                      <a:cubicBezTo>
                        <a:pt x="63729" y="1950"/>
                        <a:pt x="63666" y="1982"/>
                        <a:pt x="63555" y="2046"/>
                      </a:cubicBezTo>
                      <a:cubicBezTo>
                        <a:pt x="51950" y="9402"/>
                        <a:pt x="40789" y="10353"/>
                        <a:pt x="32355" y="10353"/>
                      </a:cubicBezTo>
                      <a:lnTo>
                        <a:pt x="32355" y="10353"/>
                      </a:lnTo>
                      <a:cubicBezTo>
                        <a:pt x="31816" y="10353"/>
                        <a:pt x="31388" y="9925"/>
                        <a:pt x="31388" y="9402"/>
                      </a:cubicBezTo>
                      <a:cubicBezTo>
                        <a:pt x="31388" y="8863"/>
                        <a:pt x="31816" y="8434"/>
                        <a:pt x="32355" y="8434"/>
                      </a:cubicBezTo>
                      <a:cubicBezTo>
                        <a:pt x="40520" y="8434"/>
                        <a:pt x="51332" y="7515"/>
                        <a:pt x="62540" y="429"/>
                      </a:cubicBezTo>
                      <a:cubicBezTo>
                        <a:pt x="63666" y="-285"/>
                        <a:pt x="64458" y="48"/>
                        <a:pt x="64839" y="318"/>
                      </a:cubicBezTo>
                      <a:cubicBezTo>
                        <a:pt x="67835" y="2474"/>
                        <a:pt x="64268" y="19025"/>
                        <a:pt x="62587" y="26048"/>
                      </a:cubicBezTo>
                      <a:cubicBezTo>
                        <a:pt x="62572" y="26111"/>
                        <a:pt x="62540" y="26190"/>
                        <a:pt x="62508" y="26269"/>
                      </a:cubicBezTo>
                      <a:cubicBezTo>
                        <a:pt x="62366" y="26539"/>
                        <a:pt x="50523" y="48306"/>
                        <a:pt x="23905" y="48306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8" name="Freeform: Shape 157">
                  <a:extLst>
                    <a:ext uri="{FF2B5EF4-FFF2-40B4-BE49-F238E27FC236}">
                      <a16:creationId xmlns:a16="http://schemas.microsoft.com/office/drawing/2014/main" id="{7BB51903-263A-F4D4-8C7F-F3838FFAE994}"/>
                    </a:ext>
                  </a:extLst>
                </p:cNvPr>
                <p:cNvSpPr/>
                <p:nvPr/>
              </p:nvSpPr>
              <p:spPr>
                <a:xfrm>
                  <a:off x="1084597" y="4413555"/>
                  <a:ext cx="78225" cy="45017"/>
                </a:xfrm>
                <a:custGeom>
                  <a:avLst/>
                  <a:gdLst>
                    <a:gd name="connsiteX0" fmla="*/ 0 w 78225"/>
                    <a:gd name="connsiteY0" fmla="*/ 45001 h 45017"/>
                    <a:gd name="connsiteX1" fmla="*/ 1581 w 78225"/>
                    <a:gd name="connsiteY1" fmla="*/ 45017 h 45017"/>
                    <a:gd name="connsiteX2" fmla="*/ 4861 w 78225"/>
                    <a:gd name="connsiteY2" fmla="*/ 41197 h 45017"/>
                    <a:gd name="connsiteX3" fmla="*/ 39432 w 78225"/>
                    <a:gd name="connsiteY3" fmla="*/ 15276 h 45017"/>
                    <a:gd name="connsiteX4" fmla="*/ 59312 w 78225"/>
                    <a:gd name="connsiteY4" fmla="*/ 7397 h 45017"/>
                    <a:gd name="connsiteX5" fmla="*/ 75292 w 78225"/>
                    <a:gd name="connsiteY5" fmla="*/ 2213 h 45017"/>
                    <a:gd name="connsiteX6" fmla="*/ 75387 w 78225"/>
                    <a:gd name="connsiteY6" fmla="*/ 2261 h 45017"/>
                    <a:gd name="connsiteX7" fmla="*/ 76053 w 78225"/>
                    <a:gd name="connsiteY7" fmla="*/ 3133 h 45017"/>
                    <a:gd name="connsiteX8" fmla="*/ 76101 w 78225"/>
                    <a:gd name="connsiteY8" fmla="*/ 3228 h 45017"/>
                    <a:gd name="connsiteX9" fmla="*/ 76291 w 78225"/>
                    <a:gd name="connsiteY9" fmla="*/ 4131 h 45017"/>
                    <a:gd name="connsiteX10" fmla="*/ 69569 w 78225"/>
                    <a:gd name="connsiteY10" fmla="*/ 12470 h 45017"/>
                    <a:gd name="connsiteX11" fmla="*/ 61167 w 78225"/>
                    <a:gd name="connsiteY11" fmla="*/ 21649 h 45017"/>
                    <a:gd name="connsiteX12" fmla="*/ 60739 w 78225"/>
                    <a:gd name="connsiteY12" fmla="*/ 22220 h 45017"/>
                    <a:gd name="connsiteX13" fmla="*/ 59978 w 78225"/>
                    <a:gd name="connsiteY13" fmla="*/ 23314 h 45017"/>
                    <a:gd name="connsiteX14" fmla="*/ 59946 w 78225"/>
                    <a:gd name="connsiteY14" fmla="*/ 23377 h 45017"/>
                    <a:gd name="connsiteX15" fmla="*/ 57092 w 78225"/>
                    <a:gd name="connsiteY15" fmla="*/ 30258 h 45017"/>
                    <a:gd name="connsiteX16" fmla="*/ 57092 w 78225"/>
                    <a:gd name="connsiteY16" fmla="*/ 30543 h 45017"/>
                    <a:gd name="connsiteX17" fmla="*/ 57917 w 78225"/>
                    <a:gd name="connsiteY17" fmla="*/ 31320 h 45017"/>
                    <a:gd name="connsiteX18" fmla="*/ 57933 w 78225"/>
                    <a:gd name="connsiteY18" fmla="*/ 31320 h 45017"/>
                    <a:gd name="connsiteX19" fmla="*/ 58995 w 78225"/>
                    <a:gd name="connsiteY19" fmla="*/ 30496 h 45017"/>
                    <a:gd name="connsiteX20" fmla="*/ 58995 w 78225"/>
                    <a:gd name="connsiteY20" fmla="*/ 30480 h 45017"/>
                    <a:gd name="connsiteX21" fmla="*/ 70917 w 78225"/>
                    <a:gd name="connsiteY21" fmla="*/ 13818 h 45017"/>
                    <a:gd name="connsiteX22" fmla="*/ 78209 w 78225"/>
                    <a:gd name="connsiteY22" fmla="*/ 3910 h 45017"/>
                    <a:gd name="connsiteX23" fmla="*/ 76211 w 78225"/>
                    <a:gd name="connsiteY23" fmla="*/ 533 h 45017"/>
                    <a:gd name="connsiteX24" fmla="*/ 58488 w 78225"/>
                    <a:gd name="connsiteY24" fmla="*/ 5669 h 45017"/>
                    <a:gd name="connsiteX25" fmla="*/ 39004 w 78225"/>
                    <a:gd name="connsiteY25" fmla="*/ 13390 h 45017"/>
                    <a:gd name="connsiteX26" fmla="*/ 9723 w 78225"/>
                    <a:gd name="connsiteY26" fmla="*/ 33238 h 45017"/>
                    <a:gd name="connsiteX27" fmla="*/ 3670 w 78225"/>
                    <a:gd name="connsiteY27" fmla="*/ 39706 h 45017"/>
                    <a:gd name="connsiteX28" fmla="*/ 0 w 78225"/>
                    <a:gd name="connsiteY28" fmla="*/ 45001 h 45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78225" h="45017">
                      <a:moveTo>
                        <a:pt x="0" y="45001"/>
                      </a:moveTo>
                      <a:lnTo>
                        <a:pt x="1581" y="45017"/>
                      </a:lnTo>
                      <a:cubicBezTo>
                        <a:pt x="2678" y="43685"/>
                        <a:pt x="3776" y="42417"/>
                        <a:pt x="4861" y="41197"/>
                      </a:cubicBezTo>
                      <a:cubicBezTo>
                        <a:pt x="24672" y="18875"/>
                        <a:pt x="38576" y="15467"/>
                        <a:pt x="39432" y="15276"/>
                      </a:cubicBezTo>
                      <a:cubicBezTo>
                        <a:pt x="45948" y="13802"/>
                        <a:pt x="53050" y="10393"/>
                        <a:pt x="59312" y="7397"/>
                      </a:cubicBezTo>
                      <a:cubicBezTo>
                        <a:pt x="66287" y="4052"/>
                        <a:pt x="72882" y="881"/>
                        <a:pt x="75292" y="2213"/>
                      </a:cubicBezTo>
                      <a:cubicBezTo>
                        <a:pt x="75308" y="2229"/>
                        <a:pt x="75340" y="2245"/>
                        <a:pt x="75387" y="2261"/>
                      </a:cubicBezTo>
                      <a:cubicBezTo>
                        <a:pt x="75546" y="2372"/>
                        <a:pt x="75831" y="2610"/>
                        <a:pt x="76053" y="3133"/>
                      </a:cubicBezTo>
                      <a:cubicBezTo>
                        <a:pt x="76069" y="3164"/>
                        <a:pt x="76085" y="3196"/>
                        <a:pt x="76101" y="3228"/>
                      </a:cubicBezTo>
                      <a:cubicBezTo>
                        <a:pt x="76180" y="3466"/>
                        <a:pt x="76259" y="3767"/>
                        <a:pt x="76291" y="4131"/>
                      </a:cubicBezTo>
                      <a:cubicBezTo>
                        <a:pt x="76465" y="5574"/>
                        <a:pt x="72787" y="9236"/>
                        <a:pt x="69569" y="12470"/>
                      </a:cubicBezTo>
                      <a:cubicBezTo>
                        <a:pt x="66763" y="15261"/>
                        <a:pt x="63608" y="18415"/>
                        <a:pt x="61167" y="21649"/>
                      </a:cubicBezTo>
                      <a:cubicBezTo>
                        <a:pt x="61024" y="21840"/>
                        <a:pt x="60881" y="22030"/>
                        <a:pt x="60739" y="22220"/>
                      </a:cubicBezTo>
                      <a:cubicBezTo>
                        <a:pt x="60485" y="22585"/>
                        <a:pt x="60231" y="22949"/>
                        <a:pt x="59978" y="23314"/>
                      </a:cubicBezTo>
                      <a:cubicBezTo>
                        <a:pt x="59978" y="23314"/>
                        <a:pt x="59962" y="23346"/>
                        <a:pt x="59946" y="23377"/>
                      </a:cubicBezTo>
                      <a:cubicBezTo>
                        <a:pt x="58408" y="25676"/>
                        <a:pt x="57346" y="28006"/>
                        <a:pt x="57092" y="30258"/>
                      </a:cubicBezTo>
                      <a:cubicBezTo>
                        <a:pt x="57077" y="30369"/>
                        <a:pt x="57092" y="30464"/>
                        <a:pt x="57092" y="30543"/>
                      </a:cubicBezTo>
                      <a:cubicBezTo>
                        <a:pt x="57172" y="30939"/>
                        <a:pt x="57505" y="31256"/>
                        <a:pt x="57917" y="31320"/>
                      </a:cubicBezTo>
                      <a:lnTo>
                        <a:pt x="57933" y="31320"/>
                      </a:lnTo>
                      <a:cubicBezTo>
                        <a:pt x="58440" y="31383"/>
                        <a:pt x="58932" y="31003"/>
                        <a:pt x="58995" y="30496"/>
                      </a:cubicBezTo>
                      <a:cubicBezTo>
                        <a:pt x="58995" y="30480"/>
                        <a:pt x="58995" y="30480"/>
                        <a:pt x="58995" y="30480"/>
                      </a:cubicBezTo>
                      <a:cubicBezTo>
                        <a:pt x="59597" y="25137"/>
                        <a:pt x="65875" y="18875"/>
                        <a:pt x="70917" y="13818"/>
                      </a:cubicBezTo>
                      <a:cubicBezTo>
                        <a:pt x="75752" y="8998"/>
                        <a:pt x="78463" y="6161"/>
                        <a:pt x="78209" y="3910"/>
                      </a:cubicBezTo>
                      <a:cubicBezTo>
                        <a:pt x="78019" y="2292"/>
                        <a:pt x="77337" y="1167"/>
                        <a:pt x="76211" y="533"/>
                      </a:cubicBezTo>
                      <a:cubicBezTo>
                        <a:pt x="72930" y="-1275"/>
                        <a:pt x="66557" y="1785"/>
                        <a:pt x="58488" y="5669"/>
                      </a:cubicBezTo>
                      <a:cubicBezTo>
                        <a:pt x="52305" y="8618"/>
                        <a:pt x="45313" y="11979"/>
                        <a:pt x="39004" y="13390"/>
                      </a:cubicBezTo>
                      <a:cubicBezTo>
                        <a:pt x="32837" y="14769"/>
                        <a:pt x="22390" y="20508"/>
                        <a:pt x="9723" y="33238"/>
                      </a:cubicBezTo>
                      <a:cubicBezTo>
                        <a:pt x="7741" y="35236"/>
                        <a:pt x="5728" y="37376"/>
                        <a:pt x="3670" y="39706"/>
                      </a:cubicBezTo>
                      <a:cubicBezTo>
                        <a:pt x="2573" y="40943"/>
                        <a:pt x="899" y="42100"/>
                        <a:pt x="0" y="45001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9" name="Freeform: Shape 158">
                  <a:extLst>
                    <a:ext uri="{FF2B5EF4-FFF2-40B4-BE49-F238E27FC236}">
                      <a16:creationId xmlns:a16="http://schemas.microsoft.com/office/drawing/2014/main" id="{57FBAE68-81DF-EBD0-EFB9-246C76CC3DF4}"/>
                    </a:ext>
                  </a:extLst>
                </p:cNvPr>
                <p:cNvSpPr/>
                <p:nvPr/>
              </p:nvSpPr>
              <p:spPr>
                <a:xfrm>
                  <a:off x="1108578" y="4449450"/>
                  <a:ext cx="29426" cy="8060"/>
                </a:xfrm>
                <a:custGeom>
                  <a:avLst/>
                  <a:gdLst>
                    <a:gd name="connsiteX0" fmla="*/ 28466 w 29426"/>
                    <a:gd name="connsiteY0" fmla="*/ 8061 h 8060"/>
                    <a:gd name="connsiteX1" fmla="*/ 27864 w 29426"/>
                    <a:gd name="connsiteY1" fmla="*/ 7855 h 8060"/>
                    <a:gd name="connsiteX2" fmla="*/ 1357 w 29426"/>
                    <a:gd name="connsiteY2" fmla="*/ 3638 h 8060"/>
                    <a:gd name="connsiteX3" fmla="*/ 89 w 29426"/>
                    <a:gd name="connsiteY3" fmla="*/ 3162 h 8060"/>
                    <a:gd name="connsiteX4" fmla="*/ 565 w 29426"/>
                    <a:gd name="connsiteY4" fmla="*/ 1894 h 8060"/>
                    <a:gd name="connsiteX5" fmla="*/ 29053 w 29426"/>
                    <a:gd name="connsiteY5" fmla="*/ 6333 h 8060"/>
                    <a:gd name="connsiteX6" fmla="*/ 29227 w 29426"/>
                    <a:gd name="connsiteY6" fmla="*/ 7680 h 8060"/>
                    <a:gd name="connsiteX7" fmla="*/ 28466 w 29426"/>
                    <a:gd name="connsiteY7" fmla="*/ 8061 h 80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9426" h="8060">
                      <a:moveTo>
                        <a:pt x="28466" y="8061"/>
                      </a:moveTo>
                      <a:cubicBezTo>
                        <a:pt x="28260" y="8061"/>
                        <a:pt x="28054" y="7981"/>
                        <a:pt x="27864" y="7855"/>
                      </a:cubicBezTo>
                      <a:cubicBezTo>
                        <a:pt x="14959" y="-2244"/>
                        <a:pt x="1484" y="3590"/>
                        <a:pt x="1357" y="3638"/>
                      </a:cubicBezTo>
                      <a:cubicBezTo>
                        <a:pt x="866" y="3860"/>
                        <a:pt x="295" y="3638"/>
                        <a:pt x="89" y="3162"/>
                      </a:cubicBezTo>
                      <a:cubicBezTo>
                        <a:pt x="-133" y="2671"/>
                        <a:pt x="73" y="2116"/>
                        <a:pt x="565" y="1894"/>
                      </a:cubicBezTo>
                      <a:cubicBezTo>
                        <a:pt x="707" y="1830"/>
                        <a:pt x="15197" y="-4495"/>
                        <a:pt x="29053" y="6333"/>
                      </a:cubicBezTo>
                      <a:cubicBezTo>
                        <a:pt x="29481" y="6666"/>
                        <a:pt x="29544" y="7268"/>
                        <a:pt x="29227" y="7680"/>
                      </a:cubicBezTo>
                      <a:cubicBezTo>
                        <a:pt x="29037" y="7934"/>
                        <a:pt x="28752" y="8061"/>
                        <a:pt x="28466" y="8061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39AE8E7B-67E1-DA78-3E88-3C47388AC484}"/>
                  </a:ext>
                </a:extLst>
              </p:cNvPr>
              <p:cNvSpPr/>
              <p:nvPr/>
            </p:nvSpPr>
            <p:spPr>
              <a:xfrm>
                <a:off x="1161061" y="4427990"/>
                <a:ext cx="33285" cy="33573"/>
              </a:xfrm>
              <a:custGeom>
                <a:avLst/>
                <a:gdLst>
                  <a:gd name="connsiteX0" fmla="*/ 366 w 33285"/>
                  <a:gd name="connsiteY0" fmla="*/ 27443 h 33573"/>
                  <a:gd name="connsiteX1" fmla="*/ 21514 w 33285"/>
                  <a:gd name="connsiteY1" fmla="*/ 9101 h 33573"/>
                  <a:gd name="connsiteX2" fmla="*/ 30503 w 33285"/>
                  <a:gd name="connsiteY2" fmla="*/ 14031 h 33573"/>
                  <a:gd name="connsiteX3" fmla="*/ 8007 w 33285"/>
                  <a:gd name="connsiteY3" fmla="*/ 33531 h 33573"/>
                  <a:gd name="connsiteX4" fmla="*/ 366 w 33285"/>
                  <a:gd name="connsiteY4" fmla="*/ 27443 h 33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285" h="33573">
                    <a:moveTo>
                      <a:pt x="366" y="27443"/>
                    </a:moveTo>
                    <a:cubicBezTo>
                      <a:pt x="366" y="27443"/>
                      <a:pt x="12541" y="24510"/>
                      <a:pt x="21514" y="9101"/>
                    </a:cubicBezTo>
                    <a:cubicBezTo>
                      <a:pt x="30487" y="-6293"/>
                      <a:pt x="37351" y="-475"/>
                      <a:pt x="30503" y="14031"/>
                    </a:cubicBezTo>
                    <a:cubicBezTo>
                      <a:pt x="27380" y="20674"/>
                      <a:pt x="18549" y="34434"/>
                      <a:pt x="8007" y="33531"/>
                    </a:cubicBezTo>
                    <a:cubicBezTo>
                      <a:pt x="-2535" y="32611"/>
                      <a:pt x="366" y="27443"/>
                      <a:pt x="366" y="274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94465467-8516-B24C-2416-B2CF2146E674}"/>
                  </a:ext>
                </a:extLst>
              </p:cNvPr>
              <p:cNvSpPr/>
              <p:nvPr/>
            </p:nvSpPr>
            <p:spPr>
              <a:xfrm>
                <a:off x="1160112" y="4427010"/>
                <a:ext cx="35198" cy="35525"/>
              </a:xfrm>
              <a:custGeom>
                <a:avLst/>
                <a:gdLst>
                  <a:gd name="connsiteX0" fmla="*/ 4358 w 35198"/>
                  <a:gd name="connsiteY0" fmla="*/ 32577 h 35525"/>
                  <a:gd name="connsiteX1" fmla="*/ 4168 w 35198"/>
                  <a:gd name="connsiteY1" fmla="*/ 33385 h 35525"/>
                  <a:gd name="connsiteX2" fmla="*/ 4787 w 35198"/>
                  <a:gd name="connsiteY2" fmla="*/ 32751 h 35525"/>
                  <a:gd name="connsiteX3" fmla="*/ 4358 w 35198"/>
                  <a:gd name="connsiteY3" fmla="*/ 32577 h 35525"/>
                  <a:gd name="connsiteX4" fmla="*/ 33148 w 35198"/>
                  <a:gd name="connsiteY4" fmla="*/ 363 h 35525"/>
                  <a:gd name="connsiteX5" fmla="*/ 26030 w 35198"/>
                  <a:gd name="connsiteY5" fmla="*/ 3438 h 35525"/>
                  <a:gd name="connsiteX6" fmla="*/ 25301 w 35198"/>
                  <a:gd name="connsiteY6" fmla="*/ 4279 h 35525"/>
                  <a:gd name="connsiteX7" fmla="*/ 24619 w 35198"/>
                  <a:gd name="connsiteY7" fmla="*/ 5135 h 35525"/>
                  <a:gd name="connsiteX8" fmla="*/ 21623 w 35198"/>
                  <a:gd name="connsiteY8" fmla="*/ 9605 h 35525"/>
                  <a:gd name="connsiteX9" fmla="*/ 15250 w 35198"/>
                  <a:gd name="connsiteY9" fmla="*/ 18166 h 35525"/>
                  <a:gd name="connsiteX10" fmla="*/ 14378 w 35198"/>
                  <a:gd name="connsiteY10" fmla="*/ 19070 h 35525"/>
                  <a:gd name="connsiteX11" fmla="*/ 13934 w 35198"/>
                  <a:gd name="connsiteY11" fmla="*/ 19498 h 35525"/>
                  <a:gd name="connsiteX12" fmla="*/ 13506 w 35198"/>
                  <a:gd name="connsiteY12" fmla="*/ 19894 h 35525"/>
                  <a:gd name="connsiteX13" fmla="*/ 12681 w 35198"/>
                  <a:gd name="connsiteY13" fmla="*/ 20639 h 35525"/>
                  <a:gd name="connsiteX14" fmla="*/ 12428 w 35198"/>
                  <a:gd name="connsiteY14" fmla="*/ 20877 h 35525"/>
                  <a:gd name="connsiteX15" fmla="*/ 12412 w 35198"/>
                  <a:gd name="connsiteY15" fmla="*/ 20877 h 35525"/>
                  <a:gd name="connsiteX16" fmla="*/ 10811 w 35198"/>
                  <a:gd name="connsiteY16" fmla="*/ 22209 h 35525"/>
                  <a:gd name="connsiteX17" fmla="*/ 10398 w 35198"/>
                  <a:gd name="connsiteY17" fmla="*/ 22526 h 35525"/>
                  <a:gd name="connsiteX18" fmla="*/ 5357 w 35198"/>
                  <a:gd name="connsiteY18" fmla="*/ 25728 h 35525"/>
                  <a:gd name="connsiteX19" fmla="*/ 5167 w 35198"/>
                  <a:gd name="connsiteY19" fmla="*/ 25823 h 35525"/>
                  <a:gd name="connsiteX20" fmla="*/ 4184 w 35198"/>
                  <a:gd name="connsiteY20" fmla="*/ 26299 h 35525"/>
                  <a:gd name="connsiteX21" fmla="*/ 3217 w 35198"/>
                  <a:gd name="connsiteY21" fmla="*/ 26727 h 35525"/>
                  <a:gd name="connsiteX22" fmla="*/ 2075 w 35198"/>
                  <a:gd name="connsiteY22" fmla="*/ 27187 h 35525"/>
                  <a:gd name="connsiteX23" fmla="*/ 1093 w 35198"/>
                  <a:gd name="connsiteY23" fmla="*/ 27504 h 35525"/>
                  <a:gd name="connsiteX24" fmla="*/ 1013 w 35198"/>
                  <a:gd name="connsiteY24" fmla="*/ 27535 h 35525"/>
                  <a:gd name="connsiteX25" fmla="*/ 474 w 35198"/>
                  <a:gd name="connsiteY25" fmla="*/ 27963 h 35525"/>
                  <a:gd name="connsiteX26" fmla="*/ 15 w 35198"/>
                  <a:gd name="connsiteY26" fmla="*/ 30310 h 35525"/>
                  <a:gd name="connsiteX27" fmla="*/ 15 w 35198"/>
                  <a:gd name="connsiteY27" fmla="*/ 30326 h 35525"/>
                  <a:gd name="connsiteX28" fmla="*/ 395 w 35198"/>
                  <a:gd name="connsiteY28" fmla="*/ 31689 h 35525"/>
                  <a:gd name="connsiteX29" fmla="*/ 443 w 35198"/>
                  <a:gd name="connsiteY29" fmla="*/ 31800 h 35525"/>
                  <a:gd name="connsiteX30" fmla="*/ 2139 w 35198"/>
                  <a:gd name="connsiteY30" fmla="*/ 33575 h 35525"/>
                  <a:gd name="connsiteX31" fmla="*/ 2393 w 35198"/>
                  <a:gd name="connsiteY31" fmla="*/ 33750 h 35525"/>
                  <a:gd name="connsiteX32" fmla="*/ 2995 w 35198"/>
                  <a:gd name="connsiteY32" fmla="*/ 34083 h 35525"/>
                  <a:gd name="connsiteX33" fmla="*/ 3296 w 35198"/>
                  <a:gd name="connsiteY33" fmla="*/ 34225 h 35525"/>
                  <a:gd name="connsiteX34" fmla="*/ 3883 w 35198"/>
                  <a:gd name="connsiteY34" fmla="*/ 34463 h 35525"/>
                  <a:gd name="connsiteX35" fmla="*/ 4311 w 35198"/>
                  <a:gd name="connsiteY35" fmla="*/ 34606 h 35525"/>
                  <a:gd name="connsiteX36" fmla="*/ 7371 w 35198"/>
                  <a:gd name="connsiteY36" fmla="*/ 35304 h 35525"/>
                  <a:gd name="connsiteX37" fmla="*/ 8877 w 35198"/>
                  <a:gd name="connsiteY37" fmla="*/ 35478 h 35525"/>
                  <a:gd name="connsiteX38" fmla="*/ 9511 w 35198"/>
                  <a:gd name="connsiteY38" fmla="*/ 35510 h 35525"/>
                  <a:gd name="connsiteX39" fmla="*/ 9590 w 35198"/>
                  <a:gd name="connsiteY39" fmla="*/ 35510 h 35525"/>
                  <a:gd name="connsiteX40" fmla="*/ 9939 w 35198"/>
                  <a:gd name="connsiteY40" fmla="*/ 35526 h 35525"/>
                  <a:gd name="connsiteX41" fmla="*/ 11540 w 35198"/>
                  <a:gd name="connsiteY41" fmla="*/ 35414 h 35525"/>
                  <a:gd name="connsiteX42" fmla="*/ 12602 w 35198"/>
                  <a:gd name="connsiteY42" fmla="*/ 35224 h 35525"/>
                  <a:gd name="connsiteX43" fmla="*/ 13680 w 35198"/>
                  <a:gd name="connsiteY43" fmla="*/ 34970 h 35525"/>
                  <a:gd name="connsiteX44" fmla="*/ 13696 w 35198"/>
                  <a:gd name="connsiteY44" fmla="*/ 34970 h 35525"/>
                  <a:gd name="connsiteX45" fmla="*/ 20545 w 35198"/>
                  <a:gd name="connsiteY45" fmla="*/ 31166 h 35525"/>
                  <a:gd name="connsiteX46" fmla="*/ 22669 w 35198"/>
                  <a:gd name="connsiteY46" fmla="*/ 29263 h 35525"/>
                  <a:gd name="connsiteX47" fmla="*/ 22685 w 35198"/>
                  <a:gd name="connsiteY47" fmla="*/ 29247 h 35525"/>
                  <a:gd name="connsiteX48" fmla="*/ 24635 w 35198"/>
                  <a:gd name="connsiteY48" fmla="*/ 27203 h 35525"/>
                  <a:gd name="connsiteX49" fmla="*/ 32324 w 35198"/>
                  <a:gd name="connsiteY49" fmla="*/ 15423 h 35525"/>
                  <a:gd name="connsiteX50" fmla="*/ 33148 w 35198"/>
                  <a:gd name="connsiteY50" fmla="*/ 363 h 35525"/>
                  <a:gd name="connsiteX51" fmla="*/ 26458 w 35198"/>
                  <a:gd name="connsiteY51" fmla="*/ 21749 h 35525"/>
                  <a:gd name="connsiteX52" fmla="*/ 24778 w 35198"/>
                  <a:gd name="connsiteY52" fmla="*/ 24048 h 35525"/>
                  <a:gd name="connsiteX53" fmla="*/ 24762 w 35198"/>
                  <a:gd name="connsiteY53" fmla="*/ 24063 h 35525"/>
                  <a:gd name="connsiteX54" fmla="*/ 22923 w 35198"/>
                  <a:gd name="connsiteY54" fmla="*/ 26267 h 35525"/>
                  <a:gd name="connsiteX55" fmla="*/ 14346 w 35198"/>
                  <a:gd name="connsiteY55" fmla="*/ 32735 h 35525"/>
                  <a:gd name="connsiteX56" fmla="*/ 13236 w 35198"/>
                  <a:gd name="connsiteY56" fmla="*/ 33100 h 35525"/>
                  <a:gd name="connsiteX57" fmla="*/ 12206 w 35198"/>
                  <a:gd name="connsiteY57" fmla="*/ 33354 h 35525"/>
                  <a:gd name="connsiteX58" fmla="*/ 10177 w 35198"/>
                  <a:gd name="connsiteY58" fmla="*/ 33591 h 35525"/>
                  <a:gd name="connsiteX59" fmla="*/ 9035 w 35198"/>
                  <a:gd name="connsiteY59" fmla="*/ 33544 h 35525"/>
                  <a:gd name="connsiteX60" fmla="*/ 8734 w 35198"/>
                  <a:gd name="connsiteY60" fmla="*/ 33512 h 35525"/>
                  <a:gd name="connsiteX61" fmla="*/ 8211 w 35198"/>
                  <a:gd name="connsiteY61" fmla="*/ 33449 h 35525"/>
                  <a:gd name="connsiteX62" fmla="*/ 5864 w 35198"/>
                  <a:gd name="connsiteY62" fmla="*/ 33052 h 35525"/>
                  <a:gd name="connsiteX63" fmla="*/ 4802 w 35198"/>
                  <a:gd name="connsiteY63" fmla="*/ 32751 h 35525"/>
                  <a:gd name="connsiteX64" fmla="*/ 4358 w 35198"/>
                  <a:gd name="connsiteY64" fmla="*/ 32577 h 35525"/>
                  <a:gd name="connsiteX65" fmla="*/ 3820 w 35198"/>
                  <a:gd name="connsiteY65" fmla="*/ 32355 h 35525"/>
                  <a:gd name="connsiteX66" fmla="*/ 3471 w 35198"/>
                  <a:gd name="connsiteY66" fmla="*/ 32165 h 35525"/>
                  <a:gd name="connsiteX67" fmla="*/ 2631 w 35198"/>
                  <a:gd name="connsiteY67" fmla="*/ 31530 h 35525"/>
                  <a:gd name="connsiteX68" fmla="*/ 2155 w 35198"/>
                  <a:gd name="connsiteY68" fmla="*/ 30928 h 35525"/>
                  <a:gd name="connsiteX69" fmla="*/ 2028 w 35198"/>
                  <a:gd name="connsiteY69" fmla="*/ 29232 h 35525"/>
                  <a:gd name="connsiteX70" fmla="*/ 3043 w 35198"/>
                  <a:gd name="connsiteY70" fmla="*/ 28899 h 35525"/>
                  <a:gd name="connsiteX71" fmla="*/ 4057 w 35198"/>
                  <a:gd name="connsiteY71" fmla="*/ 28502 h 35525"/>
                  <a:gd name="connsiteX72" fmla="*/ 4057 w 35198"/>
                  <a:gd name="connsiteY72" fmla="*/ 28487 h 35525"/>
                  <a:gd name="connsiteX73" fmla="*/ 5072 w 35198"/>
                  <a:gd name="connsiteY73" fmla="*/ 28058 h 35525"/>
                  <a:gd name="connsiteX74" fmla="*/ 6150 w 35198"/>
                  <a:gd name="connsiteY74" fmla="*/ 27535 h 35525"/>
                  <a:gd name="connsiteX75" fmla="*/ 8782 w 35198"/>
                  <a:gd name="connsiteY75" fmla="*/ 26045 h 35525"/>
                  <a:gd name="connsiteX76" fmla="*/ 9923 w 35198"/>
                  <a:gd name="connsiteY76" fmla="*/ 25284 h 35525"/>
                  <a:gd name="connsiteX77" fmla="*/ 10620 w 35198"/>
                  <a:gd name="connsiteY77" fmla="*/ 24793 h 35525"/>
                  <a:gd name="connsiteX78" fmla="*/ 10636 w 35198"/>
                  <a:gd name="connsiteY78" fmla="*/ 24777 h 35525"/>
                  <a:gd name="connsiteX79" fmla="*/ 12222 w 35198"/>
                  <a:gd name="connsiteY79" fmla="*/ 23604 h 35525"/>
                  <a:gd name="connsiteX80" fmla="*/ 12396 w 35198"/>
                  <a:gd name="connsiteY80" fmla="*/ 23461 h 35525"/>
                  <a:gd name="connsiteX81" fmla="*/ 13617 w 35198"/>
                  <a:gd name="connsiteY81" fmla="*/ 22447 h 35525"/>
                  <a:gd name="connsiteX82" fmla="*/ 14536 w 35198"/>
                  <a:gd name="connsiteY82" fmla="*/ 21622 h 35525"/>
                  <a:gd name="connsiteX83" fmla="*/ 15488 w 35198"/>
                  <a:gd name="connsiteY83" fmla="*/ 20703 h 35525"/>
                  <a:gd name="connsiteX84" fmla="*/ 23303 w 35198"/>
                  <a:gd name="connsiteY84" fmla="*/ 10572 h 35525"/>
                  <a:gd name="connsiteX85" fmla="*/ 25269 w 35198"/>
                  <a:gd name="connsiteY85" fmla="*/ 7481 h 35525"/>
                  <a:gd name="connsiteX86" fmla="*/ 25998 w 35198"/>
                  <a:gd name="connsiteY86" fmla="*/ 6466 h 35525"/>
                  <a:gd name="connsiteX87" fmla="*/ 26775 w 35198"/>
                  <a:gd name="connsiteY87" fmla="*/ 5515 h 35525"/>
                  <a:gd name="connsiteX88" fmla="*/ 32260 w 35198"/>
                  <a:gd name="connsiteY88" fmla="*/ 2059 h 35525"/>
                  <a:gd name="connsiteX89" fmla="*/ 30596 w 35198"/>
                  <a:gd name="connsiteY89" fmla="*/ 14599 h 35525"/>
                  <a:gd name="connsiteX90" fmla="*/ 26458 w 35198"/>
                  <a:gd name="connsiteY90" fmla="*/ 21749 h 35525"/>
                  <a:gd name="connsiteX91" fmla="*/ 4358 w 35198"/>
                  <a:gd name="connsiteY91" fmla="*/ 32577 h 35525"/>
                  <a:gd name="connsiteX92" fmla="*/ 4168 w 35198"/>
                  <a:gd name="connsiteY92" fmla="*/ 33385 h 35525"/>
                  <a:gd name="connsiteX93" fmla="*/ 4787 w 35198"/>
                  <a:gd name="connsiteY93" fmla="*/ 32751 h 35525"/>
                  <a:gd name="connsiteX94" fmla="*/ 4358 w 35198"/>
                  <a:gd name="connsiteY94" fmla="*/ 32577 h 35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</a:cxnLst>
                <a:rect l="l" t="t" r="r" b="b"/>
                <a:pathLst>
                  <a:path w="35198" h="35525">
                    <a:moveTo>
                      <a:pt x="4358" y="32577"/>
                    </a:moveTo>
                    <a:cubicBezTo>
                      <a:pt x="4311" y="32846"/>
                      <a:pt x="4232" y="33100"/>
                      <a:pt x="4168" y="33385"/>
                    </a:cubicBezTo>
                    <a:cubicBezTo>
                      <a:pt x="4390" y="33179"/>
                      <a:pt x="4596" y="32957"/>
                      <a:pt x="4787" y="32751"/>
                    </a:cubicBezTo>
                    <a:cubicBezTo>
                      <a:pt x="4644" y="32688"/>
                      <a:pt x="4485" y="32640"/>
                      <a:pt x="4358" y="32577"/>
                    </a:cubicBezTo>
                    <a:close/>
                    <a:moveTo>
                      <a:pt x="33148" y="363"/>
                    </a:moveTo>
                    <a:cubicBezTo>
                      <a:pt x="31214" y="-652"/>
                      <a:pt x="28709" y="490"/>
                      <a:pt x="26030" y="3438"/>
                    </a:cubicBezTo>
                    <a:cubicBezTo>
                      <a:pt x="25776" y="3692"/>
                      <a:pt x="25538" y="3962"/>
                      <a:pt x="25301" y="4279"/>
                    </a:cubicBezTo>
                    <a:cubicBezTo>
                      <a:pt x="25063" y="4548"/>
                      <a:pt x="24825" y="4833"/>
                      <a:pt x="24619" y="5135"/>
                    </a:cubicBezTo>
                    <a:cubicBezTo>
                      <a:pt x="23620" y="6403"/>
                      <a:pt x="22622" y="7909"/>
                      <a:pt x="21623" y="9605"/>
                    </a:cubicBezTo>
                    <a:cubicBezTo>
                      <a:pt x="19609" y="13061"/>
                      <a:pt x="17437" y="15883"/>
                      <a:pt x="15250" y="18166"/>
                    </a:cubicBezTo>
                    <a:cubicBezTo>
                      <a:pt x="14964" y="18467"/>
                      <a:pt x="14679" y="18768"/>
                      <a:pt x="14378" y="19070"/>
                    </a:cubicBezTo>
                    <a:cubicBezTo>
                      <a:pt x="14235" y="19212"/>
                      <a:pt x="14077" y="19355"/>
                      <a:pt x="13934" y="19498"/>
                    </a:cubicBezTo>
                    <a:cubicBezTo>
                      <a:pt x="13791" y="19640"/>
                      <a:pt x="13648" y="19767"/>
                      <a:pt x="13506" y="19894"/>
                    </a:cubicBezTo>
                    <a:cubicBezTo>
                      <a:pt x="13236" y="20164"/>
                      <a:pt x="12967" y="20417"/>
                      <a:pt x="12681" y="20639"/>
                    </a:cubicBezTo>
                    <a:cubicBezTo>
                      <a:pt x="12602" y="20734"/>
                      <a:pt x="12523" y="20798"/>
                      <a:pt x="12428" y="20877"/>
                    </a:cubicBezTo>
                    <a:lnTo>
                      <a:pt x="12412" y="20877"/>
                    </a:lnTo>
                    <a:cubicBezTo>
                      <a:pt x="11873" y="21368"/>
                      <a:pt x="11334" y="21812"/>
                      <a:pt x="10811" y="22209"/>
                    </a:cubicBezTo>
                    <a:cubicBezTo>
                      <a:pt x="10668" y="22320"/>
                      <a:pt x="10541" y="22431"/>
                      <a:pt x="10398" y="22526"/>
                    </a:cubicBezTo>
                    <a:cubicBezTo>
                      <a:pt x="8528" y="23937"/>
                      <a:pt x="6816" y="24983"/>
                      <a:pt x="5357" y="25728"/>
                    </a:cubicBezTo>
                    <a:cubicBezTo>
                      <a:pt x="5294" y="25776"/>
                      <a:pt x="5230" y="25807"/>
                      <a:pt x="5167" y="25823"/>
                    </a:cubicBezTo>
                    <a:cubicBezTo>
                      <a:pt x="4818" y="25998"/>
                      <a:pt x="4501" y="26172"/>
                      <a:pt x="4184" y="26299"/>
                    </a:cubicBezTo>
                    <a:cubicBezTo>
                      <a:pt x="3835" y="26473"/>
                      <a:pt x="3518" y="26616"/>
                      <a:pt x="3217" y="26727"/>
                    </a:cubicBezTo>
                    <a:cubicBezTo>
                      <a:pt x="2773" y="26917"/>
                      <a:pt x="2393" y="27076"/>
                      <a:pt x="2075" y="27187"/>
                    </a:cubicBezTo>
                    <a:cubicBezTo>
                      <a:pt x="1457" y="27409"/>
                      <a:pt x="1108" y="27504"/>
                      <a:pt x="1093" y="27504"/>
                    </a:cubicBezTo>
                    <a:cubicBezTo>
                      <a:pt x="1061" y="27504"/>
                      <a:pt x="1029" y="27520"/>
                      <a:pt x="1013" y="27535"/>
                    </a:cubicBezTo>
                    <a:cubicBezTo>
                      <a:pt x="776" y="27615"/>
                      <a:pt x="601" y="27757"/>
                      <a:pt x="474" y="27963"/>
                    </a:cubicBezTo>
                    <a:cubicBezTo>
                      <a:pt x="459" y="28011"/>
                      <a:pt x="-96" y="29010"/>
                      <a:pt x="15" y="30310"/>
                    </a:cubicBezTo>
                    <a:cubicBezTo>
                      <a:pt x="15" y="30326"/>
                      <a:pt x="15" y="30326"/>
                      <a:pt x="15" y="30326"/>
                    </a:cubicBezTo>
                    <a:cubicBezTo>
                      <a:pt x="46" y="30754"/>
                      <a:pt x="157" y="31213"/>
                      <a:pt x="395" y="31689"/>
                    </a:cubicBezTo>
                    <a:cubicBezTo>
                      <a:pt x="395" y="31737"/>
                      <a:pt x="427" y="31768"/>
                      <a:pt x="443" y="31800"/>
                    </a:cubicBezTo>
                    <a:cubicBezTo>
                      <a:pt x="807" y="32482"/>
                      <a:pt x="1394" y="33100"/>
                      <a:pt x="2139" y="33575"/>
                    </a:cubicBezTo>
                    <a:cubicBezTo>
                      <a:pt x="2218" y="33655"/>
                      <a:pt x="2297" y="33702"/>
                      <a:pt x="2393" y="33750"/>
                    </a:cubicBezTo>
                    <a:cubicBezTo>
                      <a:pt x="2567" y="33861"/>
                      <a:pt x="2773" y="33972"/>
                      <a:pt x="2995" y="34083"/>
                    </a:cubicBezTo>
                    <a:cubicBezTo>
                      <a:pt x="3090" y="34130"/>
                      <a:pt x="3185" y="34178"/>
                      <a:pt x="3296" y="34225"/>
                    </a:cubicBezTo>
                    <a:cubicBezTo>
                      <a:pt x="3471" y="34305"/>
                      <a:pt x="3677" y="34384"/>
                      <a:pt x="3883" y="34463"/>
                    </a:cubicBezTo>
                    <a:cubicBezTo>
                      <a:pt x="4026" y="34511"/>
                      <a:pt x="4152" y="34558"/>
                      <a:pt x="4311" y="34606"/>
                    </a:cubicBezTo>
                    <a:cubicBezTo>
                      <a:pt x="5183" y="34907"/>
                      <a:pt x="6213" y="35145"/>
                      <a:pt x="7371" y="35304"/>
                    </a:cubicBezTo>
                    <a:cubicBezTo>
                      <a:pt x="7846" y="35367"/>
                      <a:pt x="8338" y="35430"/>
                      <a:pt x="8877" y="35478"/>
                    </a:cubicBezTo>
                    <a:cubicBezTo>
                      <a:pt x="9083" y="35494"/>
                      <a:pt x="9289" y="35510"/>
                      <a:pt x="9511" y="35510"/>
                    </a:cubicBezTo>
                    <a:cubicBezTo>
                      <a:pt x="9543" y="35526"/>
                      <a:pt x="9574" y="35526"/>
                      <a:pt x="9590" y="35510"/>
                    </a:cubicBezTo>
                    <a:cubicBezTo>
                      <a:pt x="9701" y="35526"/>
                      <a:pt x="9828" y="35526"/>
                      <a:pt x="9939" y="35526"/>
                    </a:cubicBezTo>
                    <a:cubicBezTo>
                      <a:pt x="10478" y="35526"/>
                      <a:pt x="11001" y="35494"/>
                      <a:pt x="11540" y="35414"/>
                    </a:cubicBezTo>
                    <a:cubicBezTo>
                      <a:pt x="11905" y="35367"/>
                      <a:pt x="12253" y="35304"/>
                      <a:pt x="12602" y="35224"/>
                    </a:cubicBezTo>
                    <a:cubicBezTo>
                      <a:pt x="12967" y="35161"/>
                      <a:pt x="13331" y="35082"/>
                      <a:pt x="13680" y="34970"/>
                    </a:cubicBezTo>
                    <a:lnTo>
                      <a:pt x="13696" y="34970"/>
                    </a:lnTo>
                    <a:cubicBezTo>
                      <a:pt x="16122" y="34241"/>
                      <a:pt x="18436" y="32894"/>
                      <a:pt x="20545" y="31166"/>
                    </a:cubicBezTo>
                    <a:cubicBezTo>
                      <a:pt x="21274" y="30579"/>
                      <a:pt x="21987" y="29945"/>
                      <a:pt x="22669" y="29263"/>
                    </a:cubicBezTo>
                    <a:cubicBezTo>
                      <a:pt x="22669" y="29247"/>
                      <a:pt x="22685" y="29247"/>
                      <a:pt x="22685" y="29247"/>
                    </a:cubicBezTo>
                    <a:cubicBezTo>
                      <a:pt x="23351" y="28598"/>
                      <a:pt x="24001" y="27932"/>
                      <a:pt x="24635" y="27203"/>
                    </a:cubicBezTo>
                    <a:cubicBezTo>
                      <a:pt x="28028" y="23366"/>
                      <a:pt x="30707" y="18880"/>
                      <a:pt x="32324" y="15423"/>
                    </a:cubicBezTo>
                    <a:cubicBezTo>
                      <a:pt x="35827" y="8004"/>
                      <a:pt x="36160" y="1948"/>
                      <a:pt x="33148" y="363"/>
                    </a:cubicBezTo>
                    <a:close/>
                    <a:moveTo>
                      <a:pt x="26458" y="21749"/>
                    </a:moveTo>
                    <a:cubicBezTo>
                      <a:pt x="25919" y="22526"/>
                      <a:pt x="25348" y="23287"/>
                      <a:pt x="24778" y="24048"/>
                    </a:cubicBezTo>
                    <a:cubicBezTo>
                      <a:pt x="24778" y="24048"/>
                      <a:pt x="24778" y="24063"/>
                      <a:pt x="24762" y="24063"/>
                    </a:cubicBezTo>
                    <a:cubicBezTo>
                      <a:pt x="24191" y="24825"/>
                      <a:pt x="23573" y="25554"/>
                      <a:pt x="22923" y="26267"/>
                    </a:cubicBezTo>
                    <a:cubicBezTo>
                      <a:pt x="20402" y="29089"/>
                      <a:pt x="17485" y="31499"/>
                      <a:pt x="14346" y="32735"/>
                    </a:cubicBezTo>
                    <a:cubicBezTo>
                      <a:pt x="13981" y="32862"/>
                      <a:pt x="13617" y="33005"/>
                      <a:pt x="13236" y="33100"/>
                    </a:cubicBezTo>
                    <a:cubicBezTo>
                      <a:pt x="12888" y="33211"/>
                      <a:pt x="12555" y="33290"/>
                      <a:pt x="12206" y="33354"/>
                    </a:cubicBezTo>
                    <a:cubicBezTo>
                      <a:pt x="11540" y="33496"/>
                      <a:pt x="10858" y="33575"/>
                      <a:pt x="10177" y="33591"/>
                    </a:cubicBezTo>
                    <a:cubicBezTo>
                      <a:pt x="9796" y="33591"/>
                      <a:pt x="9416" y="33575"/>
                      <a:pt x="9035" y="33544"/>
                    </a:cubicBezTo>
                    <a:cubicBezTo>
                      <a:pt x="8924" y="33528"/>
                      <a:pt x="8845" y="33528"/>
                      <a:pt x="8734" y="33512"/>
                    </a:cubicBezTo>
                    <a:cubicBezTo>
                      <a:pt x="8560" y="33496"/>
                      <a:pt x="8385" y="33480"/>
                      <a:pt x="8211" y="33449"/>
                    </a:cubicBezTo>
                    <a:cubicBezTo>
                      <a:pt x="7355" y="33369"/>
                      <a:pt x="6562" y="33227"/>
                      <a:pt x="5864" y="33052"/>
                    </a:cubicBezTo>
                    <a:cubicBezTo>
                      <a:pt x="5468" y="32957"/>
                      <a:pt x="5135" y="32846"/>
                      <a:pt x="4802" y="32751"/>
                    </a:cubicBezTo>
                    <a:cubicBezTo>
                      <a:pt x="4644" y="32688"/>
                      <a:pt x="4485" y="32640"/>
                      <a:pt x="4358" y="32577"/>
                    </a:cubicBezTo>
                    <a:cubicBezTo>
                      <a:pt x="4152" y="32513"/>
                      <a:pt x="3994" y="32418"/>
                      <a:pt x="3820" y="32355"/>
                    </a:cubicBezTo>
                    <a:cubicBezTo>
                      <a:pt x="3708" y="32291"/>
                      <a:pt x="3582" y="32228"/>
                      <a:pt x="3471" y="32165"/>
                    </a:cubicBezTo>
                    <a:cubicBezTo>
                      <a:pt x="3138" y="31974"/>
                      <a:pt x="2852" y="31752"/>
                      <a:pt x="2631" y="31530"/>
                    </a:cubicBezTo>
                    <a:cubicBezTo>
                      <a:pt x="2440" y="31356"/>
                      <a:pt x="2282" y="31134"/>
                      <a:pt x="2155" y="30928"/>
                    </a:cubicBezTo>
                    <a:cubicBezTo>
                      <a:pt x="1790" y="30278"/>
                      <a:pt x="1901" y="29612"/>
                      <a:pt x="2028" y="29232"/>
                    </a:cubicBezTo>
                    <a:cubicBezTo>
                      <a:pt x="2282" y="29152"/>
                      <a:pt x="2615" y="29041"/>
                      <a:pt x="3043" y="28899"/>
                    </a:cubicBezTo>
                    <a:cubicBezTo>
                      <a:pt x="3328" y="28788"/>
                      <a:pt x="3677" y="28645"/>
                      <a:pt x="4057" y="28502"/>
                    </a:cubicBezTo>
                    <a:cubicBezTo>
                      <a:pt x="4057" y="28487"/>
                      <a:pt x="4057" y="28487"/>
                      <a:pt x="4057" y="28487"/>
                    </a:cubicBezTo>
                    <a:cubicBezTo>
                      <a:pt x="4358" y="28360"/>
                      <a:pt x="4707" y="28217"/>
                      <a:pt x="5072" y="28058"/>
                    </a:cubicBezTo>
                    <a:cubicBezTo>
                      <a:pt x="5405" y="27900"/>
                      <a:pt x="5769" y="27726"/>
                      <a:pt x="6150" y="27535"/>
                    </a:cubicBezTo>
                    <a:cubicBezTo>
                      <a:pt x="6943" y="27123"/>
                      <a:pt x="7830" y="26632"/>
                      <a:pt x="8782" y="26045"/>
                    </a:cubicBezTo>
                    <a:cubicBezTo>
                      <a:pt x="9146" y="25807"/>
                      <a:pt x="9527" y="25554"/>
                      <a:pt x="9923" y="25284"/>
                    </a:cubicBezTo>
                    <a:cubicBezTo>
                      <a:pt x="10161" y="25142"/>
                      <a:pt x="10383" y="24967"/>
                      <a:pt x="10620" y="24793"/>
                    </a:cubicBezTo>
                    <a:cubicBezTo>
                      <a:pt x="10620" y="24793"/>
                      <a:pt x="10636" y="24793"/>
                      <a:pt x="10636" y="24777"/>
                    </a:cubicBezTo>
                    <a:cubicBezTo>
                      <a:pt x="11160" y="24412"/>
                      <a:pt x="11667" y="24032"/>
                      <a:pt x="12222" y="23604"/>
                    </a:cubicBezTo>
                    <a:cubicBezTo>
                      <a:pt x="12285" y="23556"/>
                      <a:pt x="12349" y="23509"/>
                      <a:pt x="12396" y="23461"/>
                    </a:cubicBezTo>
                    <a:cubicBezTo>
                      <a:pt x="12792" y="23128"/>
                      <a:pt x="13205" y="22795"/>
                      <a:pt x="13617" y="22447"/>
                    </a:cubicBezTo>
                    <a:cubicBezTo>
                      <a:pt x="13918" y="22177"/>
                      <a:pt x="14219" y="21907"/>
                      <a:pt x="14536" y="21622"/>
                    </a:cubicBezTo>
                    <a:cubicBezTo>
                      <a:pt x="14837" y="21337"/>
                      <a:pt x="15154" y="21036"/>
                      <a:pt x="15488" y="20703"/>
                    </a:cubicBezTo>
                    <a:cubicBezTo>
                      <a:pt x="18119" y="18134"/>
                      <a:pt x="20830" y="14821"/>
                      <a:pt x="23303" y="10572"/>
                    </a:cubicBezTo>
                    <a:cubicBezTo>
                      <a:pt x="23985" y="9399"/>
                      <a:pt x="24635" y="8385"/>
                      <a:pt x="25269" y="7481"/>
                    </a:cubicBezTo>
                    <a:cubicBezTo>
                      <a:pt x="25507" y="7116"/>
                      <a:pt x="25760" y="6783"/>
                      <a:pt x="25998" y="6466"/>
                    </a:cubicBezTo>
                    <a:cubicBezTo>
                      <a:pt x="26252" y="6118"/>
                      <a:pt x="26505" y="5816"/>
                      <a:pt x="26775" y="5515"/>
                    </a:cubicBezTo>
                    <a:cubicBezTo>
                      <a:pt x="29391" y="2344"/>
                      <a:pt x="31357" y="1584"/>
                      <a:pt x="32260" y="2059"/>
                    </a:cubicBezTo>
                    <a:cubicBezTo>
                      <a:pt x="33639" y="2788"/>
                      <a:pt x="34052" y="7275"/>
                      <a:pt x="30596" y="14599"/>
                    </a:cubicBezTo>
                    <a:cubicBezTo>
                      <a:pt x="29581" y="16723"/>
                      <a:pt x="28170" y="19260"/>
                      <a:pt x="26458" y="21749"/>
                    </a:cubicBezTo>
                    <a:close/>
                    <a:moveTo>
                      <a:pt x="4358" y="32577"/>
                    </a:moveTo>
                    <a:cubicBezTo>
                      <a:pt x="4311" y="32846"/>
                      <a:pt x="4232" y="33100"/>
                      <a:pt x="4168" y="33385"/>
                    </a:cubicBezTo>
                    <a:cubicBezTo>
                      <a:pt x="4390" y="33179"/>
                      <a:pt x="4596" y="32957"/>
                      <a:pt x="4787" y="32751"/>
                    </a:cubicBezTo>
                    <a:cubicBezTo>
                      <a:pt x="4644" y="32688"/>
                      <a:pt x="4485" y="32640"/>
                      <a:pt x="4358" y="32577"/>
                    </a:cubicBezTo>
                    <a:close/>
                  </a:path>
                </a:pathLst>
              </a:custGeom>
              <a:solidFill>
                <a:srgbClr val="31313B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BC7B04A8-DEF6-DBC6-09BC-6A9BCCA0D9DD}"/>
                  </a:ext>
                </a:extLst>
              </p:cNvPr>
              <p:cNvSpPr/>
              <p:nvPr/>
            </p:nvSpPr>
            <p:spPr>
              <a:xfrm>
                <a:off x="1158193" y="4426403"/>
                <a:ext cx="28730" cy="42202"/>
              </a:xfrm>
              <a:custGeom>
                <a:avLst/>
                <a:gdLst>
                  <a:gd name="connsiteX0" fmla="*/ 0 w 28730"/>
                  <a:gd name="connsiteY0" fmla="*/ 38892 h 42202"/>
                  <a:gd name="connsiteX1" fmla="*/ 16345 w 28730"/>
                  <a:gd name="connsiteY1" fmla="*/ 12210 h 42202"/>
                  <a:gd name="connsiteX2" fmla="*/ 28726 w 28730"/>
                  <a:gd name="connsiteY2" fmla="*/ 13257 h 42202"/>
                  <a:gd name="connsiteX3" fmla="*/ 14363 w 28730"/>
                  <a:gd name="connsiteY3" fmla="*/ 40857 h 42202"/>
                  <a:gd name="connsiteX4" fmla="*/ 0 w 28730"/>
                  <a:gd name="connsiteY4" fmla="*/ 38892 h 42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730" h="42202">
                    <a:moveTo>
                      <a:pt x="0" y="38892"/>
                    </a:moveTo>
                    <a:cubicBezTo>
                      <a:pt x="0" y="38892"/>
                      <a:pt x="15251" y="29998"/>
                      <a:pt x="16345" y="12210"/>
                    </a:cubicBezTo>
                    <a:cubicBezTo>
                      <a:pt x="17454" y="-5593"/>
                      <a:pt x="28314" y="-2787"/>
                      <a:pt x="28726" y="13257"/>
                    </a:cubicBezTo>
                    <a:cubicBezTo>
                      <a:pt x="28901" y="20581"/>
                      <a:pt x="24192" y="36942"/>
                      <a:pt x="14363" y="40857"/>
                    </a:cubicBezTo>
                    <a:cubicBezTo>
                      <a:pt x="4534" y="44773"/>
                      <a:pt x="0" y="38892"/>
                      <a:pt x="0" y="388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1FFCFD7B-B3E9-28E3-4529-3A9735615287}"/>
                  </a:ext>
                </a:extLst>
              </p:cNvPr>
              <p:cNvSpPr/>
              <p:nvPr/>
            </p:nvSpPr>
            <p:spPr>
              <a:xfrm>
                <a:off x="1157236" y="4425439"/>
                <a:ext cx="30640" cy="44135"/>
              </a:xfrm>
              <a:custGeom>
                <a:avLst/>
                <a:gdLst>
                  <a:gd name="connsiteX0" fmla="*/ 7679 w 30640"/>
                  <a:gd name="connsiteY0" fmla="*/ 34307 h 44135"/>
                  <a:gd name="connsiteX1" fmla="*/ 7045 w 30640"/>
                  <a:gd name="connsiteY1" fmla="*/ 34941 h 44135"/>
                  <a:gd name="connsiteX2" fmla="*/ 6997 w 30640"/>
                  <a:gd name="connsiteY2" fmla="*/ 35083 h 44135"/>
                  <a:gd name="connsiteX3" fmla="*/ 6759 w 30640"/>
                  <a:gd name="connsiteY3" fmla="*/ 36019 h 44135"/>
                  <a:gd name="connsiteX4" fmla="*/ 7188 w 30640"/>
                  <a:gd name="connsiteY4" fmla="*/ 36177 h 44135"/>
                  <a:gd name="connsiteX5" fmla="*/ 7980 w 30640"/>
                  <a:gd name="connsiteY5" fmla="*/ 35416 h 44135"/>
                  <a:gd name="connsiteX6" fmla="*/ 8741 w 30640"/>
                  <a:gd name="connsiteY6" fmla="*/ 34608 h 44135"/>
                  <a:gd name="connsiteX7" fmla="*/ 7679 w 30640"/>
                  <a:gd name="connsiteY7" fmla="*/ 34307 h 44135"/>
                  <a:gd name="connsiteX8" fmla="*/ 29636 w 30640"/>
                  <a:gd name="connsiteY8" fmla="*/ 7086 h 44135"/>
                  <a:gd name="connsiteX9" fmla="*/ 29287 w 30640"/>
                  <a:gd name="connsiteY9" fmla="*/ 6008 h 44135"/>
                  <a:gd name="connsiteX10" fmla="*/ 28891 w 30640"/>
                  <a:gd name="connsiteY10" fmla="*/ 5010 h 44135"/>
                  <a:gd name="connsiteX11" fmla="*/ 23326 w 30640"/>
                  <a:gd name="connsiteY11" fmla="*/ 16 h 44135"/>
                  <a:gd name="connsiteX12" fmla="*/ 23263 w 30640"/>
                  <a:gd name="connsiteY12" fmla="*/ 0 h 44135"/>
                  <a:gd name="connsiteX13" fmla="*/ 16335 w 30640"/>
                  <a:gd name="connsiteY13" fmla="*/ 13111 h 44135"/>
                  <a:gd name="connsiteX14" fmla="*/ 16192 w 30640"/>
                  <a:gd name="connsiteY14" fmla="*/ 14839 h 44135"/>
                  <a:gd name="connsiteX15" fmla="*/ 16192 w 30640"/>
                  <a:gd name="connsiteY15" fmla="*/ 14870 h 44135"/>
                  <a:gd name="connsiteX16" fmla="*/ 16113 w 30640"/>
                  <a:gd name="connsiteY16" fmla="*/ 15346 h 44135"/>
                  <a:gd name="connsiteX17" fmla="*/ 15733 w 30640"/>
                  <a:gd name="connsiteY17" fmla="*/ 17502 h 44135"/>
                  <a:gd name="connsiteX18" fmla="*/ 13687 w 30640"/>
                  <a:gd name="connsiteY18" fmla="*/ 23780 h 44135"/>
                  <a:gd name="connsiteX19" fmla="*/ 13133 w 30640"/>
                  <a:gd name="connsiteY19" fmla="*/ 24937 h 44135"/>
                  <a:gd name="connsiteX20" fmla="*/ 13117 w 30640"/>
                  <a:gd name="connsiteY20" fmla="*/ 24953 h 44135"/>
                  <a:gd name="connsiteX21" fmla="*/ 12736 w 30640"/>
                  <a:gd name="connsiteY21" fmla="*/ 25698 h 44135"/>
                  <a:gd name="connsiteX22" fmla="*/ 12736 w 30640"/>
                  <a:gd name="connsiteY22" fmla="*/ 25730 h 44135"/>
                  <a:gd name="connsiteX23" fmla="*/ 11658 w 30640"/>
                  <a:gd name="connsiteY23" fmla="*/ 27616 h 44135"/>
                  <a:gd name="connsiteX24" fmla="*/ 9645 w 30640"/>
                  <a:gd name="connsiteY24" fmla="*/ 30518 h 44135"/>
                  <a:gd name="connsiteX25" fmla="*/ 7457 w 30640"/>
                  <a:gd name="connsiteY25" fmla="*/ 33118 h 44135"/>
                  <a:gd name="connsiteX26" fmla="*/ 7441 w 30640"/>
                  <a:gd name="connsiteY26" fmla="*/ 33133 h 44135"/>
                  <a:gd name="connsiteX27" fmla="*/ 6696 w 30640"/>
                  <a:gd name="connsiteY27" fmla="*/ 33926 h 44135"/>
                  <a:gd name="connsiteX28" fmla="*/ 6205 w 30640"/>
                  <a:gd name="connsiteY28" fmla="*/ 34417 h 44135"/>
                  <a:gd name="connsiteX29" fmla="*/ 6189 w 30640"/>
                  <a:gd name="connsiteY29" fmla="*/ 34433 h 44135"/>
                  <a:gd name="connsiteX30" fmla="*/ 5983 w 30640"/>
                  <a:gd name="connsiteY30" fmla="*/ 34624 h 44135"/>
                  <a:gd name="connsiteX31" fmla="*/ 5254 w 30640"/>
                  <a:gd name="connsiteY31" fmla="*/ 35321 h 44135"/>
                  <a:gd name="connsiteX32" fmla="*/ 4889 w 30640"/>
                  <a:gd name="connsiteY32" fmla="*/ 35654 h 44135"/>
                  <a:gd name="connsiteX33" fmla="*/ 4873 w 30640"/>
                  <a:gd name="connsiteY33" fmla="*/ 35670 h 44135"/>
                  <a:gd name="connsiteX34" fmla="*/ 466 w 30640"/>
                  <a:gd name="connsiteY34" fmla="*/ 39031 h 44135"/>
                  <a:gd name="connsiteX35" fmla="*/ 22 w 30640"/>
                  <a:gd name="connsiteY35" fmla="*/ 39665 h 44135"/>
                  <a:gd name="connsiteX36" fmla="*/ 196 w 30640"/>
                  <a:gd name="connsiteY36" fmla="*/ 40442 h 44135"/>
                  <a:gd name="connsiteX37" fmla="*/ 2225 w 30640"/>
                  <a:gd name="connsiteY37" fmla="*/ 42217 h 44135"/>
                  <a:gd name="connsiteX38" fmla="*/ 3034 w 30640"/>
                  <a:gd name="connsiteY38" fmla="*/ 42709 h 44135"/>
                  <a:gd name="connsiteX39" fmla="*/ 3890 w 30640"/>
                  <a:gd name="connsiteY39" fmla="*/ 43121 h 44135"/>
                  <a:gd name="connsiteX40" fmla="*/ 3906 w 30640"/>
                  <a:gd name="connsiteY40" fmla="*/ 43121 h 44135"/>
                  <a:gd name="connsiteX41" fmla="*/ 4937 w 30640"/>
                  <a:gd name="connsiteY41" fmla="*/ 43517 h 44135"/>
                  <a:gd name="connsiteX42" fmla="*/ 4952 w 30640"/>
                  <a:gd name="connsiteY42" fmla="*/ 43517 h 44135"/>
                  <a:gd name="connsiteX43" fmla="*/ 7077 w 30640"/>
                  <a:gd name="connsiteY43" fmla="*/ 44009 h 44135"/>
                  <a:gd name="connsiteX44" fmla="*/ 8884 w 30640"/>
                  <a:gd name="connsiteY44" fmla="*/ 44136 h 44135"/>
                  <a:gd name="connsiteX45" fmla="*/ 9962 w 30640"/>
                  <a:gd name="connsiteY45" fmla="*/ 44088 h 44135"/>
                  <a:gd name="connsiteX46" fmla="*/ 11452 w 30640"/>
                  <a:gd name="connsiteY46" fmla="*/ 43898 h 44135"/>
                  <a:gd name="connsiteX47" fmla="*/ 11468 w 30640"/>
                  <a:gd name="connsiteY47" fmla="*/ 43898 h 44135"/>
                  <a:gd name="connsiteX48" fmla="*/ 12039 w 30640"/>
                  <a:gd name="connsiteY48" fmla="*/ 43803 h 44135"/>
                  <a:gd name="connsiteX49" fmla="*/ 12055 w 30640"/>
                  <a:gd name="connsiteY49" fmla="*/ 43803 h 44135"/>
                  <a:gd name="connsiteX50" fmla="*/ 12958 w 30640"/>
                  <a:gd name="connsiteY50" fmla="*/ 43597 h 44135"/>
                  <a:gd name="connsiteX51" fmla="*/ 15669 w 30640"/>
                  <a:gd name="connsiteY51" fmla="*/ 42709 h 44135"/>
                  <a:gd name="connsiteX52" fmla="*/ 27512 w 30640"/>
                  <a:gd name="connsiteY52" fmla="*/ 28774 h 44135"/>
                  <a:gd name="connsiteX53" fmla="*/ 28510 w 30640"/>
                  <a:gd name="connsiteY53" fmla="*/ 26063 h 44135"/>
                  <a:gd name="connsiteX54" fmla="*/ 28510 w 30640"/>
                  <a:gd name="connsiteY54" fmla="*/ 26047 h 44135"/>
                  <a:gd name="connsiteX55" fmla="*/ 29335 w 30640"/>
                  <a:gd name="connsiteY55" fmla="*/ 23320 h 44135"/>
                  <a:gd name="connsiteX56" fmla="*/ 30635 w 30640"/>
                  <a:gd name="connsiteY56" fmla="*/ 14189 h 44135"/>
                  <a:gd name="connsiteX57" fmla="*/ 29636 w 30640"/>
                  <a:gd name="connsiteY57" fmla="*/ 7086 h 44135"/>
                  <a:gd name="connsiteX58" fmla="*/ 25783 w 30640"/>
                  <a:gd name="connsiteY58" fmla="*/ 27838 h 44135"/>
                  <a:gd name="connsiteX59" fmla="*/ 24690 w 30640"/>
                  <a:gd name="connsiteY59" fmla="*/ 30359 h 44135"/>
                  <a:gd name="connsiteX60" fmla="*/ 24690 w 30640"/>
                  <a:gd name="connsiteY60" fmla="*/ 30375 h 44135"/>
                  <a:gd name="connsiteX61" fmla="*/ 23421 w 30640"/>
                  <a:gd name="connsiteY61" fmla="*/ 32737 h 44135"/>
                  <a:gd name="connsiteX62" fmla="*/ 14956 w 30640"/>
                  <a:gd name="connsiteY62" fmla="*/ 40917 h 44135"/>
                  <a:gd name="connsiteX63" fmla="*/ 14639 w 30640"/>
                  <a:gd name="connsiteY63" fmla="*/ 41044 h 44135"/>
                  <a:gd name="connsiteX64" fmla="*/ 14052 w 30640"/>
                  <a:gd name="connsiteY64" fmla="*/ 41250 h 44135"/>
                  <a:gd name="connsiteX65" fmla="*/ 13259 w 30640"/>
                  <a:gd name="connsiteY65" fmla="*/ 41504 h 44135"/>
                  <a:gd name="connsiteX66" fmla="*/ 11896 w 30640"/>
                  <a:gd name="connsiteY66" fmla="*/ 41869 h 44135"/>
                  <a:gd name="connsiteX67" fmla="*/ 8662 w 30640"/>
                  <a:gd name="connsiteY67" fmla="*/ 42201 h 44135"/>
                  <a:gd name="connsiteX68" fmla="*/ 6427 w 30640"/>
                  <a:gd name="connsiteY68" fmla="*/ 41932 h 44135"/>
                  <a:gd name="connsiteX69" fmla="*/ 4762 w 30640"/>
                  <a:gd name="connsiteY69" fmla="*/ 41409 h 44135"/>
                  <a:gd name="connsiteX70" fmla="*/ 3890 w 30640"/>
                  <a:gd name="connsiteY70" fmla="*/ 40997 h 44135"/>
                  <a:gd name="connsiteX71" fmla="*/ 3097 w 30640"/>
                  <a:gd name="connsiteY71" fmla="*/ 40489 h 44135"/>
                  <a:gd name="connsiteX72" fmla="*/ 2463 w 30640"/>
                  <a:gd name="connsiteY72" fmla="*/ 40030 h 44135"/>
                  <a:gd name="connsiteX73" fmla="*/ 3652 w 30640"/>
                  <a:gd name="connsiteY73" fmla="*/ 39173 h 44135"/>
                  <a:gd name="connsiteX74" fmla="*/ 3668 w 30640"/>
                  <a:gd name="connsiteY74" fmla="*/ 39158 h 44135"/>
                  <a:gd name="connsiteX75" fmla="*/ 5111 w 30640"/>
                  <a:gd name="connsiteY75" fmla="*/ 38048 h 44135"/>
                  <a:gd name="connsiteX76" fmla="*/ 5127 w 30640"/>
                  <a:gd name="connsiteY76" fmla="*/ 38032 h 44135"/>
                  <a:gd name="connsiteX77" fmla="*/ 6522 w 30640"/>
                  <a:gd name="connsiteY77" fmla="*/ 36811 h 44135"/>
                  <a:gd name="connsiteX78" fmla="*/ 6522 w 30640"/>
                  <a:gd name="connsiteY78" fmla="*/ 36811 h 44135"/>
                  <a:gd name="connsiteX79" fmla="*/ 7172 w 30640"/>
                  <a:gd name="connsiteY79" fmla="*/ 36177 h 44135"/>
                  <a:gd name="connsiteX80" fmla="*/ 7964 w 30640"/>
                  <a:gd name="connsiteY80" fmla="*/ 35416 h 44135"/>
                  <a:gd name="connsiteX81" fmla="*/ 8741 w 30640"/>
                  <a:gd name="connsiteY81" fmla="*/ 34624 h 44135"/>
                  <a:gd name="connsiteX82" fmla="*/ 10533 w 30640"/>
                  <a:gd name="connsiteY82" fmla="*/ 32578 h 44135"/>
                  <a:gd name="connsiteX83" fmla="*/ 12055 w 30640"/>
                  <a:gd name="connsiteY83" fmla="*/ 30581 h 44135"/>
                  <a:gd name="connsiteX84" fmla="*/ 15019 w 30640"/>
                  <a:gd name="connsiteY84" fmla="*/ 25540 h 44135"/>
                  <a:gd name="connsiteX85" fmla="*/ 15035 w 30640"/>
                  <a:gd name="connsiteY85" fmla="*/ 25524 h 44135"/>
                  <a:gd name="connsiteX86" fmla="*/ 15273 w 30640"/>
                  <a:gd name="connsiteY86" fmla="*/ 25032 h 44135"/>
                  <a:gd name="connsiteX87" fmla="*/ 16113 w 30640"/>
                  <a:gd name="connsiteY87" fmla="*/ 23051 h 44135"/>
                  <a:gd name="connsiteX88" fmla="*/ 16113 w 30640"/>
                  <a:gd name="connsiteY88" fmla="*/ 23035 h 44135"/>
                  <a:gd name="connsiteX89" fmla="*/ 16430 w 30640"/>
                  <a:gd name="connsiteY89" fmla="*/ 22226 h 44135"/>
                  <a:gd name="connsiteX90" fmla="*/ 16811 w 30640"/>
                  <a:gd name="connsiteY90" fmla="*/ 21069 h 44135"/>
                  <a:gd name="connsiteX91" fmla="*/ 17159 w 30640"/>
                  <a:gd name="connsiteY91" fmla="*/ 19896 h 44135"/>
                  <a:gd name="connsiteX92" fmla="*/ 17159 w 30640"/>
                  <a:gd name="connsiteY92" fmla="*/ 19880 h 44135"/>
                  <a:gd name="connsiteX93" fmla="*/ 17714 w 30640"/>
                  <a:gd name="connsiteY93" fmla="*/ 17534 h 44135"/>
                  <a:gd name="connsiteX94" fmla="*/ 18253 w 30640"/>
                  <a:gd name="connsiteY94" fmla="*/ 13222 h 44135"/>
                  <a:gd name="connsiteX95" fmla="*/ 23295 w 30640"/>
                  <a:gd name="connsiteY95" fmla="*/ 1918 h 44135"/>
                  <a:gd name="connsiteX96" fmla="*/ 27480 w 30640"/>
                  <a:gd name="connsiteY96" fmla="*/ 6706 h 44135"/>
                  <a:gd name="connsiteX97" fmla="*/ 27829 w 30640"/>
                  <a:gd name="connsiteY97" fmla="*/ 7831 h 44135"/>
                  <a:gd name="connsiteX98" fmla="*/ 28130 w 30640"/>
                  <a:gd name="connsiteY98" fmla="*/ 9052 h 44135"/>
                  <a:gd name="connsiteX99" fmla="*/ 28716 w 30640"/>
                  <a:gd name="connsiteY99" fmla="*/ 14236 h 44135"/>
                  <a:gd name="connsiteX100" fmla="*/ 25783 w 30640"/>
                  <a:gd name="connsiteY100" fmla="*/ 27838 h 44135"/>
                  <a:gd name="connsiteX101" fmla="*/ 7679 w 30640"/>
                  <a:gd name="connsiteY101" fmla="*/ 34307 h 44135"/>
                  <a:gd name="connsiteX102" fmla="*/ 7045 w 30640"/>
                  <a:gd name="connsiteY102" fmla="*/ 34941 h 44135"/>
                  <a:gd name="connsiteX103" fmla="*/ 6997 w 30640"/>
                  <a:gd name="connsiteY103" fmla="*/ 35083 h 44135"/>
                  <a:gd name="connsiteX104" fmla="*/ 6759 w 30640"/>
                  <a:gd name="connsiteY104" fmla="*/ 36019 h 44135"/>
                  <a:gd name="connsiteX105" fmla="*/ 7188 w 30640"/>
                  <a:gd name="connsiteY105" fmla="*/ 36177 h 44135"/>
                  <a:gd name="connsiteX106" fmla="*/ 7980 w 30640"/>
                  <a:gd name="connsiteY106" fmla="*/ 35416 h 44135"/>
                  <a:gd name="connsiteX107" fmla="*/ 8741 w 30640"/>
                  <a:gd name="connsiteY107" fmla="*/ 34608 h 44135"/>
                  <a:gd name="connsiteX108" fmla="*/ 7679 w 30640"/>
                  <a:gd name="connsiteY108" fmla="*/ 34307 h 4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</a:cxnLst>
                <a:rect l="l" t="t" r="r" b="b"/>
                <a:pathLst>
                  <a:path w="30640" h="44135">
                    <a:moveTo>
                      <a:pt x="7679" y="34307"/>
                    </a:moveTo>
                    <a:cubicBezTo>
                      <a:pt x="7473" y="34529"/>
                      <a:pt x="7267" y="34750"/>
                      <a:pt x="7045" y="34941"/>
                    </a:cubicBezTo>
                    <a:cubicBezTo>
                      <a:pt x="7029" y="34988"/>
                      <a:pt x="7029" y="35036"/>
                      <a:pt x="6997" y="35083"/>
                    </a:cubicBezTo>
                    <a:cubicBezTo>
                      <a:pt x="6950" y="35384"/>
                      <a:pt x="6855" y="35702"/>
                      <a:pt x="6759" y="36019"/>
                    </a:cubicBezTo>
                    <a:cubicBezTo>
                      <a:pt x="6902" y="36082"/>
                      <a:pt x="7029" y="36130"/>
                      <a:pt x="7188" y="36177"/>
                    </a:cubicBezTo>
                    <a:cubicBezTo>
                      <a:pt x="7441" y="35955"/>
                      <a:pt x="7695" y="35686"/>
                      <a:pt x="7980" y="35416"/>
                    </a:cubicBezTo>
                    <a:cubicBezTo>
                      <a:pt x="8234" y="35163"/>
                      <a:pt x="8488" y="34909"/>
                      <a:pt x="8741" y="34608"/>
                    </a:cubicBezTo>
                    <a:cubicBezTo>
                      <a:pt x="8345" y="34529"/>
                      <a:pt x="7996" y="34417"/>
                      <a:pt x="7679" y="34307"/>
                    </a:cubicBezTo>
                    <a:close/>
                    <a:moveTo>
                      <a:pt x="29636" y="7086"/>
                    </a:moveTo>
                    <a:cubicBezTo>
                      <a:pt x="29541" y="6706"/>
                      <a:pt x="29414" y="6341"/>
                      <a:pt x="29287" y="6008"/>
                    </a:cubicBezTo>
                    <a:cubicBezTo>
                      <a:pt x="29176" y="5660"/>
                      <a:pt x="29033" y="5327"/>
                      <a:pt x="28891" y="5010"/>
                    </a:cubicBezTo>
                    <a:cubicBezTo>
                      <a:pt x="27464" y="1664"/>
                      <a:pt x="25324" y="32"/>
                      <a:pt x="23326" y="16"/>
                    </a:cubicBezTo>
                    <a:cubicBezTo>
                      <a:pt x="23310" y="0"/>
                      <a:pt x="23279" y="0"/>
                      <a:pt x="23263" y="0"/>
                    </a:cubicBezTo>
                    <a:cubicBezTo>
                      <a:pt x="20298" y="0"/>
                      <a:pt x="16937" y="3424"/>
                      <a:pt x="16335" y="13111"/>
                    </a:cubicBezTo>
                    <a:cubicBezTo>
                      <a:pt x="16303" y="13713"/>
                      <a:pt x="16240" y="14284"/>
                      <a:pt x="16192" y="14839"/>
                    </a:cubicBezTo>
                    <a:cubicBezTo>
                      <a:pt x="16192" y="14855"/>
                      <a:pt x="16192" y="14855"/>
                      <a:pt x="16192" y="14870"/>
                    </a:cubicBezTo>
                    <a:cubicBezTo>
                      <a:pt x="16161" y="15029"/>
                      <a:pt x="16145" y="15187"/>
                      <a:pt x="16113" y="15346"/>
                    </a:cubicBezTo>
                    <a:cubicBezTo>
                      <a:pt x="16018" y="16091"/>
                      <a:pt x="15891" y="16804"/>
                      <a:pt x="15733" y="17502"/>
                    </a:cubicBezTo>
                    <a:cubicBezTo>
                      <a:pt x="15257" y="19785"/>
                      <a:pt x="14544" y="21877"/>
                      <a:pt x="13687" y="23780"/>
                    </a:cubicBezTo>
                    <a:cubicBezTo>
                      <a:pt x="13513" y="24176"/>
                      <a:pt x="13339" y="24557"/>
                      <a:pt x="13133" y="24937"/>
                    </a:cubicBezTo>
                    <a:lnTo>
                      <a:pt x="13117" y="24953"/>
                    </a:lnTo>
                    <a:cubicBezTo>
                      <a:pt x="13022" y="25207"/>
                      <a:pt x="12879" y="25444"/>
                      <a:pt x="12736" y="25698"/>
                    </a:cubicBezTo>
                    <a:lnTo>
                      <a:pt x="12736" y="25730"/>
                    </a:lnTo>
                    <a:cubicBezTo>
                      <a:pt x="12403" y="26396"/>
                      <a:pt x="12039" y="27014"/>
                      <a:pt x="11658" y="27616"/>
                    </a:cubicBezTo>
                    <a:cubicBezTo>
                      <a:pt x="11008" y="28647"/>
                      <a:pt x="10342" y="29614"/>
                      <a:pt x="9645" y="30518"/>
                    </a:cubicBezTo>
                    <a:cubicBezTo>
                      <a:pt x="8931" y="31453"/>
                      <a:pt x="8186" y="32325"/>
                      <a:pt x="7457" y="33118"/>
                    </a:cubicBezTo>
                    <a:cubicBezTo>
                      <a:pt x="7441" y="33133"/>
                      <a:pt x="7441" y="33133"/>
                      <a:pt x="7441" y="33133"/>
                    </a:cubicBezTo>
                    <a:cubicBezTo>
                      <a:pt x="7188" y="33403"/>
                      <a:pt x="6950" y="33657"/>
                      <a:pt x="6696" y="33926"/>
                    </a:cubicBezTo>
                    <a:cubicBezTo>
                      <a:pt x="6522" y="34085"/>
                      <a:pt x="6363" y="34259"/>
                      <a:pt x="6205" y="34417"/>
                    </a:cubicBezTo>
                    <a:cubicBezTo>
                      <a:pt x="6205" y="34417"/>
                      <a:pt x="6205" y="34417"/>
                      <a:pt x="6189" y="34433"/>
                    </a:cubicBezTo>
                    <a:cubicBezTo>
                      <a:pt x="6110" y="34497"/>
                      <a:pt x="6062" y="34560"/>
                      <a:pt x="5983" y="34624"/>
                    </a:cubicBezTo>
                    <a:cubicBezTo>
                      <a:pt x="5745" y="34861"/>
                      <a:pt x="5507" y="35083"/>
                      <a:pt x="5254" y="35321"/>
                    </a:cubicBezTo>
                    <a:cubicBezTo>
                      <a:pt x="5127" y="35432"/>
                      <a:pt x="5016" y="35543"/>
                      <a:pt x="4889" y="35654"/>
                    </a:cubicBezTo>
                    <a:lnTo>
                      <a:pt x="4873" y="35670"/>
                    </a:lnTo>
                    <a:cubicBezTo>
                      <a:pt x="2416" y="37874"/>
                      <a:pt x="529" y="38999"/>
                      <a:pt x="466" y="39031"/>
                    </a:cubicBezTo>
                    <a:cubicBezTo>
                      <a:pt x="228" y="39158"/>
                      <a:pt x="54" y="39411"/>
                      <a:pt x="22" y="39665"/>
                    </a:cubicBezTo>
                    <a:cubicBezTo>
                      <a:pt x="-41" y="39934"/>
                      <a:pt x="38" y="40220"/>
                      <a:pt x="196" y="40442"/>
                    </a:cubicBezTo>
                    <a:cubicBezTo>
                      <a:pt x="276" y="40521"/>
                      <a:pt x="926" y="41377"/>
                      <a:pt x="2225" y="42217"/>
                    </a:cubicBezTo>
                    <a:cubicBezTo>
                      <a:pt x="2479" y="42392"/>
                      <a:pt x="2749" y="42534"/>
                      <a:pt x="3034" y="42709"/>
                    </a:cubicBezTo>
                    <a:cubicBezTo>
                      <a:pt x="3304" y="42852"/>
                      <a:pt x="3589" y="42994"/>
                      <a:pt x="3890" y="43121"/>
                    </a:cubicBezTo>
                    <a:lnTo>
                      <a:pt x="3906" y="43121"/>
                    </a:lnTo>
                    <a:cubicBezTo>
                      <a:pt x="4223" y="43264"/>
                      <a:pt x="4556" y="43406"/>
                      <a:pt x="4937" y="43517"/>
                    </a:cubicBezTo>
                    <a:lnTo>
                      <a:pt x="4952" y="43517"/>
                    </a:lnTo>
                    <a:cubicBezTo>
                      <a:pt x="5586" y="43739"/>
                      <a:pt x="6284" y="43898"/>
                      <a:pt x="7077" y="44009"/>
                    </a:cubicBezTo>
                    <a:cubicBezTo>
                      <a:pt x="7647" y="44088"/>
                      <a:pt x="8250" y="44136"/>
                      <a:pt x="8884" y="44136"/>
                    </a:cubicBezTo>
                    <a:cubicBezTo>
                      <a:pt x="9233" y="44136"/>
                      <a:pt x="9581" y="44120"/>
                      <a:pt x="9962" y="44088"/>
                    </a:cubicBezTo>
                    <a:cubicBezTo>
                      <a:pt x="10438" y="44056"/>
                      <a:pt x="10929" y="43993"/>
                      <a:pt x="11452" y="43898"/>
                    </a:cubicBezTo>
                    <a:lnTo>
                      <a:pt x="11468" y="43898"/>
                    </a:lnTo>
                    <a:cubicBezTo>
                      <a:pt x="11658" y="43866"/>
                      <a:pt x="11833" y="43850"/>
                      <a:pt x="12039" y="43803"/>
                    </a:cubicBezTo>
                    <a:lnTo>
                      <a:pt x="12055" y="43803"/>
                    </a:lnTo>
                    <a:cubicBezTo>
                      <a:pt x="12340" y="43739"/>
                      <a:pt x="12641" y="43676"/>
                      <a:pt x="12958" y="43597"/>
                    </a:cubicBezTo>
                    <a:cubicBezTo>
                      <a:pt x="13814" y="43375"/>
                      <a:pt x="14718" y="43089"/>
                      <a:pt x="15669" y="42709"/>
                    </a:cubicBezTo>
                    <a:cubicBezTo>
                      <a:pt x="21091" y="40537"/>
                      <a:pt x="25038" y="34830"/>
                      <a:pt x="27512" y="28774"/>
                    </a:cubicBezTo>
                    <a:cubicBezTo>
                      <a:pt x="27876" y="27854"/>
                      <a:pt x="28209" y="26982"/>
                      <a:pt x="28510" y="26063"/>
                    </a:cubicBezTo>
                    <a:lnTo>
                      <a:pt x="28510" y="26047"/>
                    </a:lnTo>
                    <a:cubicBezTo>
                      <a:pt x="28827" y="25127"/>
                      <a:pt x="29097" y="24224"/>
                      <a:pt x="29335" y="23320"/>
                    </a:cubicBezTo>
                    <a:cubicBezTo>
                      <a:pt x="30270" y="19864"/>
                      <a:pt x="30698" y="16598"/>
                      <a:pt x="30635" y="14189"/>
                    </a:cubicBezTo>
                    <a:cubicBezTo>
                      <a:pt x="30571" y="11383"/>
                      <a:pt x="30207" y="9020"/>
                      <a:pt x="29636" y="7086"/>
                    </a:cubicBezTo>
                    <a:close/>
                    <a:moveTo>
                      <a:pt x="25783" y="27838"/>
                    </a:moveTo>
                    <a:cubicBezTo>
                      <a:pt x="25466" y="28694"/>
                      <a:pt x="25086" y="29519"/>
                      <a:pt x="24690" y="30359"/>
                    </a:cubicBezTo>
                    <a:lnTo>
                      <a:pt x="24690" y="30375"/>
                    </a:lnTo>
                    <a:cubicBezTo>
                      <a:pt x="24293" y="31183"/>
                      <a:pt x="23865" y="31960"/>
                      <a:pt x="23421" y="32737"/>
                    </a:cubicBezTo>
                    <a:cubicBezTo>
                      <a:pt x="21249" y="36447"/>
                      <a:pt x="18427" y="39538"/>
                      <a:pt x="14956" y="40917"/>
                    </a:cubicBezTo>
                    <a:cubicBezTo>
                      <a:pt x="14845" y="40965"/>
                      <a:pt x="14750" y="41012"/>
                      <a:pt x="14639" y="41044"/>
                    </a:cubicBezTo>
                    <a:cubicBezTo>
                      <a:pt x="14448" y="41123"/>
                      <a:pt x="14242" y="41187"/>
                      <a:pt x="14052" y="41250"/>
                    </a:cubicBezTo>
                    <a:cubicBezTo>
                      <a:pt x="13783" y="41361"/>
                      <a:pt x="13513" y="41441"/>
                      <a:pt x="13259" y="41504"/>
                    </a:cubicBezTo>
                    <a:cubicBezTo>
                      <a:pt x="12784" y="41663"/>
                      <a:pt x="12340" y="41789"/>
                      <a:pt x="11896" y="41869"/>
                    </a:cubicBezTo>
                    <a:cubicBezTo>
                      <a:pt x="10707" y="42138"/>
                      <a:pt x="9645" y="42217"/>
                      <a:pt x="8662" y="42201"/>
                    </a:cubicBezTo>
                    <a:cubicBezTo>
                      <a:pt x="7838" y="42186"/>
                      <a:pt x="7093" y="42090"/>
                      <a:pt x="6427" y="41932"/>
                    </a:cubicBezTo>
                    <a:cubicBezTo>
                      <a:pt x="5808" y="41805"/>
                      <a:pt x="5254" y="41615"/>
                      <a:pt x="4762" y="41409"/>
                    </a:cubicBezTo>
                    <a:cubicBezTo>
                      <a:pt x="4461" y="41266"/>
                      <a:pt x="4160" y="41139"/>
                      <a:pt x="3890" y="40997"/>
                    </a:cubicBezTo>
                    <a:cubicBezTo>
                      <a:pt x="3589" y="40838"/>
                      <a:pt x="3335" y="40664"/>
                      <a:pt x="3097" y="40489"/>
                    </a:cubicBezTo>
                    <a:cubicBezTo>
                      <a:pt x="2844" y="40331"/>
                      <a:pt x="2654" y="40172"/>
                      <a:pt x="2463" y="40030"/>
                    </a:cubicBezTo>
                    <a:cubicBezTo>
                      <a:pt x="2796" y="39808"/>
                      <a:pt x="3192" y="39522"/>
                      <a:pt x="3652" y="39173"/>
                    </a:cubicBezTo>
                    <a:cubicBezTo>
                      <a:pt x="3668" y="39158"/>
                      <a:pt x="3668" y="39158"/>
                      <a:pt x="3668" y="39158"/>
                    </a:cubicBezTo>
                    <a:cubicBezTo>
                      <a:pt x="4112" y="38841"/>
                      <a:pt x="4588" y="38460"/>
                      <a:pt x="5111" y="38048"/>
                    </a:cubicBezTo>
                    <a:cubicBezTo>
                      <a:pt x="5127" y="38032"/>
                      <a:pt x="5127" y="38032"/>
                      <a:pt x="5127" y="38032"/>
                    </a:cubicBezTo>
                    <a:cubicBezTo>
                      <a:pt x="5555" y="37667"/>
                      <a:pt x="6014" y="37271"/>
                      <a:pt x="6522" y="36811"/>
                    </a:cubicBezTo>
                    <a:lnTo>
                      <a:pt x="6522" y="36811"/>
                    </a:lnTo>
                    <a:cubicBezTo>
                      <a:pt x="6744" y="36605"/>
                      <a:pt x="6950" y="36415"/>
                      <a:pt x="7172" y="36177"/>
                    </a:cubicBezTo>
                    <a:cubicBezTo>
                      <a:pt x="7441" y="35955"/>
                      <a:pt x="7695" y="35702"/>
                      <a:pt x="7964" y="35416"/>
                    </a:cubicBezTo>
                    <a:cubicBezTo>
                      <a:pt x="8234" y="35163"/>
                      <a:pt x="8488" y="34909"/>
                      <a:pt x="8741" y="34624"/>
                    </a:cubicBezTo>
                    <a:cubicBezTo>
                      <a:pt x="9328" y="33989"/>
                      <a:pt x="9930" y="33324"/>
                      <a:pt x="10533" y="32578"/>
                    </a:cubicBezTo>
                    <a:cubicBezTo>
                      <a:pt x="11040" y="31960"/>
                      <a:pt x="11563" y="31294"/>
                      <a:pt x="12055" y="30581"/>
                    </a:cubicBezTo>
                    <a:cubicBezTo>
                      <a:pt x="13117" y="29059"/>
                      <a:pt x="14131" y="27395"/>
                      <a:pt x="15019" y="25540"/>
                    </a:cubicBezTo>
                    <a:cubicBezTo>
                      <a:pt x="15019" y="25540"/>
                      <a:pt x="15019" y="25524"/>
                      <a:pt x="15035" y="25524"/>
                    </a:cubicBezTo>
                    <a:cubicBezTo>
                      <a:pt x="15114" y="25365"/>
                      <a:pt x="15194" y="25207"/>
                      <a:pt x="15273" y="25032"/>
                    </a:cubicBezTo>
                    <a:cubicBezTo>
                      <a:pt x="15574" y="24398"/>
                      <a:pt x="15844" y="23716"/>
                      <a:pt x="16113" y="23051"/>
                    </a:cubicBezTo>
                    <a:lnTo>
                      <a:pt x="16113" y="23035"/>
                    </a:lnTo>
                    <a:cubicBezTo>
                      <a:pt x="16224" y="22749"/>
                      <a:pt x="16319" y="22496"/>
                      <a:pt x="16430" y="22226"/>
                    </a:cubicBezTo>
                    <a:cubicBezTo>
                      <a:pt x="16557" y="21846"/>
                      <a:pt x="16684" y="21465"/>
                      <a:pt x="16811" y="21069"/>
                    </a:cubicBezTo>
                    <a:cubicBezTo>
                      <a:pt x="16922" y="20673"/>
                      <a:pt x="17048" y="20292"/>
                      <a:pt x="17159" y="19896"/>
                    </a:cubicBezTo>
                    <a:cubicBezTo>
                      <a:pt x="17159" y="19880"/>
                      <a:pt x="17159" y="19880"/>
                      <a:pt x="17159" y="19880"/>
                    </a:cubicBezTo>
                    <a:cubicBezTo>
                      <a:pt x="17365" y="19119"/>
                      <a:pt x="17540" y="18326"/>
                      <a:pt x="17714" y="17534"/>
                    </a:cubicBezTo>
                    <a:cubicBezTo>
                      <a:pt x="17968" y="16170"/>
                      <a:pt x="18174" y="14728"/>
                      <a:pt x="18253" y="13222"/>
                    </a:cubicBezTo>
                    <a:cubicBezTo>
                      <a:pt x="18745" y="5358"/>
                      <a:pt x="21123" y="1918"/>
                      <a:pt x="23295" y="1918"/>
                    </a:cubicBezTo>
                    <a:cubicBezTo>
                      <a:pt x="24816" y="1950"/>
                      <a:pt x="26402" y="3662"/>
                      <a:pt x="27480" y="6706"/>
                    </a:cubicBezTo>
                    <a:cubicBezTo>
                      <a:pt x="27607" y="7055"/>
                      <a:pt x="27734" y="7435"/>
                      <a:pt x="27829" y="7831"/>
                    </a:cubicBezTo>
                    <a:cubicBezTo>
                      <a:pt x="27939" y="8228"/>
                      <a:pt x="28051" y="8640"/>
                      <a:pt x="28130" y="9052"/>
                    </a:cubicBezTo>
                    <a:cubicBezTo>
                      <a:pt x="28447" y="10574"/>
                      <a:pt x="28669" y="12318"/>
                      <a:pt x="28716" y="14236"/>
                    </a:cubicBezTo>
                    <a:cubicBezTo>
                      <a:pt x="28811" y="17565"/>
                      <a:pt x="27829" y="22813"/>
                      <a:pt x="25783" y="27838"/>
                    </a:cubicBezTo>
                    <a:close/>
                    <a:moveTo>
                      <a:pt x="7679" y="34307"/>
                    </a:moveTo>
                    <a:cubicBezTo>
                      <a:pt x="7473" y="34529"/>
                      <a:pt x="7267" y="34750"/>
                      <a:pt x="7045" y="34941"/>
                    </a:cubicBezTo>
                    <a:cubicBezTo>
                      <a:pt x="7029" y="34988"/>
                      <a:pt x="7029" y="35036"/>
                      <a:pt x="6997" y="35083"/>
                    </a:cubicBezTo>
                    <a:cubicBezTo>
                      <a:pt x="6950" y="35384"/>
                      <a:pt x="6855" y="35702"/>
                      <a:pt x="6759" y="36019"/>
                    </a:cubicBezTo>
                    <a:cubicBezTo>
                      <a:pt x="6902" y="36082"/>
                      <a:pt x="7029" y="36130"/>
                      <a:pt x="7188" y="36177"/>
                    </a:cubicBezTo>
                    <a:cubicBezTo>
                      <a:pt x="7441" y="35955"/>
                      <a:pt x="7695" y="35686"/>
                      <a:pt x="7980" y="35416"/>
                    </a:cubicBezTo>
                    <a:cubicBezTo>
                      <a:pt x="8234" y="35163"/>
                      <a:pt x="8488" y="34909"/>
                      <a:pt x="8741" y="34608"/>
                    </a:cubicBezTo>
                    <a:cubicBezTo>
                      <a:pt x="8345" y="34529"/>
                      <a:pt x="7996" y="34417"/>
                      <a:pt x="7679" y="34307"/>
                    </a:cubicBezTo>
                    <a:close/>
                  </a:path>
                </a:pathLst>
              </a:custGeom>
              <a:solidFill>
                <a:srgbClr val="31313B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05DA9B5C-8C99-FDF6-0623-7EBC2402BE19}"/>
                  </a:ext>
                </a:extLst>
              </p:cNvPr>
              <p:cNvSpPr/>
              <p:nvPr/>
            </p:nvSpPr>
            <p:spPr>
              <a:xfrm>
                <a:off x="1147254" y="4431711"/>
                <a:ext cx="27428" cy="42481"/>
              </a:xfrm>
              <a:custGeom>
                <a:avLst/>
                <a:gdLst>
                  <a:gd name="connsiteX0" fmla="*/ 0 w 27428"/>
                  <a:gd name="connsiteY0" fmla="*/ 38910 h 42481"/>
                  <a:gd name="connsiteX1" fmla="*/ 14506 w 27428"/>
                  <a:gd name="connsiteY1" fmla="*/ 13196 h 42481"/>
                  <a:gd name="connsiteX2" fmla="*/ 26840 w 27428"/>
                  <a:gd name="connsiteY2" fmla="*/ 11801 h 42481"/>
                  <a:gd name="connsiteX3" fmla="*/ 16582 w 27428"/>
                  <a:gd name="connsiteY3" fmla="*/ 41050 h 42481"/>
                  <a:gd name="connsiteX4" fmla="*/ 0 w 27428"/>
                  <a:gd name="connsiteY4" fmla="*/ 38910 h 42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428" h="42481">
                    <a:moveTo>
                      <a:pt x="0" y="38910"/>
                    </a:moveTo>
                    <a:cubicBezTo>
                      <a:pt x="0" y="38910"/>
                      <a:pt x="16915" y="30856"/>
                      <a:pt x="14506" y="13196"/>
                    </a:cubicBezTo>
                    <a:cubicBezTo>
                      <a:pt x="12080" y="-4465"/>
                      <a:pt x="23288" y="-3862"/>
                      <a:pt x="26840" y="11801"/>
                    </a:cubicBezTo>
                    <a:cubicBezTo>
                      <a:pt x="28457" y="18950"/>
                      <a:pt x="27268" y="36865"/>
                      <a:pt x="16582" y="41050"/>
                    </a:cubicBezTo>
                    <a:cubicBezTo>
                      <a:pt x="5897" y="45235"/>
                      <a:pt x="0" y="38910"/>
                      <a:pt x="0" y="3891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D4C4F15A-EE86-D272-F8FA-680CE6CE5907}"/>
                  </a:ext>
                </a:extLst>
              </p:cNvPr>
              <p:cNvSpPr/>
              <p:nvPr/>
            </p:nvSpPr>
            <p:spPr>
              <a:xfrm>
                <a:off x="1146299" y="4430747"/>
                <a:ext cx="29341" cy="44439"/>
              </a:xfrm>
              <a:custGeom>
                <a:avLst/>
                <a:gdLst>
                  <a:gd name="connsiteX0" fmla="*/ 29285 w 29341"/>
                  <a:gd name="connsiteY0" fmla="*/ 16966 h 44439"/>
                  <a:gd name="connsiteX1" fmla="*/ 29205 w 29341"/>
                  <a:gd name="connsiteY1" fmla="*/ 15697 h 44439"/>
                  <a:gd name="connsiteX2" fmla="*/ 29063 w 29341"/>
                  <a:gd name="connsiteY2" fmla="*/ 14429 h 44439"/>
                  <a:gd name="connsiteX3" fmla="*/ 28730 w 29341"/>
                  <a:gd name="connsiteY3" fmla="*/ 12543 h 44439"/>
                  <a:gd name="connsiteX4" fmla="*/ 28650 w 29341"/>
                  <a:gd name="connsiteY4" fmla="*/ 12210 h 44439"/>
                  <a:gd name="connsiteX5" fmla="*/ 28032 w 29341"/>
                  <a:gd name="connsiteY5" fmla="*/ 9943 h 44439"/>
                  <a:gd name="connsiteX6" fmla="*/ 27271 w 29341"/>
                  <a:gd name="connsiteY6" fmla="*/ 7803 h 44439"/>
                  <a:gd name="connsiteX7" fmla="*/ 26780 w 29341"/>
                  <a:gd name="connsiteY7" fmla="*/ 6645 h 44439"/>
                  <a:gd name="connsiteX8" fmla="*/ 26764 w 29341"/>
                  <a:gd name="connsiteY8" fmla="*/ 6614 h 44439"/>
                  <a:gd name="connsiteX9" fmla="*/ 26209 w 29341"/>
                  <a:gd name="connsiteY9" fmla="*/ 5504 h 44439"/>
                  <a:gd name="connsiteX10" fmla="*/ 18774 w 29341"/>
                  <a:gd name="connsiteY10" fmla="*/ 66 h 44439"/>
                  <a:gd name="connsiteX11" fmla="*/ 14145 w 29341"/>
                  <a:gd name="connsiteY11" fmla="*/ 10069 h 44439"/>
                  <a:gd name="connsiteX12" fmla="*/ 14208 w 29341"/>
                  <a:gd name="connsiteY12" fmla="*/ 11449 h 44439"/>
                  <a:gd name="connsiteX13" fmla="*/ 14256 w 29341"/>
                  <a:gd name="connsiteY13" fmla="*/ 12083 h 44439"/>
                  <a:gd name="connsiteX14" fmla="*/ 14256 w 29341"/>
                  <a:gd name="connsiteY14" fmla="*/ 12099 h 44439"/>
                  <a:gd name="connsiteX15" fmla="*/ 14494 w 29341"/>
                  <a:gd name="connsiteY15" fmla="*/ 14286 h 44439"/>
                  <a:gd name="connsiteX16" fmla="*/ 14509 w 29341"/>
                  <a:gd name="connsiteY16" fmla="*/ 14493 h 44439"/>
                  <a:gd name="connsiteX17" fmla="*/ 14620 w 29341"/>
                  <a:gd name="connsiteY17" fmla="*/ 15475 h 44439"/>
                  <a:gd name="connsiteX18" fmla="*/ 14684 w 29341"/>
                  <a:gd name="connsiteY18" fmla="*/ 16442 h 44439"/>
                  <a:gd name="connsiteX19" fmla="*/ 543 w 29341"/>
                  <a:gd name="connsiteY19" fmla="*/ 39002 h 44439"/>
                  <a:gd name="connsiteX20" fmla="*/ 19 w 29341"/>
                  <a:gd name="connsiteY20" fmla="*/ 39699 h 44439"/>
                  <a:gd name="connsiteX21" fmla="*/ 257 w 29341"/>
                  <a:gd name="connsiteY21" fmla="*/ 40539 h 44439"/>
                  <a:gd name="connsiteX22" fmla="*/ 7629 w 29341"/>
                  <a:gd name="connsiteY22" fmla="*/ 44170 h 44439"/>
                  <a:gd name="connsiteX23" fmla="*/ 8612 w 29341"/>
                  <a:gd name="connsiteY23" fmla="*/ 44328 h 44439"/>
                  <a:gd name="connsiteX24" fmla="*/ 8802 w 29341"/>
                  <a:gd name="connsiteY24" fmla="*/ 44344 h 44439"/>
                  <a:gd name="connsiteX25" fmla="*/ 10086 w 29341"/>
                  <a:gd name="connsiteY25" fmla="*/ 44424 h 44439"/>
                  <a:gd name="connsiteX26" fmla="*/ 10435 w 29341"/>
                  <a:gd name="connsiteY26" fmla="*/ 44439 h 44439"/>
                  <a:gd name="connsiteX27" fmla="*/ 11323 w 29341"/>
                  <a:gd name="connsiteY27" fmla="*/ 44424 h 44439"/>
                  <a:gd name="connsiteX28" fmla="*/ 11339 w 29341"/>
                  <a:gd name="connsiteY28" fmla="*/ 44424 h 44439"/>
                  <a:gd name="connsiteX29" fmla="*/ 11354 w 29341"/>
                  <a:gd name="connsiteY29" fmla="*/ 44408 h 44439"/>
                  <a:gd name="connsiteX30" fmla="*/ 11735 w 29341"/>
                  <a:gd name="connsiteY30" fmla="*/ 44376 h 44439"/>
                  <a:gd name="connsiteX31" fmla="*/ 17886 w 29341"/>
                  <a:gd name="connsiteY31" fmla="*/ 42917 h 44439"/>
                  <a:gd name="connsiteX32" fmla="*/ 23894 w 29341"/>
                  <a:gd name="connsiteY32" fmla="*/ 38288 h 44439"/>
                  <a:gd name="connsiteX33" fmla="*/ 24782 w 29341"/>
                  <a:gd name="connsiteY33" fmla="*/ 37020 h 44439"/>
                  <a:gd name="connsiteX34" fmla="*/ 24798 w 29341"/>
                  <a:gd name="connsiteY34" fmla="*/ 37020 h 44439"/>
                  <a:gd name="connsiteX35" fmla="*/ 24830 w 29341"/>
                  <a:gd name="connsiteY35" fmla="*/ 36972 h 44439"/>
                  <a:gd name="connsiteX36" fmla="*/ 24846 w 29341"/>
                  <a:gd name="connsiteY36" fmla="*/ 36925 h 44439"/>
                  <a:gd name="connsiteX37" fmla="*/ 25115 w 29341"/>
                  <a:gd name="connsiteY37" fmla="*/ 36545 h 44439"/>
                  <a:gd name="connsiteX38" fmla="*/ 25115 w 29341"/>
                  <a:gd name="connsiteY38" fmla="*/ 36529 h 44439"/>
                  <a:gd name="connsiteX39" fmla="*/ 25575 w 29341"/>
                  <a:gd name="connsiteY39" fmla="*/ 35736 h 44439"/>
                  <a:gd name="connsiteX40" fmla="*/ 27493 w 29341"/>
                  <a:gd name="connsiteY40" fmla="*/ 31234 h 44439"/>
                  <a:gd name="connsiteX41" fmla="*/ 27509 w 29341"/>
                  <a:gd name="connsiteY41" fmla="*/ 31234 h 44439"/>
                  <a:gd name="connsiteX42" fmla="*/ 27826 w 29341"/>
                  <a:gd name="connsiteY42" fmla="*/ 30108 h 44439"/>
                  <a:gd name="connsiteX43" fmla="*/ 28159 w 29341"/>
                  <a:gd name="connsiteY43" fmla="*/ 28998 h 44439"/>
                  <a:gd name="connsiteX44" fmla="*/ 28206 w 29341"/>
                  <a:gd name="connsiteY44" fmla="*/ 28729 h 44439"/>
                  <a:gd name="connsiteX45" fmla="*/ 29285 w 29341"/>
                  <a:gd name="connsiteY45" fmla="*/ 16966 h 44439"/>
                  <a:gd name="connsiteX46" fmla="*/ 25702 w 29341"/>
                  <a:gd name="connsiteY46" fmla="*/ 30647 h 44439"/>
                  <a:gd name="connsiteX47" fmla="*/ 25353 w 29341"/>
                  <a:gd name="connsiteY47" fmla="*/ 31677 h 44439"/>
                  <a:gd name="connsiteX48" fmla="*/ 24323 w 29341"/>
                  <a:gd name="connsiteY48" fmla="*/ 34071 h 44439"/>
                  <a:gd name="connsiteX49" fmla="*/ 22832 w 29341"/>
                  <a:gd name="connsiteY49" fmla="*/ 36560 h 44439"/>
                  <a:gd name="connsiteX50" fmla="*/ 21945 w 29341"/>
                  <a:gd name="connsiteY50" fmla="*/ 37702 h 44439"/>
                  <a:gd name="connsiteX51" fmla="*/ 20898 w 29341"/>
                  <a:gd name="connsiteY51" fmla="*/ 38780 h 44439"/>
                  <a:gd name="connsiteX52" fmla="*/ 17204 w 29341"/>
                  <a:gd name="connsiteY52" fmla="*/ 41126 h 44439"/>
                  <a:gd name="connsiteX53" fmla="*/ 14715 w 29341"/>
                  <a:gd name="connsiteY53" fmla="*/ 41935 h 44439"/>
                  <a:gd name="connsiteX54" fmla="*/ 11814 w 29341"/>
                  <a:gd name="connsiteY54" fmla="*/ 42442 h 44439"/>
                  <a:gd name="connsiteX55" fmla="*/ 11798 w 29341"/>
                  <a:gd name="connsiteY55" fmla="*/ 42442 h 44439"/>
                  <a:gd name="connsiteX56" fmla="*/ 11132 w 29341"/>
                  <a:gd name="connsiteY56" fmla="*/ 42490 h 44439"/>
                  <a:gd name="connsiteX57" fmla="*/ 10498 w 29341"/>
                  <a:gd name="connsiteY57" fmla="*/ 42505 h 44439"/>
                  <a:gd name="connsiteX58" fmla="*/ 9309 w 29341"/>
                  <a:gd name="connsiteY58" fmla="*/ 42458 h 44439"/>
                  <a:gd name="connsiteX59" fmla="*/ 2635 w 29341"/>
                  <a:gd name="connsiteY59" fmla="*/ 40048 h 44439"/>
                  <a:gd name="connsiteX60" fmla="*/ 14208 w 29341"/>
                  <a:gd name="connsiteY60" fmla="*/ 27936 h 44439"/>
                  <a:gd name="connsiteX61" fmla="*/ 14811 w 29341"/>
                  <a:gd name="connsiteY61" fmla="*/ 26652 h 44439"/>
                  <a:gd name="connsiteX62" fmla="*/ 15571 w 29341"/>
                  <a:gd name="connsiteY62" fmla="*/ 24559 h 44439"/>
                  <a:gd name="connsiteX63" fmla="*/ 15888 w 29341"/>
                  <a:gd name="connsiteY63" fmla="*/ 23450 h 44439"/>
                  <a:gd name="connsiteX64" fmla="*/ 16618 w 29341"/>
                  <a:gd name="connsiteY64" fmla="*/ 18741 h 44439"/>
                  <a:gd name="connsiteX65" fmla="*/ 16634 w 29341"/>
                  <a:gd name="connsiteY65" fmla="*/ 16649 h 44439"/>
                  <a:gd name="connsiteX66" fmla="*/ 16618 w 29341"/>
                  <a:gd name="connsiteY66" fmla="*/ 16300 h 44439"/>
                  <a:gd name="connsiteX67" fmla="*/ 16618 w 29341"/>
                  <a:gd name="connsiteY67" fmla="*/ 16284 h 44439"/>
                  <a:gd name="connsiteX68" fmla="*/ 16538 w 29341"/>
                  <a:gd name="connsiteY68" fmla="*/ 15206 h 44439"/>
                  <a:gd name="connsiteX69" fmla="*/ 16412 w 29341"/>
                  <a:gd name="connsiteY69" fmla="*/ 14033 h 44439"/>
                  <a:gd name="connsiteX70" fmla="*/ 16142 w 29341"/>
                  <a:gd name="connsiteY70" fmla="*/ 11370 h 44439"/>
                  <a:gd name="connsiteX71" fmla="*/ 16079 w 29341"/>
                  <a:gd name="connsiteY71" fmla="*/ 9308 h 44439"/>
                  <a:gd name="connsiteX72" fmla="*/ 19123 w 29341"/>
                  <a:gd name="connsiteY72" fmla="*/ 1953 h 44439"/>
                  <a:gd name="connsiteX73" fmla="*/ 23815 w 29341"/>
                  <a:gd name="connsiteY73" fmla="*/ 5282 h 44439"/>
                  <a:gd name="connsiteX74" fmla="*/ 24782 w 29341"/>
                  <a:gd name="connsiteY74" fmla="*/ 6946 h 44439"/>
                  <a:gd name="connsiteX75" fmla="*/ 25163 w 29341"/>
                  <a:gd name="connsiteY75" fmla="*/ 7787 h 44439"/>
                  <a:gd name="connsiteX76" fmla="*/ 25179 w 29341"/>
                  <a:gd name="connsiteY76" fmla="*/ 7803 h 44439"/>
                  <a:gd name="connsiteX77" fmla="*/ 26669 w 29341"/>
                  <a:gd name="connsiteY77" fmla="*/ 12194 h 44439"/>
                  <a:gd name="connsiteX78" fmla="*/ 26859 w 29341"/>
                  <a:gd name="connsiteY78" fmla="*/ 12971 h 44439"/>
                  <a:gd name="connsiteX79" fmla="*/ 26938 w 29341"/>
                  <a:gd name="connsiteY79" fmla="*/ 13304 h 44439"/>
                  <a:gd name="connsiteX80" fmla="*/ 26938 w 29341"/>
                  <a:gd name="connsiteY80" fmla="*/ 13319 h 44439"/>
                  <a:gd name="connsiteX81" fmla="*/ 27129 w 29341"/>
                  <a:gd name="connsiteY81" fmla="*/ 14461 h 44439"/>
                  <a:gd name="connsiteX82" fmla="*/ 27129 w 29341"/>
                  <a:gd name="connsiteY82" fmla="*/ 14477 h 44439"/>
                  <a:gd name="connsiteX83" fmla="*/ 27319 w 29341"/>
                  <a:gd name="connsiteY83" fmla="*/ 16157 h 44439"/>
                  <a:gd name="connsiteX84" fmla="*/ 27366 w 29341"/>
                  <a:gd name="connsiteY84" fmla="*/ 16918 h 44439"/>
                  <a:gd name="connsiteX85" fmla="*/ 27382 w 29341"/>
                  <a:gd name="connsiteY85" fmla="*/ 17441 h 44439"/>
                  <a:gd name="connsiteX86" fmla="*/ 27430 w 29341"/>
                  <a:gd name="connsiteY86" fmla="*/ 18710 h 44439"/>
                  <a:gd name="connsiteX87" fmla="*/ 26019 w 29341"/>
                  <a:gd name="connsiteY87" fmla="*/ 29617 h 44439"/>
                  <a:gd name="connsiteX88" fmla="*/ 25702 w 29341"/>
                  <a:gd name="connsiteY88" fmla="*/ 30647 h 44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29341" h="44439">
                    <a:moveTo>
                      <a:pt x="29285" y="16966"/>
                    </a:moveTo>
                    <a:cubicBezTo>
                      <a:pt x="29269" y="16538"/>
                      <a:pt x="29237" y="16110"/>
                      <a:pt x="29205" y="15697"/>
                    </a:cubicBezTo>
                    <a:cubicBezTo>
                      <a:pt x="29174" y="15253"/>
                      <a:pt x="29126" y="14825"/>
                      <a:pt x="29063" y="14429"/>
                    </a:cubicBezTo>
                    <a:cubicBezTo>
                      <a:pt x="28967" y="13747"/>
                      <a:pt x="28857" y="13113"/>
                      <a:pt x="28730" y="12543"/>
                    </a:cubicBezTo>
                    <a:cubicBezTo>
                      <a:pt x="28698" y="12447"/>
                      <a:pt x="28682" y="12321"/>
                      <a:pt x="28650" y="12210"/>
                    </a:cubicBezTo>
                    <a:cubicBezTo>
                      <a:pt x="28460" y="11417"/>
                      <a:pt x="28254" y="10656"/>
                      <a:pt x="28032" y="9943"/>
                    </a:cubicBezTo>
                    <a:cubicBezTo>
                      <a:pt x="27810" y="9182"/>
                      <a:pt x="27541" y="8468"/>
                      <a:pt x="27271" y="7803"/>
                    </a:cubicBezTo>
                    <a:cubicBezTo>
                      <a:pt x="27129" y="7390"/>
                      <a:pt x="26954" y="7010"/>
                      <a:pt x="26780" y="6645"/>
                    </a:cubicBezTo>
                    <a:cubicBezTo>
                      <a:pt x="26780" y="6629"/>
                      <a:pt x="26764" y="6629"/>
                      <a:pt x="26764" y="6614"/>
                    </a:cubicBezTo>
                    <a:cubicBezTo>
                      <a:pt x="26589" y="6217"/>
                      <a:pt x="26399" y="5852"/>
                      <a:pt x="26209" y="5504"/>
                    </a:cubicBezTo>
                    <a:cubicBezTo>
                      <a:pt x="23942" y="1271"/>
                      <a:pt x="21041" y="-362"/>
                      <a:pt x="18774" y="66"/>
                    </a:cubicBezTo>
                    <a:cubicBezTo>
                      <a:pt x="16317" y="494"/>
                      <a:pt x="14050" y="3411"/>
                      <a:pt x="14145" y="10069"/>
                    </a:cubicBezTo>
                    <a:cubicBezTo>
                      <a:pt x="14160" y="10497"/>
                      <a:pt x="14176" y="10957"/>
                      <a:pt x="14208" y="11449"/>
                    </a:cubicBezTo>
                    <a:cubicBezTo>
                      <a:pt x="14224" y="11655"/>
                      <a:pt x="14240" y="11845"/>
                      <a:pt x="14256" y="12083"/>
                    </a:cubicBezTo>
                    <a:lnTo>
                      <a:pt x="14256" y="12099"/>
                    </a:lnTo>
                    <a:cubicBezTo>
                      <a:pt x="14319" y="12796"/>
                      <a:pt x="14398" y="13541"/>
                      <a:pt x="14494" y="14286"/>
                    </a:cubicBezTo>
                    <a:cubicBezTo>
                      <a:pt x="14509" y="14350"/>
                      <a:pt x="14509" y="14429"/>
                      <a:pt x="14509" y="14493"/>
                    </a:cubicBezTo>
                    <a:cubicBezTo>
                      <a:pt x="14557" y="14825"/>
                      <a:pt x="14604" y="15158"/>
                      <a:pt x="14620" y="15475"/>
                    </a:cubicBezTo>
                    <a:cubicBezTo>
                      <a:pt x="14668" y="15808"/>
                      <a:pt x="14684" y="16125"/>
                      <a:pt x="14684" y="16442"/>
                    </a:cubicBezTo>
                    <a:cubicBezTo>
                      <a:pt x="15445" y="31693"/>
                      <a:pt x="1177" y="38701"/>
                      <a:pt x="543" y="39002"/>
                    </a:cubicBezTo>
                    <a:cubicBezTo>
                      <a:pt x="273" y="39144"/>
                      <a:pt x="83" y="39398"/>
                      <a:pt x="19" y="39699"/>
                    </a:cubicBezTo>
                    <a:cubicBezTo>
                      <a:pt x="-44" y="40000"/>
                      <a:pt x="51" y="40302"/>
                      <a:pt x="257" y="40539"/>
                    </a:cubicBezTo>
                    <a:cubicBezTo>
                      <a:pt x="431" y="40714"/>
                      <a:pt x="2952" y="43345"/>
                      <a:pt x="7629" y="44170"/>
                    </a:cubicBezTo>
                    <a:cubicBezTo>
                      <a:pt x="7946" y="44249"/>
                      <a:pt x="8279" y="44297"/>
                      <a:pt x="8612" y="44328"/>
                    </a:cubicBezTo>
                    <a:cubicBezTo>
                      <a:pt x="8675" y="44344"/>
                      <a:pt x="8723" y="44344"/>
                      <a:pt x="8802" y="44344"/>
                    </a:cubicBezTo>
                    <a:cubicBezTo>
                      <a:pt x="9214" y="44392"/>
                      <a:pt x="9642" y="44424"/>
                      <a:pt x="10086" y="44424"/>
                    </a:cubicBezTo>
                    <a:cubicBezTo>
                      <a:pt x="10197" y="44439"/>
                      <a:pt x="10324" y="44439"/>
                      <a:pt x="10435" y="44439"/>
                    </a:cubicBezTo>
                    <a:cubicBezTo>
                      <a:pt x="10736" y="44439"/>
                      <a:pt x="11022" y="44424"/>
                      <a:pt x="11323" y="44424"/>
                    </a:cubicBezTo>
                    <a:lnTo>
                      <a:pt x="11339" y="44424"/>
                    </a:lnTo>
                    <a:cubicBezTo>
                      <a:pt x="11354" y="44408"/>
                      <a:pt x="11354" y="44408"/>
                      <a:pt x="11354" y="44408"/>
                    </a:cubicBezTo>
                    <a:cubicBezTo>
                      <a:pt x="11481" y="44408"/>
                      <a:pt x="11608" y="44376"/>
                      <a:pt x="11735" y="44376"/>
                    </a:cubicBezTo>
                    <a:cubicBezTo>
                      <a:pt x="13574" y="44233"/>
                      <a:pt x="15635" y="43789"/>
                      <a:pt x="17886" y="42917"/>
                    </a:cubicBezTo>
                    <a:cubicBezTo>
                      <a:pt x="20423" y="41919"/>
                      <a:pt x="22373" y="40270"/>
                      <a:pt x="23894" y="38288"/>
                    </a:cubicBezTo>
                    <a:cubicBezTo>
                      <a:pt x="24227" y="37892"/>
                      <a:pt x="24513" y="37464"/>
                      <a:pt x="24782" y="37020"/>
                    </a:cubicBezTo>
                    <a:lnTo>
                      <a:pt x="24798" y="37020"/>
                    </a:lnTo>
                    <a:cubicBezTo>
                      <a:pt x="24798" y="37004"/>
                      <a:pt x="24814" y="36988"/>
                      <a:pt x="24830" y="36972"/>
                    </a:cubicBezTo>
                    <a:cubicBezTo>
                      <a:pt x="24830" y="36957"/>
                      <a:pt x="24846" y="36941"/>
                      <a:pt x="24846" y="36925"/>
                    </a:cubicBezTo>
                    <a:cubicBezTo>
                      <a:pt x="24957" y="36814"/>
                      <a:pt x="25036" y="36687"/>
                      <a:pt x="25115" y="36545"/>
                    </a:cubicBezTo>
                    <a:lnTo>
                      <a:pt x="25115" y="36529"/>
                    </a:lnTo>
                    <a:cubicBezTo>
                      <a:pt x="25274" y="36259"/>
                      <a:pt x="25432" y="36005"/>
                      <a:pt x="25575" y="35736"/>
                    </a:cubicBezTo>
                    <a:cubicBezTo>
                      <a:pt x="26399" y="34262"/>
                      <a:pt x="27017" y="32740"/>
                      <a:pt x="27493" y="31234"/>
                    </a:cubicBezTo>
                    <a:lnTo>
                      <a:pt x="27509" y="31234"/>
                    </a:lnTo>
                    <a:cubicBezTo>
                      <a:pt x="27620" y="30853"/>
                      <a:pt x="27747" y="30473"/>
                      <a:pt x="27826" y="30108"/>
                    </a:cubicBezTo>
                    <a:cubicBezTo>
                      <a:pt x="27953" y="29728"/>
                      <a:pt x="28064" y="29347"/>
                      <a:pt x="28159" y="28998"/>
                    </a:cubicBezTo>
                    <a:cubicBezTo>
                      <a:pt x="28175" y="28903"/>
                      <a:pt x="28191" y="28824"/>
                      <a:pt x="28206" y="28729"/>
                    </a:cubicBezTo>
                    <a:cubicBezTo>
                      <a:pt x="29205" y="24623"/>
                      <a:pt x="29475" y="20390"/>
                      <a:pt x="29285" y="16966"/>
                    </a:cubicBezTo>
                    <a:close/>
                    <a:moveTo>
                      <a:pt x="25702" y="30647"/>
                    </a:moveTo>
                    <a:cubicBezTo>
                      <a:pt x="25607" y="30996"/>
                      <a:pt x="25480" y="31345"/>
                      <a:pt x="25353" y="31677"/>
                    </a:cubicBezTo>
                    <a:cubicBezTo>
                      <a:pt x="25052" y="32502"/>
                      <a:pt x="24719" y="33310"/>
                      <a:pt x="24323" y="34071"/>
                    </a:cubicBezTo>
                    <a:cubicBezTo>
                      <a:pt x="23879" y="34959"/>
                      <a:pt x="23403" y="35799"/>
                      <a:pt x="22832" y="36560"/>
                    </a:cubicBezTo>
                    <a:cubicBezTo>
                      <a:pt x="22547" y="36957"/>
                      <a:pt x="22261" y="37337"/>
                      <a:pt x="21945" y="37702"/>
                    </a:cubicBezTo>
                    <a:cubicBezTo>
                      <a:pt x="21612" y="38098"/>
                      <a:pt x="21263" y="38447"/>
                      <a:pt x="20898" y="38780"/>
                    </a:cubicBezTo>
                    <a:cubicBezTo>
                      <a:pt x="19820" y="39778"/>
                      <a:pt x="18584" y="40587"/>
                      <a:pt x="17204" y="41126"/>
                    </a:cubicBezTo>
                    <a:cubicBezTo>
                      <a:pt x="16332" y="41459"/>
                      <a:pt x="15492" y="41728"/>
                      <a:pt x="14715" y="41935"/>
                    </a:cubicBezTo>
                    <a:cubicBezTo>
                      <a:pt x="13685" y="42204"/>
                      <a:pt x="12734" y="42363"/>
                      <a:pt x="11814" y="42442"/>
                    </a:cubicBezTo>
                    <a:lnTo>
                      <a:pt x="11798" y="42442"/>
                    </a:lnTo>
                    <a:cubicBezTo>
                      <a:pt x="11576" y="42458"/>
                      <a:pt x="11370" y="42474"/>
                      <a:pt x="11132" y="42490"/>
                    </a:cubicBezTo>
                    <a:cubicBezTo>
                      <a:pt x="10927" y="42505"/>
                      <a:pt x="10705" y="42505"/>
                      <a:pt x="10498" y="42505"/>
                    </a:cubicBezTo>
                    <a:cubicBezTo>
                      <a:pt x="10086" y="42505"/>
                      <a:pt x="9706" y="42490"/>
                      <a:pt x="9309" y="42458"/>
                    </a:cubicBezTo>
                    <a:cubicBezTo>
                      <a:pt x="6059" y="42204"/>
                      <a:pt x="3808" y="40936"/>
                      <a:pt x="2635" y="40048"/>
                    </a:cubicBezTo>
                    <a:cubicBezTo>
                      <a:pt x="5172" y="38542"/>
                      <a:pt x="10911" y="34563"/>
                      <a:pt x="14208" y="27936"/>
                    </a:cubicBezTo>
                    <a:cubicBezTo>
                      <a:pt x="14430" y="27540"/>
                      <a:pt x="14620" y="27096"/>
                      <a:pt x="14811" y="26652"/>
                    </a:cubicBezTo>
                    <a:cubicBezTo>
                      <a:pt x="15096" y="25986"/>
                      <a:pt x="15349" y="25289"/>
                      <a:pt x="15571" y="24559"/>
                    </a:cubicBezTo>
                    <a:cubicBezTo>
                      <a:pt x="15698" y="24195"/>
                      <a:pt x="15809" y="23830"/>
                      <a:pt x="15888" y="23450"/>
                    </a:cubicBezTo>
                    <a:cubicBezTo>
                      <a:pt x="16285" y="21975"/>
                      <a:pt x="16538" y="20422"/>
                      <a:pt x="16618" y="18741"/>
                    </a:cubicBezTo>
                    <a:cubicBezTo>
                      <a:pt x="16650" y="18060"/>
                      <a:pt x="16665" y="17378"/>
                      <a:pt x="16634" y="16649"/>
                    </a:cubicBezTo>
                    <a:cubicBezTo>
                      <a:pt x="16634" y="16538"/>
                      <a:pt x="16618" y="16427"/>
                      <a:pt x="16618" y="16300"/>
                    </a:cubicBezTo>
                    <a:lnTo>
                      <a:pt x="16618" y="16284"/>
                    </a:lnTo>
                    <a:cubicBezTo>
                      <a:pt x="16602" y="15935"/>
                      <a:pt x="16586" y="15570"/>
                      <a:pt x="16538" y="15206"/>
                    </a:cubicBezTo>
                    <a:cubicBezTo>
                      <a:pt x="16523" y="14825"/>
                      <a:pt x="16475" y="14429"/>
                      <a:pt x="16412" y="14033"/>
                    </a:cubicBezTo>
                    <a:cubicBezTo>
                      <a:pt x="16285" y="13082"/>
                      <a:pt x="16206" y="12194"/>
                      <a:pt x="16142" y="11370"/>
                    </a:cubicBezTo>
                    <a:cubicBezTo>
                      <a:pt x="16095" y="10640"/>
                      <a:pt x="16079" y="9959"/>
                      <a:pt x="16079" y="9308"/>
                    </a:cubicBezTo>
                    <a:cubicBezTo>
                      <a:pt x="16126" y="4632"/>
                      <a:pt x="17490" y="2254"/>
                      <a:pt x="19123" y="1953"/>
                    </a:cubicBezTo>
                    <a:cubicBezTo>
                      <a:pt x="20518" y="1699"/>
                      <a:pt x="22261" y="2872"/>
                      <a:pt x="23815" y="5282"/>
                    </a:cubicBezTo>
                    <a:cubicBezTo>
                      <a:pt x="24148" y="5773"/>
                      <a:pt x="24465" y="6328"/>
                      <a:pt x="24782" y="6946"/>
                    </a:cubicBezTo>
                    <a:cubicBezTo>
                      <a:pt x="24925" y="7216"/>
                      <a:pt x="25068" y="7485"/>
                      <a:pt x="25163" y="7787"/>
                    </a:cubicBezTo>
                    <a:lnTo>
                      <a:pt x="25179" y="7803"/>
                    </a:lnTo>
                    <a:cubicBezTo>
                      <a:pt x="25765" y="9087"/>
                      <a:pt x="26257" y="10545"/>
                      <a:pt x="26669" y="12194"/>
                    </a:cubicBezTo>
                    <a:cubicBezTo>
                      <a:pt x="26748" y="12463"/>
                      <a:pt x="26811" y="12717"/>
                      <a:pt x="26859" y="12971"/>
                    </a:cubicBezTo>
                    <a:cubicBezTo>
                      <a:pt x="26891" y="13082"/>
                      <a:pt x="26907" y="13192"/>
                      <a:pt x="26938" y="13304"/>
                    </a:cubicBezTo>
                    <a:lnTo>
                      <a:pt x="26938" y="13319"/>
                    </a:lnTo>
                    <a:cubicBezTo>
                      <a:pt x="27002" y="13668"/>
                      <a:pt x="27081" y="14049"/>
                      <a:pt x="27129" y="14461"/>
                    </a:cubicBezTo>
                    <a:lnTo>
                      <a:pt x="27129" y="14477"/>
                    </a:lnTo>
                    <a:cubicBezTo>
                      <a:pt x="27208" y="15000"/>
                      <a:pt x="27271" y="15555"/>
                      <a:pt x="27319" y="16157"/>
                    </a:cubicBezTo>
                    <a:cubicBezTo>
                      <a:pt x="27335" y="16395"/>
                      <a:pt x="27351" y="16664"/>
                      <a:pt x="27366" y="16918"/>
                    </a:cubicBezTo>
                    <a:cubicBezTo>
                      <a:pt x="27382" y="17077"/>
                      <a:pt x="27382" y="17267"/>
                      <a:pt x="27382" y="17441"/>
                    </a:cubicBezTo>
                    <a:cubicBezTo>
                      <a:pt x="27414" y="17853"/>
                      <a:pt x="27430" y="18266"/>
                      <a:pt x="27430" y="18710"/>
                    </a:cubicBezTo>
                    <a:cubicBezTo>
                      <a:pt x="27446" y="22007"/>
                      <a:pt x="27065" y="25939"/>
                      <a:pt x="26019" y="29617"/>
                    </a:cubicBezTo>
                    <a:cubicBezTo>
                      <a:pt x="25924" y="29965"/>
                      <a:pt x="25813" y="30314"/>
                      <a:pt x="25702" y="30647"/>
                    </a:cubicBezTo>
                    <a:close/>
                  </a:path>
                </a:pathLst>
              </a:custGeom>
              <a:solidFill>
                <a:srgbClr val="31313B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7072C190-9C79-37DF-32C1-4AAAA7F22314}"/>
                  </a:ext>
                </a:extLst>
              </p:cNvPr>
              <p:cNvSpPr/>
              <p:nvPr/>
            </p:nvSpPr>
            <p:spPr>
              <a:xfrm>
                <a:off x="1139866" y="4446197"/>
                <a:ext cx="24438" cy="33745"/>
              </a:xfrm>
              <a:custGeom>
                <a:avLst/>
                <a:gdLst>
                  <a:gd name="connsiteX0" fmla="*/ 0 w 24438"/>
                  <a:gd name="connsiteY0" fmla="*/ 21111 h 33745"/>
                  <a:gd name="connsiteX1" fmla="*/ 11589 w 24438"/>
                  <a:gd name="connsiteY1" fmla="*/ 11804 h 33745"/>
                  <a:gd name="connsiteX2" fmla="*/ 24430 w 24438"/>
                  <a:gd name="connsiteY2" fmla="*/ 7255 h 33745"/>
                  <a:gd name="connsiteX3" fmla="*/ 7974 w 24438"/>
                  <a:gd name="connsiteY3" fmla="*/ 33746 h 33745"/>
                  <a:gd name="connsiteX4" fmla="*/ 0 w 24438"/>
                  <a:gd name="connsiteY4" fmla="*/ 21111 h 33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38" h="33745">
                    <a:moveTo>
                      <a:pt x="0" y="21111"/>
                    </a:moveTo>
                    <a:cubicBezTo>
                      <a:pt x="4201" y="20318"/>
                      <a:pt x="9100" y="18590"/>
                      <a:pt x="11589" y="11804"/>
                    </a:cubicBezTo>
                    <a:cubicBezTo>
                      <a:pt x="17185" y="-3383"/>
                      <a:pt x="24731" y="-2812"/>
                      <a:pt x="24430" y="7255"/>
                    </a:cubicBezTo>
                    <a:cubicBezTo>
                      <a:pt x="24113" y="18003"/>
                      <a:pt x="17803" y="29830"/>
                      <a:pt x="7974" y="33746"/>
                    </a:cubicBezTo>
                    <a:lnTo>
                      <a:pt x="0" y="21111"/>
                    </a:lnTo>
                    <a:close/>
                  </a:path>
                </a:pathLst>
              </a:custGeom>
              <a:solidFill>
                <a:srgbClr val="FFFFFF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FB711289-B055-CE2B-194E-1037FDA39935}"/>
                  </a:ext>
                </a:extLst>
              </p:cNvPr>
              <p:cNvSpPr/>
              <p:nvPr/>
            </p:nvSpPr>
            <p:spPr>
              <a:xfrm>
                <a:off x="1138900" y="4445235"/>
                <a:ext cx="26373" cy="35658"/>
              </a:xfrm>
              <a:custGeom>
                <a:avLst/>
                <a:gdLst>
                  <a:gd name="connsiteX0" fmla="*/ 8941 w 26373"/>
                  <a:gd name="connsiteY0" fmla="*/ 35658 h 35658"/>
                  <a:gd name="connsiteX1" fmla="*/ 8037 w 26373"/>
                  <a:gd name="connsiteY1" fmla="*/ 35056 h 35658"/>
                  <a:gd name="connsiteX2" fmla="*/ 8576 w 26373"/>
                  <a:gd name="connsiteY2" fmla="*/ 33803 h 35658"/>
                  <a:gd name="connsiteX3" fmla="*/ 24446 w 26373"/>
                  <a:gd name="connsiteY3" fmla="*/ 8185 h 35658"/>
                  <a:gd name="connsiteX4" fmla="*/ 22115 w 26373"/>
                  <a:gd name="connsiteY4" fmla="*/ 1954 h 35658"/>
                  <a:gd name="connsiteX5" fmla="*/ 13459 w 26373"/>
                  <a:gd name="connsiteY5" fmla="*/ 13083 h 35658"/>
                  <a:gd name="connsiteX6" fmla="*/ 1141 w 26373"/>
                  <a:gd name="connsiteY6" fmla="*/ 23023 h 35658"/>
                  <a:gd name="connsiteX7" fmla="*/ 16 w 26373"/>
                  <a:gd name="connsiteY7" fmla="*/ 22247 h 35658"/>
                  <a:gd name="connsiteX8" fmla="*/ 792 w 26373"/>
                  <a:gd name="connsiteY8" fmla="*/ 21121 h 35658"/>
                  <a:gd name="connsiteX9" fmla="*/ 11652 w 26373"/>
                  <a:gd name="connsiteY9" fmla="*/ 12417 h 35658"/>
                  <a:gd name="connsiteX10" fmla="*/ 22480 w 26373"/>
                  <a:gd name="connsiteY10" fmla="*/ 68 h 35658"/>
                  <a:gd name="connsiteX11" fmla="*/ 26364 w 26373"/>
                  <a:gd name="connsiteY11" fmla="*/ 8248 h 35658"/>
                  <a:gd name="connsiteX12" fmla="*/ 9290 w 26373"/>
                  <a:gd name="connsiteY12" fmla="*/ 35595 h 35658"/>
                  <a:gd name="connsiteX13" fmla="*/ 8941 w 26373"/>
                  <a:gd name="connsiteY13" fmla="*/ 35658 h 35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373" h="35658">
                    <a:moveTo>
                      <a:pt x="8941" y="35658"/>
                    </a:moveTo>
                    <a:cubicBezTo>
                      <a:pt x="8561" y="35658"/>
                      <a:pt x="8196" y="35436"/>
                      <a:pt x="8037" y="35056"/>
                    </a:cubicBezTo>
                    <a:cubicBezTo>
                      <a:pt x="7847" y="34564"/>
                      <a:pt x="8085" y="34010"/>
                      <a:pt x="8576" y="33803"/>
                    </a:cubicBezTo>
                    <a:cubicBezTo>
                      <a:pt x="18612" y="29808"/>
                      <a:pt x="24160" y="17903"/>
                      <a:pt x="24446" y="8185"/>
                    </a:cubicBezTo>
                    <a:cubicBezTo>
                      <a:pt x="24541" y="4697"/>
                      <a:pt x="23637" y="2256"/>
                      <a:pt x="22115" y="1954"/>
                    </a:cubicBezTo>
                    <a:cubicBezTo>
                      <a:pt x="20070" y="1574"/>
                      <a:pt x="16487" y="4871"/>
                      <a:pt x="13459" y="13083"/>
                    </a:cubicBezTo>
                    <a:cubicBezTo>
                      <a:pt x="10796" y="20328"/>
                      <a:pt x="5485" y="22199"/>
                      <a:pt x="1141" y="23023"/>
                    </a:cubicBezTo>
                    <a:cubicBezTo>
                      <a:pt x="618" y="23118"/>
                      <a:pt x="111" y="22770"/>
                      <a:pt x="16" y="22247"/>
                    </a:cubicBezTo>
                    <a:cubicBezTo>
                      <a:pt x="-80" y="21723"/>
                      <a:pt x="269" y="21232"/>
                      <a:pt x="792" y="21121"/>
                    </a:cubicBezTo>
                    <a:cubicBezTo>
                      <a:pt x="4867" y="20360"/>
                      <a:pt x="9337" y="18727"/>
                      <a:pt x="11652" y="12417"/>
                    </a:cubicBezTo>
                    <a:cubicBezTo>
                      <a:pt x="14728" y="4094"/>
                      <a:pt x="18865" y="-630"/>
                      <a:pt x="22480" y="68"/>
                    </a:cubicBezTo>
                    <a:cubicBezTo>
                      <a:pt x="25048" y="559"/>
                      <a:pt x="26506" y="3619"/>
                      <a:pt x="26364" y="8248"/>
                    </a:cubicBezTo>
                    <a:cubicBezTo>
                      <a:pt x="26063" y="18584"/>
                      <a:pt x="20086" y="31299"/>
                      <a:pt x="9290" y="35595"/>
                    </a:cubicBezTo>
                    <a:cubicBezTo>
                      <a:pt x="9179" y="35643"/>
                      <a:pt x="9052" y="35658"/>
                      <a:pt x="8941" y="35658"/>
                    </a:cubicBezTo>
                    <a:close/>
                  </a:path>
                </a:pathLst>
              </a:custGeom>
              <a:solidFill>
                <a:srgbClr val="31313B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68" name="Graphic 21">
                <a:extLst>
                  <a:ext uri="{FF2B5EF4-FFF2-40B4-BE49-F238E27FC236}">
                    <a16:creationId xmlns:a16="http://schemas.microsoft.com/office/drawing/2014/main" id="{6F468CF5-7946-0F0E-72D8-35108AF32240}"/>
                  </a:ext>
                </a:extLst>
              </p:cNvPr>
              <p:cNvGrpSpPr/>
              <p:nvPr/>
            </p:nvGrpSpPr>
            <p:grpSpPr>
              <a:xfrm>
                <a:off x="842974" y="4384574"/>
                <a:ext cx="282092" cy="282999"/>
                <a:chOff x="842974" y="4384574"/>
                <a:chExt cx="282092" cy="282999"/>
              </a:xfrm>
            </p:grpSpPr>
            <p:sp>
              <p:nvSpPr>
                <p:cNvPr id="169" name="Freeform: Shape 168">
                  <a:extLst>
                    <a:ext uri="{FF2B5EF4-FFF2-40B4-BE49-F238E27FC236}">
                      <a16:creationId xmlns:a16="http://schemas.microsoft.com/office/drawing/2014/main" id="{112C96E1-5275-B663-8F02-1BB765F70EA9}"/>
                    </a:ext>
                  </a:extLst>
                </p:cNvPr>
                <p:cNvSpPr/>
                <p:nvPr/>
              </p:nvSpPr>
              <p:spPr>
                <a:xfrm>
                  <a:off x="842974" y="4384574"/>
                  <a:ext cx="278588" cy="251130"/>
                </a:xfrm>
                <a:custGeom>
                  <a:avLst/>
                  <a:gdLst>
                    <a:gd name="connsiteX0" fmla="*/ 0 w 278588"/>
                    <a:gd name="connsiteY0" fmla="*/ 1120 h 251130"/>
                    <a:gd name="connsiteX1" fmla="*/ 102528 w 278588"/>
                    <a:gd name="connsiteY1" fmla="*/ 44542 h 251130"/>
                    <a:gd name="connsiteX2" fmla="*/ 175257 w 278588"/>
                    <a:gd name="connsiteY2" fmla="*/ 145560 h 251130"/>
                    <a:gd name="connsiteX3" fmla="*/ 251013 w 278588"/>
                    <a:gd name="connsiteY3" fmla="*/ 60713 h 251130"/>
                    <a:gd name="connsiteX4" fmla="*/ 278424 w 278588"/>
                    <a:gd name="connsiteY4" fmla="*/ 130658 h 251130"/>
                    <a:gd name="connsiteX5" fmla="*/ 164397 w 278588"/>
                    <a:gd name="connsiteY5" fmla="*/ 251127 h 251130"/>
                    <a:gd name="connsiteX6" fmla="*/ 8585 w 278588"/>
                    <a:gd name="connsiteY6" fmla="*/ 117277 h 251130"/>
                    <a:gd name="connsiteX7" fmla="*/ 0 w 278588"/>
                    <a:gd name="connsiteY7" fmla="*/ 1120 h 2511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78588" h="251130">
                      <a:moveTo>
                        <a:pt x="0" y="1120"/>
                      </a:moveTo>
                      <a:cubicBezTo>
                        <a:pt x="0" y="1120"/>
                        <a:pt x="56062" y="-11007"/>
                        <a:pt x="102528" y="44542"/>
                      </a:cubicBezTo>
                      <a:cubicBezTo>
                        <a:pt x="134357" y="82606"/>
                        <a:pt x="166166" y="147082"/>
                        <a:pt x="175257" y="145560"/>
                      </a:cubicBezTo>
                      <a:cubicBezTo>
                        <a:pt x="184347" y="144054"/>
                        <a:pt x="251013" y="60713"/>
                        <a:pt x="251013" y="60713"/>
                      </a:cubicBezTo>
                      <a:cubicBezTo>
                        <a:pt x="251013" y="60713"/>
                        <a:pt x="281071" y="84445"/>
                        <a:pt x="278424" y="130658"/>
                      </a:cubicBezTo>
                      <a:cubicBezTo>
                        <a:pt x="278424" y="130658"/>
                        <a:pt x="240187" y="251872"/>
                        <a:pt x="164397" y="251127"/>
                      </a:cubicBezTo>
                      <a:cubicBezTo>
                        <a:pt x="87122" y="250366"/>
                        <a:pt x="8585" y="117277"/>
                        <a:pt x="8585" y="117277"/>
                      </a:cubicBezTo>
                      <a:lnTo>
                        <a:pt x="0" y="1120"/>
                      </a:ln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70" name="Graphic 21">
                  <a:extLst>
                    <a:ext uri="{FF2B5EF4-FFF2-40B4-BE49-F238E27FC236}">
                      <a16:creationId xmlns:a16="http://schemas.microsoft.com/office/drawing/2014/main" id="{9BA68F2C-B168-84FA-6D7F-517C28098EC3}"/>
                    </a:ext>
                  </a:extLst>
                </p:cNvPr>
                <p:cNvGrpSpPr/>
                <p:nvPr/>
              </p:nvGrpSpPr>
              <p:grpSpPr>
                <a:xfrm>
                  <a:off x="897793" y="4531964"/>
                  <a:ext cx="227273" cy="135609"/>
                  <a:chOff x="897793" y="4531964"/>
                  <a:chExt cx="227273" cy="135609"/>
                </a:xfrm>
                <a:solidFill>
                  <a:srgbClr val="2B2B32"/>
                </a:solidFill>
              </p:grpSpPr>
              <p:grpSp>
                <p:nvGrpSpPr>
                  <p:cNvPr id="171" name="Graphic 21">
                    <a:extLst>
                      <a:ext uri="{FF2B5EF4-FFF2-40B4-BE49-F238E27FC236}">
                        <a16:creationId xmlns:a16="http://schemas.microsoft.com/office/drawing/2014/main" id="{A7F7E666-50D5-C58C-6C25-3E81E174B8B8}"/>
                      </a:ext>
                    </a:extLst>
                  </p:cNvPr>
                  <p:cNvGrpSpPr/>
                  <p:nvPr/>
                </p:nvGrpSpPr>
                <p:grpSpPr>
                  <a:xfrm>
                    <a:off x="1027316" y="4550192"/>
                    <a:ext cx="97750" cy="76016"/>
                    <a:chOff x="1027316" y="4550192"/>
                    <a:chExt cx="97750" cy="76016"/>
                  </a:xfrm>
                  <a:solidFill>
                    <a:srgbClr val="2B2B32"/>
                  </a:solidFill>
                </p:grpSpPr>
                <p:sp>
                  <p:nvSpPr>
                    <p:cNvPr id="172" name="Freeform: Shape 171">
                      <a:extLst>
                        <a:ext uri="{FF2B5EF4-FFF2-40B4-BE49-F238E27FC236}">
                          <a16:creationId xmlns:a16="http://schemas.microsoft.com/office/drawing/2014/main" id="{8FA7E57F-CB61-EBC9-C1DD-71DF15D08B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5672" y="4577893"/>
                      <a:ext cx="3290" cy="3295"/>
                    </a:xfrm>
                    <a:custGeom>
                      <a:avLst/>
                      <a:gdLst>
                        <a:gd name="connsiteX0" fmla="*/ 258 w 3290"/>
                        <a:gd name="connsiteY0" fmla="*/ 768 h 3295"/>
                        <a:gd name="connsiteX1" fmla="*/ 2530 w 3290"/>
                        <a:gd name="connsiteY1" fmla="*/ 261 h 3295"/>
                        <a:gd name="connsiteX2" fmla="*/ 3032 w 3290"/>
                        <a:gd name="connsiteY2" fmla="*/ 2528 h 3295"/>
                        <a:gd name="connsiteX3" fmla="*/ 761 w 3290"/>
                        <a:gd name="connsiteY3" fmla="*/ 3035 h 3295"/>
                        <a:gd name="connsiteX4" fmla="*/ 258 w 3290"/>
                        <a:gd name="connsiteY4" fmla="*/ 768 h 32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5">
                          <a:moveTo>
                            <a:pt x="258" y="768"/>
                          </a:moveTo>
                          <a:cubicBezTo>
                            <a:pt x="746" y="-9"/>
                            <a:pt x="1764" y="-231"/>
                            <a:pt x="2530" y="261"/>
                          </a:cubicBezTo>
                          <a:cubicBezTo>
                            <a:pt x="3296" y="752"/>
                            <a:pt x="3521" y="1767"/>
                            <a:pt x="3032" y="2528"/>
                          </a:cubicBezTo>
                          <a:cubicBezTo>
                            <a:pt x="2544" y="3305"/>
                            <a:pt x="1526" y="3527"/>
                            <a:pt x="761" y="3035"/>
                          </a:cubicBezTo>
                          <a:cubicBezTo>
                            <a:pt x="-5" y="2544"/>
                            <a:pt x="-230" y="1529"/>
                            <a:pt x="258" y="76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" name="Freeform: Shape 172">
                      <a:extLst>
                        <a:ext uri="{FF2B5EF4-FFF2-40B4-BE49-F238E27FC236}">
                          <a16:creationId xmlns:a16="http://schemas.microsoft.com/office/drawing/2014/main" id="{A732E841-FAF0-B5A9-E025-04844F3B6F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9804" y="4585925"/>
                      <a:ext cx="3291" cy="3291"/>
                    </a:xfrm>
                    <a:custGeom>
                      <a:avLst/>
                      <a:gdLst>
                        <a:gd name="connsiteX0" fmla="*/ 3291 w 3291"/>
                        <a:gd name="connsiteY0" fmla="*/ 1646 h 3291"/>
                        <a:gd name="connsiteX1" fmla="*/ 1646 w 3291"/>
                        <a:gd name="connsiteY1" fmla="*/ 3291 h 3291"/>
                        <a:gd name="connsiteX2" fmla="*/ 0 w 3291"/>
                        <a:gd name="connsiteY2" fmla="*/ 1646 h 3291"/>
                        <a:gd name="connsiteX3" fmla="*/ 1646 w 3291"/>
                        <a:gd name="connsiteY3" fmla="*/ 0 h 3291"/>
                        <a:gd name="connsiteX4" fmla="*/ 3291 w 3291"/>
                        <a:gd name="connsiteY4" fmla="*/ 164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3291" y="1646"/>
                          </a:moveTo>
                          <a:cubicBezTo>
                            <a:pt x="3291" y="2554"/>
                            <a:pt x="2554" y="3291"/>
                            <a:pt x="1646" y="3291"/>
                          </a:cubicBezTo>
                          <a:cubicBezTo>
                            <a:pt x="737" y="3291"/>
                            <a:pt x="0" y="2554"/>
                            <a:pt x="0" y="1646"/>
                          </a:cubicBezTo>
                          <a:cubicBezTo>
                            <a:pt x="0" y="737"/>
                            <a:pt x="737" y="0"/>
                            <a:pt x="1646" y="0"/>
                          </a:cubicBezTo>
                          <a:cubicBezTo>
                            <a:pt x="2554" y="0"/>
                            <a:pt x="3291" y="737"/>
                            <a:pt x="3291" y="164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4" name="Freeform: Shape 173">
                      <a:extLst>
                        <a:ext uri="{FF2B5EF4-FFF2-40B4-BE49-F238E27FC236}">
                          <a16:creationId xmlns:a16="http://schemas.microsoft.com/office/drawing/2014/main" id="{325FA64B-F156-2C44-FAAD-3B06DA285E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3313" y="4577369"/>
                      <a:ext cx="3290" cy="3292"/>
                    </a:xfrm>
                    <a:custGeom>
                      <a:avLst/>
                      <a:gdLst>
                        <a:gd name="connsiteX0" fmla="*/ 258 w 3290"/>
                        <a:gd name="connsiteY0" fmla="*/ 753 h 3292"/>
                        <a:gd name="connsiteX1" fmla="*/ 2530 w 3290"/>
                        <a:gd name="connsiteY1" fmla="*/ 262 h 3292"/>
                        <a:gd name="connsiteX2" fmla="*/ 3032 w 3290"/>
                        <a:gd name="connsiteY2" fmla="*/ 2529 h 3292"/>
                        <a:gd name="connsiteX3" fmla="*/ 761 w 3290"/>
                        <a:gd name="connsiteY3" fmla="*/ 3036 h 3292"/>
                        <a:gd name="connsiteX4" fmla="*/ 258 w 3290"/>
                        <a:gd name="connsiteY4" fmla="*/ 753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258" y="753"/>
                          </a:moveTo>
                          <a:cubicBezTo>
                            <a:pt x="746" y="-8"/>
                            <a:pt x="1764" y="-230"/>
                            <a:pt x="2530" y="262"/>
                          </a:cubicBezTo>
                          <a:cubicBezTo>
                            <a:pt x="3296" y="753"/>
                            <a:pt x="3521" y="1768"/>
                            <a:pt x="3032" y="2529"/>
                          </a:cubicBezTo>
                          <a:cubicBezTo>
                            <a:pt x="2544" y="3290"/>
                            <a:pt x="1526" y="3527"/>
                            <a:pt x="761" y="3036"/>
                          </a:cubicBezTo>
                          <a:cubicBezTo>
                            <a:pt x="-5" y="2544"/>
                            <a:pt x="-230" y="1530"/>
                            <a:pt x="258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5" name="Freeform: Shape 174">
                      <a:extLst>
                        <a:ext uri="{FF2B5EF4-FFF2-40B4-BE49-F238E27FC236}">
                          <a16:creationId xmlns:a16="http://schemas.microsoft.com/office/drawing/2014/main" id="{51F81302-27CF-359B-4B24-68F59C8DC2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9488" y="4587590"/>
                      <a:ext cx="3291" cy="3291"/>
                    </a:xfrm>
                    <a:custGeom>
                      <a:avLst/>
                      <a:gdLst>
                        <a:gd name="connsiteX0" fmla="*/ 3291 w 3291"/>
                        <a:gd name="connsiteY0" fmla="*/ 1646 h 3291"/>
                        <a:gd name="connsiteX1" fmla="*/ 1646 w 3291"/>
                        <a:gd name="connsiteY1" fmla="*/ 3291 h 3291"/>
                        <a:gd name="connsiteX2" fmla="*/ 0 w 3291"/>
                        <a:gd name="connsiteY2" fmla="*/ 1646 h 3291"/>
                        <a:gd name="connsiteX3" fmla="*/ 1646 w 3291"/>
                        <a:gd name="connsiteY3" fmla="*/ 0 h 3291"/>
                        <a:gd name="connsiteX4" fmla="*/ 3291 w 3291"/>
                        <a:gd name="connsiteY4" fmla="*/ 164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3291" y="1646"/>
                          </a:moveTo>
                          <a:cubicBezTo>
                            <a:pt x="3291" y="2554"/>
                            <a:pt x="2554" y="3291"/>
                            <a:pt x="1646" y="3291"/>
                          </a:cubicBezTo>
                          <a:cubicBezTo>
                            <a:pt x="737" y="3291"/>
                            <a:pt x="0" y="2554"/>
                            <a:pt x="0" y="1646"/>
                          </a:cubicBezTo>
                          <a:cubicBezTo>
                            <a:pt x="0" y="737"/>
                            <a:pt x="737" y="0"/>
                            <a:pt x="1646" y="0"/>
                          </a:cubicBezTo>
                          <a:cubicBezTo>
                            <a:pt x="2554" y="0"/>
                            <a:pt x="3291" y="737"/>
                            <a:pt x="3291" y="164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6" name="Freeform: Shape 175">
                      <a:extLst>
                        <a:ext uri="{FF2B5EF4-FFF2-40B4-BE49-F238E27FC236}">
                          <a16:creationId xmlns:a16="http://schemas.microsoft.com/office/drawing/2014/main" id="{F8371562-6C05-F536-C9BD-E66F6E4C0A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1104" y="4584293"/>
                      <a:ext cx="3291" cy="3285"/>
                    </a:xfrm>
                    <a:custGeom>
                      <a:avLst/>
                      <a:gdLst>
                        <a:gd name="connsiteX0" fmla="*/ 259 w 3291"/>
                        <a:gd name="connsiteY0" fmla="*/ 757 h 3285"/>
                        <a:gd name="connsiteX1" fmla="*/ 2531 w 3291"/>
                        <a:gd name="connsiteY1" fmla="*/ 250 h 3285"/>
                        <a:gd name="connsiteX2" fmla="*/ 3033 w 3291"/>
                        <a:gd name="connsiteY2" fmla="*/ 2533 h 3285"/>
                        <a:gd name="connsiteX3" fmla="*/ 762 w 3291"/>
                        <a:gd name="connsiteY3" fmla="*/ 3024 h 3285"/>
                        <a:gd name="connsiteX4" fmla="*/ 259 w 3291"/>
                        <a:gd name="connsiteY4" fmla="*/ 757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5">
                          <a:moveTo>
                            <a:pt x="259" y="757"/>
                          </a:moveTo>
                          <a:cubicBezTo>
                            <a:pt x="747" y="-4"/>
                            <a:pt x="1765" y="-226"/>
                            <a:pt x="2531" y="250"/>
                          </a:cubicBezTo>
                          <a:cubicBezTo>
                            <a:pt x="3297" y="741"/>
                            <a:pt x="3522" y="1756"/>
                            <a:pt x="3033" y="2533"/>
                          </a:cubicBezTo>
                          <a:cubicBezTo>
                            <a:pt x="2545" y="3294"/>
                            <a:pt x="1527" y="3516"/>
                            <a:pt x="762" y="3024"/>
                          </a:cubicBezTo>
                          <a:cubicBezTo>
                            <a:pt x="-6" y="2549"/>
                            <a:pt x="-231" y="1518"/>
                            <a:pt x="259" y="75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7" name="Freeform: Shape 176">
                      <a:extLst>
                        <a:ext uri="{FF2B5EF4-FFF2-40B4-BE49-F238E27FC236}">
                          <a16:creationId xmlns:a16="http://schemas.microsoft.com/office/drawing/2014/main" id="{46C6477B-DF97-6734-BA20-A39D76158F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296" y="4594486"/>
                      <a:ext cx="3291" cy="3291"/>
                    </a:xfrm>
                    <a:custGeom>
                      <a:avLst/>
                      <a:gdLst>
                        <a:gd name="connsiteX0" fmla="*/ 3291 w 3291"/>
                        <a:gd name="connsiteY0" fmla="*/ 1645 h 3291"/>
                        <a:gd name="connsiteX1" fmla="*/ 1646 w 3291"/>
                        <a:gd name="connsiteY1" fmla="*/ 3291 h 3291"/>
                        <a:gd name="connsiteX2" fmla="*/ 0 w 3291"/>
                        <a:gd name="connsiteY2" fmla="*/ 1645 h 3291"/>
                        <a:gd name="connsiteX3" fmla="*/ 1646 w 3291"/>
                        <a:gd name="connsiteY3" fmla="*/ 0 h 3291"/>
                        <a:gd name="connsiteX4" fmla="*/ 3291 w 3291"/>
                        <a:gd name="connsiteY4" fmla="*/ 1645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3291" y="1645"/>
                          </a:moveTo>
                          <a:cubicBezTo>
                            <a:pt x="3291" y="2554"/>
                            <a:pt x="2554" y="3291"/>
                            <a:pt x="1646" y="3291"/>
                          </a:cubicBezTo>
                          <a:cubicBezTo>
                            <a:pt x="737" y="3291"/>
                            <a:pt x="0" y="2554"/>
                            <a:pt x="0" y="1645"/>
                          </a:cubicBezTo>
                          <a:cubicBezTo>
                            <a:pt x="0" y="737"/>
                            <a:pt x="737" y="0"/>
                            <a:pt x="1646" y="0"/>
                          </a:cubicBezTo>
                          <a:cubicBezTo>
                            <a:pt x="2554" y="0"/>
                            <a:pt x="3291" y="737"/>
                            <a:pt x="3291" y="164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8" name="Freeform: Shape 177">
                      <a:extLst>
                        <a:ext uri="{FF2B5EF4-FFF2-40B4-BE49-F238E27FC236}">
                          <a16:creationId xmlns:a16="http://schemas.microsoft.com/office/drawing/2014/main" id="{E48C0560-A37D-2DE1-5F1B-F3AE53F174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7797" y="4595589"/>
                      <a:ext cx="3291" cy="3292"/>
                    </a:xfrm>
                    <a:custGeom>
                      <a:avLst/>
                      <a:gdLst>
                        <a:gd name="connsiteX0" fmla="*/ 259 w 3291"/>
                        <a:gd name="connsiteY0" fmla="*/ 764 h 3292"/>
                        <a:gd name="connsiteX1" fmla="*/ 2531 w 3291"/>
                        <a:gd name="connsiteY1" fmla="*/ 257 h 3292"/>
                        <a:gd name="connsiteX2" fmla="*/ 3033 w 3291"/>
                        <a:gd name="connsiteY2" fmla="*/ 2540 h 3292"/>
                        <a:gd name="connsiteX3" fmla="*/ 762 w 3291"/>
                        <a:gd name="connsiteY3" fmla="*/ 3031 h 3292"/>
                        <a:gd name="connsiteX4" fmla="*/ 259 w 3291"/>
                        <a:gd name="connsiteY4" fmla="*/ 764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59" y="764"/>
                          </a:moveTo>
                          <a:cubicBezTo>
                            <a:pt x="747" y="3"/>
                            <a:pt x="1765" y="-235"/>
                            <a:pt x="2531" y="257"/>
                          </a:cubicBezTo>
                          <a:cubicBezTo>
                            <a:pt x="3297" y="748"/>
                            <a:pt x="3522" y="1763"/>
                            <a:pt x="3033" y="2540"/>
                          </a:cubicBezTo>
                          <a:cubicBezTo>
                            <a:pt x="2545" y="3301"/>
                            <a:pt x="1527" y="3523"/>
                            <a:pt x="762" y="3031"/>
                          </a:cubicBezTo>
                          <a:cubicBezTo>
                            <a:pt x="-6" y="2540"/>
                            <a:pt x="-231" y="1525"/>
                            <a:pt x="259" y="76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9" name="Freeform: Shape 178">
                      <a:extLst>
                        <a:ext uri="{FF2B5EF4-FFF2-40B4-BE49-F238E27FC236}">
                          <a16:creationId xmlns:a16="http://schemas.microsoft.com/office/drawing/2014/main" id="{5FFDDFCD-DB49-113C-6342-58E3B2D5F4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0867" y="4581222"/>
                      <a:ext cx="3290" cy="3295"/>
                    </a:xfrm>
                    <a:custGeom>
                      <a:avLst/>
                      <a:gdLst>
                        <a:gd name="connsiteX0" fmla="*/ 258 w 3290"/>
                        <a:gd name="connsiteY0" fmla="*/ 768 h 3295"/>
                        <a:gd name="connsiteX1" fmla="*/ 2530 w 3290"/>
                        <a:gd name="connsiteY1" fmla="*/ 261 h 3295"/>
                        <a:gd name="connsiteX2" fmla="*/ 3032 w 3290"/>
                        <a:gd name="connsiteY2" fmla="*/ 2528 h 3295"/>
                        <a:gd name="connsiteX3" fmla="*/ 761 w 3290"/>
                        <a:gd name="connsiteY3" fmla="*/ 3035 h 3295"/>
                        <a:gd name="connsiteX4" fmla="*/ 258 w 3290"/>
                        <a:gd name="connsiteY4" fmla="*/ 768 h 32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5">
                          <a:moveTo>
                            <a:pt x="258" y="768"/>
                          </a:moveTo>
                          <a:cubicBezTo>
                            <a:pt x="746" y="-9"/>
                            <a:pt x="1764" y="-231"/>
                            <a:pt x="2530" y="261"/>
                          </a:cubicBezTo>
                          <a:cubicBezTo>
                            <a:pt x="3296" y="752"/>
                            <a:pt x="3521" y="1767"/>
                            <a:pt x="3032" y="2528"/>
                          </a:cubicBezTo>
                          <a:cubicBezTo>
                            <a:pt x="2544" y="3305"/>
                            <a:pt x="1526" y="3527"/>
                            <a:pt x="761" y="3035"/>
                          </a:cubicBezTo>
                          <a:cubicBezTo>
                            <a:pt x="-5" y="2544"/>
                            <a:pt x="-230" y="1529"/>
                            <a:pt x="258" y="76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0" name="Freeform: Shape 179">
                      <a:extLst>
                        <a:ext uri="{FF2B5EF4-FFF2-40B4-BE49-F238E27FC236}">
                          <a16:creationId xmlns:a16="http://schemas.microsoft.com/office/drawing/2014/main" id="{84905B13-4DEE-C4E4-96B5-D32D5E1064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5000" y="4589259"/>
                      <a:ext cx="3290" cy="3285"/>
                    </a:xfrm>
                    <a:custGeom>
                      <a:avLst/>
                      <a:gdLst>
                        <a:gd name="connsiteX0" fmla="*/ 258 w 3290"/>
                        <a:gd name="connsiteY0" fmla="*/ 753 h 3285"/>
                        <a:gd name="connsiteX1" fmla="*/ 2530 w 3290"/>
                        <a:gd name="connsiteY1" fmla="*/ 262 h 3285"/>
                        <a:gd name="connsiteX2" fmla="*/ 3032 w 3290"/>
                        <a:gd name="connsiteY2" fmla="*/ 2529 h 3285"/>
                        <a:gd name="connsiteX3" fmla="*/ 761 w 3290"/>
                        <a:gd name="connsiteY3" fmla="*/ 3036 h 3285"/>
                        <a:gd name="connsiteX4" fmla="*/ 258 w 3290"/>
                        <a:gd name="connsiteY4" fmla="*/ 753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5">
                          <a:moveTo>
                            <a:pt x="258" y="753"/>
                          </a:moveTo>
                          <a:cubicBezTo>
                            <a:pt x="746" y="-8"/>
                            <a:pt x="1764" y="-230"/>
                            <a:pt x="2530" y="262"/>
                          </a:cubicBezTo>
                          <a:cubicBezTo>
                            <a:pt x="3296" y="737"/>
                            <a:pt x="3521" y="1752"/>
                            <a:pt x="3032" y="2529"/>
                          </a:cubicBezTo>
                          <a:cubicBezTo>
                            <a:pt x="2544" y="3290"/>
                            <a:pt x="1526" y="3511"/>
                            <a:pt x="761" y="3036"/>
                          </a:cubicBezTo>
                          <a:cubicBezTo>
                            <a:pt x="-5" y="2544"/>
                            <a:pt x="-230" y="1514"/>
                            <a:pt x="258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1" name="Freeform: Shape 180">
                      <a:extLst>
                        <a:ext uri="{FF2B5EF4-FFF2-40B4-BE49-F238E27FC236}">
                          <a16:creationId xmlns:a16="http://schemas.microsoft.com/office/drawing/2014/main" id="{3349403C-1711-6CAD-EC23-0ECB8BD00E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8509" y="4580698"/>
                      <a:ext cx="3293" cy="3292"/>
                    </a:xfrm>
                    <a:custGeom>
                      <a:avLst/>
                      <a:gdLst>
                        <a:gd name="connsiteX0" fmla="*/ 259 w 3293"/>
                        <a:gd name="connsiteY0" fmla="*/ 753 h 3292"/>
                        <a:gd name="connsiteX1" fmla="*/ 2529 w 3293"/>
                        <a:gd name="connsiteY1" fmla="*/ 262 h 3292"/>
                        <a:gd name="connsiteX2" fmla="*/ 3037 w 3293"/>
                        <a:gd name="connsiteY2" fmla="*/ 2529 h 3292"/>
                        <a:gd name="connsiteX3" fmla="*/ 762 w 3293"/>
                        <a:gd name="connsiteY3" fmla="*/ 3036 h 3292"/>
                        <a:gd name="connsiteX4" fmla="*/ 259 w 3293"/>
                        <a:gd name="connsiteY4" fmla="*/ 753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3" h="3292">
                          <a:moveTo>
                            <a:pt x="259" y="753"/>
                          </a:moveTo>
                          <a:cubicBezTo>
                            <a:pt x="747" y="-8"/>
                            <a:pt x="1768" y="-230"/>
                            <a:pt x="2529" y="262"/>
                          </a:cubicBezTo>
                          <a:cubicBezTo>
                            <a:pt x="3290" y="753"/>
                            <a:pt x="3528" y="1768"/>
                            <a:pt x="3037" y="2529"/>
                          </a:cubicBezTo>
                          <a:cubicBezTo>
                            <a:pt x="2545" y="3290"/>
                            <a:pt x="1527" y="3527"/>
                            <a:pt x="762" y="3036"/>
                          </a:cubicBezTo>
                          <a:cubicBezTo>
                            <a:pt x="-6" y="2544"/>
                            <a:pt x="-231" y="1530"/>
                            <a:pt x="259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2" name="Freeform: Shape 181">
                      <a:extLst>
                        <a:ext uri="{FF2B5EF4-FFF2-40B4-BE49-F238E27FC236}">
                          <a16:creationId xmlns:a16="http://schemas.microsoft.com/office/drawing/2014/main" id="{1650F160-3234-DB36-9509-DF9FFF3501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4684" y="4590919"/>
                      <a:ext cx="3290" cy="3285"/>
                    </a:xfrm>
                    <a:custGeom>
                      <a:avLst/>
                      <a:gdLst>
                        <a:gd name="connsiteX0" fmla="*/ 258 w 3290"/>
                        <a:gd name="connsiteY0" fmla="*/ 757 h 3285"/>
                        <a:gd name="connsiteX1" fmla="*/ 2530 w 3290"/>
                        <a:gd name="connsiteY1" fmla="*/ 250 h 3285"/>
                        <a:gd name="connsiteX2" fmla="*/ 3032 w 3290"/>
                        <a:gd name="connsiteY2" fmla="*/ 2533 h 3285"/>
                        <a:gd name="connsiteX3" fmla="*/ 761 w 3290"/>
                        <a:gd name="connsiteY3" fmla="*/ 3024 h 3285"/>
                        <a:gd name="connsiteX4" fmla="*/ 258 w 3290"/>
                        <a:gd name="connsiteY4" fmla="*/ 757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5">
                          <a:moveTo>
                            <a:pt x="258" y="757"/>
                          </a:moveTo>
                          <a:cubicBezTo>
                            <a:pt x="746" y="-4"/>
                            <a:pt x="1764" y="-226"/>
                            <a:pt x="2530" y="250"/>
                          </a:cubicBezTo>
                          <a:cubicBezTo>
                            <a:pt x="3296" y="741"/>
                            <a:pt x="3521" y="1756"/>
                            <a:pt x="3032" y="2533"/>
                          </a:cubicBezTo>
                          <a:cubicBezTo>
                            <a:pt x="2544" y="3294"/>
                            <a:pt x="1526" y="3516"/>
                            <a:pt x="761" y="3024"/>
                          </a:cubicBezTo>
                          <a:cubicBezTo>
                            <a:pt x="-5" y="2549"/>
                            <a:pt x="-230" y="1518"/>
                            <a:pt x="258" y="75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3" name="Freeform: Shape 182">
                      <a:extLst>
                        <a:ext uri="{FF2B5EF4-FFF2-40B4-BE49-F238E27FC236}">
                          <a16:creationId xmlns:a16="http://schemas.microsoft.com/office/drawing/2014/main" id="{828B1FEE-C116-50E8-8690-BC11E802B5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6298" y="4587622"/>
                      <a:ext cx="3292" cy="3285"/>
                    </a:xfrm>
                    <a:custGeom>
                      <a:avLst/>
                      <a:gdLst>
                        <a:gd name="connsiteX0" fmla="*/ 257 w 3292"/>
                        <a:gd name="connsiteY0" fmla="*/ 757 h 3285"/>
                        <a:gd name="connsiteX1" fmla="*/ 2524 w 3292"/>
                        <a:gd name="connsiteY1" fmla="*/ 250 h 3285"/>
                        <a:gd name="connsiteX2" fmla="*/ 3031 w 3292"/>
                        <a:gd name="connsiteY2" fmla="*/ 2533 h 3285"/>
                        <a:gd name="connsiteX3" fmla="*/ 764 w 3292"/>
                        <a:gd name="connsiteY3" fmla="*/ 3024 h 3285"/>
                        <a:gd name="connsiteX4" fmla="*/ 257 w 3292"/>
                        <a:gd name="connsiteY4" fmla="*/ 757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5">
                          <a:moveTo>
                            <a:pt x="257" y="757"/>
                          </a:moveTo>
                          <a:cubicBezTo>
                            <a:pt x="748" y="-4"/>
                            <a:pt x="1763" y="-226"/>
                            <a:pt x="2524" y="250"/>
                          </a:cubicBezTo>
                          <a:cubicBezTo>
                            <a:pt x="3301" y="741"/>
                            <a:pt x="3523" y="1756"/>
                            <a:pt x="3031" y="2533"/>
                          </a:cubicBezTo>
                          <a:cubicBezTo>
                            <a:pt x="2540" y="3294"/>
                            <a:pt x="1525" y="3516"/>
                            <a:pt x="764" y="3024"/>
                          </a:cubicBezTo>
                          <a:cubicBezTo>
                            <a:pt x="3" y="2549"/>
                            <a:pt x="-235" y="1518"/>
                            <a:pt x="257" y="75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4" name="Freeform: Shape 183">
                      <a:extLst>
                        <a:ext uri="{FF2B5EF4-FFF2-40B4-BE49-F238E27FC236}">
                          <a16:creationId xmlns:a16="http://schemas.microsoft.com/office/drawing/2014/main" id="{20E0C563-6DD2-AC44-4D3A-6F10D9EBEB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1492" y="4597809"/>
                      <a:ext cx="3290" cy="3292"/>
                    </a:xfrm>
                    <a:custGeom>
                      <a:avLst/>
                      <a:gdLst>
                        <a:gd name="connsiteX0" fmla="*/ 258 w 3290"/>
                        <a:gd name="connsiteY0" fmla="*/ 764 h 3292"/>
                        <a:gd name="connsiteX1" fmla="*/ 2530 w 3290"/>
                        <a:gd name="connsiteY1" fmla="*/ 257 h 3292"/>
                        <a:gd name="connsiteX2" fmla="*/ 3032 w 3290"/>
                        <a:gd name="connsiteY2" fmla="*/ 2540 h 3292"/>
                        <a:gd name="connsiteX3" fmla="*/ 761 w 3290"/>
                        <a:gd name="connsiteY3" fmla="*/ 3031 h 3292"/>
                        <a:gd name="connsiteX4" fmla="*/ 258 w 3290"/>
                        <a:gd name="connsiteY4" fmla="*/ 764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258" y="764"/>
                          </a:moveTo>
                          <a:cubicBezTo>
                            <a:pt x="746" y="3"/>
                            <a:pt x="1764" y="-235"/>
                            <a:pt x="2530" y="257"/>
                          </a:cubicBezTo>
                          <a:cubicBezTo>
                            <a:pt x="3296" y="748"/>
                            <a:pt x="3521" y="1763"/>
                            <a:pt x="3032" y="2540"/>
                          </a:cubicBezTo>
                          <a:cubicBezTo>
                            <a:pt x="2544" y="3301"/>
                            <a:pt x="1526" y="3523"/>
                            <a:pt x="761" y="3031"/>
                          </a:cubicBezTo>
                          <a:cubicBezTo>
                            <a:pt x="-5" y="2540"/>
                            <a:pt x="-230" y="1525"/>
                            <a:pt x="258" y="76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5" name="Freeform: Shape 184">
                      <a:extLst>
                        <a:ext uri="{FF2B5EF4-FFF2-40B4-BE49-F238E27FC236}">
                          <a16:creationId xmlns:a16="http://schemas.microsoft.com/office/drawing/2014/main" id="{436FED56-80CB-8F69-58B2-339C287308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2996" y="4598918"/>
                      <a:ext cx="3285" cy="3292"/>
                    </a:xfrm>
                    <a:custGeom>
                      <a:avLst/>
                      <a:gdLst>
                        <a:gd name="connsiteX0" fmla="*/ 262 w 3285"/>
                        <a:gd name="connsiteY0" fmla="*/ 764 h 3292"/>
                        <a:gd name="connsiteX1" fmla="*/ 2529 w 3285"/>
                        <a:gd name="connsiteY1" fmla="*/ 257 h 3292"/>
                        <a:gd name="connsiteX2" fmla="*/ 3036 w 3285"/>
                        <a:gd name="connsiteY2" fmla="*/ 2540 h 3292"/>
                        <a:gd name="connsiteX3" fmla="*/ 753 w 3285"/>
                        <a:gd name="connsiteY3" fmla="*/ 3031 h 3292"/>
                        <a:gd name="connsiteX4" fmla="*/ 262 w 3285"/>
                        <a:gd name="connsiteY4" fmla="*/ 764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85" h="3292">
                          <a:moveTo>
                            <a:pt x="262" y="764"/>
                          </a:moveTo>
                          <a:cubicBezTo>
                            <a:pt x="737" y="3"/>
                            <a:pt x="1768" y="-234"/>
                            <a:pt x="2529" y="257"/>
                          </a:cubicBezTo>
                          <a:cubicBezTo>
                            <a:pt x="3289" y="748"/>
                            <a:pt x="3511" y="1763"/>
                            <a:pt x="3036" y="2540"/>
                          </a:cubicBezTo>
                          <a:cubicBezTo>
                            <a:pt x="2544" y="3301"/>
                            <a:pt x="1530" y="3523"/>
                            <a:pt x="753" y="3031"/>
                          </a:cubicBezTo>
                          <a:cubicBezTo>
                            <a:pt x="-8" y="2540"/>
                            <a:pt x="-230" y="1525"/>
                            <a:pt x="262" y="76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6" name="Freeform: Shape 185">
                      <a:extLst>
                        <a:ext uri="{FF2B5EF4-FFF2-40B4-BE49-F238E27FC236}">
                          <a16:creationId xmlns:a16="http://schemas.microsoft.com/office/drawing/2014/main" id="{F96F2B99-779B-09BE-EAB5-B1860532AE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6322" y="4603238"/>
                      <a:ext cx="3291" cy="3285"/>
                    </a:xfrm>
                    <a:custGeom>
                      <a:avLst/>
                      <a:gdLst>
                        <a:gd name="connsiteX0" fmla="*/ 259 w 3291"/>
                        <a:gd name="connsiteY0" fmla="*/ 757 h 3285"/>
                        <a:gd name="connsiteX1" fmla="*/ 2531 w 3291"/>
                        <a:gd name="connsiteY1" fmla="*/ 250 h 3285"/>
                        <a:gd name="connsiteX2" fmla="*/ 3033 w 3291"/>
                        <a:gd name="connsiteY2" fmla="*/ 2533 h 3285"/>
                        <a:gd name="connsiteX3" fmla="*/ 762 w 3291"/>
                        <a:gd name="connsiteY3" fmla="*/ 3024 h 3285"/>
                        <a:gd name="connsiteX4" fmla="*/ 259 w 3291"/>
                        <a:gd name="connsiteY4" fmla="*/ 757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5">
                          <a:moveTo>
                            <a:pt x="259" y="757"/>
                          </a:moveTo>
                          <a:cubicBezTo>
                            <a:pt x="747" y="-4"/>
                            <a:pt x="1765" y="-226"/>
                            <a:pt x="2531" y="250"/>
                          </a:cubicBezTo>
                          <a:cubicBezTo>
                            <a:pt x="3297" y="741"/>
                            <a:pt x="3522" y="1772"/>
                            <a:pt x="3033" y="2533"/>
                          </a:cubicBezTo>
                          <a:cubicBezTo>
                            <a:pt x="2545" y="3294"/>
                            <a:pt x="1527" y="3516"/>
                            <a:pt x="762" y="3024"/>
                          </a:cubicBezTo>
                          <a:cubicBezTo>
                            <a:pt x="-6" y="2549"/>
                            <a:pt x="-231" y="1534"/>
                            <a:pt x="259" y="75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7" name="Freeform: Shape 186">
                      <a:extLst>
                        <a:ext uri="{FF2B5EF4-FFF2-40B4-BE49-F238E27FC236}">
                          <a16:creationId xmlns:a16="http://schemas.microsoft.com/office/drawing/2014/main" id="{4F1BECD7-02AC-F802-5E4C-3321EF00F2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0456" y="4611264"/>
                      <a:ext cx="3291" cy="3295"/>
                    </a:xfrm>
                    <a:custGeom>
                      <a:avLst/>
                      <a:gdLst>
                        <a:gd name="connsiteX0" fmla="*/ 259 w 3291"/>
                        <a:gd name="connsiteY0" fmla="*/ 768 h 3295"/>
                        <a:gd name="connsiteX1" fmla="*/ 2530 w 3291"/>
                        <a:gd name="connsiteY1" fmla="*/ 261 h 3295"/>
                        <a:gd name="connsiteX2" fmla="*/ 3033 w 3291"/>
                        <a:gd name="connsiteY2" fmla="*/ 2528 h 3295"/>
                        <a:gd name="connsiteX3" fmla="*/ 761 w 3291"/>
                        <a:gd name="connsiteY3" fmla="*/ 3035 h 3295"/>
                        <a:gd name="connsiteX4" fmla="*/ 259 w 3291"/>
                        <a:gd name="connsiteY4" fmla="*/ 768 h 32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5">
                          <a:moveTo>
                            <a:pt x="259" y="768"/>
                          </a:moveTo>
                          <a:cubicBezTo>
                            <a:pt x="747" y="-9"/>
                            <a:pt x="1765" y="-231"/>
                            <a:pt x="2530" y="261"/>
                          </a:cubicBezTo>
                          <a:cubicBezTo>
                            <a:pt x="3296" y="752"/>
                            <a:pt x="3521" y="1767"/>
                            <a:pt x="3033" y="2528"/>
                          </a:cubicBezTo>
                          <a:cubicBezTo>
                            <a:pt x="2545" y="3305"/>
                            <a:pt x="1527" y="3527"/>
                            <a:pt x="761" y="3035"/>
                          </a:cubicBezTo>
                          <a:cubicBezTo>
                            <a:pt x="-4" y="2544"/>
                            <a:pt x="-231" y="1529"/>
                            <a:pt x="259" y="76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8" name="Freeform: Shape 187">
                      <a:extLst>
                        <a:ext uri="{FF2B5EF4-FFF2-40B4-BE49-F238E27FC236}">
                          <a16:creationId xmlns:a16="http://schemas.microsoft.com/office/drawing/2014/main" id="{E4C58256-D3A2-DC82-C7A1-827F30604E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964" y="4602707"/>
                      <a:ext cx="3291" cy="3292"/>
                    </a:xfrm>
                    <a:custGeom>
                      <a:avLst/>
                      <a:gdLst>
                        <a:gd name="connsiteX0" fmla="*/ 259 w 3291"/>
                        <a:gd name="connsiteY0" fmla="*/ 764 h 3292"/>
                        <a:gd name="connsiteX1" fmla="*/ 2531 w 3291"/>
                        <a:gd name="connsiteY1" fmla="*/ 257 h 3292"/>
                        <a:gd name="connsiteX2" fmla="*/ 3033 w 3291"/>
                        <a:gd name="connsiteY2" fmla="*/ 2524 h 3292"/>
                        <a:gd name="connsiteX3" fmla="*/ 762 w 3291"/>
                        <a:gd name="connsiteY3" fmla="*/ 3031 h 3292"/>
                        <a:gd name="connsiteX4" fmla="*/ 259 w 3291"/>
                        <a:gd name="connsiteY4" fmla="*/ 764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59" y="764"/>
                          </a:moveTo>
                          <a:cubicBezTo>
                            <a:pt x="747" y="3"/>
                            <a:pt x="1765" y="-235"/>
                            <a:pt x="2531" y="257"/>
                          </a:cubicBezTo>
                          <a:cubicBezTo>
                            <a:pt x="3297" y="748"/>
                            <a:pt x="3522" y="1763"/>
                            <a:pt x="3033" y="2524"/>
                          </a:cubicBezTo>
                          <a:cubicBezTo>
                            <a:pt x="2545" y="3301"/>
                            <a:pt x="1527" y="3523"/>
                            <a:pt x="762" y="3031"/>
                          </a:cubicBezTo>
                          <a:cubicBezTo>
                            <a:pt x="-6" y="2540"/>
                            <a:pt x="-231" y="1525"/>
                            <a:pt x="259" y="76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9" name="Freeform: Shape 188">
                      <a:extLst>
                        <a:ext uri="{FF2B5EF4-FFF2-40B4-BE49-F238E27FC236}">
                          <a16:creationId xmlns:a16="http://schemas.microsoft.com/office/drawing/2014/main" id="{ABC9F59A-AE9F-B272-8F79-088249E665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0139" y="4612929"/>
                      <a:ext cx="3291" cy="3292"/>
                    </a:xfrm>
                    <a:custGeom>
                      <a:avLst/>
                      <a:gdLst>
                        <a:gd name="connsiteX0" fmla="*/ 259 w 3291"/>
                        <a:gd name="connsiteY0" fmla="*/ 768 h 3292"/>
                        <a:gd name="connsiteX1" fmla="*/ 2531 w 3291"/>
                        <a:gd name="connsiteY1" fmla="*/ 261 h 3292"/>
                        <a:gd name="connsiteX2" fmla="*/ 3033 w 3291"/>
                        <a:gd name="connsiteY2" fmla="*/ 2528 h 3292"/>
                        <a:gd name="connsiteX3" fmla="*/ 762 w 3291"/>
                        <a:gd name="connsiteY3" fmla="*/ 3035 h 3292"/>
                        <a:gd name="connsiteX4" fmla="*/ 259 w 3291"/>
                        <a:gd name="connsiteY4" fmla="*/ 768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59" y="768"/>
                          </a:moveTo>
                          <a:cubicBezTo>
                            <a:pt x="747" y="-9"/>
                            <a:pt x="1765" y="-231"/>
                            <a:pt x="2531" y="261"/>
                          </a:cubicBezTo>
                          <a:cubicBezTo>
                            <a:pt x="3297" y="752"/>
                            <a:pt x="3522" y="1767"/>
                            <a:pt x="3033" y="2528"/>
                          </a:cubicBezTo>
                          <a:cubicBezTo>
                            <a:pt x="2545" y="3289"/>
                            <a:pt x="1527" y="3527"/>
                            <a:pt x="762" y="3035"/>
                          </a:cubicBezTo>
                          <a:cubicBezTo>
                            <a:pt x="-6" y="2544"/>
                            <a:pt x="-231" y="1529"/>
                            <a:pt x="259" y="76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0" name="Freeform: Shape 189">
                      <a:extLst>
                        <a:ext uri="{FF2B5EF4-FFF2-40B4-BE49-F238E27FC236}">
                          <a16:creationId xmlns:a16="http://schemas.microsoft.com/office/drawing/2014/main" id="{D532AABE-1261-F71F-8609-0D9DD22703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1755" y="4609626"/>
                      <a:ext cx="3291" cy="3291"/>
                    </a:xfrm>
                    <a:custGeom>
                      <a:avLst/>
                      <a:gdLst>
                        <a:gd name="connsiteX0" fmla="*/ 3291 w 3291"/>
                        <a:gd name="connsiteY0" fmla="*/ 1646 h 3291"/>
                        <a:gd name="connsiteX1" fmla="*/ 1646 w 3291"/>
                        <a:gd name="connsiteY1" fmla="*/ 3291 h 3291"/>
                        <a:gd name="connsiteX2" fmla="*/ 0 w 3291"/>
                        <a:gd name="connsiteY2" fmla="*/ 1646 h 3291"/>
                        <a:gd name="connsiteX3" fmla="*/ 1646 w 3291"/>
                        <a:gd name="connsiteY3" fmla="*/ 0 h 3291"/>
                        <a:gd name="connsiteX4" fmla="*/ 3291 w 3291"/>
                        <a:gd name="connsiteY4" fmla="*/ 164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3291" y="1646"/>
                          </a:moveTo>
                          <a:cubicBezTo>
                            <a:pt x="3291" y="2554"/>
                            <a:pt x="2554" y="3291"/>
                            <a:pt x="1646" y="3291"/>
                          </a:cubicBezTo>
                          <a:cubicBezTo>
                            <a:pt x="737" y="3291"/>
                            <a:pt x="0" y="2554"/>
                            <a:pt x="0" y="1646"/>
                          </a:cubicBezTo>
                          <a:cubicBezTo>
                            <a:pt x="0" y="737"/>
                            <a:pt x="737" y="0"/>
                            <a:pt x="1646" y="0"/>
                          </a:cubicBezTo>
                          <a:cubicBezTo>
                            <a:pt x="2554" y="0"/>
                            <a:pt x="3291" y="737"/>
                            <a:pt x="3291" y="164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1" name="Freeform: Shape 190">
                      <a:extLst>
                        <a:ext uri="{FF2B5EF4-FFF2-40B4-BE49-F238E27FC236}">
                          <a16:creationId xmlns:a16="http://schemas.microsoft.com/office/drawing/2014/main" id="{4214A401-D43C-DE81-B417-FE2DBACA62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7183" y="4622916"/>
                      <a:ext cx="3291" cy="3292"/>
                    </a:xfrm>
                    <a:custGeom>
                      <a:avLst/>
                      <a:gdLst>
                        <a:gd name="connsiteX0" fmla="*/ 259 w 3291"/>
                        <a:gd name="connsiteY0" fmla="*/ 753 h 3292"/>
                        <a:gd name="connsiteX1" fmla="*/ 2531 w 3291"/>
                        <a:gd name="connsiteY1" fmla="*/ 262 h 3292"/>
                        <a:gd name="connsiteX2" fmla="*/ 3033 w 3291"/>
                        <a:gd name="connsiteY2" fmla="*/ 2529 h 3292"/>
                        <a:gd name="connsiteX3" fmla="*/ 762 w 3291"/>
                        <a:gd name="connsiteY3" fmla="*/ 3036 h 3292"/>
                        <a:gd name="connsiteX4" fmla="*/ 259 w 3291"/>
                        <a:gd name="connsiteY4" fmla="*/ 753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59" y="753"/>
                          </a:moveTo>
                          <a:cubicBezTo>
                            <a:pt x="747" y="-8"/>
                            <a:pt x="1765" y="-230"/>
                            <a:pt x="2531" y="262"/>
                          </a:cubicBezTo>
                          <a:cubicBezTo>
                            <a:pt x="3297" y="753"/>
                            <a:pt x="3522" y="1768"/>
                            <a:pt x="3033" y="2529"/>
                          </a:cubicBezTo>
                          <a:cubicBezTo>
                            <a:pt x="2545" y="3290"/>
                            <a:pt x="1527" y="3527"/>
                            <a:pt x="762" y="3036"/>
                          </a:cubicBezTo>
                          <a:cubicBezTo>
                            <a:pt x="-6" y="2544"/>
                            <a:pt x="-231" y="1530"/>
                            <a:pt x="259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2" name="Freeform: Shape 191">
                      <a:extLst>
                        <a:ext uri="{FF2B5EF4-FFF2-40B4-BE49-F238E27FC236}">
                          <a16:creationId xmlns:a16="http://schemas.microsoft.com/office/drawing/2014/main" id="{E13E4730-245B-B3C3-21F6-4D0B7941A6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6804" y="4617795"/>
                      <a:ext cx="3291" cy="3285"/>
                    </a:xfrm>
                    <a:custGeom>
                      <a:avLst/>
                      <a:gdLst>
                        <a:gd name="connsiteX0" fmla="*/ 259 w 3291"/>
                        <a:gd name="connsiteY0" fmla="*/ 753 h 3285"/>
                        <a:gd name="connsiteX1" fmla="*/ 2531 w 3291"/>
                        <a:gd name="connsiteY1" fmla="*/ 262 h 3285"/>
                        <a:gd name="connsiteX2" fmla="*/ 3033 w 3291"/>
                        <a:gd name="connsiteY2" fmla="*/ 2529 h 3285"/>
                        <a:gd name="connsiteX3" fmla="*/ 761 w 3291"/>
                        <a:gd name="connsiteY3" fmla="*/ 3036 h 3285"/>
                        <a:gd name="connsiteX4" fmla="*/ 259 w 3291"/>
                        <a:gd name="connsiteY4" fmla="*/ 753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5">
                          <a:moveTo>
                            <a:pt x="259" y="753"/>
                          </a:moveTo>
                          <a:cubicBezTo>
                            <a:pt x="747" y="-8"/>
                            <a:pt x="1765" y="-230"/>
                            <a:pt x="2531" y="262"/>
                          </a:cubicBezTo>
                          <a:cubicBezTo>
                            <a:pt x="3296" y="737"/>
                            <a:pt x="3521" y="1768"/>
                            <a:pt x="3033" y="2529"/>
                          </a:cubicBezTo>
                          <a:cubicBezTo>
                            <a:pt x="2545" y="3290"/>
                            <a:pt x="1527" y="3511"/>
                            <a:pt x="761" y="3036"/>
                          </a:cubicBezTo>
                          <a:cubicBezTo>
                            <a:pt x="-4" y="2544"/>
                            <a:pt x="-231" y="1530"/>
                            <a:pt x="259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3" name="Freeform: Shape 192">
                      <a:extLst>
                        <a:ext uri="{FF2B5EF4-FFF2-40B4-BE49-F238E27FC236}">
                          <a16:creationId xmlns:a16="http://schemas.microsoft.com/office/drawing/2014/main" id="{4D8ECE34-9974-019B-E1EA-79621DAA95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9238" y="4596758"/>
                      <a:ext cx="3290" cy="3281"/>
                    </a:xfrm>
                    <a:custGeom>
                      <a:avLst/>
                      <a:gdLst>
                        <a:gd name="connsiteX0" fmla="*/ 258 w 3290"/>
                        <a:gd name="connsiteY0" fmla="*/ 753 h 3281"/>
                        <a:gd name="connsiteX1" fmla="*/ 2530 w 3290"/>
                        <a:gd name="connsiteY1" fmla="*/ 262 h 3281"/>
                        <a:gd name="connsiteX2" fmla="*/ 3033 w 3290"/>
                        <a:gd name="connsiteY2" fmla="*/ 2529 h 3281"/>
                        <a:gd name="connsiteX3" fmla="*/ 761 w 3290"/>
                        <a:gd name="connsiteY3" fmla="*/ 3020 h 3281"/>
                        <a:gd name="connsiteX4" fmla="*/ 258 w 3290"/>
                        <a:gd name="connsiteY4" fmla="*/ 753 h 32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1">
                          <a:moveTo>
                            <a:pt x="258" y="753"/>
                          </a:moveTo>
                          <a:cubicBezTo>
                            <a:pt x="747" y="-8"/>
                            <a:pt x="1765" y="-230"/>
                            <a:pt x="2530" y="262"/>
                          </a:cubicBezTo>
                          <a:cubicBezTo>
                            <a:pt x="3296" y="737"/>
                            <a:pt x="3521" y="1752"/>
                            <a:pt x="3033" y="2529"/>
                          </a:cubicBezTo>
                          <a:cubicBezTo>
                            <a:pt x="2544" y="3290"/>
                            <a:pt x="1527" y="3512"/>
                            <a:pt x="761" y="3020"/>
                          </a:cubicBezTo>
                          <a:cubicBezTo>
                            <a:pt x="-6" y="2544"/>
                            <a:pt x="-230" y="1530"/>
                            <a:pt x="258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4" name="Freeform: Shape 193">
                      <a:extLst>
                        <a:ext uri="{FF2B5EF4-FFF2-40B4-BE49-F238E27FC236}">
                          <a16:creationId xmlns:a16="http://schemas.microsoft.com/office/drawing/2014/main" id="{547A697A-F9B5-EA9E-049A-E41A7EAFFA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3370" y="4604780"/>
                      <a:ext cx="3291" cy="3292"/>
                    </a:xfrm>
                    <a:custGeom>
                      <a:avLst/>
                      <a:gdLst>
                        <a:gd name="connsiteX0" fmla="*/ 259 w 3291"/>
                        <a:gd name="connsiteY0" fmla="*/ 768 h 3292"/>
                        <a:gd name="connsiteX1" fmla="*/ 2531 w 3291"/>
                        <a:gd name="connsiteY1" fmla="*/ 261 h 3292"/>
                        <a:gd name="connsiteX2" fmla="*/ 3033 w 3291"/>
                        <a:gd name="connsiteY2" fmla="*/ 2528 h 3292"/>
                        <a:gd name="connsiteX3" fmla="*/ 761 w 3291"/>
                        <a:gd name="connsiteY3" fmla="*/ 3035 h 3292"/>
                        <a:gd name="connsiteX4" fmla="*/ 259 w 3291"/>
                        <a:gd name="connsiteY4" fmla="*/ 768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59" y="768"/>
                          </a:moveTo>
                          <a:cubicBezTo>
                            <a:pt x="747" y="-9"/>
                            <a:pt x="1765" y="-231"/>
                            <a:pt x="2531" y="261"/>
                          </a:cubicBezTo>
                          <a:cubicBezTo>
                            <a:pt x="3296" y="752"/>
                            <a:pt x="3521" y="1767"/>
                            <a:pt x="3033" y="2528"/>
                          </a:cubicBezTo>
                          <a:cubicBezTo>
                            <a:pt x="2545" y="3289"/>
                            <a:pt x="1527" y="3527"/>
                            <a:pt x="761" y="3035"/>
                          </a:cubicBezTo>
                          <a:cubicBezTo>
                            <a:pt x="-4" y="2544"/>
                            <a:pt x="-231" y="1529"/>
                            <a:pt x="259" y="76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5" name="Freeform: Shape 194">
                      <a:extLst>
                        <a:ext uri="{FF2B5EF4-FFF2-40B4-BE49-F238E27FC236}">
                          <a16:creationId xmlns:a16="http://schemas.microsoft.com/office/drawing/2014/main" id="{A135CA59-D5D4-AAE2-E6C6-B22A28324F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6878" y="4596223"/>
                      <a:ext cx="3291" cy="3292"/>
                    </a:xfrm>
                    <a:custGeom>
                      <a:avLst/>
                      <a:gdLst>
                        <a:gd name="connsiteX0" fmla="*/ 259 w 3291"/>
                        <a:gd name="connsiteY0" fmla="*/ 764 h 3292"/>
                        <a:gd name="connsiteX1" fmla="*/ 2531 w 3291"/>
                        <a:gd name="connsiteY1" fmla="*/ 257 h 3292"/>
                        <a:gd name="connsiteX2" fmla="*/ 3033 w 3291"/>
                        <a:gd name="connsiteY2" fmla="*/ 2524 h 3292"/>
                        <a:gd name="connsiteX3" fmla="*/ 762 w 3291"/>
                        <a:gd name="connsiteY3" fmla="*/ 3031 h 3292"/>
                        <a:gd name="connsiteX4" fmla="*/ 259 w 3291"/>
                        <a:gd name="connsiteY4" fmla="*/ 764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59" y="764"/>
                          </a:moveTo>
                          <a:cubicBezTo>
                            <a:pt x="747" y="3"/>
                            <a:pt x="1765" y="-235"/>
                            <a:pt x="2531" y="257"/>
                          </a:cubicBezTo>
                          <a:cubicBezTo>
                            <a:pt x="3297" y="748"/>
                            <a:pt x="3522" y="1763"/>
                            <a:pt x="3033" y="2524"/>
                          </a:cubicBezTo>
                          <a:cubicBezTo>
                            <a:pt x="2545" y="3301"/>
                            <a:pt x="1527" y="3523"/>
                            <a:pt x="762" y="3031"/>
                          </a:cubicBezTo>
                          <a:cubicBezTo>
                            <a:pt x="-6" y="2540"/>
                            <a:pt x="-231" y="1525"/>
                            <a:pt x="259" y="76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6" name="Freeform: Shape 195">
                      <a:extLst>
                        <a:ext uri="{FF2B5EF4-FFF2-40B4-BE49-F238E27FC236}">
                          <a16:creationId xmlns:a16="http://schemas.microsoft.com/office/drawing/2014/main" id="{519FA273-09D8-F64D-1BA7-4C508077CA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3054" y="4606444"/>
                      <a:ext cx="3291" cy="3292"/>
                    </a:xfrm>
                    <a:custGeom>
                      <a:avLst/>
                      <a:gdLst>
                        <a:gd name="connsiteX0" fmla="*/ 259 w 3291"/>
                        <a:gd name="connsiteY0" fmla="*/ 753 h 3292"/>
                        <a:gd name="connsiteX1" fmla="*/ 2531 w 3291"/>
                        <a:gd name="connsiteY1" fmla="*/ 262 h 3292"/>
                        <a:gd name="connsiteX2" fmla="*/ 3033 w 3291"/>
                        <a:gd name="connsiteY2" fmla="*/ 2529 h 3292"/>
                        <a:gd name="connsiteX3" fmla="*/ 762 w 3291"/>
                        <a:gd name="connsiteY3" fmla="*/ 3036 h 3292"/>
                        <a:gd name="connsiteX4" fmla="*/ 259 w 3291"/>
                        <a:gd name="connsiteY4" fmla="*/ 753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59" y="753"/>
                          </a:moveTo>
                          <a:cubicBezTo>
                            <a:pt x="747" y="-8"/>
                            <a:pt x="1765" y="-230"/>
                            <a:pt x="2531" y="262"/>
                          </a:cubicBezTo>
                          <a:cubicBezTo>
                            <a:pt x="3297" y="753"/>
                            <a:pt x="3522" y="1767"/>
                            <a:pt x="3033" y="2529"/>
                          </a:cubicBezTo>
                          <a:cubicBezTo>
                            <a:pt x="2545" y="3290"/>
                            <a:pt x="1527" y="3527"/>
                            <a:pt x="762" y="3036"/>
                          </a:cubicBezTo>
                          <a:cubicBezTo>
                            <a:pt x="-6" y="2544"/>
                            <a:pt x="-231" y="1530"/>
                            <a:pt x="259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7" name="Freeform: Shape 196">
                      <a:extLst>
                        <a:ext uri="{FF2B5EF4-FFF2-40B4-BE49-F238E27FC236}">
                          <a16:creationId xmlns:a16="http://schemas.microsoft.com/office/drawing/2014/main" id="{761B3C4B-C626-035D-E4BA-C92283ED38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4670" y="4603147"/>
                      <a:ext cx="3290" cy="3292"/>
                    </a:xfrm>
                    <a:custGeom>
                      <a:avLst/>
                      <a:gdLst>
                        <a:gd name="connsiteX0" fmla="*/ 258 w 3290"/>
                        <a:gd name="connsiteY0" fmla="*/ 753 h 3292"/>
                        <a:gd name="connsiteX1" fmla="*/ 2530 w 3290"/>
                        <a:gd name="connsiteY1" fmla="*/ 262 h 3292"/>
                        <a:gd name="connsiteX2" fmla="*/ 3032 w 3290"/>
                        <a:gd name="connsiteY2" fmla="*/ 2529 h 3292"/>
                        <a:gd name="connsiteX3" fmla="*/ 761 w 3290"/>
                        <a:gd name="connsiteY3" fmla="*/ 3036 h 3292"/>
                        <a:gd name="connsiteX4" fmla="*/ 258 w 3290"/>
                        <a:gd name="connsiteY4" fmla="*/ 753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258" y="753"/>
                          </a:moveTo>
                          <a:cubicBezTo>
                            <a:pt x="746" y="-8"/>
                            <a:pt x="1764" y="-230"/>
                            <a:pt x="2530" y="262"/>
                          </a:cubicBezTo>
                          <a:cubicBezTo>
                            <a:pt x="3296" y="753"/>
                            <a:pt x="3521" y="1768"/>
                            <a:pt x="3032" y="2529"/>
                          </a:cubicBezTo>
                          <a:cubicBezTo>
                            <a:pt x="2544" y="3289"/>
                            <a:pt x="1526" y="3527"/>
                            <a:pt x="761" y="3036"/>
                          </a:cubicBezTo>
                          <a:cubicBezTo>
                            <a:pt x="-5" y="2544"/>
                            <a:pt x="-230" y="1530"/>
                            <a:pt x="258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8" name="Freeform: Shape 197">
                      <a:extLst>
                        <a:ext uri="{FF2B5EF4-FFF2-40B4-BE49-F238E27FC236}">
                          <a16:creationId xmlns:a16="http://schemas.microsoft.com/office/drawing/2014/main" id="{AADFE982-7309-DF97-701C-A645FE743E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7744" y="4622793"/>
                      <a:ext cx="3290" cy="3292"/>
                    </a:xfrm>
                    <a:custGeom>
                      <a:avLst/>
                      <a:gdLst>
                        <a:gd name="connsiteX0" fmla="*/ 258 w 3290"/>
                        <a:gd name="connsiteY0" fmla="*/ 764 h 3292"/>
                        <a:gd name="connsiteX1" fmla="*/ 2530 w 3290"/>
                        <a:gd name="connsiteY1" fmla="*/ 257 h 3292"/>
                        <a:gd name="connsiteX2" fmla="*/ 3032 w 3290"/>
                        <a:gd name="connsiteY2" fmla="*/ 2540 h 3292"/>
                        <a:gd name="connsiteX3" fmla="*/ 761 w 3290"/>
                        <a:gd name="connsiteY3" fmla="*/ 3031 h 3292"/>
                        <a:gd name="connsiteX4" fmla="*/ 258 w 3290"/>
                        <a:gd name="connsiteY4" fmla="*/ 764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258" y="764"/>
                          </a:moveTo>
                          <a:cubicBezTo>
                            <a:pt x="746" y="3"/>
                            <a:pt x="1764" y="-235"/>
                            <a:pt x="2530" y="257"/>
                          </a:cubicBezTo>
                          <a:cubicBezTo>
                            <a:pt x="3296" y="748"/>
                            <a:pt x="3521" y="1763"/>
                            <a:pt x="3032" y="2540"/>
                          </a:cubicBezTo>
                          <a:cubicBezTo>
                            <a:pt x="2544" y="3301"/>
                            <a:pt x="1526" y="3523"/>
                            <a:pt x="761" y="3031"/>
                          </a:cubicBezTo>
                          <a:cubicBezTo>
                            <a:pt x="-5" y="2540"/>
                            <a:pt x="-230" y="1525"/>
                            <a:pt x="258" y="76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9" name="Freeform: Shape 198">
                      <a:extLst>
                        <a:ext uri="{FF2B5EF4-FFF2-40B4-BE49-F238E27FC236}">
                          <a16:creationId xmlns:a16="http://schemas.microsoft.com/office/drawing/2014/main" id="{D6760C29-C549-5ED2-85A2-72D89CFBC3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1363" y="4614450"/>
                      <a:ext cx="3290" cy="3285"/>
                    </a:xfrm>
                    <a:custGeom>
                      <a:avLst/>
                      <a:gdLst>
                        <a:gd name="connsiteX0" fmla="*/ 258 w 3290"/>
                        <a:gd name="connsiteY0" fmla="*/ 753 h 3285"/>
                        <a:gd name="connsiteX1" fmla="*/ 2530 w 3290"/>
                        <a:gd name="connsiteY1" fmla="*/ 262 h 3285"/>
                        <a:gd name="connsiteX2" fmla="*/ 3032 w 3290"/>
                        <a:gd name="connsiteY2" fmla="*/ 2529 h 3285"/>
                        <a:gd name="connsiteX3" fmla="*/ 761 w 3290"/>
                        <a:gd name="connsiteY3" fmla="*/ 3036 h 3285"/>
                        <a:gd name="connsiteX4" fmla="*/ 258 w 3290"/>
                        <a:gd name="connsiteY4" fmla="*/ 753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5">
                          <a:moveTo>
                            <a:pt x="258" y="753"/>
                          </a:moveTo>
                          <a:cubicBezTo>
                            <a:pt x="746" y="-8"/>
                            <a:pt x="1764" y="-230"/>
                            <a:pt x="2530" y="262"/>
                          </a:cubicBezTo>
                          <a:cubicBezTo>
                            <a:pt x="3296" y="737"/>
                            <a:pt x="3521" y="1768"/>
                            <a:pt x="3032" y="2529"/>
                          </a:cubicBezTo>
                          <a:cubicBezTo>
                            <a:pt x="2544" y="3289"/>
                            <a:pt x="1526" y="3511"/>
                            <a:pt x="761" y="3036"/>
                          </a:cubicBezTo>
                          <a:cubicBezTo>
                            <a:pt x="-5" y="2544"/>
                            <a:pt x="-230" y="1530"/>
                            <a:pt x="258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0" name="Freeform: Shape 199">
                      <a:extLst>
                        <a:ext uri="{FF2B5EF4-FFF2-40B4-BE49-F238E27FC236}">
                          <a16:creationId xmlns:a16="http://schemas.microsoft.com/office/drawing/2014/main" id="{9933DA02-37DE-D8DB-E353-4B20499411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1612" y="4558246"/>
                      <a:ext cx="3290" cy="3285"/>
                    </a:xfrm>
                    <a:custGeom>
                      <a:avLst/>
                      <a:gdLst>
                        <a:gd name="connsiteX0" fmla="*/ 258 w 3290"/>
                        <a:gd name="connsiteY0" fmla="*/ 757 h 3285"/>
                        <a:gd name="connsiteX1" fmla="*/ 2530 w 3290"/>
                        <a:gd name="connsiteY1" fmla="*/ 250 h 3285"/>
                        <a:gd name="connsiteX2" fmla="*/ 3032 w 3290"/>
                        <a:gd name="connsiteY2" fmla="*/ 2533 h 3285"/>
                        <a:gd name="connsiteX3" fmla="*/ 761 w 3290"/>
                        <a:gd name="connsiteY3" fmla="*/ 3024 h 3285"/>
                        <a:gd name="connsiteX4" fmla="*/ 258 w 3290"/>
                        <a:gd name="connsiteY4" fmla="*/ 757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5">
                          <a:moveTo>
                            <a:pt x="258" y="757"/>
                          </a:moveTo>
                          <a:cubicBezTo>
                            <a:pt x="746" y="-4"/>
                            <a:pt x="1764" y="-226"/>
                            <a:pt x="2530" y="250"/>
                          </a:cubicBezTo>
                          <a:cubicBezTo>
                            <a:pt x="3296" y="741"/>
                            <a:pt x="3521" y="1756"/>
                            <a:pt x="3032" y="2533"/>
                          </a:cubicBezTo>
                          <a:cubicBezTo>
                            <a:pt x="2544" y="3294"/>
                            <a:pt x="1526" y="3516"/>
                            <a:pt x="761" y="3024"/>
                          </a:cubicBezTo>
                          <a:cubicBezTo>
                            <a:pt x="-5" y="2549"/>
                            <a:pt x="-230" y="1518"/>
                            <a:pt x="258" y="75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1" name="Freeform: Shape 200">
                      <a:extLst>
                        <a:ext uri="{FF2B5EF4-FFF2-40B4-BE49-F238E27FC236}">
                          <a16:creationId xmlns:a16="http://schemas.microsoft.com/office/drawing/2014/main" id="{3DBC17F1-55BB-4FCF-E854-4230A2877A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5745" y="4566272"/>
                      <a:ext cx="3290" cy="3292"/>
                    </a:xfrm>
                    <a:custGeom>
                      <a:avLst/>
                      <a:gdLst>
                        <a:gd name="connsiteX0" fmla="*/ 258 w 3290"/>
                        <a:gd name="connsiteY0" fmla="*/ 753 h 3292"/>
                        <a:gd name="connsiteX1" fmla="*/ 2530 w 3290"/>
                        <a:gd name="connsiteY1" fmla="*/ 262 h 3292"/>
                        <a:gd name="connsiteX2" fmla="*/ 3032 w 3290"/>
                        <a:gd name="connsiteY2" fmla="*/ 2529 h 3292"/>
                        <a:gd name="connsiteX3" fmla="*/ 761 w 3290"/>
                        <a:gd name="connsiteY3" fmla="*/ 3036 h 3292"/>
                        <a:gd name="connsiteX4" fmla="*/ 258 w 3290"/>
                        <a:gd name="connsiteY4" fmla="*/ 753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258" y="753"/>
                          </a:moveTo>
                          <a:cubicBezTo>
                            <a:pt x="746" y="-8"/>
                            <a:pt x="1764" y="-230"/>
                            <a:pt x="2530" y="262"/>
                          </a:cubicBezTo>
                          <a:cubicBezTo>
                            <a:pt x="3296" y="753"/>
                            <a:pt x="3521" y="1768"/>
                            <a:pt x="3032" y="2529"/>
                          </a:cubicBezTo>
                          <a:cubicBezTo>
                            <a:pt x="2544" y="3290"/>
                            <a:pt x="1526" y="3527"/>
                            <a:pt x="761" y="3036"/>
                          </a:cubicBezTo>
                          <a:cubicBezTo>
                            <a:pt x="-5" y="2544"/>
                            <a:pt x="-230" y="1530"/>
                            <a:pt x="258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2" name="Freeform: Shape 201">
                      <a:extLst>
                        <a:ext uri="{FF2B5EF4-FFF2-40B4-BE49-F238E27FC236}">
                          <a16:creationId xmlns:a16="http://schemas.microsoft.com/office/drawing/2014/main" id="{C26307E1-AB5E-858A-A2B4-A4C69C8B3B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1349" y="4552162"/>
                      <a:ext cx="3290" cy="3285"/>
                    </a:xfrm>
                    <a:custGeom>
                      <a:avLst/>
                      <a:gdLst>
                        <a:gd name="connsiteX0" fmla="*/ 258 w 3290"/>
                        <a:gd name="connsiteY0" fmla="*/ 753 h 3285"/>
                        <a:gd name="connsiteX1" fmla="*/ 2530 w 3290"/>
                        <a:gd name="connsiteY1" fmla="*/ 262 h 3285"/>
                        <a:gd name="connsiteX2" fmla="*/ 3032 w 3290"/>
                        <a:gd name="connsiteY2" fmla="*/ 2529 h 3285"/>
                        <a:gd name="connsiteX3" fmla="*/ 761 w 3290"/>
                        <a:gd name="connsiteY3" fmla="*/ 3036 h 3285"/>
                        <a:gd name="connsiteX4" fmla="*/ 258 w 3290"/>
                        <a:gd name="connsiteY4" fmla="*/ 753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5">
                          <a:moveTo>
                            <a:pt x="258" y="753"/>
                          </a:moveTo>
                          <a:cubicBezTo>
                            <a:pt x="746" y="-8"/>
                            <a:pt x="1764" y="-230"/>
                            <a:pt x="2530" y="262"/>
                          </a:cubicBezTo>
                          <a:cubicBezTo>
                            <a:pt x="3296" y="737"/>
                            <a:pt x="3521" y="1768"/>
                            <a:pt x="3032" y="2529"/>
                          </a:cubicBezTo>
                          <a:cubicBezTo>
                            <a:pt x="2544" y="3290"/>
                            <a:pt x="1526" y="3512"/>
                            <a:pt x="761" y="3036"/>
                          </a:cubicBezTo>
                          <a:cubicBezTo>
                            <a:pt x="-5" y="2544"/>
                            <a:pt x="-230" y="1530"/>
                            <a:pt x="258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3" name="Freeform: Shape 202">
                      <a:extLst>
                        <a:ext uri="{FF2B5EF4-FFF2-40B4-BE49-F238E27FC236}">
                          <a16:creationId xmlns:a16="http://schemas.microsoft.com/office/drawing/2014/main" id="{75825DC8-598F-EA67-1470-0111D72C74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5429" y="4567936"/>
                      <a:ext cx="3290" cy="3285"/>
                    </a:xfrm>
                    <a:custGeom>
                      <a:avLst/>
                      <a:gdLst>
                        <a:gd name="connsiteX0" fmla="*/ 258 w 3290"/>
                        <a:gd name="connsiteY0" fmla="*/ 753 h 3285"/>
                        <a:gd name="connsiteX1" fmla="*/ 2530 w 3290"/>
                        <a:gd name="connsiteY1" fmla="*/ 261 h 3285"/>
                        <a:gd name="connsiteX2" fmla="*/ 3032 w 3290"/>
                        <a:gd name="connsiteY2" fmla="*/ 2529 h 3285"/>
                        <a:gd name="connsiteX3" fmla="*/ 761 w 3290"/>
                        <a:gd name="connsiteY3" fmla="*/ 3036 h 3285"/>
                        <a:gd name="connsiteX4" fmla="*/ 258 w 3290"/>
                        <a:gd name="connsiteY4" fmla="*/ 753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5">
                          <a:moveTo>
                            <a:pt x="258" y="753"/>
                          </a:moveTo>
                          <a:cubicBezTo>
                            <a:pt x="746" y="-8"/>
                            <a:pt x="1764" y="-230"/>
                            <a:pt x="2530" y="261"/>
                          </a:cubicBezTo>
                          <a:cubicBezTo>
                            <a:pt x="3296" y="737"/>
                            <a:pt x="3521" y="1768"/>
                            <a:pt x="3032" y="2529"/>
                          </a:cubicBezTo>
                          <a:cubicBezTo>
                            <a:pt x="2544" y="3289"/>
                            <a:pt x="1526" y="3511"/>
                            <a:pt x="761" y="3036"/>
                          </a:cubicBezTo>
                          <a:cubicBezTo>
                            <a:pt x="-5" y="2544"/>
                            <a:pt x="-230" y="1530"/>
                            <a:pt x="258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4" name="Freeform: Shape 203">
                      <a:extLst>
                        <a:ext uri="{FF2B5EF4-FFF2-40B4-BE49-F238E27FC236}">
                          <a16:creationId xmlns:a16="http://schemas.microsoft.com/office/drawing/2014/main" id="{1C23E7CA-FFCE-5EAC-1EE1-61D5EA2916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7045" y="4564639"/>
                      <a:ext cx="3289" cy="3292"/>
                    </a:xfrm>
                    <a:custGeom>
                      <a:avLst/>
                      <a:gdLst>
                        <a:gd name="connsiteX0" fmla="*/ 258 w 3289"/>
                        <a:gd name="connsiteY0" fmla="*/ 753 h 3292"/>
                        <a:gd name="connsiteX1" fmla="*/ 2530 w 3289"/>
                        <a:gd name="connsiteY1" fmla="*/ 262 h 3292"/>
                        <a:gd name="connsiteX2" fmla="*/ 3033 w 3289"/>
                        <a:gd name="connsiteY2" fmla="*/ 2529 h 3292"/>
                        <a:gd name="connsiteX3" fmla="*/ 761 w 3289"/>
                        <a:gd name="connsiteY3" fmla="*/ 3036 h 3292"/>
                        <a:gd name="connsiteX4" fmla="*/ 258 w 3289"/>
                        <a:gd name="connsiteY4" fmla="*/ 753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89" h="3292">
                          <a:moveTo>
                            <a:pt x="258" y="753"/>
                          </a:moveTo>
                          <a:cubicBezTo>
                            <a:pt x="747" y="-8"/>
                            <a:pt x="1765" y="-230"/>
                            <a:pt x="2530" y="262"/>
                          </a:cubicBezTo>
                          <a:cubicBezTo>
                            <a:pt x="3296" y="753"/>
                            <a:pt x="3518" y="1767"/>
                            <a:pt x="3033" y="2529"/>
                          </a:cubicBezTo>
                          <a:cubicBezTo>
                            <a:pt x="2544" y="3290"/>
                            <a:pt x="1527" y="3527"/>
                            <a:pt x="761" y="3036"/>
                          </a:cubicBezTo>
                          <a:cubicBezTo>
                            <a:pt x="-6" y="2544"/>
                            <a:pt x="-230" y="1530"/>
                            <a:pt x="258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5" name="Freeform: Shape 204">
                      <a:extLst>
                        <a:ext uri="{FF2B5EF4-FFF2-40B4-BE49-F238E27FC236}">
                          <a16:creationId xmlns:a16="http://schemas.microsoft.com/office/drawing/2014/main" id="{35230EC3-18C3-F922-C1FE-9951792854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2237" y="4574833"/>
                      <a:ext cx="3290" cy="3285"/>
                    </a:xfrm>
                    <a:custGeom>
                      <a:avLst/>
                      <a:gdLst>
                        <a:gd name="connsiteX0" fmla="*/ 258 w 3290"/>
                        <a:gd name="connsiteY0" fmla="*/ 753 h 3285"/>
                        <a:gd name="connsiteX1" fmla="*/ 2530 w 3290"/>
                        <a:gd name="connsiteY1" fmla="*/ 262 h 3285"/>
                        <a:gd name="connsiteX2" fmla="*/ 3032 w 3290"/>
                        <a:gd name="connsiteY2" fmla="*/ 2529 h 3285"/>
                        <a:gd name="connsiteX3" fmla="*/ 761 w 3290"/>
                        <a:gd name="connsiteY3" fmla="*/ 3036 h 3285"/>
                        <a:gd name="connsiteX4" fmla="*/ 258 w 3290"/>
                        <a:gd name="connsiteY4" fmla="*/ 753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5">
                          <a:moveTo>
                            <a:pt x="258" y="753"/>
                          </a:moveTo>
                          <a:cubicBezTo>
                            <a:pt x="746" y="-8"/>
                            <a:pt x="1764" y="-230"/>
                            <a:pt x="2530" y="262"/>
                          </a:cubicBezTo>
                          <a:cubicBezTo>
                            <a:pt x="3296" y="737"/>
                            <a:pt x="3521" y="1768"/>
                            <a:pt x="3032" y="2529"/>
                          </a:cubicBezTo>
                          <a:cubicBezTo>
                            <a:pt x="2544" y="3289"/>
                            <a:pt x="1526" y="3511"/>
                            <a:pt x="761" y="3036"/>
                          </a:cubicBezTo>
                          <a:cubicBezTo>
                            <a:pt x="-5" y="2544"/>
                            <a:pt x="-230" y="1530"/>
                            <a:pt x="258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6" name="Freeform: Shape 205">
                      <a:extLst>
                        <a:ext uri="{FF2B5EF4-FFF2-40B4-BE49-F238E27FC236}">
                          <a16:creationId xmlns:a16="http://schemas.microsoft.com/office/drawing/2014/main" id="{6D26EF1C-2F8B-0E89-DAC0-B505BBB074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3738" y="4575942"/>
                      <a:ext cx="3290" cy="3285"/>
                    </a:xfrm>
                    <a:custGeom>
                      <a:avLst/>
                      <a:gdLst>
                        <a:gd name="connsiteX0" fmla="*/ 258 w 3290"/>
                        <a:gd name="connsiteY0" fmla="*/ 753 h 3285"/>
                        <a:gd name="connsiteX1" fmla="*/ 2530 w 3290"/>
                        <a:gd name="connsiteY1" fmla="*/ 262 h 3285"/>
                        <a:gd name="connsiteX2" fmla="*/ 3033 w 3290"/>
                        <a:gd name="connsiteY2" fmla="*/ 2529 h 3285"/>
                        <a:gd name="connsiteX3" fmla="*/ 761 w 3290"/>
                        <a:gd name="connsiteY3" fmla="*/ 3036 h 3285"/>
                        <a:gd name="connsiteX4" fmla="*/ 258 w 3290"/>
                        <a:gd name="connsiteY4" fmla="*/ 753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5">
                          <a:moveTo>
                            <a:pt x="258" y="753"/>
                          </a:moveTo>
                          <a:cubicBezTo>
                            <a:pt x="747" y="-8"/>
                            <a:pt x="1765" y="-230"/>
                            <a:pt x="2530" y="262"/>
                          </a:cubicBezTo>
                          <a:cubicBezTo>
                            <a:pt x="3296" y="737"/>
                            <a:pt x="3521" y="1768"/>
                            <a:pt x="3033" y="2529"/>
                          </a:cubicBezTo>
                          <a:cubicBezTo>
                            <a:pt x="2544" y="3290"/>
                            <a:pt x="1527" y="3512"/>
                            <a:pt x="761" y="3036"/>
                          </a:cubicBezTo>
                          <a:cubicBezTo>
                            <a:pt x="-6" y="2544"/>
                            <a:pt x="-230" y="1530"/>
                            <a:pt x="258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7" name="Freeform: Shape 206">
                      <a:extLst>
                        <a:ext uri="{FF2B5EF4-FFF2-40B4-BE49-F238E27FC236}">
                          <a16:creationId xmlns:a16="http://schemas.microsoft.com/office/drawing/2014/main" id="{3632A40A-5E06-FC3C-0654-E624BB8BA6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0607" y="4604617"/>
                      <a:ext cx="3292" cy="3285"/>
                    </a:xfrm>
                    <a:custGeom>
                      <a:avLst/>
                      <a:gdLst>
                        <a:gd name="connsiteX0" fmla="*/ 261 w 3292"/>
                        <a:gd name="connsiteY0" fmla="*/ 757 h 3285"/>
                        <a:gd name="connsiteX1" fmla="*/ 2528 w 3292"/>
                        <a:gd name="connsiteY1" fmla="*/ 250 h 3285"/>
                        <a:gd name="connsiteX2" fmla="*/ 3035 w 3292"/>
                        <a:gd name="connsiteY2" fmla="*/ 2533 h 3285"/>
                        <a:gd name="connsiteX3" fmla="*/ 768 w 3292"/>
                        <a:gd name="connsiteY3" fmla="*/ 3024 h 3285"/>
                        <a:gd name="connsiteX4" fmla="*/ 261 w 3292"/>
                        <a:gd name="connsiteY4" fmla="*/ 757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5">
                          <a:moveTo>
                            <a:pt x="261" y="757"/>
                          </a:moveTo>
                          <a:cubicBezTo>
                            <a:pt x="752" y="-4"/>
                            <a:pt x="1767" y="-226"/>
                            <a:pt x="2528" y="250"/>
                          </a:cubicBezTo>
                          <a:cubicBezTo>
                            <a:pt x="3289" y="741"/>
                            <a:pt x="3527" y="1756"/>
                            <a:pt x="3035" y="2533"/>
                          </a:cubicBezTo>
                          <a:cubicBezTo>
                            <a:pt x="2544" y="3294"/>
                            <a:pt x="1529" y="3516"/>
                            <a:pt x="768" y="3024"/>
                          </a:cubicBezTo>
                          <a:cubicBezTo>
                            <a:pt x="-9" y="2549"/>
                            <a:pt x="-231" y="1518"/>
                            <a:pt x="261" y="75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8" name="Freeform: Shape 207">
                      <a:extLst>
                        <a:ext uri="{FF2B5EF4-FFF2-40B4-BE49-F238E27FC236}">
                          <a16:creationId xmlns:a16="http://schemas.microsoft.com/office/drawing/2014/main" id="{EF29A5AB-A20B-9D37-AA0A-50D0658593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4739" y="4612643"/>
                      <a:ext cx="3285" cy="3292"/>
                    </a:xfrm>
                    <a:custGeom>
                      <a:avLst/>
                      <a:gdLst>
                        <a:gd name="connsiteX0" fmla="*/ 250 w 3285"/>
                        <a:gd name="connsiteY0" fmla="*/ 768 h 3292"/>
                        <a:gd name="connsiteX1" fmla="*/ 2533 w 3285"/>
                        <a:gd name="connsiteY1" fmla="*/ 261 h 3292"/>
                        <a:gd name="connsiteX2" fmla="*/ 3024 w 3285"/>
                        <a:gd name="connsiteY2" fmla="*/ 2528 h 3292"/>
                        <a:gd name="connsiteX3" fmla="*/ 757 w 3285"/>
                        <a:gd name="connsiteY3" fmla="*/ 3035 h 3292"/>
                        <a:gd name="connsiteX4" fmla="*/ 250 w 3285"/>
                        <a:gd name="connsiteY4" fmla="*/ 768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85" h="3292">
                          <a:moveTo>
                            <a:pt x="250" y="768"/>
                          </a:moveTo>
                          <a:cubicBezTo>
                            <a:pt x="741" y="-9"/>
                            <a:pt x="1772" y="-231"/>
                            <a:pt x="2533" y="261"/>
                          </a:cubicBezTo>
                          <a:cubicBezTo>
                            <a:pt x="3294" y="752"/>
                            <a:pt x="3516" y="1767"/>
                            <a:pt x="3024" y="2528"/>
                          </a:cubicBezTo>
                          <a:cubicBezTo>
                            <a:pt x="2549" y="3289"/>
                            <a:pt x="1518" y="3527"/>
                            <a:pt x="757" y="3035"/>
                          </a:cubicBezTo>
                          <a:cubicBezTo>
                            <a:pt x="-4" y="2544"/>
                            <a:pt x="-226" y="1529"/>
                            <a:pt x="250" y="76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9" name="Freeform: Shape 208">
                      <a:extLst>
                        <a:ext uri="{FF2B5EF4-FFF2-40B4-BE49-F238E27FC236}">
                          <a16:creationId xmlns:a16="http://schemas.microsoft.com/office/drawing/2014/main" id="{8A869F36-6157-B14F-8F2F-898E9BC3AC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8242" y="4604093"/>
                      <a:ext cx="3291" cy="3291"/>
                    </a:xfrm>
                    <a:custGeom>
                      <a:avLst/>
                      <a:gdLst>
                        <a:gd name="connsiteX0" fmla="*/ 3291 w 3291"/>
                        <a:gd name="connsiteY0" fmla="*/ 1646 h 3291"/>
                        <a:gd name="connsiteX1" fmla="*/ 1645 w 3291"/>
                        <a:gd name="connsiteY1" fmla="*/ 3291 h 3291"/>
                        <a:gd name="connsiteX2" fmla="*/ 0 w 3291"/>
                        <a:gd name="connsiteY2" fmla="*/ 1646 h 3291"/>
                        <a:gd name="connsiteX3" fmla="*/ 1645 w 3291"/>
                        <a:gd name="connsiteY3" fmla="*/ 0 h 3291"/>
                        <a:gd name="connsiteX4" fmla="*/ 3291 w 3291"/>
                        <a:gd name="connsiteY4" fmla="*/ 164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3291" y="1646"/>
                          </a:moveTo>
                          <a:cubicBezTo>
                            <a:pt x="3291" y="2554"/>
                            <a:pt x="2554" y="3291"/>
                            <a:pt x="1645" y="3291"/>
                          </a:cubicBezTo>
                          <a:cubicBezTo>
                            <a:pt x="737" y="3291"/>
                            <a:pt x="0" y="2554"/>
                            <a:pt x="0" y="1646"/>
                          </a:cubicBezTo>
                          <a:cubicBezTo>
                            <a:pt x="0" y="737"/>
                            <a:pt x="737" y="0"/>
                            <a:pt x="1645" y="0"/>
                          </a:cubicBezTo>
                          <a:cubicBezTo>
                            <a:pt x="2554" y="0"/>
                            <a:pt x="3291" y="737"/>
                            <a:pt x="3291" y="164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10" name="Freeform: Shape 209">
                      <a:extLst>
                        <a:ext uri="{FF2B5EF4-FFF2-40B4-BE49-F238E27FC236}">
                          <a16:creationId xmlns:a16="http://schemas.microsoft.com/office/drawing/2014/main" id="{47A3EE24-FF73-1FBC-F949-BA4AFDB768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9785" y="4607011"/>
                      <a:ext cx="3290" cy="3285"/>
                    </a:xfrm>
                    <a:custGeom>
                      <a:avLst/>
                      <a:gdLst>
                        <a:gd name="connsiteX0" fmla="*/ 259 w 3290"/>
                        <a:gd name="connsiteY0" fmla="*/ 757 h 3285"/>
                        <a:gd name="connsiteX1" fmla="*/ 2537 w 3290"/>
                        <a:gd name="connsiteY1" fmla="*/ 250 h 3285"/>
                        <a:gd name="connsiteX2" fmla="*/ 3029 w 3290"/>
                        <a:gd name="connsiteY2" fmla="*/ 2533 h 3285"/>
                        <a:gd name="connsiteX3" fmla="*/ 762 w 3290"/>
                        <a:gd name="connsiteY3" fmla="*/ 3024 h 3285"/>
                        <a:gd name="connsiteX4" fmla="*/ 259 w 3290"/>
                        <a:gd name="connsiteY4" fmla="*/ 757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5">
                          <a:moveTo>
                            <a:pt x="259" y="757"/>
                          </a:moveTo>
                          <a:cubicBezTo>
                            <a:pt x="746" y="-4"/>
                            <a:pt x="1760" y="-226"/>
                            <a:pt x="2537" y="250"/>
                          </a:cubicBezTo>
                          <a:cubicBezTo>
                            <a:pt x="3298" y="741"/>
                            <a:pt x="3520" y="1756"/>
                            <a:pt x="3029" y="2533"/>
                          </a:cubicBezTo>
                          <a:cubicBezTo>
                            <a:pt x="2553" y="3294"/>
                            <a:pt x="1523" y="3516"/>
                            <a:pt x="762" y="3024"/>
                          </a:cubicBezTo>
                          <a:cubicBezTo>
                            <a:pt x="-6" y="2549"/>
                            <a:pt x="-231" y="1518"/>
                            <a:pt x="259" y="75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11" name="Freeform: Shape 210">
                      <a:extLst>
                        <a:ext uri="{FF2B5EF4-FFF2-40B4-BE49-F238E27FC236}">
                          <a16:creationId xmlns:a16="http://schemas.microsoft.com/office/drawing/2014/main" id="{EE49301A-1393-185D-CACC-5B05E61EFA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4419" y="4597471"/>
                      <a:ext cx="3292" cy="3285"/>
                    </a:xfrm>
                    <a:custGeom>
                      <a:avLst/>
                      <a:gdLst>
                        <a:gd name="connsiteX0" fmla="*/ 257 w 3292"/>
                        <a:gd name="connsiteY0" fmla="*/ 753 h 3285"/>
                        <a:gd name="connsiteX1" fmla="*/ 2540 w 3292"/>
                        <a:gd name="connsiteY1" fmla="*/ 261 h 3285"/>
                        <a:gd name="connsiteX2" fmla="*/ 3031 w 3292"/>
                        <a:gd name="connsiteY2" fmla="*/ 2529 h 3285"/>
                        <a:gd name="connsiteX3" fmla="*/ 764 w 3292"/>
                        <a:gd name="connsiteY3" fmla="*/ 3036 h 3285"/>
                        <a:gd name="connsiteX4" fmla="*/ 257 w 3292"/>
                        <a:gd name="connsiteY4" fmla="*/ 753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5">
                          <a:moveTo>
                            <a:pt x="257" y="753"/>
                          </a:moveTo>
                          <a:cubicBezTo>
                            <a:pt x="748" y="-8"/>
                            <a:pt x="1763" y="-230"/>
                            <a:pt x="2540" y="261"/>
                          </a:cubicBezTo>
                          <a:cubicBezTo>
                            <a:pt x="3301" y="737"/>
                            <a:pt x="3523" y="1768"/>
                            <a:pt x="3031" y="2529"/>
                          </a:cubicBezTo>
                          <a:cubicBezTo>
                            <a:pt x="2540" y="3289"/>
                            <a:pt x="1525" y="3511"/>
                            <a:pt x="764" y="3036"/>
                          </a:cubicBezTo>
                          <a:cubicBezTo>
                            <a:pt x="3" y="2544"/>
                            <a:pt x="-235" y="1530"/>
                            <a:pt x="257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12" name="Freeform: Shape 211">
                      <a:extLst>
                        <a:ext uri="{FF2B5EF4-FFF2-40B4-BE49-F238E27FC236}">
                          <a16:creationId xmlns:a16="http://schemas.microsoft.com/office/drawing/2014/main" id="{1F8EB147-6186-52E0-7645-927EF290ED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1225" y="4621204"/>
                      <a:ext cx="3296" cy="3285"/>
                    </a:xfrm>
                    <a:custGeom>
                      <a:avLst/>
                      <a:gdLst>
                        <a:gd name="connsiteX0" fmla="*/ 261 w 3296"/>
                        <a:gd name="connsiteY0" fmla="*/ 753 h 3285"/>
                        <a:gd name="connsiteX1" fmla="*/ 2544 w 3296"/>
                        <a:gd name="connsiteY1" fmla="*/ 262 h 3285"/>
                        <a:gd name="connsiteX2" fmla="*/ 3035 w 3296"/>
                        <a:gd name="connsiteY2" fmla="*/ 2529 h 3285"/>
                        <a:gd name="connsiteX3" fmla="*/ 768 w 3296"/>
                        <a:gd name="connsiteY3" fmla="*/ 3036 h 3285"/>
                        <a:gd name="connsiteX4" fmla="*/ 261 w 3296"/>
                        <a:gd name="connsiteY4" fmla="*/ 753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6" h="3285">
                          <a:moveTo>
                            <a:pt x="261" y="753"/>
                          </a:moveTo>
                          <a:cubicBezTo>
                            <a:pt x="752" y="-8"/>
                            <a:pt x="1767" y="-230"/>
                            <a:pt x="2544" y="262"/>
                          </a:cubicBezTo>
                          <a:cubicBezTo>
                            <a:pt x="3305" y="737"/>
                            <a:pt x="3527" y="1768"/>
                            <a:pt x="3035" y="2529"/>
                          </a:cubicBezTo>
                          <a:cubicBezTo>
                            <a:pt x="2544" y="3289"/>
                            <a:pt x="1529" y="3511"/>
                            <a:pt x="768" y="3036"/>
                          </a:cubicBezTo>
                          <a:cubicBezTo>
                            <a:pt x="-9" y="2544"/>
                            <a:pt x="-231" y="1530"/>
                            <a:pt x="261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13" name="Freeform: Shape 212">
                      <a:extLst>
                        <a:ext uri="{FF2B5EF4-FFF2-40B4-BE49-F238E27FC236}">
                          <a16:creationId xmlns:a16="http://schemas.microsoft.com/office/drawing/2014/main" id="{86B38835-F261-8B37-6B52-4813D6F9C7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2734" y="4622313"/>
                      <a:ext cx="3285" cy="3285"/>
                    </a:xfrm>
                    <a:custGeom>
                      <a:avLst/>
                      <a:gdLst>
                        <a:gd name="connsiteX0" fmla="*/ 262 w 3285"/>
                        <a:gd name="connsiteY0" fmla="*/ 753 h 3285"/>
                        <a:gd name="connsiteX1" fmla="*/ 2529 w 3285"/>
                        <a:gd name="connsiteY1" fmla="*/ 262 h 3285"/>
                        <a:gd name="connsiteX2" fmla="*/ 3036 w 3285"/>
                        <a:gd name="connsiteY2" fmla="*/ 2529 h 3285"/>
                        <a:gd name="connsiteX3" fmla="*/ 753 w 3285"/>
                        <a:gd name="connsiteY3" fmla="*/ 3036 h 3285"/>
                        <a:gd name="connsiteX4" fmla="*/ 262 w 3285"/>
                        <a:gd name="connsiteY4" fmla="*/ 753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85" h="3285">
                          <a:moveTo>
                            <a:pt x="262" y="753"/>
                          </a:moveTo>
                          <a:cubicBezTo>
                            <a:pt x="737" y="-8"/>
                            <a:pt x="1768" y="-230"/>
                            <a:pt x="2529" y="262"/>
                          </a:cubicBezTo>
                          <a:cubicBezTo>
                            <a:pt x="3290" y="737"/>
                            <a:pt x="3512" y="1768"/>
                            <a:pt x="3036" y="2529"/>
                          </a:cubicBezTo>
                          <a:cubicBezTo>
                            <a:pt x="2544" y="3290"/>
                            <a:pt x="1530" y="3512"/>
                            <a:pt x="753" y="3036"/>
                          </a:cubicBezTo>
                          <a:cubicBezTo>
                            <a:pt x="-8" y="2544"/>
                            <a:pt x="-230" y="1530"/>
                            <a:pt x="262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14" name="Freeform: Shape 213">
                      <a:extLst>
                        <a:ext uri="{FF2B5EF4-FFF2-40B4-BE49-F238E27FC236}">
                          <a16:creationId xmlns:a16="http://schemas.microsoft.com/office/drawing/2014/main" id="{8569D88B-22F4-F092-BDDA-087308D630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3298" y="4570129"/>
                      <a:ext cx="3295" cy="3292"/>
                    </a:xfrm>
                    <a:custGeom>
                      <a:avLst/>
                      <a:gdLst>
                        <a:gd name="connsiteX0" fmla="*/ 261 w 3295"/>
                        <a:gd name="connsiteY0" fmla="*/ 764 h 3292"/>
                        <a:gd name="connsiteX1" fmla="*/ 2528 w 3295"/>
                        <a:gd name="connsiteY1" fmla="*/ 257 h 3292"/>
                        <a:gd name="connsiteX2" fmla="*/ 3035 w 3295"/>
                        <a:gd name="connsiteY2" fmla="*/ 2524 h 3292"/>
                        <a:gd name="connsiteX3" fmla="*/ 768 w 3295"/>
                        <a:gd name="connsiteY3" fmla="*/ 3031 h 3292"/>
                        <a:gd name="connsiteX4" fmla="*/ 261 w 3295"/>
                        <a:gd name="connsiteY4" fmla="*/ 764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5" h="3292">
                          <a:moveTo>
                            <a:pt x="261" y="764"/>
                          </a:moveTo>
                          <a:cubicBezTo>
                            <a:pt x="752" y="3"/>
                            <a:pt x="1767" y="-235"/>
                            <a:pt x="2528" y="257"/>
                          </a:cubicBezTo>
                          <a:cubicBezTo>
                            <a:pt x="3305" y="748"/>
                            <a:pt x="3527" y="1763"/>
                            <a:pt x="3035" y="2524"/>
                          </a:cubicBezTo>
                          <a:cubicBezTo>
                            <a:pt x="2544" y="3301"/>
                            <a:pt x="1529" y="3523"/>
                            <a:pt x="768" y="3031"/>
                          </a:cubicBezTo>
                          <a:cubicBezTo>
                            <a:pt x="-9" y="2540"/>
                            <a:pt x="-231" y="1525"/>
                            <a:pt x="261" y="76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15" name="Freeform: Shape 214">
                      <a:extLst>
                        <a:ext uri="{FF2B5EF4-FFF2-40B4-BE49-F238E27FC236}">
                          <a16:creationId xmlns:a16="http://schemas.microsoft.com/office/drawing/2014/main" id="{E2880CDA-0EB7-E846-323C-2B4A8360F3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7339" y="4575636"/>
                      <a:ext cx="3291" cy="3291"/>
                    </a:xfrm>
                    <a:custGeom>
                      <a:avLst/>
                      <a:gdLst>
                        <a:gd name="connsiteX0" fmla="*/ 3291 w 3291"/>
                        <a:gd name="connsiteY0" fmla="*/ 1646 h 3291"/>
                        <a:gd name="connsiteX1" fmla="*/ 1646 w 3291"/>
                        <a:gd name="connsiteY1" fmla="*/ 3291 h 3291"/>
                        <a:gd name="connsiteX2" fmla="*/ 0 w 3291"/>
                        <a:gd name="connsiteY2" fmla="*/ 1646 h 3291"/>
                        <a:gd name="connsiteX3" fmla="*/ 1646 w 3291"/>
                        <a:gd name="connsiteY3" fmla="*/ 0 h 3291"/>
                        <a:gd name="connsiteX4" fmla="*/ 3291 w 3291"/>
                        <a:gd name="connsiteY4" fmla="*/ 164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3291" y="1646"/>
                          </a:moveTo>
                          <a:cubicBezTo>
                            <a:pt x="3291" y="2554"/>
                            <a:pt x="2554" y="3291"/>
                            <a:pt x="1646" y="3291"/>
                          </a:cubicBezTo>
                          <a:cubicBezTo>
                            <a:pt x="737" y="3291"/>
                            <a:pt x="0" y="2554"/>
                            <a:pt x="0" y="1646"/>
                          </a:cubicBezTo>
                          <a:cubicBezTo>
                            <a:pt x="0" y="737"/>
                            <a:pt x="737" y="0"/>
                            <a:pt x="1646" y="0"/>
                          </a:cubicBezTo>
                          <a:cubicBezTo>
                            <a:pt x="2554" y="0"/>
                            <a:pt x="3291" y="737"/>
                            <a:pt x="3291" y="164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16" name="Freeform: Shape 215">
                      <a:extLst>
                        <a:ext uri="{FF2B5EF4-FFF2-40B4-BE49-F238E27FC236}">
                          <a16:creationId xmlns:a16="http://schemas.microsoft.com/office/drawing/2014/main" id="{710ED21B-1F8A-E778-2760-449FF8C20A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21771" y="4582887"/>
                      <a:ext cx="3295" cy="3295"/>
                    </a:xfrm>
                    <a:custGeom>
                      <a:avLst/>
                      <a:gdLst>
                        <a:gd name="connsiteX0" fmla="*/ 261 w 3295"/>
                        <a:gd name="connsiteY0" fmla="*/ 768 h 3295"/>
                        <a:gd name="connsiteX1" fmla="*/ 2528 w 3295"/>
                        <a:gd name="connsiteY1" fmla="*/ 261 h 3295"/>
                        <a:gd name="connsiteX2" fmla="*/ 3035 w 3295"/>
                        <a:gd name="connsiteY2" fmla="*/ 2528 h 3295"/>
                        <a:gd name="connsiteX3" fmla="*/ 768 w 3295"/>
                        <a:gd name="connsiteY3" fmla="*/ 3035 h 3295"/>
                        <a:gd name="connsiteX4" fmla="*/ 261 w 3295"/>
                        <a:gd name="connsiteY4" fmla="*/ 768 h 32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5" h="3295">
                          <a:moveTo>
                            <a:pt x="261" y="768"/>
                          </a:moveTo>
                          <a:cubicBezTo>
                            <a:pt x="752" y="-9"/>
                            <a:pt x="1767" y="-231"/>
                            <a:pt x="2528" y="261"/>
                          </a:cubicBezTo>
                          <a:cubicBezTo>
                            <a:pt x="3305" y="752"/>
                            <a:pt x="3527" y="1767"/>
                            <a:pt x="3035" y="2528"/>
                          </a:cubicBezTo>
                          <a:cubicBezTo>
                            <a:pt x="2544" y="3305"/>
                            <a:pt x="1529" y="3527"/>
                            <a:pt x="768" y="3035"/>
                          </a:cubicBezTo>
                          <a:cubicBezTo>
                            <a:pt x="-9" y="2544"/>
                            <a:pt x="-231" y="1529"/>
                            <a:pt x="261" y="76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17" name="Freeform: Shape 216">
                      <a:extLst>
                        <a:ext uri="{FF2B5EF4-FFF2-40B4-BE49-F238E27FC236}">
                          <a16:creationId xmlns:a16="http://schemas.microsoft.com/office/drawing/2014/main" id="{33DF0FCF-B82C-6C0D-97C9-7FE4933A07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7035" y="4577302"/>
                      <a:ext cx="3285" cy="3285"/>
                    </a:xfrm>
                    <a:custGeom>
                      <a:avLst/>
                      <a:gdLst>
                        <a:gd name="connsiteX0" fmla="*/ 250 w 3285"/>
                        <a:gd name="connsiteY0" fmla="*/ 757 h 3285"/>
                        <a:gd name="connsiteX1" fmla="*/ 2533 w 3285"/>
                        <a:gd name="connsiteY1" fmla="*/ 250 h 3285"/>
                        <a:gd name="connsiteX2" fmla="*/ 3024 w 3285"/>
                        <a:gd name="connsiteY2" fmla="*/ 2533 h 3285"/>
                        <a:gd name="connsiteX3" fmla="*/ 757 w 3285"/>
                        <a:gd name="connsiteY3" fmla="*/ 3024 h 3285"/>
                        <a:gd name="connsiteX4" fmla="*/ 250 w 3285"/>
                        <a:gd name="connsiteY4" fmla="*/ 757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85" h="3285">
                          <a:moveTo>
                            <a:pt x="250" y="757"/>
                          </a:moveTo>
                          <a:cubicBezTo>
                            <a:pt x="741" y="-4"/>
                            <a:pt x="1756" y="-226"/>
                            <a:pt x="2533" y="250"/>
                          </a:cubicBezTo>
                          <a:cubicBezTo>
                            <a:pt x="3294" y="741"/>
                            <a:pt x="3516" y="1772"/>
                            <a:pt x="3024" y="2533"/>
                          </a:cubicBezTo>
                          <a:cubicBezTo>
                            <a:pt x="2549" y="3294"/>
                            <a:pt x="1518" y="3516"/>
                            <a:pt x="757" y="3024"/>
                          </a:cubicBezTo>
                          <a:cubicBezTo>
                            <a:pt x="-4" y="2549"/>
                            <a:pt x="-226" y="1534"/>
                            <a:pt x="250" y="75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18" name="Freeform: Shape 217">
                      <a:extLst>
                        <a:ext uri="{FF2B5EF4-FFF2-40B4-BE49-F238E27FC236}">
                          <a16:creationId xmlns:a16="http://schemas.microsoft.com/office/drawing/2014/main" id="{10DA0B7B-1FB5-8C6E-4A96-16CCC6204D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5658" y="4563762"/>
                      <a:ext cx="3291" cy="3291"/>
                    </a:xfrm>
                    <a:custGeom>
                      <a:avLst/>
                      <a:gdLst>
                        <a:gd name="connsiteX0" fmla="*/ 3291 w 3291"/>
                        <a:gd name="connsiteY0" fmla="*/ 1645 h 3291"/>
                        <a:gd name="connsiteX1" fmla="*/ 1645 w 3291"/>
                        <a:gd name="connsiteY1" fmla="*/ 3291 h 3291"/>
                        <a:gd name="connsiteX2" fmla="*/ 0 w 3291"/>
                        <a:gd name="connsiteY2" fmla="*/ 1645 h 3291"/>
                        <a:gd name="connsiteX3" fmla="*/ 1645 w 3291"/>
                        <a:gd name="connsiteY3" fmla="*/ 0 h 3291"/>
                        <a:gd name="connsiteX4" fmla="*/ 3291 w 3291"/>
                        <a:gd name="connsiteY4" fmla="*/ 1645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3291" y="1645"/>
                          </a:moveTo>
                          <a:cubicBezTo>
                            <a:pt x="3291" y="2554"/>
                            <a:pt x="2554" y="3291"/>
                            <a:pt x="1645" y="3291"/>
                          </a:cubicBezTo>
                          <a:cubicBezTo>
                            <a:pt x="737" y="3291"/>
                            <a:pt x="0" y="2554"/>
                            <a:pt x="0" y="1645"/>
                          </a:cubicBezTo>
                          <a:cubicBezTo>
                            <a:pt x="0" y="737"/>
                            <a:pt x="737" y="0"/>
                            <a:pt x="1645" y="0"/>
                          </a:cubicBezTo>
                          <a:cubicBezTo>
                            <a:pt x="2554" y="0"/>
                            <a:pt x="3291" y="737"/>
                            <a:pt x="3291" y="164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19" name="Freeform: Shape 218">
                      <a:extLst>
                        <a:ext uri="{FF2B5EF4-FFF2-40B4-BE49-F238E27FC236}">
                          <a16:creationId xmlns:a16="http://schemas.microsoft.com/office/drawing/2014/main" id="{57CF31E6-8332-9945-4E3B-5DDB75B1CF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3840" y="4584198"/>
                      <a:ext cx="3285" cy="3285"/>
                    </a:xfrm>
                    <a:custGeom>
                      <a:avLst/>
                      <a:gdLst>
                        <a:gd name="connsiteX0" fmla="*/ 262 w 3285"/>
                        <a:gd name="connsiteY0" fmla="*/ 757 h 3285"/>
                        <a:gd name="connsiteX1" fmla="*/ 2529 w 3285"/>
                        <a:gd name="connsiteY1" fmla="*/ 250 h 3285"/>
                        <a:gd name="connsiteX2" fmla="*/ 3036 w 3285"/>
                        <a:gd name="connsiteY2" fmla="*/ 2533 h 3285"/>
                        <a:gd name="connsiteX3" fmla="*/ 753 w 3285"/>
                        <a:gd name="connsiteY3" fmla="*/ 3024 h 3285"/>
                        <a:gd name="connsiteX4" fmla="*/ 262 w 3285"/>
                        <a:gd name="connsiteY4" fmla="*/ 757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85" h="3285">
                          <a:moveTo>
                            <a:pt x="262" y="757"/>
                          </a:moveTo>
                          <a:cubicBezTo>
                            <a:pt x="737" y="-4"/>
                            <a:pt x="1768" y="-226"/>
                            <a:pt x="2529" y="250"/>
                          </a:cubicBezTo>
                          <a:cubicBezTo>
                            <a:pt x="3290" y="741"/>
                            <a:pt x="3511" y="1772"/>
                            <a:pt x="3036" y="2533"/>
                          </a:cubicBezTo>
                          <a:cubicBezTo>
                            <a:pt x="2544" y="3294"/>
                            <a:pt x="1530" y="3516"/>
                            <a:pt x="753" y="3024"/>
                          </a:cubicBezTo>
                          <a:cubicBezTo>
                            <a:pt x="-8" y="2549"/>
                            <a:pt x="-230" y="1534"/>
                            <a:pt x="262" y="75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0" name="Freeform: Shape 219">
                      <a:extLst>
                        <a:ext uri="{FF2B5EF4-FFF2-40B4-BE49-F238E27FC236}">
                          <a16:creationId xmlns:a16="http://schemas.microsoft.com/office/drawing/2014/main" id="{90099266-1E09-1FC6-33DA-143ACDB15A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3052" y="4595379"/>
                      <a:ext cx="3292" cy="3295"/>
                    </a:xfrm>
                    <a:custGeom>
                      <a:avLst/>
                      <a:gdLst>
                        <a:gd name="connsiteX0" fmla="*/ 257 w 3292"/>
                        <a:gd name="connsiteY0" fmla="*/ 768 h 3295"/>
                        <a:gd name="connsiteX1" fmla="*/ 2540 w 3292"/>
                        <a:gd name="connsiteY1" fmla="*/ 261 h 3295"/>
                        <a:gd name="connsiteX2" fmla="*/ 3031 w 3292"/>
                        <a:gd name="connsiteY2" fmla="*/ 2528 h 3295"/>
                        <a:gd name="connsiteX3" fmla="*/ 764 w 3292"/>
                        <a:gd name="connsiteY3" fmla="*/ 3035 h 3295"/>
                        <a:gd name="connsiteX4" fmla="*/ 257 w 3292"/>
                        <a:gd name="connsiteY4" fmla="*/ 768 h 32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5">
                          <a:moveTo>
                            <a:pt x="257" y="768"/>
                          </a:moveTo>
                          <a:cubicBezTo>
                            <a:pt x="748" y="-9"/>
                            <a:pt x="1763" y="-231"/>
                            <a:pt x="2540" y="261"/>
                          </a:cubicBezTo>
                          <a:cubicBezTo>
                            <a:pt x="3301" y="752"/>
                            <a:pt x="3523" y="1767"/>
                            <a:pt x="3031" y="2528"/>
                          </a:cubicBezTo>
                          <a:cubicBezTo>
                            <a:pt x="2540" y="3305"/>
                            <a:pt x="1525" y="3527"/>
                            <a:pt x="764" y="3035"/>
                          </a:cubicBezTo>
                          <a:cubicBezTo>
                            <a:pt x="3" y="2544"/>
                            <a:pt x="-235" y="1529"/>
                            <a:pt x="257" y="76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1" name="Freeform: Shape 220">
                      <a:extLst>
                        <a:ext uri="{FF2B5EF4-FFF2-40B4-BE49-F238E27FC236}">
                          <a16:creationId xmlns:a16="http://schemas.microsoft.com/office/drawing/2014/main" id="{8DDB09DE-F599-BAEA-1C35-644A4181E0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7479" y="4550192"/>
                      <a:ext cx="3291" cy="3285"/>
                    </a:xfrm>
                    <a:custGeom>
                      <a:avLst/>
                      <a:gdLst>
                        <a:gd name="connsiteX0" fmla="*/ 259 w 3291"/>
                        <a:gd name="connsiteY0" fmla="*/ 757 h 3285"/>
                        <a:gd name="connsiteX1" fmla="*/ 2531 w 3291"/>
                        <a:gd name="connsiteY1" fmla="*/ 250 h 3285"/>
                        <a:gd name="connsiteX2" fmla="*/ 3033 w 3291"/>
                        <a:gd name="connsiteY2" fmla="*/ 2533 h 3285"/>
                        <a:gd name="connsiteX3" fmla="*/ 762 w 3291"/>
                        <a:gd name="connsiteY3" fmla="*/ 3024 h 3285"/>
                        <a:gd name="connsiteX4" fmla="*/ 259 w 3291"/>
                        <a:gd name="connsiteY4" fmla="*/ 757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5">
                          <a:moveTo>
                            <a:pt x="259" y="757"/>
                          </a:moveTo>
                          <a:cubicBezTo>
                            <a:pt x="747" y="-4"/>
                            <a:pt x="1765" y="-226"/>
                            <a:pt x="2531" y="250"/>
                          </a:cubicBezTo>
                          <a:cubicBezTo>
                            <a:pt x="3297" y="741"/>
                            <a:pt x="3522" y="1756"/>
                            <a:pt x="3033" y="2533"/>
                          </a:cubicBezTo>
                          <a:cubicBezTo>
                            <a:pt x="2545" y="3294"/>
                            <a:pt x="1527" y="3516"/>
                            <a:pt x="762" y="3024"/>
                          </a:cubicBezTo>
                          <a:cubicBezTo>
                            <a:pt x="-6" y="2533"/>
                            <a:pt x="-231" y="1518"/>
                            <a:pt x="259" y="75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2" name="Freeform: Shape 221">
                      <a:extLst>
                        <a:ext uri="{FF2B5EF4-FFF2-40B4-BE49-F238E27FC236}">
                          <a16:creationId xmlns:a16="http://schemas.microsoft.com/office/drawing/2014/main" id="{58BA1295-E7B1-D929-4CA7-673322B777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6611" y="4567224"/>
                      <a:ext cx="3290" cy="3296"/>
                    </a:xfrm>
                    <a:custGeom>
                      <a:avLst/>
                      <a:gdLst>
                        <a:gd name="connsiteX0" fmla="*/ 258 w 3290"/>
                        <a:gd name="connsiteY0" fmla="*/ 768 h 3296"/>
                        <a:gd name="connsiteX1" fmla="*/ 2530 w 3290"/>
                        <a:gd name="connsiteY1" fmla="*/ 261 h 3296"/>
                        <a:gd name="connsiteX2" fmla="*/ 3033 w 3290"/>
                        <a:gd name="connsiteY2" fmla="*/ 2528 h 3296"/>
                        <a:gd name="connsiteX3" fmla="*/ 761 w 3290"/>
                        <a:gd name="connsiteY3" fmla="*/ 3035 h 3296"/>
                        <a:gd name="connsiteX4" fmla="*/ 258 w 3290"/>
                        <a:gd name="connsiteY4" fmla="*/ 768 h 32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6">
                          <a:moveTo>
                            <a:pt x="258" y="768"/>
                          </a:moveTo>
                          <a:cubicBezTo>
                            <a:pt x="747" y="-9"/>
                            <a:pt x="1765" y="-231"/>
                            <a:pt x="2530" y="261"/>
                          </a:cubicBezTo>
                          <a:cubicBezTo>
                            <a:pt x="3296" y="752"/>
                            <a:pt x="3521" y="1767"/>
                            <a:pt x="3033" y="2528"/>
                          </a:cubicBezTo>
                          <a:cubicBezTo>
                            <a:pt x="2544" y="3305"/>
                            <a:pt x="1527" y="3527"/>
                            <a:pt x="761" y="3035"/>
                          </a:cubicBezTo>
                          <a:cubicBezTo>
                            <a:pt x="-6" y="2544"/>
                            <a:pt x="-230" y="1529"/>
                            <a:pt x="258" y="76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3" name="Freeform: Shape 222">
                      <a:extLst>
                        <a:ext uri="{FF2B5EF4-FFF2-40B4-BE49-F238E27FC236}">
                          <a16:creationId xmlns:a16="http://schemas.microsoft.com/office/drawing/2014/main" id="{6532FBC6-018C-84FF-30A2-0DBBF1D234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0016" y="4558852"/>
                      <a:ext cx="3291" cy="3292"/>
                    </a:xfrm>
                    <a:custGeom>
                      <a:avLst/>
                      <a:gdLst>
                        <a:gd name="connsiteX0" fmla="*/ 259 w 3291"/>
                        <a:gd name="connsiteY0" fmla="*/ 753 h 3292"/>
                        <a:gd name="connsiteX1" fmla="*/ 2531 w 3291"/>
                        <a:gd name="connsiteY1" fmla="*/ 261 h 3292"/>
                        <a:gd name="connsiteX2" fmla="*/ 3034 w 3291"/>
                        <a:gd name="connsiteY2" fmla="*/ 2529 h 3292"/>
                        <a:gd name="connsiteX3" fmla="*/ 762 w 3291"/>
                        <a:gd name="connsiteY3" fmla="*/ 3036 h 3292"/>
                        <a:gd name="connsiteX4" fmla="*/ 259 w 3291"/>
                        <a:gd name="connsiteY4" fmla="*/ 753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59" y="753"/>
                          </a:moveTo>
                          <a:cubicBezTo>
                            <a:pt x="747" y="-8"/>
                            <a:pt x="1765" y="-230"/>
                            <a:pt x="2531" y="261"/>
                          </a:cubicBezTo>
                          <a:cubicBezTo>
                            <a:pt x="3297" y="753"/>
                            <a:pt x="3522" y="1768"/>
                            <a:pt x="3034" y="2529"/>
                          </a:cubicBezTo>
                          <a:cubicBezTo>
                            <a:pt x="2545" y="3289"/>
                            <a:pt x="1527" y="3527"/>
                            <a:pt x="762" y="3036"/>
                          </a:cubicBezTo>
                          <a:cubicBezTo>
                            <a:pt x="-6" y="2544"/>
                            <a:pt x="-231" y="1530"/>
                            <a:pt x="259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4" name="Freeform: Shape 223">
                      <a:extLst>
                        <a:ext uri="{FF2B5EF4-FFF2-40B4-BE49-F238E27FC236}">
                          <a16:creationId xmlns:a16="http://schemas.microsoft.com/office/drawing/2014/main" id="{0B62CAF7-0898-8942-7F72-EFFD0816F0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7380" y="4588213"/>
                      <a:ext cx="3290" cy="3292"/>
                    </a:xfrm>
                    <a:custGeom>
                      <a:avLst/>
                      <a:gdLst>
                        <a:gd name="connsiteX0" fmla="*/ 258 w 3290"/>
                        <a:gd name="connsiteY0" fmla="*/ 753 h 3292"/>
                        <a:gd name="connsiteX1" fmla="*/ 2530 w 3290"/>
                        <a:gd name="connsiteY1" fmla="*/ 262 h 3292"/>
                        <a:gd name="connsiteX2" fmla="*/ 3033 w 3290"/>
                        <a:gd name="connsiteY2" fmla="*/ 2529 h 3292"/>
                        <a:gd name="connsiteX3" fmla="*/ 761 w 3290"/>
                        <a:gd name="connsiteY3" fmla="*/ 3036 h 3292"/>
                        <a:gd name="connsiteX4" fmla="*/ 258 w 3290"/>
                        <a:gd name="connsiteY4" fmla="*/ 753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258" y="753"/>
                          </a:moveTo>
                          <a:cubicBezTo>
                            <a:pt x="747" y="-8"/>
                            <a:pt x="1765" y="-230"/>
                            <a:pt x="2530" y="262"/>
                          </a:cubicBezTo>
                          <a:cubicBezTo>
                            <a:pt x="3296" y="753"/>
                            <a:pt x="3521" y="1767"/>
                            <a:pt x="3033" y="2529"/>
                          </a:cubicBezTo>
                          <a:cubicBezTo>
                            <a:pt x="2544" y="3290"/>
                            <a:pt x="1527" y="3527"/>
                            <a:pt x="761" y="3036"/>
                          </a:cubicBezTo>
                          <a:cubicBezTo>
                            <a:pt x="-6" y="2544"/>
                            <a:pt x="-230" y="1530"/>
                            <a:pt x="258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5" name="Freeform: Shape 224">
                      <a:extLst>
                        <a:ext uri="{FF2B5EF4-FFF2-40B4-BE49-F238E27FC236}">
                          <a16:creationId xmlns:a16="http://schemas.microsoft.com/office/drawing/2014/main" id="{5F881B99-27FF-61DC-EFDD-6A9B1E1274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7910" y="4565590"/>
                      <a:ext cx="3290" cy="3292"/>
                    </a:xfrm>
                    <a:custGeom>
                      <a:avLst/>
                      <a:gdLst>
                        <a:gd name="connsiteX0" fmla="*/ 258 w 3290"/>
                        <a:gd name="connsiteY0" fmla="*/ 753 h 3292"/>
                        <a:gd name="connsiteX1" fmla="*/ 2530 w 3290"/>
                        <a:gd name="connsiteY1" fmla="*/ 261 h 3292"/>
                        <a:gd name="connsiteX2" fmla="*/ 3032 w 3290"/>
                        <a:gd name="connsiteY2" fmla="*/ 2529 h 3292"/>
                        <a:gd name="connsiteX3" fmla="*/ 761 w 3290"/>
                        <a:gd name="connsiteY3" fmla="*/ 3036 h 3292"/>
                        <a:gd name="connsiteX4" fmla="*/ 258 w 3290"/>
                        <a:gd name="connsiteY4" fmla="*/ 753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258" y="753"/>
                          </a:moveTo>
                          <a:cubicBezTo>
                            <a:pt x="746" y="-8"/>
                            <a:pt x="1764" y="-230"/>
                            <a:pt x="2530" y="261"/>
                          </a:cubicBezTo>
                          <a:cubicBezTo>
                            <a:pt x="3296" y="753"/>
                            <a:pt x="3521" y="1768"/>
                            <a:pt x="3032" y="2529"/>
                          </a:cubicBezTo>
                          <a:cubicBezTo>
                            <a:pt x="2544" y="3289"/>
                            <a:pt x="1526" y="3527"/>
                            <a:pt x="761" y="3036"/>
                          </a:cubicBezTo>
                          <a:cubicBezTo>
                            <a:pt x="-5" y="2544"/>
                            <a:pt x="-230" y="1530"/>
                            <a:pt x="258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6" name="Freeform: Shape 225">
                      <a:extLst>
                        <a:ext uri="{FF2B5EF4-FFF2-40B4-BE49-F238E27FC236}">
                          <a16:creationId xmlns:a16="http://schemas.microsoft.com/office/drawing/2014/main" id="{68CE155B-AA47-7642-C378-0A6F90F212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7316" y="4581792"/>
                      <a:ext cx="3290" cy="3285"/>
                    </a:xfrm>
                    <a:custGeom>
                      <a:avLst/>
                      <a:gdLst>
                        <a:gd name="connsiteX0" fmla="*/ 258 w 3290"/>
                        <a:gd name="connsiteY0" fmla="*/ 753 h 3285"/>
                        <a:gd name="connsiteX1" fmla="*/ 2530 w 3290"/>
                        <a:gd name="connsiteY1" fmla="*/ 261 h 3285"/>
                        <a:gd name="connsiteX2" fmla="*/ 3032 w 3290"/>
                        <a:gd name="connsiteY2" fmla="*/ 2529 h 3285"/>
                        <a:gd name="connsiteX3" fmla="*/ 761 w 3290"/>
                        <a:gd name="connsiteY3" fmla="*/ 3036 h 3285"/>
                        <a:gd name="connsiteX4" fmla="*/ 258 w 3290"/>
                        <a:gd name="connsiteY4" fmla="*/ 753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5">
                          <a:moveTo>
                            <a:pt x="258" y="753"/>
                          </a:moveTo>
                          <a:cubicBezTo>
                            <a:pt x="746" y="-8"/>
                            <a:pt x="1764" y="-230"/>
                            <a:pt x="2530" y="261"/>
                          </a:cubicBezTo>
                          <a:cubicBezTo>
                            <a:pt x="3296" y="737"/>
                            <a:pt x="3521" y="1768"/>
                            <a:pt x="3032" y="2529"/>
                          </a:cubicBezTo>
                          <a:cubicBezTo>
                            <a:pt x="2544" y="3289"/>
                            <a:pt x="1526" y="3511"/>
                            <a:pt x="761" y="3036"/>
                          </a:cubicBezTo>
                          <a:cubicBezTo>
                            <a:pt x="-5" y="2544"/>
                            <a:pt x="-230" y="1530"/>
                            <a:pt x="258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7" name="Freeform: Shape 226">
                      <a:extLst>
                        <a:ext uri="{FF2B5EF4-FFF2-40B4-BE49-F238E27FC236}">
                          <a16:creationId xmlns:a16="http://schemas.microsoft.com/office/drawing/2014/main" id="{58679198-0592-D3C3-C8A3-A682040750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4603" y="4576894"/>
                      <a:ext cx="3290" cy="3285"/>
                    </a:xfrm>
                    <a:custGeom>
                      <a:avLst/>
                      <a:gdLst>
                        <a:gd name="connsiteX0" fmla="*/ 258 w 3290"/>
                        <a:gd name="connsiteY0" fmla="*/ 753 h 3285"/>
                        <a:gd name="connsiteX1" fmla="*/ 2530 w 3290"/>
                        <a:gd name="connsiteY1" fmla="*/ 261 h 3285"/>
                        <a:gd name="connsiteX2" fmla="*/ 3032 w 3290"/>
                        <a:gd name="connsiteY2" fmla="*/ 2529 h 3285"/>
                        <a:gd name="connsiteX3" fmla="*/ 761 w 3290"/>
                        <a:gd name="connsiteY3" fmla="*/ 3036 h 3285"/>
                        <a:gd name="connsiteX4" fmla="*/ 258 w 3290"/>
                        <a:gd name="connsiteY4" fmla="*/ 753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5">
                          <a:moveTo>
                            <a:pt x="258" y="753"/>
                          </a:moveTo>
                          <a:cubicBezTo>
                            <a:pt x="746" y="-8"/>
                            <a:pt x="1764" y="-230"/>
                            <a:pt x="2530" y="261"/>
                          </a:cubicBezTo>
                          <a:cubicBezTo>
                            <a:pt x="3296" y="737"/>
                            <a:pt x="3521" y="1768"/>
                            <a:pt x="3032" y="2529"/>
                          </a:cubicBezTo>
                          <a:cubicBezTo>
                            <a:pt x="2544" y="3289"/>
                            <a:pt x="1526" y="3511"/>
                            <a:pt x="761" y="3036"/>
                          </a:cubicBezTo>
                          <a:cubicBezTo>
                            <a:pt x="-5" y="2544"/>
                            <a:pt x="-230" y="1530"/>
                            <a:pt x="258" y="75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28" name="Graphic 21">
                    <a:extLst>
                      <a:ext uri="{FF2B5EF4-FFF2-40B4-BE49-F238E27FC236}">
                        <a16:creationId xmlns:a16="http://schemas.microsoft.com/office/drawing/2014/main" id="{B15FE3D0-5E80-79E1-860E-95240A295EDF}"/>
                      </a:ext>
                    </a:extLst>
                  </p:cNvPr>
                  <p:cNvGrpSpPr/>
                  <p:nvPr/>
                </p:nvGrpSpPr>
                <p:grpSpPr>
                  <a:xfrm>
                    <a:off x="1003844" y="4561769"/>
                    <a:ext cx="94622" cy="93742"/>
                    <a:chOff x="1003844" y="4561769"/>
                    <a:chExt cx="94622" cy="93742"/>
                  </a:xfrm>
                  <a:solidFill>
                    <a:srgbClr val="2B2B32"/>
                  </a:solidFill>
                </p:grpSpPr>
                <p:sp>
                  <p:nvSpPr>
                    <p:cNvPr id="229" name="Freeform: Shape 228">
                      <a:extLst>
                        <a:ext uri="{FF2B5EF4-FFF2-40B4-BE49-F238E27FC236}">
                          <a16:creationId xmlns:a16="http://schemas.microsoft.com/office/drawing/2014/main" id="{715AA199-2722-3D5A-0679-EAC53954AD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053" y="4590590"/>
                      <a:ext cx="3291" cy="3283"/>
                    </a:xfrm>
                    <a:custGeom>
                      <a:avLst/>
                      <a:gdLst>
                        <a:gd name="connsiteX0" fmla="*/ 659 w 3291"/>
                        <a:gd name="connsiteY0" fmla="*/ 326 h 3283"/>
                        <a:gd name="connsiteX1" fmla="*/ 2962 w 3291"/>
                        <a:gd name="connsiteY1" fmla="*/ 659 h 3283"/>
                        <a:gd name="connsiteX2" fmla="*/ 2634 w 3291"/>
                        <a:gd name="connsiteY2" fmla="*/ 2957 h 3283"/>
                        <a:gd name="connsiteX3" fmla="*/ 330 w 3291"/>
                        <a:gd name="connsiteY3" fmla="*/ 2624 h 3283"/>
                        <a:gd name="connsiteX4" fmla="*/ 659 w 3291"/>
                        <a:gd name="connsiteY4" fmla="*/ 326 h 32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3">
                          <a:moveTo>
                            <a:pt x="659" y="326"/>
                          </a:moveTo>
                          <a:cubicBezTo>
                            <a:pt x="1385" y="-213"/>
                            <a:pt x="2417" y="-70"/>
                            <a:pt x="2962" y="659"/>
                          </a:cubicBezTo>
                          <a:cubicBezTo>
                            <a:pt x="3507" y="1372"/>
                            <a:pt x="3360" y="2403"/>
                            <a:pt x="2634" y="2957"/>
                          </a:cubicBezTo>
                          <a:cubicBezTo>
                            <a:pt x="1908" y="3497"/>
                            <a:pt x="876" y="3354"/>
                            <a:pt x="330" y="2624"/>
                          </a:cubicBezTo>
                          <a:cubicBezTo>
                            <a:pt x="-216" y="1895"/>
                            <a:pt x="-69" y="865"/>
                            <a:pt x="659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0" name="Freeform: Shape 229">
                      <a:extLst>
                        <a:ext uri="{FF2B5EF4-FFF2-40B4-BE49-F238E27FC236}">
                          <a16:creationId xmlns:a16="http://schemas.microsoft.com/office/drawing/2014/main" id="{64BF7DE5-9A82-13EE-E3A4-895E3EED2D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6100" y="4599555"/>
                      <a:ext cx="3291" cy="3291"/>
                    </a:xfrm>
                    <a:custGeom>
                      <a:avLst/>
                      <a:gdLst>
                        <a:gd name="connsiteX0" fmla="*/ 659 w 3291"/>
                        <a:gd name="connsiteY0" fmla="*/ 334 h 3291"/>
                        <a:gd name="connsiteX1" fmla="*/ 2962 w 3291"/>
                        <a:gd name="connsiteY1" fmla="*/ 651 h 3291"/>
                        <a:gd name="connsiteX2" fmla="*/ 2634 w 3291"/>
                        <a:gd name="connsiteY2" fmla="*/ 2965 h 3291"/>
                        <a:gd name="connsiteX3" fmla="*/ 330 w 3291"/>
                        <a:gd name="connsiteY3" fmla="*/ 2632 h 3291"/>
                        <a:gd name="connsiteX4" fmla="*/ 659 w 3291"/>
                        <a:gd name="connsiteY4" fmla="*/ 334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659" y="334"/>
                          </a:moveTo>
                          <a:cubicBezTo>
                            <a:pt x="1385" y="-221"/>
                            <a:pt x="2417" y="-63"/>
                            <a:pt x="2962" y="651"/>
                          </a:cubicBezTo>
                          <a:cubicBezTo>
                            <a:pt x="3507" y="1380"/>
                            <a:pt x="3360" y="2411"/>
                            <a:pt x="2634" y="2965"/>
                          </a:cubicBezTo>
                          <a:cubicBezTo>
                            <a:pt x="1908" y="3504"/>
                            <a:pt x="876" y="3362"/>
                            <a:pt x="330" y="2632"/>
                          </a:cubicBezTo>
                          <a:cubicBezTo>
                            <a:pt x="-217" y="1903"/>
                            <a:pt x="-69" y="873"/>
                            <a:pt x="659" y="33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1" name="Freeform: Shape 230">
                      <a:extLst>
                        <a:ext uri="{FF2B5EF4-FFF2-40B4-BE49-F238E27FC236}">
                          <a16:creationId xmlns:a16="http://schemas.microsoft.com/office/drawing/2014/main" id="{3BB4BC88-D8AD-9651-4F6D-CCC236AE21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2393" y="4592778"/>
                      <a:ext cx="3290" cy="3290"/>
                    </a:xfrm>
                    <a:custGeom>
                      <a:avLst/>
                      <a:gdLst>
                        <a:gd name="connsiteX0" fmla="*/ 657 w 3290"/>
                        <a:gd name="connsiteY0" fmla="*/ 326 h 3290"/>
                        <a:gd name="connsiteX1" fmla="*/ 2961 w 3290"/>
                        <a:gd name="connsiteY1" fmla="*/ 659 h 3290"/>
                        <a:gd name="connsiteX2" fmla="*/ 2633 w 3290"/>
                        <a:gd name="connsiteY2" fmla="*/ 2957 h 3290"/>
                        <a:gd name="connsiteX3" fmla="*/ 329 w 3290"/>
                        <a:gd name="connsiteY3" fmla="*/ 2624 h 3290"/>
                        <a:gd name="connsiteX4" fmla="*/ 657 w 3290"/>
                        <a:gd name="connsiteY4" fmla="*/ 326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0">
                          <a:moveTo>
                            <a:pt x="657" y="326"/>
                          </a:moveTo>
                          <a:cubicBezTo>
                            <a:pt x="1384" y="-213"/>
                            <a:pt x="2416" y="-70"/>
                            <a:pt x="2961" y="659"/>
                          </a:cubicBezTo>
                          <a:cubicBezTo>
                            <a:pt x="3506" y="1388"/>
                            <a:pt x="3359" y="2418"/>
                            <a:pt x="2633" y="2957"/>
                          </a:cubicBezTo>
                          <a:cubicBezTo>
                            <a:pt x="1907" y="3512"/>
                            <a:pt x="875" y="3354"/>
                            <a:pt x="329" y="2624"/>
                          </a:cubicBezTo>
                          <a:cubicBezTo>
                            <a:pt x="-216" y="1911"/>
                            <a:pt x="-69" y="881"/>
                            <a:pt x="657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2" name="Freeform: Shape 231">
                      <a:extLst>
                        <a:ext uri="{FF2B5EF4-FFF2-40B4-BE49-F238E27FC236}">
                          <a16:creationId xmlns:a16="http://schemas.microsoft.com/office/drawing/2014/main" id="{0403D49F-7619-3F76-72DF-FE16240A1A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5859" y="4597486"/>
                      <a:ext cx="3290" cy="3283"/>
                    </a:xfrm>
                    <a:custGeom>
                      <a:avLst/>
                      <a:gdLst>
                        <a:gd name="connsiteX0" fmla="*/ 658 w 3290"/>
                        <a:gd name="connsiteY0" fmla="*/ 326 h 3283"/>
                        <a:gd name="connsiteX1" fmla="*/ 2961 w 3290"/>
                        <a:gd name="connsiteY1" fmla="*/ 659 h 3283"/>
                        <a:gd name="connsiteX2" fmla="*/ 2633 w 3290"/>
                        <a:gd name="connsiteY2" fmla="*/ 2957 h 3283"/>
                        <a:gd name="connsiteX3" fmla="*/ 330 w 3290"/>
                        <a:gd name="connsiteY3" fmla="*/ 2624 h 3283"/>
                        <a:gd name="connsiteX4" fmla="*/ 658 w 3290"/>
                        <a:gd name="connsiteY4" fmla="*/ 326 h 32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3">
                          <a:moveTo>
                            <a:pt x="658" y="326"/>
                          </a:moveTo>
                          <a:cubicBezTo>
                            <a:pt x="1384" y="-213"/>
                            <a:pt x="2416" y="-71"/>
                            <a:pt x="2961" y="659"/>
                          </a:cubicBezTo>
                          <a:cubicBezTo>
                            <a:pt x="3507" y="1388"/>
                            <a:pt x="3359" y="2418"/>
                            <a:pt x="2633" y="2957"/>
                          </a:cubicBezTo>
                          <a:cubicBezTo>
                            <a:pt x="1907" y="3496"/>
                            <a:pt x="875" y="3354"/>
                            <a:pt x="330" y="2624"/>
                          </a:cubicBezTo>
                          <a:cubicBezTo>
                            <a:pt x="-216" y="1911"/>
                            <a:pt x="-70" y="865"/>
                            <a:pt x="658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3" name="Freeform: Shape 232">
                      <a:extLst>
                        <a:ext uri="{FF2B5EF4-FFF2-40B4-BE49-F238E27FC236}">
                          <a16:creationId xmlns:a16="http://schemas.microsoft.com/office/drawing/2014/main" id="{1A3A83C7-DF2C-A255-6CC1-21BF28A953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7253" y="4601996"/>
                      <a:ext cx="3290" cy="3291"/>
                    </a:xfrm>
                    <a:custGeom>
                      <a:avLst/>
                      <a:gdLst>
                        <a:gd name="connsiteX0" fmla="*/ 658 w 3290"/>
                        <a:gd name="connsiteY0" fmla="*/ 334 h 3291"/>
                        <a:gd name="connsiteX1" fmla="*/ 2961 w 3290"/>
                        <a:gd name="connsiteY1" fmla="*/ 651 h 3291"/>
                        <a:gd name="connsiteX2" fmla="*/ 2633 w 3290"/>
                        <a:gd name="connsiteY2" fmla="*/ 2965 h 3291"/>
                        <a:gd name="connsiteX3" fmla="*/ 330 w 3290"/>
                        <a:gd name="connsiteY3" fmla="*/ 2632 h 3291"/>
                        <a:gd name="connsiteX4" fmla="*/ 658 w 3290"/>
                        <a:gd name="connsiteY4" fmla="*/ 334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58" y="334"/>
                          </a:moveTo>
                          <a:cubicBezTo>
                            <a:pt x="1384" y="-221"/>
                            <a:pt x="2416" y="-63"/>
                            <a:pt x="2961" y="651"/>
                          </a:cubicBezTo>
                          <a:cubicBezTo>
                            <a:pt x="3507" y="1380"/>
                            <a:pt x="3359" y="2411"/>
                            <a:pt x="2633" y="2965"/>
                          </a:cubicBezTo>
                          <a:cubicBezTo>
                            <a:pt x="1906" y="3504"/>
                            <a:pt x="875" y="3362"/>
                            <a:pt x="330" y="2632"/>
                          </a:cubicBezTo>
                          <a:cubicBezTo>
                            <a:pt x="-216" y="1903"/>
                            <a:pt x="-70" y="873"/>
                            <a:pt x="658" y="33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4" name="Freeform: Shape 233">
                      <a:extLst>
                        <a:ext uri="{FF2B5EF4-FFF2-40B4-BE49-F238E27FC236}">
                          <a16:creationId xmlns:a16="http://schemas.microsoft.com/office/drawing/2014/main" id="{0375E596-F783-070E-8707-EFBF0E12B1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9807" y="4606332"/>
                      <a:ext cx="3290" cy="3291"/>
                    </a:xfrm>
                    <a:custGeom>
                      <a:avLst/>
                      <a:gdLst>
                        <a:gd name="connsiteX0" fmla="*/ 657 w 3290"/>
                        <a:gd name="connsiteY0" fmla="*/ 326 h 3291"/>
                        <a:gd name="connsiteX1" fmla="*/ 2961 w 3290"/>
                        <a:gd name="connsiteY1" fmla="*/ 659 h 3291"/>
                        <a:gd name="connsiteX2" fmla="*/ 2633 w 3290"/>
                        <a:gd name="connsiteY2" fmla="*/ 2957 h 3291"/>
                        <a:gd name="connsiteX3" fmla="*/ 329 w 3290"/>
                        <a:gd name="connsiteY3" fmla="*/ 2640 h 3291"/>
                        <a:gd name="connsiteX4" fmla="*/ 657 w 3290"/>
                        <a:gd name="connsiteY4" fmla="*/ 32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57" y="326"/>
                          </a:moveTo>
                          <a:cubicBezTo>
                            <a:pt x="1384" y="-213"/>
                            <a:pt x="2416" y="-71"/>
                            <a:pt x="2961" y="659"/>
                          </a:cubicBezTo>
                          <a:cubicBezTo>
                            <a:pt x="3506" y="1388"/>
                            <a:pt x="3359" y="2418"/>
                            <a:pt x="2633" y="2957"/>
                          </a:cubicBezTo>
                          <a:cubicBezTo>
                            <a:pt x="1907" y="3512"/>
                            <a:pt x="875" y="3354"/>
                            <a:pt x="329" y="2640"/>
                          </a:cubicBezTo>
                          <a:cubicBezTo>
                            <a:pt x="-216" y="1911"/>
                            <a:pt x="-69" y="881"/>
                            <a:pt x="657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" name="Freeform: Shape 234">
                      <a:extLst>
                        <a:ext uri="{FF2B5EF4-FFF2-40B4-BE49-F238E27FC236}">
                          <a16:creationId xmlns:a16="http://schemas.microsoft.com/office/drawing/2014/main" id="{5D20F6D0-D88E-BD41-EAC1-C9294C44E8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0184" y="4611413"/>
                      <a:ext cx="3290" cy="3291"/>
                    </a:xfrm>
                    <a:custGeom>
                      <a:avLst/>
                      <a:gdLst>
                        <a:gd name="connsiteX0" fmla="*/ 658 w 3290"/>
                        <a:gd name="connsiteY0" fmla="*/ 334 h 3291"/>
                        <a:gd name="connsiteX1" fmla="*/ 2961 w 3290"/>
                        <a:gd name="connsiteY1" fmla="*/ 651 h 3291"/>
                        <a:gd name="connsiteX2" fmla="*/ 2633 w 3290"/>
                        <a:gd name="connsiteY2" fmla="*/ 2965 h 3291"/>
                        <a:gd name="connsiteX3" fmla="*/ 330 w 3290"/>
                        <a:gd name="connsiteY3" fmla="*/ 2632 h 3291"/>
                        <a:gd name="connsiteX4" fmla="*/ 658 w 3290"/>
                        <a:gd name="connsiteY4" fmla="*/ 334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58" y="334"/>
                          </a:moveTo>
                          <a:cubicBezTo>
                            <a:pt x="1384" y="-221"/>
                            <a:pt x="2416" y="-63"/>
                            <a:pt x="2961" y="651"/>
                          </a:cubicBezTo>
                          <a:cubicBezTo>
                            <a:pt x="3507" y="1380"/>
                            <a:pt x="3359" y="2410"/>
                            <a:pt x="2633" y="2965"/>
                          </a:cubicBezTo>
                          <a:cubicBezTo>
                            <a:pt x="1906" y="3504"/>
                            <a:pt x="875" y="3362"/>
                            <a:pt x="330" y="2632"/>
                          </a:cubicBezTo>
                          <a:cubicBezTo>
                            <a:pt x="-216" y="1903"/>
                            <a:pt x="-70" y="873"/>
                            <a:pt x="658" y="33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" name="Freeform: Shape 235">
                      <a:extLst>
                        <a:ext uri="{FF2B5EF4-FFF2-40B4-BE49-F238E27FC236}">
                          <a16:creationId xmlns:a16="http://schemas.microsoft.com/office/drawing/2014/main" id="{4B54645F-0C38-6B01-91C8-BEDA259F4F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7471" y="4602559"/>
                      <a:ext cx="3290" cy="3291"/>
                    </a:xfrm>
                    <a:custGeom>
                      <a:avLst/>
                      <a:gdLst>
                        <a:gd name="connsiteX0" fmla="*/ 657 w 3290"/>
                        <a:gd name="connsiteY0" fmla="*/ 326 h 3291"/>
                        <a:gd name="connsiteX1" fmla="*/ 2961 w 3290"/>
                        <a:gd name="connsiteY1" fmla="*/ 659 h 3291"/>
                        <a:gd name="connsiteX2" fmla="*/ 2633 w 3290"/>
                        <a:gd name="connsiteY2" fmla="*/ 2957 h 3291"/>
                        <a:gd name="connsiteX3" fmla="*/ 329 w 3290"/>
                        <a:gd name="connsiteY3" fmla="*/ 2640 h 3291"/>
                        <a:gd name="connsiteX4" fmla="*/ 657 w 3290"/>
                        <a:gd name="connsiteY4" fmla="*/ 32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57" y="326"/>
                          </a:moveTo>
                          <a:cubicBezTo>
                            <a:pt x="1383" y="-213"/>
                            <a:pt x="2416" y="-71"/>
                            <a:pt x="2961" y="659"/>
                          </a:cubicBezTo>
                          <a:cubicBezTo>
                            <a:pt x="3506" y="1388"/>
                            <a:pt x="3359" y="2418"/>
                            <a:pt x="2633" y="2957"/>
                          </a:cubicBezTo>
                          <a:cubicBezTo>
                            <a:pt x="1907" y="3512"/>
                            <a:pt x="875" y="3354"/>
                            <a:pt x="329" y="2640"/>
                          </a:cubicBezTo>
                          <a:cubicBezTo>
                            <a:pt x="-216" y="1911"/>
                            <a:pt x="-69" y="881"/>
                            <a:pt x="657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7" name="Freeform: Shape 236">
                      <a:extLst>
                        <a:ext uri="{FF2B5EF4-FFF2-40B4-BE49-F238E27FC236}">
                          <a16:creationId xmlns:a16="http://schemas.microsoft.com/office/drawing/2014/main" id="{C2CCD66F-7E44-17A2-1CAC-1FCEF06299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8517" y="4611532"/>
                      <a:ext cx="3290" cy="3283"/>
                    </a:xfrm>
                    <a:custGeom>
                      <a:avLst/>
                      <a:gdLst>
                        <a:gd name="connsiteX0" fmla="*/ 657 w 3290"/>
                        <a:gd name="connsiteY0" fmla="*/ 326 h 3283"/>
                        <a:gd name="connsiteX1" fmla="*/ 2961 w 3290"/>
                        <a:gd name="connsiteY1" fmla="*/ 659 h 3283"/>
                        <a:gd name="connsiteX2" fmla="*/ 2633 w 3290"/>
                        <a:gd name="connsiteY2" fmla="*/ 2957 h 3283"/>
                        <a:gd name="connsiteX3" fmla="*/ 329 w 3290"/>
                        <a:gd name="connsiteY3" fmla="*/ 2624 h 3283"/>
                        <a:gd name="connsiteX4" fmla="*/ 657 w 3290"/>
                        <a:gd name="connsiteY4" fmla="*/ 326 h 32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3">
                          <a:moveTo>
                            <a:pt x="657" y="326"/>
                          </a:moveTo>
                          <a:cubicBezTo>
                            <a:pt x="1384" y="-213"/>
                            <a:pt x="2416" y="-71"/>
                            <a:pt x="2961" y="659"/>
                          </a:cubicBezTo>
                          <a:cubicBezTo>
                            <a:pt x="3506" y="1388"/>
                            <a:pt x="3359" y="2419"/>
                            <a:pt x="2633" y="2957"/>
                          </a:cubicBezTo>
                          <a:cubicBezTo>
                            <a:pt x="1907" y="3496"/>
                            <a:pt x="875" y="3354"/>
                            <a:pt x="329" y="2624"/>
                          </a:cubicBezTo>
                          <a:cubicBezTo>
                            <a:pt x="-216" y="1895"/>
                            <a:pt x="-69" y="865"/>
                            <a:pt x="657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8" name="Freeform: Shape 237">
                      <a:extLst>
                        <a:ext uri="{FF2B5EF4-FFF2-40B4-BE49-F238E27FC236}">
                          <a16:creationId xmlns:a16="http://schemas.microsoft.com/office/drawing/2014/main" id="{687FCDDA-DA61-EAF3-8FC2-3AF0A87F45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4810" y="4604747"/>
                      <a:ext cx="3291" cy="3295"/>
                    </a:xfrm>
                    <a:custGeom>
                      <a:avLst/>
                      <a:gdLst>
                        <a:gd name="connsiteX0" fmla="*/ 659 w 3291"/>
                        <a:gd name="connsiteY0" fmla="*/ 326 h 3295"/>
                        <a:gd name="connsiteX1" fmla="*/ 2962 w 3291"/>
                        <a:gd name="connsiteY1" fmla="*/ 659 h 3295"/>
                        <a:gd name="connsiteX2" fmla="*/ 2634 w 3291"/>
                        <a:gd name="connsiteY2" fmla="*/ 2957 h 3295"/>
                        <a:gd name="connsiteX3" fmla="*/ 330 w 3291"/>
                        <a:gd name="connsiteY3" fmla="*/ 2640 h 3295"/>
                        <a:gd name="connsiteX4" fmla="*/ 659 w 3291"/>
                        <a:gd name="connsiteY4" fmla="*/ 326 h 32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5">
                          <a:moveTo>
                            <a:pt x="659" y="326"/>
                          </a:moveTo>
                          <a:cubicBezTo>
                            <a:pt x="1385" y="-213"/>
                            <a:pt x="2417" y="-71"/>
                            <a:pt x="2962" y="659"/>
                          </a:cubicBezTo>
                          <a:cubicBezTo>
                            <a:pt x="3507" y="1388"/>
                            <a:pt x="3360" y="2418"/>
                            <a:pt x="2634" y="2957"/>
                          </a:cubicBezTo>
                          <a:cubicBezTo>
                            <a:pt x="1908" y="3512"/>
                            <a:pt x="876" y="3370"/>
                            <a:pt x="330" y="2640"/>
                          </a:cubicBezTo>
                          <a:cubicBezTo>
                            <a:pt x="-216" y="1911"/>
                            <a:pt x="-69" y="881"/>
                            <a:pt x="659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9" name="Freeform: Shape 238">
                      <a:extLst>
                        <a:ext uri="{FF2B5EF4-FFF2-40B4-BE49-F238E27FC236}">
                          <a16:creationId xmlns:a16="http://schemas.microsoft.com/office/drawing/2014/main" id="{62D5D88C-662A-1677-5575-4229CD81BC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8276" y="4609455"/>
                      <a:ext cx="3290" cy="3291"/>
                    </a:xfrm>
                    <a:custGeom>
                      <a:avLst/>
                      <a:gdLst>
                        <a:gd name="connsiteX0" fmla="*/ 657 w 3290"/>
                        <a:gd name="connsiteY0" fmla="*/ 326 h 3291"/>
                        <a:gd name="connsiteX1" fmla="*/ 2961 w 3290"/>
                        <a:gd name="connsiteY1" fmla="*/ 659 h 3291"/>
                        <a:gd name="connsiteX2" fmla="*/ 2633 w 3290"/>
                        <a:gd name="connsiteY2" fmla="*/ 2957 h 3291"/>
                        <a:gd name="connsiteX3" fmla="*/ 329 w 3290"/>
                        <a:gd name="connsiteY3" fmla="*/ 2640 h 3291"/>
                        <a:gd name="connsiteX4" fmla="*/ 657 w 3290"/>
                        <a:gd name="connsiteY4" fmla="*/ 32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57" y="326"/>
                          </a:moveTo>
                          <a:cubicBezTo>
                            <a:pt x="1383" y="-213"/>
                            <a:pt x="2416" y="-70"/>
                            <a:pt x="2961" y="659"/>
                          </a:cubicBezTo>
                          <a:cubicBezTo>
                            <a:pt x="3506" y="1388"/>
                            <a:pt x="3359" y="2418"/>
                            <a:pt x="2633" y="2957"/>
                          </a:cubicBezTo>
                          <a:cubicBezTo>
                            <a:pt x="1905" y="3512"/>
                            <a:pt x="875" y="3354"/>
                            <a:pt x="329" y="2640"/>
                          </a:cubicBezTo>
                          <a:cubicBezTo>
                            <a:pt x="-216" y="1911"/>
                            <a:pt x="-69" y="881"/>
                            <a:pt x="657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0" name="Freeform: Shape 239">
                      <a:extLst>
                        <a:ext uri="{FF2B5EF4-FFF2-40B4-BE49-F238E27FC236}">
                          <a16:creationId xmlns:a16="http://schemas.microsoft.com/office/drawing/2014/main" id="{1E61BDB8-F29A-C612-B363-036245B6C6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670" y="4613974"/>
                      <a:ext cx="3290" cy="3283"/>
                    </a:xfrm>
                    <a:custGeom>
                      <a:avLst/>
                      <a:gdLst>
                        <a:gd name="connsiteX0" fmla="*/ 657 w 3290"/>
                        <a:gd name="connsiteY0" fmla="*/ 326 h 3283"/>
                        <a:gd name="connsiteX1" fmla="*/ 2961 w 3290"/>
                        <a:gd name="connsiteY1" fmla="*/ 659 h 3283"/>
                        <a:gd name="connsiteX2" fmla="*/ 2633 w 3290"/>
                        <a:gd name="connsiteY2" fmla="*/ 2957 h 3283"/>
                        <a:gd name="connsiteX3" fmla="*/ 329 w 3290"/>
                        <a:gd name="connsiteY3" fmla="*/ 2624 h 3283"/>
                        <a:gd name="connsiteX4" fmla="*/ 657 w 3290"/>
                        <a:gd name="connsiteY4" fmla="*/ 326 h 32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3">
                          <a:moveTo>
                            <a:pt x="657" y="326"/>
                          </a:moveTo>
                          <a:cubicBezTo>
                            <a:pt x="1385" y="-213"/>
                            <a:pt x="2416" y="-70"/>
                            <a:pt x="2961" y="659"/>
                          </a:cubicBezTo>
                          <a:cubicBezTo>
                            <a:pt x="3506" y="1372"/>
                            <a:pt x="3359" y="2418"/>
                            <a:pt x="2633" y="2957"/>
                          </a:cubicBezTo>
                          <a:cubicBezTo>
                            <a:pt x="1905" y="3497"/>
                            <a:pt x="875" y="3354"/>
                            <a:pt x="329" y="2624"/>
                          </a:cubicBezTo>
                          <a:cubicBezTo>
                            <a:pt x="-216" y="1895"/>
                            <a:pt x="-69" y="865"/>
                            <a:pt x="657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1" name="Freeform: Shape 240">
                      <a:extLst>
                        <a:ext uri="{FF2B5EF4-FFF2-40B4-BE49-F238E27FC236}">
                          <a16:creationId xmlns:a16="http://schemas.microsoft.com/office/drawing/2014/main" id="{EBEDA1E3-BAFD-D38A-9D61-C45DBCBA67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2224" y="4618305"/>
                      <a:ext cx="3291" cy="3295"/>
                    </a:xfrm>
                    <a:custGeom>
                      <a:avLst/>
                      <a:gdLst>
                        <a:gd name="connsiteX0" fmla="*/ 659 w 3291"/>
                        <a:gd name="connsiteY0" fmla="*/ 338 h 3295"/>
                        <a:gd name="connsiteX1" fmla="*/ 2962 w 3291"/>
                        <a:gd name="connsiteY1" fmla="*/ 655 h 3295"/>
                        <a:gd name="connsiteX2" fmla="*/ 2634 w 3291"/>
                        <a:gd name="connsiteY2" fmla="*/ 2970 h 3295"/>
                        <a:gd name="connsiteX3" fmla="*/ 330 w 3291"/>
                        <a:gd name="connsiteY3" fmla="*/ 2637 h 3295"/>
                        <a:gd name="connsiteX4" fmla="*/ 659 w 3291"/>
                        <a:gd name="connsiteY4" fmla="*/ 338 h 32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5">
                          <a:moveTo>
                            <a:pt x="659" y="338"/>
                          </a:moveTo>
                          <a:cubicBezTo>
                            <a:pt x="1385" y="-216"/>
                            <a:pt x="2417" y="-74"/>
                            <a:pt x="2962" y="655"/>
                          </a:cubicBezTo>
                          <a:cubicBezTo>
                            <a:pt x="3507" y="1385"/>
                            <a:pt x="3360" y="2415"/>
                            <a:pt x="2634" y="2970"/>
                          </a:cubicBezTo>
                          <a:cubicBezTo>
                            <a:pt x="1908" y="3509"/>
                            <a:pt x="876" y="3366"/>
                            <a:pt x="330" y="2637"/>
                          </a:cubicBezTo>
                          <a:cubicBezTo>
                            <a:pt x="-216" y="1908"/>
                            <a:pt x="-69" y="877"/>
                            <a:pt x="659" y="33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2" name="Freeform: Shape 241">
                      <a:extLst>
                        <a:ext uri="{FF2B5EF4-FFF2-40B4-BE49-F238E27FC236}">
                          <a16:creationId xmlns:a16="http://schemas.microsoft.com/office/drawing/2014/main" id="{B05E592C-E1CC-E566-7291-FC5409F7DE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2602" y="4623390"/>
                      <a:ext cx="3291" cy="3283"/>
                    </a:xfrm>
                    <a:custGeom>
                      <a:avLst/>
                      <a:gdLst>
                        <a:gd name="connsiteX0" fmla="*/ 659 w 3291"/>
                        <a:gd name="connsiteY0" fmla="*/ 326 h 3283"/>
                        <a:gd name="connsiteX1" fmla="*/ 2962 w 3291"/>
                        <a:gd name="connsiteY1" fmla="*/ 659 h 3283"/>
                        <a:gd name="connsiteX2" fmla="*/ 2634 w 3291"/>
                        <a:gd name="connsiteY2" fmla="*/ 2957 h 3283"/>
                        <a:gd name="connsiteX3" fmla="*/ 330 w 3291"/>
                        <a:gd name="connsiteY3" fmla="*/ 2625 h 3283"/>
                        <a:gd name="connsiteX4" fmla="*/ 659 w 3291"/>
                        <a:gd name="connsiteY4" fmla="*/ 326 h 32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3">
                          <a:moveTo>
                            <a:pt x="659" y="326"/>
                          </a:moveTo>
                          <a:cubicBezTo>
                            <a:pt x="1385" y="-213"/>
                            <a:pt x="2417" y="-71"/>
                            <a:pt x="2962" y="659"/>
                          </a:cubicBezTo>
                          <a:cubicBezTo>
                            <a:pt x="3507" y="1388"/>
                            <a:pt x="3360" y="2418"/>
                            <a:pt x="2634" y="2957"/>
                          </a:cubicBezTo>
                          <a:cubicBezTo>
                            <a:pt x="1906" y="3496"/>
                            <a:pt x="876" y="3354"/>
                            <a:pt x="330" y="2625"/>
                          </a:cubicBezTo>
                          <a:cubicBezTo>
                            <a:pt x="-216" y="1895"/>
                            <a:pt x="-69" y="865"/>
                            <a:pt x="659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3" name="Freeform: Shape 242">
                      <a:extLst>
                        <a:ext uri="{FF2B5EF4-FFF2-40B4-BE49-F238E27FC236}">
                          <a16:creationId xmlns:a16="http://schemas.microsoft.com/office/drawing/2014/main" id="{5F0D0F74-49CE-56A9-786B-3CE2189092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6116" y="4618048"/>
                      <a:ext cx="3290" cy="3299"/>
                    </a:xfrm>
                    <a:custGeom>
                      <a:avLst/>
                      <a:gdLst>
                        <a:gd name="connsiteX0" fmla="*/ 658 w 3290"/>
                        <a:gd name="connsiteY0" fmla="*/ 326 h 3299"/>
                        <a:gd name="connsiteX1" fmla="*/ 2961 w 3290"/>
                        <a:gd name="connsiteY1" fmla="*/ 659 h 3299"/>
                        <a:gd name="connsiteX2" fmla="*/ 2633 w 3290"/>
                        <a:gd name="connsiteY2" fmla="*/ 2973 h 3299"/>
                        <a:gd name="connsiteX3" fmla="*/ 330 w 3290"/>
                        <a:gd name="connsiteY3" fmla="*/ 2640 h 3299"/>
                        <a:gd name="connsiteX4" fmla="*/ 658 w 3290"/>
                        <a:gd name="connsiteY4" fmla="*/ 32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658" y="326"/>
                          </a:moveTo>
                          <a:cubicBezTo>
                            <a:pt x="1384" y="-213"/>
                            <a:pt x="2416" y="-71"/>
                            <a:pt x="2961" y="659"/>
                          </a:cubicBezTo>
                          <a:cubicBezTo>
                            <a:pt x="3507" y="1388"/>
                            <a:pt x="3359" y="2418"/>
                            <a:pt x="2633" y="2973"/>
                          </a:cubicBezTo>
                          <a:cubicBezTo>
                            <a:pt x="1907" y="3512"/>
                            <a:pt x="875" y="3370"/>
                            <a:pt x="330" y="2640"/>
                          </a:cubicBezTo>
                          <a:cubicBezTo>
                            <a:pt x="-216" y="1911"/>
                            <a:pt x="-70" y="881"/>
                            <a:pt x="658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4" name="Freeform: Shape 243">
                      <a:extLst>
                        <a:ext uri="{FF2B5EF4-FFF2-40B4-BE49-F238E27FC236}">
                          <a16:creationId xmlns:a16="http://schemas.microsoft.com/office/drawing/2014/main" id="{7164840F-F720-72BC-D397-BA11AFAB20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7162" y="4627021"/>
                      <a:ext cx="3290" cy="3291"/>
                    </a:xfrm>
                    <a:custGeom>
                      <a:avLst/>
                      <a:gdLst>
                        <a:gd name="connsiteX0" fmla="*/ 658 w 3290"/>
                        <a:gd name="connsiteY0" fmla="*/ 326 h 3291"/>
                        <a:gd name="connsiteX1" fmla="*/ 2961 w 3290"/>
                        <a:gd name="connsiteY1" fmla="*/ 659 h 3291"/>
                        <a:gd name="connsiteX2" fmla="*/ 2633 w 3290"/>
                        <a:gd name="connsiteY2" fmla="*/ 2957 h 3291"/>
                        <a:gd name="connsiteX3" fmla="*/ 330 w 3290"/>
                        <a:gd name="connsiteY3" fmla="*/ 2640 h 3291"/>
                        <a:gd name="connsiteX4" fmla="*/ 658 w 3290"/>
                        <a:gd name="connsiteY4" fmla="*/ 32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58" y="326"/>
                          </a:moveTo>
                          <a:cubicBezTo>
                            <a:pt x="1386" y="-213"/>
                            <a:pt x="2416" y="-71"/>
                            <a:pt x="2961" y="659"/>
                          </a:cubicBezTo>
                          <a:cubicBezTo>
                            <a:pt x="3507" y="1388"/>
                            <a:pt x="3359" y="2418"/>
                            <a:pt x="2633" y="2957"/>
                          </a:cubicBezTo>
                          <a:cubicBezTo>
                            <a:pt x="1907" y="3512"/>
                            <a:pt x="875" y="3354"/>
                            <a:pt x="330" y="2640"/>
                          </a:cubicBezTo>
                          <a:cubicBezTo>
                            <a:pt x="-216" y="1911"/>
                            <a:pt x="-70" y="881"/>
                            <a:pt x="658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5" name="Freeform: Shape 244">
                      <a:extLst>
                        <a:ext uri="{FF2B5EF4-FFF2-40B4-BE49-F238E27FC236}">
                          <a16:creationId xmlns:a16="http://schemas.microsoft.com/office/drawing/2014/main" id="{355255C5-B053-53E3-3AFF-870E9AC219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3455" y="4620244"/>
                      <a:ext cx="3290" cy="3291"/>
                    </a:xfrm>
                    <a:custGeom>
                      <a:avLst/>
                      <a:gdLst>
                        <a:gd name="connsiteX0" fmla="*/ 657 w 3290"/>
                        <a:gd name="connsiteY0" fmla="*/ 334 h 3291"/>
                        <a:gd name="connsiteX1" fmla="*/ 2961 w 3290"/>
                        <a:gd name="connsiteY1" fmla="*/ 651 h 3291"/>
                        <a:gd name="connsiteX2" fmla="*/ 2633 w 3290"/>
                        <a:gd name="connsiteY2" fmla="*/ 2965 h 3291"/>
                        <a:gd name="connsiteX3" fmla="*/ 329 w 3290"/>
                        <a:gd name="connsiteY3" fmla="*/ 2632 h 3291"/>
                        <a:gd name="connsiteX4" fmla="*/ 657 w 3290"/>
                        <a:gd name="connsiteY4" fmla="*/ 334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57" y="334"/>
                          </a:moveTo>
                          <a:cubicBezTo>
                            <a:pt x="1384" y="-221"/>
                            <a:pt x="2416" y="-63"/>
                            <a:pt x="2961" y="651"/>
                          </a:cubicBezTo>
                          <a:cubicBezTo>
                            <a:pt x="3506" y="1380"/>
                            <a:pt x="3359" y="2411"/>
                            <a:pt x="2633" y="2965"/>
                          </a:cubicBezTo>
                          <a:cubicBezTo>
                            <a:pt x="1907" y="3504"/>
                            <a:pt x="875" y="3362"/>
                            <a:pt x="329" y="2632"/>
                          </a:cubicBezTo>
                          <a:cubicBezTo>
                            <a:pt x="-216" y="1903"/>
                            <a:pt x="-69" y="873"/>
                            <a:pt x="657" y="33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6" name="Freeform: Shape 245">
                      <a:extLst>
                        <a:ext uri="{FF2B5EF4-FFF2-40B4-BE49-F238E27FC236}">
                          <a16:creationId xmlns:a16="http://schemas.microsoft.com/office/drawing/2014/main" id="{AC8D9C45-6E6F-7D24-C148-99317CF3F1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6921" y="4624947"/>
                      <a:ext cx="3291" cy="3295"/>
                    </a:xfrm>
                    <a:custGeom>
                      <a:avLst/>
                      <a:gdLst>
                        <a:gd name="connsiteX0" fmla="*/ 659 w 3291"/>
                        <a:gd name="connsiteY0" fmla="*/ 338 h 3295"/>
                        <a:gd name="connsiteX1" fmla="*/ 2962 w 3291"/>
                        <a:gd name="connsiteY1" fmla="*/ 656 h 3295"/>
                        <a:gd name="connsiteX2" fmla="*/ 2634 w 3291"/>
                        <a:gd name="connsiteY2" fmla="*/ 2970 h 3295"/>
                        <a:gd name="connsiteX3" fmla="*/ 330 w 3291"/>
                        <a:gd name="connsiteY3" fmla="*/ 2637 h 3295"/>
                        <a:gd name="connsiteX4" fmla="*/ 659 w 3291"/>
                        <a:gd name="connsiteY4" fmla="*/ 338 h 32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5">
                          <a:moveTo>
                            <a:pt x="659" y="338"/>
                          </a:moveTo>
                          <a:cubicBezTo>
                            <a:pt x="1385" y="-216"/>
                            <a:pt x="2417" y="-74"/>
                            <a:pt x="2962" y="656"/>
                          </a:cubicBezTo>
                          <a:cubicBezTo>
                            <a:pt x="3507" y="1385"/>
                            <a:pt x="3360" y="2415"/>
                            <a:pt x="2634" y="2970"/>
                          </a:cubicBezTo>
                          <a:cubicBezTo>
                            <a:pt x="1906" y="3509"/>
                            <a:pt x="876" y="3366"/>
                            <a:pt x="330" y="2637"/>
                          </a:cubicBezTo>
                          <a:cubicBezTo>
                            <a:pt x="-216" y="1908"/>
                            <a:pt x="-69" y="877"/>
                            <a:pt x="659" y="33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7" name="Freeform: Shape 246">
                      <a:extLst>
                        <a:ext uri="{FF2B5EF4-FFF2-40B4-BE49-F238E27FC236}">
                          <a16:creationId xmlns:a16="http://schemas.microsoft.com/office/drawing/2014/main" id="{BEABE90E-BC43-2E04-6A05-28D767775F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8315" y="4629462"/>
                      <a:ext cx="3291" cy="3291"/>
                    </a:xfrm>
                    <a:custGeom>
                      <a:avLst/>
                      <a:gdLst>
                        <a:gd name="connsiteX0" fmla="*/ 659 w 3291"/>
                        <a:gd name="connsiteY0" fmla="*/ 326 h 3291"/>
                        <a:gd name="connsiteX1" fmla="*/ 2962 w 3291"/>
                        <a:gd name="connsiteY1" fmla="*/ 659 h 3291"/>
                        <a:gd name="connsiteX2" fmla="*/ 2634 w 3291"/>
                        <a:gd name="connsiteY2" fmla="*/ 2957 h 3291"/>
                        <a:gd name="connsiteX3" fmla="*/ 330 w 3291"/>
                        <a:gd name="connsiteY3" fmla="*/ 2640 h 3291"/>
                        <a:gd name="connsiteX4" fmla="*/ 659 w 3291"/>
                        <a:gd name="connsiteY4" fmla="*/ 32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659" y="326"/>
                          </a:moveTo>
                          <a:cubicBezTo>
                            <a:pt x="1385" y="-213"/>
                            <a:pt x="2417" y="-70"/>
                            <a:pt x="2962" y="659"/>
                          </a:cubicBezTo>
                          <a:cubicBezTo>
                            <a:pt x="3507" y="1388"/>
                            <a:pt x="3360" y="2418"/>
                            <a:pt x="2634" y="2957"/>
                          </a:cubicBezTo>
                          <a:cubicBezTo>
                            <a:pt x="1908" y="3512"/>
                            <a:pt x="876" y="3354"/>
                            <a:pt x="330" y="2640"/>
                          </a:cubicBezTo>
                          <a:cubicBezTo>
                            <a:pt x="-216" y="1911"/>
                            <a:pt x="-69" y="881"/>
                            <a:pt x="659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8" name="Freeform: Shape 247">
                      <a:extLst>
                        <a:ext uri="{FF2B5EF4-FFF2-40B4-BE49-F238E27FC236}">
                          <a16:creationId xmlns:a16="http://schemas.microsoft.com/office/drawing/2014/main" id="{0FDE354C-27DC-395D-86F2-7FC1E00975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9366" y="4640290"/>
                      <a:ext cx="3290" cy="3291"/>
                    </a:xfrm>
                    <a:custGeom>
                      <a:avLst/>
                      <a:gdLst>
                        <a:gd name="connsiteX0" fmla="*/ 658 w 3290"/>
                        <a:gd name="connsiteY0" fmla="*/ 326 h 3291"/>
                        <a:gd name="connsiteX1" fmla="*/ 2961 w 3290"/>
                        <a:gd name="connsiteY1" fmla="*/ 659 h 3291"/>
                        <a:gd name="connsiteX2" fmla="*/ 2633 w 3290"/>
                        <a:gd name="connsiteY2" fmla="*/ 2957 h 3291"/>
                        <a:gd name="connsiteX3" fmla="*/ 330 w 3290"/>
                        <a:gd name="connsiteY3" fmla="*/ 2640 h 3291"/>
                        <a:gd name="connsiteX4" fmla="*/ 658 w 3290"/>
                        <a:gd name="connsiteY4" fmla="*/ 32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58" y="326"/>
                          </a:moveTo>
                          <a:cubicBezTo>
                            <a:pt x="1384" y="-213"/>
                            <a:pt x="2416" y="-71"/>
                            <a:pt x="2961" y="659"/>
                          </a:cubicBezTo>
                          <a:cubicBezTo>
                            <a:pt x="3507" y="1388"/>
                            <a:pt x="3359" y="2418"/>
                            <a:pt x="2633" y="2957"/>
                          </a:cubicBezTo>
                          <a:cubicBezTo>
                            <a:pt x="1906" y="3512"/>
                            <a:pt x="875" y="3354"/>
                            <a:pt x="330" y="2640"/>
                          </a:cubicBezTo>
                          <a:cubicBezTo>
                            <a:pt x="-216" y="1911"/>
                            <a:pt x="-70" y="881"/>
                            <a:pt x="658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9" name="Freeform: Shape 248">
                      <a:extLst>
                        <a:ext uri="{FF2B5EF4-FFF2-40B4-BE49-F238E27FC236}">
                          <a16:creationId xmlns:a16="http://schemas.microsoft.com/office/drawing/2014/main" id="{7EB28EF5-60D5-9A00-E87A-80EF2E64DD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0172" y="4638879"/>
                      <a:ext cx="3290" cy="3291"/>
                    </a:xfrm>
                    <a:custGeom>
                      <a:avLst/>
                      <a:gdLst>
                        <a:gd name="connsiteX0" fmla="*/ 657 w 3290"/>
                        <a:gd name="connsiteY0" fmla="*/ 326 h 3291"/>
                        <a:gd name="connsiteX1" fmla="*/ 2961 w 3290"/>
                        <a:gd name="connsiteY1" fmla="*/ 659 h 3291"/>
                        <a:gd name="connsiteX2" fmla="*/ 2633 w 3290"/>
                        <a:gd name="connsiteY2" fmla="*/ 2957 h 3291"/>
                        <a:gd name="connsiteX3" fmla="*/ 329 w 3290"/>
                        <a:gd name="connsiteY3" fmla="*/ 2640 h 3291"/>
                        <a:gd name="connsiteX4" fmla="*/ 657 w 3290"/>
                        <a:gd name="connsiteY4" fmla="*/ 32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57" y="326"/>
                          </a:moveTo>
                          <a:cubicBezTo>
                            <a:pt x="1384" y="-213"/>
                            <a:pt x="2416" y="-71"/>
                            <a:pt x="2961" y="659"/>
                          </a:cubicBezTo>
                          <a:cubicBezTo>
                            <a:pt x="3506" y="1388"/>
                            <a:pt x="3359" y="2419"/>
                            <a:pt x="2633" y="2957"/>
                          </a:cubicBezTo>
                          <a:cubicBezTo>
                            <a:pt x="1907" y="3512"/>
                            <a:pt x="875" y="3354"/>
                            <a:pt x="329" y="2640"/>
                          </a:cubicBezTo>
                          <a:cubicBezTo>
                            <a:pt x="-216" y="1911"/>
                            <a:pt x="-69" y="881"/>
                            <a:pt x="657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0" name="Freeform: Shape 249">
                      <a:extLst>
                        <a:ext uri="{FF2B5EF4-FFF2-40B4-BE49-F238E27FC236}">
                          <a16:creationId xmlns:a16="http://schemas.microsoft.com/office/drawing/2014/main" id="{37683491-8567-C531-ADC5-DB0813B308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3040" y="4602464"/>
                      <a:ext cx="3290" cy="3283"/>
                    </a:xfrm>
                    <a:custGeom>
                      <a:avLst/>
                      <a:gdLst>
                        <a:gd name="connsiteX0" fmla="*/ 658 w 3290"/>
                        <a:gd name="connsiteY0" fmla="*/ 326 h 3283"/>
                        <a:gd name="connsiteX1" fmla="*/ 2961 w 3290"/>
                        <a:gd name="connsiteY1" fmla="*/ 659 h 3283"/>
                        <a:gd name="connsiteX2" fmla="*/ 2633 w 3290"/>
                        <a:gd name="connsiteY2" fmla="*/ 2957 h 3283"/>
                        <a:gd name="connsiteX3" fmla="*/ 330 w 3290"/>
                        <a:gd name="connsiteY3" fmla="*/ 2624 h 3283"/>
                        <a:gd name="connsiteX4" fmla="*/ 658 w 3290"/>
                        <a:gd name="connsiteY4" fmla="*/ 326 h 32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3">
                          <a:moveTo>
                            <a:pt x="658" y="326"/>
                          </a:moveTo>
                          <a:cubicBezTo>
                            <a:pt x="1384" y="-213"/>
                            <a:pt x="2416" y="-71"/>
                            <a:pt x="2961" y="659"/>
                          </a:cubicBezTo>
                          <a:cubicBezTo>
                            <a:pt x="3507" y="1388"/>
                            <a:pt x="3359" y="2402"/>
                            <a:pt x="2633" y="2957"/>
                          </a:cubicBezTo>
                          <a:cubicBezTo>
                            <a:pt x="1907" y="3496"/>
                            <a:pt x="875" y="3354"/>
                            <a:pt x="330" y="2624"/>
                          </a:cubicBezTo>
                          <a:cubicBezTo>
                            <a:pt x="-216" y="1895"/>
                            <a:pt x="-70" y="865"/>
                            <a:pt x="658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1" name="Freeform: Shape 250">
                      <a:extLst>
                        <a:ext uri="{FF2B5EF4-FFF2-40B4-BE49-F238E27FC236}">
                          <a16:creationId xmlns:a16="http://schemas.microsoft.com/office/drawing/2014/main" id="{4A80B80F-91DE-5084-4B32-D5E12A404E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085" y="4611429"/>
                      <a:ext cx="3290" cy="3291"/>
                    </a:xfrm>
                    <a:custGeom>
                      <a:avLst/>
                      <a:gdLst>
                        <a:gd name="connsiteX0" fmla="*/ 657 w 3290"/>
                        <a:gd name="connsiteY0" fmla="*/ 334 h 3291"/>
                        <a:gd name="connsiteX1" fmla="*/ 2961 w 3290"/>
                        <a:gd name="connsiteY1" fmla="*/ 651 h 3291"/>
                        <a:gd name="connsiteX2" fmla="*/ 2633 w 3290"/>
                        <a:gd name="connsiteY2" fmla="*/ 2965 h 3291"/>
                        <a:gd name="connsiteX3" fmla="*/ 329 w 3290"/>
                        <a:gd name="connsiteY3" fmla="*/ 2632 h 3291"/>
                        <a:gd name="connsiteX4" fmla="*/ 657 w 3290"/>
                        <a:gd name="connsiteY4" fmla="*/ 334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57" y="334"/>
                          </a:moveTo>
                          <a:cubicBezTo>
                            <a:pt x="1385" y="-221"/>
                            <a:pt x="2416" y="-63"/>
                            <a:pt x="2961" y="651"/>
                          </a:cubicBezTo>
                          <a:cubicBezTo>
                            <a:pt x="3506" y="1380"/>
                            <a:pt x="3359" y="2410"/>
                            <a:pt x="2633" y="2965"/>
                          </a:cubicBezTo>
                          <a:cubicBezTo>
                            <a:pt x="1905" y="3504"/>
                            <a:pt x="875" y="3362"/>
                            <a:pt x="329" y="2632"/>
                          </a:cubicBezTo>
                          <a:cubicBezTo>
                            <a:pt x="-216" y="1903"/>
                            <a:pt x="-69" y="873"/>
                            <a:pt x="657" y="33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2" name="Freeform: Shape 251">
                      <a:extLst>
                        <a:ext uri="{FF2B5EF4-FFF2-40B4-BE49-F238E27FC236}">
                          <a16:creationId xmlns:a16="http://schemas.microsoft.com/office/drawing/2014/main" id="{50E28D38-6868-044F-9F6E-909CC4809F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0379" y="4604652"/>
                      <a:ext cx="3290" cy="3290"/>
                    </a:xfrm>
                    <a:custGeom>
                      <a:avLst/>
                      <a:gdLst>
                        <a:gd name="connsiteX0" fmla="*/ 658 w 3290"/>
                        <a:gd name="connsiteY0" fmla="*/ 326 h 3290"/>
                        <a:gd name="connsiteX1" fmla="*/ 2961 w 3290"/>
                        <a:gd name="connsiteY1" fmla="*/ 659 h 3290"/>
                        <a:gd name="connsiteX2" fmla="*/ 2633 w 3290"/>
                        <a:gd name="connsiteY2" fmla="*/ 2957 h 3290"/>
                        <a:gd name="connsiteX3" fmla="*/ 330 w 3290"/>
                        <a:gd name="connsiteY3" fmla="*/ 2624 h 3290"/>
                        <a:gd name="connsiteX4" fmla="*/ 658 w 3290"/>
                        <a:gd name="connsiteY4" fmla="*/ 326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0">
                          <a:moveTo>
                            <a:pt x="658" y="326"/>
                          </a:moveTo>
                          <a:cubicBezTo>
                            <a:pt x="1384" y="-213"/>
                            <a:pt x="2416" y="-71"/>
                            <a:pt x="2961" y="659"/>
                          </a:cubicBezTo>
                          <a:cubicBezTo>
                            <a:pt x="3507" y="1388"/>
                            <a:pt x="3359" y="2418"/>
                            <a:pt x="2633" y="2957"/>
                          </a:cubicBezTo>
                          <a:cubicBezTo>
                            <a:pt x="1906" y="3512"/>
                            <a:pt x="875" y="3354"/>
                            <a:pt x="330" y="2624"/>
                          </a:cubicBezTo>
                          <a:cubicBezTo>
                            <a:pt x="-216" y="1911"/>
                            <a:pt x="-70" y="881"/>
                            <a:pt x="658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3" name="Freeform: Shape 252">
                      <a:extLst>
                        <a:ext uri="{FF2B5EF4-FFF2-40B4-BE49-F238E27FC236}">
                          <a16:creationId xmlns:a16="http://schemas.microsoft.com/office/drawing/2014/main" id="{A29DDD48-2906-DD42-ED05-43456434AA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3844" y="4609360"/>
                      <a:ext cx="3290" cy="3283"/>
                    </a:xfrm>
                    <a:custGeom>
                      <a:avLst/>
                      <a:gdLst>
                        <a:gd name="connsiteX0" fmla="*/ 657 w 3290"/>
                        <a:gd name="connsiteY0" fmla="*/ 326 h 3283"/>
                        <a:gd name="connsiteX1" fmla="*/ 2961 w 3290"/>
                        <a:gd name="connsiteY1" fmla="*/ 659 h 3283"/>
                        <a:gd name="connsiteX2" fmla="*/ 2633 w 3290"/>
                        <a:gd name="connsiteY2" fmla="*/ 2957 h 3283"/>
                        <a:gd name="connsiteX3" fmla="*/ 329 w 3290"/>
                        <a:gd name="connsiteY3" fmla="*/ 2624 h 3283"/>
                        <a:gd name="connsiteX4" fmla="*/ 657 w 3290"/>
                        <a:gd name="connsiteY4" fmla="*/ 326 h 32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3">
                          <a:moveTo>
                            <a:pt x="657" y="326"/>
                          </a:moveTo>
                          <a:cubicBezTo>
                            <a:pt x="1384" y="-213"/>
                            <a:pt x="2416" y="-71"/>
                            <a:pt x="2961" y="659"/>
                          </a:cubicBezTo>
                          <a:cubicBezTo>
                            <a:pt x="3506" y="1388"/>
                            <a:pt x="3359" y="2418"/>
                            <a:pt x="2633" y="2957"/>
                          </a:cubicBezTo>
                          <a:cubicBezTo>
                            <a:pt x="1907" y="3496"/>
                            <a:pt x="875" y="3354"/>
                            <a:pt x="329" y="2624"/>
                          </a:cubicBezTo>
                          <a:cubicBezTo>
                            <a:pt x="-216" y="1895"/>
                            <a:pt x="-69" y="865"/>
                            <a:pt x="657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4" name="Freeform: Shape 253">
                      <a:extLst>
                        <a:ext uri="{FF2B5EF4-FFF2-40B4-BE49-F238E27FC236}">
                          <a16:creationId xmlns:a16="http://schemas.microsoft.com/office/drawing/2014/main" id="{457ED68D-57C9-1196-96FF-49BB567F67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5239" y="4613872"/>
                      <a:ext cx="3290" cy="3290"/>
                    </a:xfrm>
                    <a:custGeom>
                      <a:avLst/>
                      <a:gdLst>
                        <a:gd name="connsiteX0" fmla="*/ 658 w 3290"/>
                        <a:gd name="connsiteY0" fmla="*/ 333 h 3290"/>
                        <a:gd name="connsiteX1" fmla="*/ 2961 w 3290"/>
                        <a:gd name="connsiteY1" fmla="*/ 666 h 3290"/>
                        <a:gd name="connsiteX2" fmla="*/ 2633 w 3290"/>
                        <a:gd name="connsiteY2" fmla="*/ 2964 h 3290"/>
                        <a:gd name="connsiteX3" fmla="*/ 330 w 3290"/>
                        <a:gd name="connsiteY3" fmla="*/ 2631 h 3290"/>
                        <a:gd name="connsiteX4" fmla="*/ 658 w 3290"/>
                        <a:gd name="connsiteY4" fmla="*/ 333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0">
                          <a:moveTo>
                            <a:pt x="658" y="333"/>
                          </a:moveTo>
                          <a:cubicBezTo>
                            <a:pt x="1384" y="-222"/>
                            <a:pt x="2416" y="-64"/>
                            <a:pt x="2961" y="666"/>
                          </a:cubicBezTo>
                          <a:cubicBezTo>
                            <a:pt x="3507" y="1379"/>
                            <a:pt x="3359" y="2409"/>
                            <a:pt x="2633" y="2964"/>
                          </a:cubicBezTo>
                          <a:cubicBezTo>
                            <a:pt x="1907" y="3503"/>
                            <a:pt x="875" y="3361"/>
                            <a:pt x="330" y="2631"/>
                          </a:cubicBezTo>
                          <a:cubicBezTo>
                            <a:pt x="-216" y="1902"/>
                            <a:pt x="-70" y="872"/>
                            <a:pt x="658" y="33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5" name="Freeform: Shape 254">
                      <a:extLst>
                        <a:ext uri="{FF2B5EF4-FFF2-40B4-BE49-F238E27FC236}">
                          <a16:creationId xmlns:a16="http://schemas.microsoft.com/office/drawing/2014/main" id="{2C3DDB33-1641-272C-0957-9C86673981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1208" y="4633346"/>
                      <a:ext cx="3290" cy="3291"/>
                    </a:xfrm>
                    <a:custGeom>
                      <a:avLst/>
                      <a:gdLst>
                        <a:gd name="connsiteX0" fmla="*/ 657 w 3290"/>
                        <a:gd name="connsiteY0" fmla="*/ 326 h 3291"/>
                        <a:gd name="connsiteX1" fmla="*/ 2961 w 3290"/>
                        <a:gd name="connsiteY1" fmla="*/ 659 h 3291"/>
                        <a:gd name="connsiteX2" fmla="*/ 2633 w 3290"/>
                        <a:gd name="connsiteY2" fmla="*/ 2957 h 3291"/>
                        <a:gd name="connsiteX3" fmla="*/ 329 w 3290"/>
                        <a:gd name="connsiteY3" fmla="*/ 2640 h 3291"/>
                        <a:gd name="connsiteX4" fmla="*/ 657 w 3290"/>
                        <a:gd name="connsiteY4" fmla="*/ 32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57" y="326"/>
                          </a:moveTo>
                          <a:cubicBezTo>
                            <a:pt x="1385" y="-213"/>
                            <a:pt x="2416" y="-71"/>
                            <a:pt x="2961" y="659"/>
                          </a:cubicBezTo>
                          <a:cubicBezTo>
                            <a:pt x="3506" y="1388"/>
                            <a:pt x="3359" y="2418"/>
                            <a:pt x="2633" y="2957"/>
                          </a:cubicBezTo>
                          <a:cubicBezTo>
                            <a:pt x="1907" y="3512"/>
                            <a:pt x="875" y="3354"/>
                            <a:pt x="329" y="2640"/>
                          </a:cubicBezTo>
                          <a:cubicBezTo>
                            <a:pt x="-216" y="1911"/>
                            <a:pt x="-69" y="881"/>
                            <a:pt x="657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6" name="Freeform: Shape 255">
                      <a:extLst>
                        <a:ext uri="{FF2B5EF4-FFF2-40B4-BE49-F238E27FC236}">
                          <a16:creationId xmlns:a16="http://schemas.microsoft.com/office/drawing/2014/main" id="{92F05AC1-7637-5BE8-7DE0-C434A3E6B0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8169" y="4623287"/>
                      <a:ext cx="3291" cy="3291"/>
                    </a:xfrm>
                    <a:custGeom>
                      <a:avLst/>
                      <a:gdLst>
                        <a:gd name="connsiteX0" fmla="*/ 659 w 3291"/>
                        <a:gd name="connsiteY0" fmla="*/ 334 h 3291"/>
                        <a:gd name="connsiteX1" fmla="*/ 2962 w 3291"/>
                        <a:gd name="connsiteY1" fmla="*/ 651 h 3291"/>
                        <a:gd name="connsiteX2" fmla="*/ 2634 w 3291"/>
                        <a:gd name="connsiteY2" fmla="*/ 2965 h 3291"/>
                        <a:gd name="connsiteX3" fmla="*/ 330 w 3291"/>
                        <a:gd name="connsiteY3" fmla="*/ 2632 h 3291"/>
                        <a:gd name="connsiteX4" fmla="*/ 659 w 3291"/>
                        <a:gd name="connsiteY4" fmla="*/ 334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659" y="334"/>
                          </a:moveTo>
                          <a:cubicBezTo>
                            <a:pt x="1386" y="-221"/>
                            <a:pt x="2417" y="-63"/>
                            <a:pt x="2962" y="651"/>
                          </a:cubicBezTo>
                          <a:cubicBezTo>
                            <a:pt x="3507" y="1380"/>
                            <a:pt x="3360" y="2410"/>
                            <a:pt x="2634" y="2965"/>
                          </a:cubicBezTo>
                          <a:cubicBezTo>
                            <a:pt x="1908" y="3504"/>
                            <a:pt x="876" y="3361"/>
                            <a:pt x="330" y="2632"/>
                          </a:cubicBezTo>
                          <a:cubicBezTo>
                            <a:pt x="-217" y="1903"/>
                            <a:pt x="-69" y="873"/>
                            <a:pt x="659" y="33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7" name="Freeform: Shape 256">
                      <a:extLst>
                        <a:ext uri="{FF2B5EF4-FFF2-40B4-BE49-F238E27FC236}">
                          <a16:creationId xmlns:a16="http://schemas.microsoft.com/office/drawing/2014/main" id="{0D3E90BB-27E6-F3FB-5BB8-9872ED37A3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886" y="4577789"/>
                      <a:ext cx="3290" cy="3290"/>
                    </a:xfrm>
                    <a:custGeom>
                      <a:avLst/>
                      <a:gdLst>
                        <a:gd name="connsiteX0" fmla="*/ 657 w 3290"/>
                        <a:gd name="connsiteY0" fmla="*/ 333 h 3290"/>
                        <a:gd name="connsiteX1" fmla="*/ 2961 w 3290"/>
                        <a:gd name="connsiteY1" fmla="*/ 666 h 3290"/>
                        <a:gd name="connsiteX2" fmla="*/ 2633 w 3290"/>
                        <a:gd name="connsiteY2" fmla="*/ 2964 h 3290"/>
                        <a:gd name="connsiteX3" fmla="*/ 329 w 3290"/>
                        <a:gd name="connsiteY3" fmla="*/ 2631 h 3290"/>
                        <a:gd name="connsiteX4" fmla="*/ 657 w 3290"/>
                        <a:gd name="connsiteY4" fmla="*/ 333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0">
                          <a:moveTo>
                            <a:pt x="657" y="333"/>
                          </a:moveTo>
                          <a:cubicBezTo>
                            <a:pt x="1384" y="-222"/>
                            <a:pt x="2416" y="-64"/>
                            <a:pt x="2961" y="666"/>
                          </a:cubicBezTo>
                          <a:cubicBezTo>
                            <a:pt x="3506" y="1379"/>
                            <a:pt x="3359" y="2409"/>
                            <a:pt x="2633" y="2964"/>
                          </a:cubicBezTo>
                          <a:cubicBezTo>
                            <a:pt x="1907" y="3503"/>
                            <a:pt x="875" y="3361"/>
                            <a:pt x="329" y="2631"/>
                          </a:cubicBezTo>
                          <a:cubicBezTo>
                            <a:pt x="-216" y="1902"/>
                            <a:pt x="-69" y="872"/>
                            <a:pt x="657" y="33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8" name="Freeform: Shape 257">
                      <a:extLst>
                        <a:ext uri="{FF2B5EF4-FFF2-40B4-BE49-F238E27FC236}">
                          <a16:creationId xmlns:a16="http://schemas.microsoft.com/office/drawing/2014/main" id="{618B1CCD-D3DF-C6F9-B576-9D2F7419C2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7932" y="4586757"/>
                      <a:ext cx="3290" cy="3295"/>
                    </a:xfrm>
                    <a:custGeom>
                      <a:avLst/>
                      <a:gdLst>
                        <a:gd name="connsiteX0" fmla="*/ 657 w 3290"/>
                        <a:gd name="connsiteY0" fmla="*/ 338 h 3295"/>
                        <a:gd name="connsiteX1" fmla="*/ 2961 w 3290"/>
                        <a:gd name="connsiteY1" fmla="*/ 655 h 3295"/>
                        <a:gd name="connsiteX2" fmla="*/ 2633 w 3290"/>
                        <a:gd name="connsiteY2" fmla="*/ 2970 h 3295"/>
                        <a:gd name="connsiteX3" fmla="*/ 329 w 3290"/>
                        <a:gd name="connsiteY3" fmla="*/ 2637 h 3295"/>
                        <a:gd name="connsiteX4" fmla="*/ 657 w 3290"/>
                        <a:gd name="connsiteY4" fmla="*/ 338 h 32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5">
                          <a:moveTo>
                            <a:pt x="657" y="338"/>
                          </a:moveTo>
                          <a:cubicBezTo>
                            <a:pt x="1385" y="-216"/>
                            <a:pt x="2416" y="-74"/>
                            <a:pt x="2961" y="655"/>
                          </a:cubicBezTo>
                          <a:cubicBezTo>
                            <a:pt x="3506" y="1385"/>
                            <a:pt x="3359" y="2415"/>
                            <a:pt x="2633" y="2970"/>
                          </a:cubicBezTo>
                          <a:cubicBezTo>
                            <a:pt x="1907" y="3509"/>
                            <a:pt x="875" y="3366"/>
                            <a:pt x="329" y="2637"/>
                          </a:cubicBezTo>
                          <a:cubicBezTo>
                            <a:pt x="-216" y="1908"/>
                            <a:pt x="-69" y="877"/>
                            <a:pt x="657" y="33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9" name="Freeform: Shape 258">
                      <a:extLst>
                        <a:ext uri="{FF2B5EF4-FFF2-40B4-BE49-F238E27FC236}">
                          <a16:creationId xmlns:a16="http://schemas.microsoft.com/office/drawing/2014/main" id="{707B231A-1D9A-B33F-4C10-A586CE1CC3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8140" y="4575517"/>
                      <a:ext cx="3290" cy="3295"/>
                    </a:xfrm>
                    <a:custGeom>
                      <a:avLst/>
                      <a:gdLst>
                        <a:gd name="connsiteX0" fmla="*/ 657 w 3290"/>
                        <a:gd name="connsiteY0" fmla="*/ 338 h 3295"/>
                        <a:gd name="connsiteX1" fmla="*/ 2961 w 3290"/>
                        <a:gd name="connsiteY1" fmla="*/ 655 h 3295"/>
                        <a:gd name="connsiteX2" fmla="*/ 2633 w 3290"/>
                        <a:gd name="connsiteY2" fmla="*/ 2970 h 3295"/>
                        <a:gd name="connsiteX3" fmla="*/ 329 w 3290"/>
                        <a:gd name="connsiteY3" fmla="*/ 2637 h 3295"/>
                        <a:gd name="connsiteX4" fmla="*/ 657 w 3290"/>
                        <a:gd name="connsiteY4" fmla="*/ 338 h 32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5">
                          <a:moveTo>
                            <a:pt x="657" y="338"/>
                          </a:moveTo>
                          <a:cubicBezTo>
                            <a:pt x="1384" y="-216"/>
                            <a:pt x="2416" y="-74"/>
                            <a:pt x="2961" y="655"/>
                          </a:cubicBezTo>
                          <a:cubicBezTo>
                            <a:pt x="3506" y="1385"/>
                            <a:pt x="3359" y="2415"/>
                            <a:pt x="2633" y="2970"/>
                          </a:cubicBezTo>
                          <a:cubicBezTo>
                            <a:pt x="1907" y="3509"/>
                            <a:pt x="875" y="3366"/>
                            <a:pt x="329" y="2637"/>
                          </a:cubicBezTo>
                          <a:cubicBezTo>
                            <a:pt x="-216" y="1908"/>
                            <a:pt x="-69" y="877"/>
                            <a:pt x="657" y="33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60" name="Freeform: Shape 259">
                      <a:extLst>
                        <a:ext uri="{FF2B5EF4-FFF2-40B4-BE49-F238E27FC236}">
                          <a16:creationId xmlns:a16="http://schemas.microsoft.com/office/drawing/2014/main" id="{326BE853-C289-512A-4A8A-C00AD7FCC2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7691" y="4584686"/>
                      <a:ext cx="3290" cy="3290"/>
                    </a:xfrm>
                    <a:custGeom>
                      <a:avLst/>
                      <a:gdLst>
                        <a:gd name="connsiteX0" fmla="*/ 657 w 3290"/>
                        <a:gd name="connsiteY0" fmla="*/ 333 h 3290"/>
                        <a:gd name="connsiteX1" fmla="*/ 2961 w 3290"/>
                        <a:gd name="connsiteY1" fmla="*/ 666 h 3290"/>
                        <a:gd name="connsiteX2" fmla="*/ 2633 w 3290"/>
                        <a:gd name="connsiteY2" fmla="*/ 2964 h 3290"/>
                        <a:gd name="connsiteX3" fmla="*/ 329 w 3290"/>
                        <a:gd name="connsiteY3" fmla="*/ 2631 h 3290"/>
                        <a:gd name="connsiteX4" fmla="*/ 657 w 3290"/>
                        <a:gd name="connsiteY4" fmla="*/ 333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0">
                          <a:moveTo>
                            <a:pt x="657" y="333"/>
                          </a:moveTo>
                          <a:cubicBezTo>
                            <a:pt x="1384" y="-222"/>
                            <a:pt x="2416" y="-64"/>
                            <a:pt x="2961" y="666"/>
                          </a:cubicBezTo>
                          <a:cubicBezTo>
                            <a:pt x="3506" y="1379"/>
                            <a:pt x="3359" y="2409"/>
                            <a:pt x="2633" y="2964"/>
                          </a:cubicBezTo>
                          <a:cubicBezTo>
                            <a:pt x="1907" y="3503"/>
                            <a:pt x="875" y="3361"/>
                            <a:pt x="329" y="2631"/>
                          </a:cubicBezTo>
                          <a:cubicBezTo>
                            <a:pt x="-216" y="1902"/>
                            <a:pt x="-69" y="872"/>
                            <a:pt x="657" y="33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61" name="Freeform: Shape 260">
                      <a:extLst>
                        <a:ext uri="{FF2B5EF4-FFF2-40B4-BE49-F238E27FC236}">
                          <a16:creationId xmlns:a16="http://schemas.microsoft.com/office/drawing/2014/main" id="{5103688D-6124-8EA9-9600-C67B210571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085" y="4589203"/>
                      <a:ext cx="3290" cy="3291"/>
                    </a:xfrm>
                    <a:custGeom>
                      <a:avLst/>
                      <a:gdLst>
                        <a:gd name="connsiteX0" fmla="*/ 657 w 3290"/>
                        <a:gd name="connsiteY0" fmla="*/ 334 h 3291"/>
                        <a:gd name="connsiteX1" fmla="*/ 2961 w 3290"/>
                        <a:gd name="connsiteY1" fmla="*/ 651 h 3291"/>
                        <a:gd name="connsiteX2" fmla="*/ 2633 w 3290"/>
                        <a:gd name="connsiteY2" fmla="*/ 2965 h 3291"/>
                        <a:gd name="connsiteX3" fmla="*/ 329 w 3290"/>
                        <a:gd name="connsiteY3" fmla="*/ 2632 h 3291"/>
                        <a:gd name="connsiteX4" fmla="*/ 657 w 3290"/>
                        <a:gd name="connsiteY4" fmla="*/ 334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57" y="334"/>
                          </a:moveTo>
                          <a:cubicBezTo>
                            <a:pt x="1384" y="-221"/>
                            <a:pt x="2416" y="-63"/>
                            <a:pt x="2961" y="651"/>
                          </a:cubicBezTo>
                          <a:cubicBezTo>
                            <a:pt x="3506" y="1380"/>
                            <a:pt x="3359" y="2410"/>
                            <a:pt x="2633" y="2965"/>
                          </a:cubicBezTo>
                          <a:cubicBezTo>
                            <a:pt x="1907" y="3504"/>
                            <a:pt x="875" y="3361"/>
                            <a:pt x="329" y="2632"/>
                          </a:cubicBezTo>
                          <a:cubicBezTo>
                            <a:pt x="-216" y="1903"/>
                            <a:pt x="-69" y="873"/>
                            <a:pt x="657" y="33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62" name="Freeform: Shape 261">
                      <a:extLst>
                        <a:ext uri="{FF2B5EF4-FFF2-40B4-BE49-F238E27FC236}">
                          <a16:creationId xmlns:a16="http://schemas.microsoft.com/office/drawing/2014/main" id="{2938250A-6FF0-56F6-CBA9-080039CF51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1639" y="4593539"/>
                      <a:ext cx="3291" cy="3290"/>
                    </a:xfrm>
                    <a:custGeom>
                      <a:avLst/>
                      <a:gdLst>
                        <a:gd name="connsiteX0" fmla="*/ 659 w 3291"/>
                        <a:gd name="connsiteY0" fmla="*/ 326 h 3290"/>
                        <a:gd name="connsiteX1" fmla="*/ 2962 w 3291"/>
                        <a:gd name="connsiteY1" fmla="*/ 659 h 3290"/>
                        <a:gd name="connsiteX2" fmla="*/ 2634 w 3291"/>
                        <a:gd name="connsiteY2" fmla="*/ 2957 h 3290"/>
                        <a:gd name="connsiteX3" fmla="*/ 330 w 3291"/>
                        <a:gd name="connsiteY3" fmla="*/ 2624 h 3290"/>
                        <a:gd name="connsiteX4" fmla="*/ 659 w 3291"/>
                        <a:gd name="connsiteY4" fmla="*/ 326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0">
                          <a:moveTo>
                            <a:pt x="659" y="326"/>
                          </a:moveTo>
                          <a:cubicBezTo>
                            <a:pt x="1385" y="-213"/>
                            <a:pt x="2417" y="-71"/>
                            <a:pt x="2962" y="659"/>
                          </a:cubicBezTo>
                          <a:cubicBezTo>
                            <a:pt x="3507" y="1388"/>
                            <a:pt x="3360" y="2418"/>
                            <a:pt x="2634" y="2957"/>
                          </a:cubicBezTo>
                          <a:cubicBezTo>
                            <a:pt x="1908" y="3512"/>
                            <a:pt x="876" y="3354"/>
                            <a:pt x="330" y="2624"/>
                          </a:cubicBezTo>
                          <a:cubicBezTo>
                            <a:pt x="-217" y="1911"/>
                            <a:pt x="-69" y="865"/>
                            <a:pt x="659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63" name="Freeform: Shape 262">
                      <a:extLst>
                        <a:ext uri="{FF2B5EF4-FFF2-40B4-BE49-F238E27FC236}">
                          <a16:creationId xmlns:a16="http://schemas.microsoft.com/office/drawing/2014/main" id="{E217ECE6-3091-D3BB-F492-ADC6F30DB8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2016" y="4598615"/>
                      <a:ext cx="3290" cy="3295"/>
                    </a:xfrm>
                    <a:custGeom>
                      <a:avLst/>
                      <a:gdLst>
                        <a:gd name="connsiteX0" fmla="*/ 657 w 3290"/>
                        <a:gd name="connsiteY0" fmla="*/ 338 h 3295"/>
                        <a:gd name="connsiteX1" fmla="*/ 2961 w 3290"/>
                        <a:gd name="connsiteY1" fmla="*/ 656 h 3295"/>
                        <a:gd name="connsiteX2" fmla="*/ 2633 w 3290"/>
                        <a:gd name="connsiteY2" fmla="*/ 2970 h 3295"/>
                        <a:gd name="connsiteX3" fmla="*/ 329 w 3290"/>
                        <a:gd name="connsiteY3" fmla="*/ 2637 h 3295"/>
                        <a:gd name="connsiteX4" fmla="*/ 657 w 3290"/>
                        <a:gd name="connsiteY4" fmla="*/ 338 h 32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5">
                          <a:moveTo>
                            <a:pt x="657" y="338"/>
                          </a:moveTo>
                          <a:cubicBezTo>
                            <a:pt x="1385" y="-216"/>
                            <a:pt x="2416" y="-74"/>
                            <a:pt x="2961" y="656"/>
                          </a:cubicBezTo>
                          <a:cubicBezTo>
                            <a:pt x="3506" y="1385"/>
                            <a:pt x="3359" y="2415"/>
                            <a:pt x="2633" y="2970"/>
                          </a:cubicBezTo>
                          <a:cubicBezTo>
                            <a:pt x="1907" y="3509"/>
                            <a:pt x="875" y="3366"/>
                            <a:pt x="329" y="2637"/>
                          </a:cubicBezTo>
                          <a:cubicBezTo>
                            <a:pt x="-216" y="1908"/>
                            <a:pt x="-69" y="877"/>
                            <a:pt x="657" y="33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64" name="Freeform: Shape 263">
                      <a:extLst>
                        <a:ext uri="{FF2B5EF4-FFF2-40B4-BE49-F238E27FC236}">
                          <a16:creationId xmlns:a16="http://schemas.microsoft.com/office/drawing/2014/main" id="{B8A7EF2B-A2B5-E333-A982-4658A0F3A2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7726" y="4631396"/>
                      <a:ext cx="3290" cy="3290"/>
                    </a:xfrm>
                    <a:custGeom>
                      <a:avLst/>
                      <a:gdLst>
                        <a:gd name="connsiteX0" fmla="*/ 657 w 3290"/>
                        <a:gd name="connsiteY0" fmla="*/ 326 h 3290"/>
                        <a:gd name="connsiteX1" fmla="*/ 2961 w 3290"/>
                        <a:gd name="connsiteY1" fmla="*/ 659 h 3290"/>
                        <a:gd name="connsiteX2" fmla="*/ 2633 w 3290"/>
                        <a:gd name="connsiteY2" fmla="*/ 2957 h 3290"/>
                        <a:gd name="connsiteX3" fmla="*/ 329 w 3290"/>
                        <a:gd name="connsiteY3" fmla="*/ 2624 h 3290"/>
                        <a:gd name="connsiteX4" fmla="*/ 657 w 3290"/>
                        <a:gd name="connsiteY4" fmla="*/ 326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0">
                          <a:moveTo>
                            <a:pt x="657" y="326"/>
                          </a:moveTo>
                          <a:cubicBezTo>
                            <a:pt x="1384" y="-213"/>
                            <a:pt x="2416" y="-71"/>
                            <a:pt x="2961" y="659"/>
                          </a:cubicBezTo>
                          <a:cubicBezTo>
                            <a:pt x="3506" y="1388"/>
                            <a:pt x="3359" y="2418"/>
                            <a:pt x="2633" y="2957"/>
                          </a:cubicBezTo>
                          <a:cubicBezTo>
                            <a:pt x="1907" y="3512"/>
                            <a:pt x="875" y="3354"/>
                            <a:pt x="329" y="2624"/>
                          </a:cubicBezTo>
                          <a:cubicBezTo>
                            <a:pt x="-216" y="1911"/>
                            <a:pt x="-69" y="865"/>
                            <a:pt x="657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65" name="Freeform: Shape 264">
                      <a:extLst>
                        <a:ext uri="{FF2B5EF4-FFF2-40B4-BE49-F238E27FC236}">
                          <a16:creationId xmlns:a16="http://schemas.microsoft.com/office/drawing/2014/main" id="{F80F21B7-5911-F918-10A5-6D306DE61A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8773" y="4640363"/>
                      <a:ext cx="3290" cy="3290"/>
                    </a:xfrm>
                    <a:custGeom>
                      <a:avLst/>
                      <a:gdLst>
                        <a:gd name="connsiteX0" fmla="*/ 657 w 3290"/>
                        <a:gd name="connsiteY0" fmla="*/ 333 h 3290"/>
                        <a:gd name="connsiteX1" fmla="*/ 2961 w 3290"/>
                        <a:gd name="connsiteY1" fmla="*/ 666 h 3290"/>
                        <a:gd name="connsiteX2" fmla="*/ 2633 w 3290"/>
                        <a:gd name="connsiteY2" fmla="*/ 2964 h 3290"/>
                        <a:gd name="connsiteX3" fmla="*/ 329 w 3290"/>
                        <a:gd name="connsiteY3" fmla="*/ 2631 h 3290"/>
                        <a:gd name="connsiteX4" fmla="*/ 657 w 3290"/>
                        <a:gd name="connsiteY4" fmla="*/ 333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0">
                          <a:moveTo>
                            <a:pt x="657" y="333"/>
                          </a:moveTo>
                          <a:cubicBezTo>
                            <a:pt x="1385" y="-222"/>
                            <a:pt x="2416" y="-64"/>
                            <a:pt x="2961" y="666"/>
                          </a:cubicBezTo>
                          <a:cubicBezTo>
                            <a:pt x="3506" y="1379"/>
                            <a:pt x="3359" y="2409"/>
                            <a:pt x="2633" y="2964"/>
                          </a:cubicBezTo>
                          <a:cubicBezTo>
                            <a:pt x="1907" y="3503"/>
                            <a:pt x="875" y="3361"/>
                            <a:pt x="329" y="2631"/>
                          </a:cubicBezTo>
                          <a:cubicBezTo>
                            <a:pt x="-216" y="1902"/>
                            <a:pt x="-69" y="872"/>
                            <a:pt x="657" y="33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66" name="Freeform: Shape 265">
                      <a:extLst>
                        <a:ext uri="{FF2B5EF4-FFF2-40B4-BE49-F238E27FC236}">
                          <a16:creationId xmlns:a16="http://schemas.microsoft.com/office/drawing/2014/main" id="{AAEF6BF3-7B26-B981-E138-B4DF828D78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5066" y="4633584"/>
                      <a:ext cx="3290" cy="3291"/>
                    </a:xfrm>
                    <a:custGeom>
                      <a:avLst/>
                      <a:gdLst>
                        <a:gd name="connsiteX0" fmla="*/ 658 w 3290"/>
                        <a:gd name="connsiteY0" fmla="*/ 326 h 3291"/>
                        <a:gd name="connsiteX1" fmla="*/ 2961 w 3290"/>
                        <a:gd name="connsiteY1" fmla="*/ 659 h 3291"/>
                        <a:gd name="connsiteX2" fmla="*/ 2633 w 3290"/>
                        <a:gd name="connsiteY2" fmla="*/ 2957 h 3291"/>
                        <a:gd name="connsiteX3" fmla="*/ 330 w 3290"/>
                        <a:gd name="connsiteY3" fmla="*/ 2640 h 3291"/>
                        <a:gd name="connsiteX4" fmla="*/ 658 w 3290"/>
                        <a:gd name="connsiteY4" fmla="*/ 32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58" y="326"/>
                          </a:moveTo>
                          <a:cubicBezTo>
                            <a:pt x="1386" y="-213"/>
                            <a:pt x="2416" y="-71"/>
                            <a:pt x="2961" y="659"/>
                          </a:cubicBezTo>
                          <a:cubicBezTo>
                            <a:pt x="3507" y="1388"/>
                            <a:pt x="3359" y="2418"/>
                            <a:pt x="2633" y="2957"/>
                          </a:cubicBezTo>
                          <a:cubicBezTo>
                            <a:pt x="1907" y="3512"/>
                            <a:pt x="875" y="3354"/>
                            <a:pt x="330" y="2640"/>
                          </a:cubicBezTo>
                          <a:cubicBezTo>
                            <a:pt x="-216" y="1911"/>
                            <a:pt x="-70" y="881"/>
                            <a:pt x="658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67" name="Freeform: Shape 266">
                      <a:extLst>
                        <a:ext uri="{FF2B5EF4-FFF2-40B4-BE49-F238E27FC236}">
                          <a16:creationId xmlns:a16="http://schemas.microsoft.com/office/drawing/2014/main" id="{D8CDF02F-2612-2C7C-E485-DD0C151E3A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756" y="4629827"/>
                      <a:ext cx="3290" cy="3291"/>
                    </a:xfrm>
                    <a:custGeom>
                      <a:avLst/>
                      <a:gdLst>
                        <a:gd name="connsiteX0" fmla="*/ 657 w 3290"/>
                        <a:gd name="connsiteY0" fmla="*/ 326 h 3291"/>
                        <a:gd name="connsiteX1" fmla="*/ 2961 w 3290"/>
                        <a:gd name="connsiteY1" fmla="*/ 659 h 3291"/>
                        <a:gd name="connsiteX2" fmla="*/ 2633 w 3290"/>
                        <a:gd name="connsiteY2" fmla="*/ 2957 h 3291"/>
                        <a:gd name="connsiteX3" fmla="*/ 329 w 3290"/>
                        <a:gd name="connsiteY3" fmla="*/ 2640 h 3291"/>
                        <a:gd name="connsiteX4" fmla="*/ 657 w 3290"/>
                        <a:gd name="connsiteY4" fmla="*/ 32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57" y="326"/>
                          </a:moveTo>
                          <a:cubicBezTo>
                            <a:pt x="1383" y="-213"/>
                            <a:pt x="2416" y="-70"/>
                            <a:pt x="2961" y="659"/>
                          </a:cubicBezTo>
                          <a:cubicBezTo>
                            <a:pt x="3506" y="1388"/>
                            <a:pt x="3359" y="2418"/>
                            <a:pt x="2633" y="2957"/>
                          </a:cubicBezTo>
                          <a:cubicBezTo>
                            <a:pt x="1907" y="3512"/>
                            <a:pt x="875" y="3354"/>
                            <a:pt x="329" y="2640"/>
                          </a:cubicBezTo>
                          <a:cubicBezTo>
                            <a:pt x="-216" y="1911"/>
                            <a:pt x="-69" y="881"/>
                            <a:pt x="657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68" name="Freeform: Shape 267">
                      <a:extLst>
                        <a:ext uri="{FF2B5EF4-FFF2-40B4-BE49-F238E27FC236}">
                          <a16:creationId xmlns:a16="http://schemas.microsoft.com/office/drawing/2014/main" id="{977D0B20-1E79-9243-E872-B6BC267CB7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3173" y="4629557"/>
                      <a:ext cx="3290" cy="3295"/>
                    </a:xfrm>
                    <a:custGeom>
                      <a:avLst/>
                      <a:gdLst>
                        <a:gd name="connsiteX0" fmla="*/ 658 w 3290"/>
                        <a:gd name="connsiteY0" fmla="*/ 326 h 3295"/>
                        <a:gd name="connsiteX1" fmla="*/ 2961 w 3290"/>
                        <a:gd name="connsiteY1" fmla="*/ 659 h 3295"/>
                        <a:gd name="connsiteX2" fmla="*/ 2633 w 3290"/>
                        <a:gd name="connsiteY2" fmla="*/ 2957 h 3295"/>
                        <a:gd name="connsiteX3" fmla="*/ 330 w 3290"/>
                        <a:gd name="connsiteY3" fmla="*/ 2640 h 3295"/>
                        <a:gd name="connsiteX4" fmla="*/ 658 w 3290"/>
                        <a:gd name="connsiteY4" fmla="*/ 326 h 32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5">
                          <a:moveTo>
                            <a:pt x="658" y="326"/>
                          </a:moveTo>
                          <a:cubicBezTo>
                            <a:pt x="1384" y="-213"/>
                            <a:pt x="2416" y="-71"/>
                            <a:pt x="2961" y="659"/>
                          </a:cubicBezTo>
                          <a:cubicBezTo>
                            <a:pt x="3507" y="1388"/>
                            <a:pt x="3359" y="2419"/>
                            <a:pt x="2633" y="2957"/>
                          </a:cubicBezTo>
                          <a:cubicBezTo>
                            <a:pt x="1906" y="3512"/>
                            <a:pt x="875" y="3370"/>
                            <a:pt x="330" y="2640"/>
                          </a:cubicBezTo>
                          <a:cubicBezTo>
                            <a:pt x="-216" y="1911"/>
                            <a:pt x="-70" y="881"/>
                            <a:pt x="658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69" name="Freeform: Shape 268">
                      <a:extLst>
                        <a:ext uri="{FF2B5EF4-FFF2-40B4-BE49-F238E27FC236}">
                          <a16:creationId xmlns:a16="http://schemas.microsoft.com/office/drawing/2014/main" id="{D06546EC-81C3-F4F7-9603-EF32D46FA6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2480" y="4647139"/>
                      <a:ext cx="3290" cy="3291"/>
                    </a:xfrm>
                    <a:custGeom>
                      <a:avLst/>
                      <a:gdLst>
                        <a:gd name="connsiteX0" fmla="*/ 658 w 3290"/>
                        <a:gd name="connsiteY0" fmla="*/ 326 h 3291"/>
                        <a:gd name="connsiteX1" fmla="*/ 2961 w 3290"/>
                        <a:gd name="connsiteY1" fmla="*/ 659 h 3291"/>
                        <a:gd name="connsiteX2" fmla="*/ 2633 w 3290"/>
                        <a:gd name="connsiteY2" fmla="*/ 2957 h 3291"/>
                        <a:gd name="connsiteX3" fmla="*/ 330 w 3290"/>
                        <a:gd name="connsiteY3" fmla="*/ 2640 h 3291"/>
                        <a:gd name="connsiteX4" fmla="*/ 658 w 3290"/>
                        <a:gd name="connsiteY4" fmla="*/ 32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58" y="326"/>
                          </a:moveTo>
                          <a:cubicBezTo>
                            <a:pt x="1384" y="-213"/>
                            <a:pt x="2416" y="-71"/>
                            <a:pt x="2961" y="659"/>
                          </a:cubicBezTo>
                          <a:cubicBezTo>
                            <a:pt x="3507" y="1388"/>
                            <a:pt x="3359" y="2418"/>
                            <a:pt x="2633" y="2957"/>
                          </a:cubicBezTo>
                          <a:cubicBezTo>
                            <a:pt x="1907" y="3512"/>
                            <a:pt x="875" y="3354"/>
                            <a:pt x="330" y="2640"/>
                          </a:cubicBezTo>
                          <a:cubicBezTo>
                            <a:pt x="-216" y="1911"/>
                            <a:pt x="-70" y="881"/>
                            <a:pt x="658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0" name="Freeform: Shape 269">
                      <a:extLst>
                        <a:ext uri="{FF2B5EF4-FFF2-40B4-BE49-F238E27FC236}">
                          <a16:creationId xmlns:a16="http://schemas.microsoft.com/office/drawing/2014/main" id="{9B0754F7-BB6B-A0B0-AE0F-7438C0B2B4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2857" y="4652221"/>
                      <a:ext cx="3290" cy="3289"/>
                    </a:xfrm>
                    <a:custGeom>
                      <a:avLst/>
                      <a:gdLst>
                        <a:gd name="connsiteX0" fmla="*/ 657 w 3290"/>
                        <a:gd name="connsiteY0" fmla="*/ 333 h 3289"/>
                        <a:gd name="connsiteX1" fmla="*/ 2961 w 3290"/>
                        <a:gd name="connsiteY1" fmla="*/ 665 h 3289"/>
                        <a:gd name="connsiteX2" fmla="*/ 2633 w 3290"/>
                        <a:gd name="connsiteY2" fmla="*/ 2964 h 3289"/>
                        <a:gd name="connsiteX3" fmla="*/ 329 w 3290"/>
                        <a:gd name="connsiteY3" fmla="*/ 2631 h 3289"/>
                        <a:gd name="connsiteX4" fmla="*/ 657 w 3290"/>
                        <a:gd name="connsiteY4" fmla="*/ 333 h 32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9">
                          <a:moveTo>
                            <a:pt x="657" y="333"/>
                          </a:moveTo>
                          <a:cubicBezTo>
                            <a:pt x="1385" y="-222"/>
                            <a:pt x="2416" y="-64"/>
                            <a:pt x="2961" y="665"/>
                          </a:cubicBezTo>
                          <a:cubicBezTo>
                            <a:pt x="3506" y="1379"/>
                            <a:pt x="3359" y="2409"/>
                            <a:pt x="2633" y="2964"/>
                          </a:cubicBezTo>
                          <a:cubicBezTo>
                            <a:pt x="1907" y="3503"/>
                            <a:pt x="875" y="3360"/>
                            <a:pt x="329" y="2631"/>
                          </a:cubicBezTo>
                          <a:cubicBezTo>
                            <a:pt x="-216" y="1902"/>
                            <a:pt x="-69" y="872"/>
                            <a:pt x="657" y="33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1" name="Freeform: Shape 270">
                      <a:extLst>
                        <a:ext uri="{FF2B5EF4-FFF2-40B4-BE49-F238E27FC236}">
                          <a16:creationId xmlns:a16="http://schemas.microsoft.com/office/drawing/2014/main" id="{ECD676FC-C090-B5BC-1A0B-357EF42B97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011" y="4596543"/>
                      <a:ext cx="3290" cy="3291"/>
                    </a:xfrm>
                    <a:custGeom>
                      <a:avLst/>
                      <a:gdLst>
                        <a:gd name="connsiteX0" fmla="*/ 658 w 3290"/>
                        <a:gd name="connsiteY0" fmla="*/ 334 h 3291"/>
                        <a:gd name="connsiteX1" fmla="*/ 2961 w 3290"/>
                        <a:gd name="connsiteY1" fmla="*/ 651 h 3291"/>
                        <a:gd name="connsiteX2" fmla="*/ 2633 w 3290"/>
                        <a:gd name="connsiteY2" fmla="*/ 2965 h 3291"/>
                        <a:gd name="connsiteX3" fmla="*/ 330 w 3290"/>
                        <a:gd name="connsiteY3" fmla="*/ 2632 h 3291"/>
                        <a:gd name="connsiteX4" fmla="*/ 658 w 3290"/>
                        <a:gd name="connsiteY4" fmla="*/ 334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58" y="334"/>
                          </a:moveTo>
                          <a:cubicBezTo>
                            <a:pt x="1384" y="-221"/>
                            <a:pt x="2416" y="-63"/>
                            <a:pt x="2961" y="651"/>
                          </a:cubicBezTo>
                          <a:cubicBezTo>
                            <a:pt x="3507" y="1380"/>
                            <a:pt x="3359" y="2410"/>
                            <a:pt x="2633" y="2965"/>
                          </a:cubicBezTo>
                          <a:cubicBezTo>
                            <a:pt x="1907" y="3504"/>
                            <a:pt x="875" y="3362"/>
                            <a:pt x="330" y="2632"/>
                          </a:cubicBezTo>
                          <a:cubicBezTo>
                            <a:pt x="-216" y="1903"/>
                            <a:pt x="-70" y="873"/>
                            <a:pt x="658" y="33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2" name="Freeform: Shape 271">
                      <a:extLst>
                        <a:ext uri="{FF2B5EF4-FFF2-40B4-BE49-F238E27FC236}">
                          <a16:creationId xmlns:a16="http://schemas.microsoft.com/office/drawing/2014/main" id="{1E4A0E11-9D55-EB43-2CC0-00B9EC6AF9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4224" y="4606637"/>
                      <a:ext cx="3291" cy="3292"/>
                    </a:xfrm>
                    <a:custGeom>
                      <a:avLst/>
                      <a:gdLst>
                        <a:gd name="connsiteX0" fmla="*/ 659 w 3291"/>
                        <a:gd name="connsiteY0" fmla="*/ 338 h 3292"/>
                        <a:gd name="connsiteX1" fmla="*/ 2962 w 3291"/>
                        <a:gd name="connsiteY1" fmla="*/ 655 h 3292"/>
                        <a:gd name="connsiteX2" fmla="*/ 2634 w 3291"/>
                        <a:gd name="connsiteY2" fmla="*/ 2954 h 3292"/>
                        <a:gd name="connsiteX3" fmla="*/ 330 w 3291"/>
                        <a:gd name="connsiteY3" fmla="*/ 2637 h 3292"/>
                        <a:gd name="connsiteX4" fmla="*/ 659 w 3291"/>
                        <a:gd name="connsiteY4" fmla="*/ 338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659" y="338"/>
                          </a:moveTo>
                          <a:cubicBezTo>
                            <a:pt x="1385" y="-216"/>
                            <a:pt x="2417" y="-74"/>
                            <a:pt x="2962" y="655"/>
                          </a:cubicBezTo>
                          <a:cubicBezTo>
                            <a:pt x="3507" y="1385"/>
                            <a:pt x="3360" y="2415"/>
                            <a:pt x="2634" y="2954"/>
                          </a:cubicBezTo>
                          <a:cubicBezTo>
                            <a:pt x="1908" y="3509"/>
                            <a:pt x="876" y="3366"/>
                            <a:pt x="330" y="2637"/>
                          </a:cubicBezTo>
                          <a:cubicBezTo>
                            <a:pt x="-216" y="1908"/>
                            <a:pt x="-69" y="877"/>
                            <a:pt x="659" y="33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3" name="Freeform: Shape 272">
                      <a:extLst>
                        <a:ext uri="{FF2B5EF4-FFF2-40B4-BE49-F238E27FC236}">
                          <a16:creationId xmlns:a16="http://schemas.microsoft.com/office/drawing/2014/main" id="{BEC6751F-7C03-A859-ADCF-7CFD3478EF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5176" y="4618500"/>
                      <a:ext cx="3289" cy="3291"/>
                    </a:xfrm>
                    <a:custGeom>
                      <a:avLst/>
                      <a:gdLst>
                        <a:gd name="connsiteX0" fmla="*/ 666 w 3289"/>
                        <a:gd name="connsiteY0" fmla="*/ 334 h 3291"/>
                        <a:gd name="connsiteX1" fmla="*/ 2964 w 3289"/>
                        <a:gd name="connsiteY1" fmla="*/ 651 h 3291"/>
                        <a:gd name="connsiteX2" fmla="*/ 2631 w 3289"/>
                        <a:gd name="connsiteY2" fmla="*/ 2965 h 3291"/>
                        <a:gd name="connsiteX3" fmla="*/ 333 w 3289"/>
                        <a:gd name="connsiteY3" fmla="*/ 2632 h 3291"/>
                        <a:gd name="connsiteX4" fmla="*/ 666 w 3289"/>
                        <a:gd name="connsiteY4" fmla="*/ 334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89" h="3291">
                          <a:moveTo>
                            <a:pt x="666" y="334"/>
                          </a:moveTo>
                          <a:cubicBezTo>
                            <a:pt x="1379" y="-221"/>
                            <a:pt x="2425" y="-63"/>
                            <a:pt x="2964" y="651"/>
                          </a:cubicBezTo>
                          <a:cubicBezTo>
                            <a:pt x="3503" y="1380"/>
                            <a:pt x="3361" y="2410"/>
                            <a:pt x="2631" y="2965"/>
                          </a:cubicBezTo>
                          <a:cubicBezTo>
                            <a:pt x="1902" y="3504"/>
                            <a:pt x="872" y="3362"/>
                            <a:pt x="333" y="2632"/>
                          </a:cubicBezTo>
                          <a:cubicBezTo>
                            <a:pt x="-222" y="1903"/>
                            <a:pt x="-64" y="873"/>
                            <a:pt x="666" y="33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4" name="Freeform: Shape 273">
                      <a:extLst>
                        <a:ext uri="{FF2B5EF4-FFF2-40B4-BE49-F238E27FC236}">
                          <a16:creationId xmlns:a16="http://schemas.microsoft.com/office/drawing/2014/main" id="{D7C96C20-32B4-7861-5341-C196D284FA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982" y="4604573"/>
                      <a:ext cx="3290" cy="3283"/>
                    </a:xfrm>
                    <a:custGeom>
                      <a:avLst/>
                      <a:gdLst>
                        <a:gd name="connsiteX0" fmla="*/ 657 w 3290"/>
                        <a:gd name="connsiteY0" fmla="*/ 326 h 3283"/>
                        <a:gd name="connsiteX1" fmla="*/ 2961 w 3290"/>
                        <a:gd name="connsiteY1" fmla="*/ 659 h 3283"/>
                        <a:gd name="connsiteX2" fmla="*/ 2633 w 3290"/>
                        <a:gd name="connsiteY2" fmla="*/ 2957 h 3283"/>
                        <a:gd name="connsiteX3" fmla="*/ 329 w 3290"/>
                        <a:gd name="connsiteY3" fmla="*/ 2625 h 3283"/>
                        <a:gd name="connsiteX4" fmla="*/ 657 w 3290"/>
                        <a:gd name="connsiteY4" fmla="*/ 326 h 32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3">
                          <a:moveTo>
                            <a:pt x="657" y="326"/>
                          </a:moveTo>
                          <a:cubicBezTo>
                            <a:pt x="1384" y="-213"/>
                            <a:pt x="2416" y="-71"/>
                            <a:pt x="2961" y="659"/>
                          </a:cubicBezTo>
                          <a:cubicBezTo>
                            <a:pt x="3506" y="1372"/>
                            <a:pt x="3359" y="2418"/>
                            <a:pt x="2633" y="2957"/>
                          </a:cubicBezTo>
                          <a:cubicBezTo>
                            <a:pt x="1907" y="3496"/>
                            <a:pt x="875" y="3354"/>
                            <a:pt x="329" y="2625"/>
                          </a:cubicBezTo>
                          <a:cubicBezTo>
                            <a:pt x="-216" y="1895"/>
                            <a:pt x="-69" y="865"/>
                            <a:pt x="657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5" name="Freeform: Shape 274">
                      <a:extLst>
                        <a:ext uri="{FF2B5EF4-FFF2-40B4-BE49-F238E27FC236}">
                          <a16:creationId xmlns:a16="http://schemas.microsoft.com/office/drawing/2014/main" id="{417062B4-8290-9CFC-FA02-A765655594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6822" y="4594934"/>
                      <a:ext cx="3289" cy="3291"/>
                    </a:xfrm>
                    <a:custGeom>
                      <a:avLst/>
                      <a:gdLst>
                        <a:gd name="connsiteX0" fmla="*/ 657 w 3289"/>
                        <a:gd name="connsiteY0" fmla="*/ 326 h 3291"/>
                        <a:gd name="connsiteX1" fmla="*/ 2961 w 3289"/>
                        <a:gd name="connsiteY1" fmla="*/ 659 h 3291"/>
                        <a:gd name="connsiteX2" fmla="*/ 2633 w 3289"/>
                        <a:gd name="connsiteY2" fmla="*/ 2957 h 3291"/>
                        <a:gd name="connsiteX3" fmla="*/ 329 w 3289"/>
                        <a:gd name="connsiteY3" fmla="*/ 2640 h 3291"/>
                        <a:gd name="connsiteX4" fmla="*/ 657 w 3289"/>
                        <a:gd name="connsiteY4" fmla="*/ 32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89" h="3291">
                          <a:moveTo>
                            <a:pt x="657" y="326"/>
                          </a:moveTo>
                          <a:cubicBezTo>
                            <a:pt x="1384" y="-213"/>
                            <a:pt x="2416" y="-71"/>
                            <a:pt x="2961" y="659"/>
                          </a:cubicBezTo>
                          <a:cubicBezTo>
                            <a:pt x="3503" y="1388"/>
                            <a:pt x="3361" y="2418"/>
                            <a:pt x="2633" y="2957"/>
                          </a:cubicBezTo>
                          <a:cubicBezTo>
                            <a:pt x="1907" y="3512"/>
                            <a:pt x="875" y="3354"/>
                            <a:pt x="329" y="2640"/>
                          </a:cubicBezTo>
                          <a:cubicBezTo>
                            <a:pt x="-216" y="1911"/>
                            <a:pt x="-69" y="881"/>
                            <a:pt x="657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6" name="Freeform: Shape 275">
                      <a:extLst>
                        <a:ext uri="{FF2B5EF4-FFF2-40B4-BE49-F238E27FC236}">
                          <a16:creationId xmlns:a16="http://schemas.microsoft.com/office/drawing/2014/main" id="{386116E9-973D-09BA-2C98-77CBEBA1A7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7931" y="4613419"/>
                      <a:ext cx="3290" cy="3289"/>
                    </a:xfrm>
                    <a:custGeom>
                      <a:avLst/>
                      <a:gdLst>
                        <a:gd name="connsiteX0" fmla="*/ 658 w 3290"/>
                        <a:gd name="connsiteY0" fmla="*/ 326 h 3289"/>
                        <a:gd name="connsiteX1" fmla="*/ 2961 w 3290"/>
                        <a:gd name="connsiteY1" fmla="*/ 659 h 3289"/>
                        <a:gd name="connsiteX2" fmla="*/ 2633 w 3290"/>
                        <a:gd name="connsiteY2" fmla="*/ 2957 h 3289"/>
                        <a:gd name="connsiteX3" fmla="*/ 330 w 3290"/>
                        <a:gd name="connsiteY3" fmla="*/ 2624 h 3289"/>
                        <a:gd name="connsiteX4" fmla="*/ 658 w 3290"/>
                        <a:gd name="connsiteY4" fmla="*/ 326 h 32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9">
                          <a:moveTo>
                            <a:pt x="658" y="326"/>
                          </a:moveTo>
                          <a:cubicBezTo>
                            <a:pt x="1384" y="-213"/>
                            <a:pt x="2416" y="-70"/>
                            <a:pt x="2961" y="659"/>
                          </a:cubicBezTo>
                          <a:cubicBezTo>
                            <a:pt x="3507" y="1388"/>
                            <a:pt x="3359" y="2418"/>
                            <a:pt x="2633" y="2957"/>
                          </a:cubicBezTo>
                          <a:cubicBezTo>
                            <a:pt x="1907" y="3512"/>
                            <a:pt x="875" y="3354"/>
                            <a:pt x="330" y="2624"/>
                          </a:cubicBezTo>
                          <a:cubicBezTo>
                            <a:pt x="-216" y="1911"/>
                            <a:pt x="-70" y="881"/>
                            <a:pt x="658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7" name="Freeform: Shape 276">
                      <a:extLst>
                        <a:ext uri="{FF2B5EF4-FFF2-40B4-BE49-F238E27FC236}">
                          <a16:creationId xmlns:a16="http://schemas.microsoft.com/office/drawing/2014/main" id="{B392EB81-8431-11BB-378C-D7E9FD4FAB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6" y="4623612"/>
                      <a:ext cx="3290" cy="3290"/>
                    </a:xfrm>
                    <a:custGeom>
                      <a:avLst/>
                      <a:gdLst>
                        <a:gd name="connsiteX0" fmla="*/ 657 w 3290"/>
                        <a:gd name="connsiteY0" fmla="*/ 326 h 3290"/>
                        <a:gd name="connsiteX1" fmla="*/ 2961 w 3290"/>
                        <a:gd name="connsiteY1" fmla="*/ 659 h 3290"/>
                        <a:gd name="connsiteX2" fmla="*/ 2633 w 3290"/>
                        <a:gd name="connsiteY2" fmla="*/ 2957 h 3290"/>
                        <a:gd name="connsiteX3" fmla="*/ 329 w 3290"/>
                        <a:gd name="connsiteY3" fmla="*/ 2625 h 3290"/>
                        <a:gd name="connsiteX4" fmla="*/ 657 w 3290"/>
                        <a:gd name="connsiteY4" fmla="*/ 326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0">
                          <a:moveTo>
                            <a:pt x="657" y="326"/>
                          </a:moveTo>
                          <a:cubicBezTo>
                            <a:pt x="1385" y="-213"/>
                            <a:pt x="2416" y="-71"/>
                            <a:pt x="2961" y="659"/>
                          </a:cubicBezTo>
                          <a:cubicBezTo>
                            <a:pt x="3506" y="1388"/>
                            <a:pt x="3359" y="2419"/>
                            <a:pt x="2633" y="2957"/>
                          </a:cubicBezTo>
                          <a:cubicBezTo>
                            <a:pt x="1907" y="3512"/>
                            <a:pt x="875" y="3354"/>
                            <a:pt x="329" y="2625"/>
                          </a:cubicBezTo>
                          <a:cubicBezTo>
                            <a:pt x="-216" y="1911"/>
                            <a:pt x="-69" y="881"/>
                            <a:pt x="657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8" name="Freeform: Shape 277">
                      <a:extLst>
                        <a:ext uri="{FF2B5EF4-FFF2-40B4-BE49-F238E27FC236}">
                          <a16:creationId xmlns:a16="http://schemas.microsoft.com/office/drawing/2014/main" id="{0996B666-A2C9-3A52-8015-46652DDB76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7125" y="4561769"/>
                      <a:ext cx="3290" cy="3283"/>
                    </a:xfrm>
                    <a:custGeom>
                      <a:avLst/>
                      <a:gdLst>
                        <a:gd name="connsiteX0" fmla="*/ 657 w 3290"/>
                        <a:gd name="connsiteY0" fmla="*/ 326 h 3283"/>
                        <a:gd name="connsiteX1" fmla="*/ 2961 w 3290"/>
                        <a:gd name="connsiteY1" fmla="*/ 659 h 3283"/>
                        <a:gd name="connsiteX2" fmla="*/ 2633 w 3290"/>
                        <a:gd name="connsiteY2" fmla="*/ 2957 h 3283"/>
                        <a:gd name="connsiteX3" fmla="*/ 329 w 3290"/>
                        <a:gd name="connsiteY3" fmla="*/ 2625 h 3283"/>
                        <a:gd name="connsiteX4" fmla="*/ 657 w 3290"/>
                        <a:gd name="connsiteY4" fmla="*/ 326 h 32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3">
                          <a:moveTo>
                            <a:pt x="657" y="326"/>
                          </a:moveTo>
                          <a:cubicBezTo>
                            <a:pt x="1384" y="-213"/>
                            <a:pt x="2416" y="-71"/>
                            <a:pt x="2961" y="659"/>
                          </a:cubicBezTo>
                          <a:cubicBezTo>
                            <a:pt x="3506" y="1388"/>
                            <a:pt x="3359" y="2418"/>
                            <a:pt x="2633" y="2957"/>
                          </a:cubicBezTo>
                          <a:cubicBezTo>
                            <a:pt x="1905" y="3496"/>
                            <a:pt x="875" y="3354"/>
                            <a:pt x="329" y="2625"/>
                          </a:cubicBezTo>
                          <a:cubicBezTo>
                            <a:pt x="-216" y="1911"/>
                            <a:pt x="-69" y="865"/>
                            <a:pt x="657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9" name="Freeform: Shape 278">
                      <a:extLst>
                        <a:ext uri="{FF2B5EF4-FFF2-40B4-BE49-F238E27FC236}">
                          <a16:creationId xmlns:a16="http://schemas.microsoft.com/office/drawing/2014/main" id="{E987C458-2F36-F360-25D3-A917FCF7BE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0961" y="4573896"/>
                      <a:ext cx="3290" cy="3283"/>
                    </a:xfrm>
                    <a:custGeom>
                      <a:avLst/>
                      <a:gdLst>
                        <a:gd name="connsiteX0" fmla="*/ 657 w 3290"/>
                        <a:gd name="connsiteY0" fmla="*/ 326 h 3283"/>
                        <a:gd name="connsiteX1" fmla="*/ 2961 w 3290"/>
                        <a:gd name="connsiteY1" fmla="*/ 659 h 3283"/>
                        <a:gd name="connsiteX2" fmla="*/ 2633 w 3290"/>
                        <a:gd name="connsiteY2" fmla="*/ 2957 h 3283"/>
                        <a:gd name="connsiteX3" fmla="*/ 329 w 3290"/>
                        <a:gd name="connsiteY3" fmla="*/ 2624 h 3283"/>
                        <a:gd name="connsiteX4" fmla="*/ 657 w 3290"/>
                        <a:gd name="connsiteY4" fmla="*/ 326 h 32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3">
                          <a:moveTo>
                            <a:pt x="657" y="326"/>
                          </a:moveTo>
                          <a:cubicBezTo>
                            <a:pt x="1384" y="-213"/>
                            <a:pt x="2416" y="-71"/>
                            <a:pt x="2961" y="659"/>
                          </a:cubicBezTo>
                          <a:cubicBezTo>
                            <a:pt x="3506" y="1388"/>
                            <a:pt x="3359" y="2418"/>
                            <a:pt x="2633" y="2957"/>
                          </a:cubicBezTo>
                          <a:cubicBezTo>
                            <a:pt x="1907" y="3496"/>
                            <a:pt x="875" y="3354"/>
                            <a:pt x="329" y="2624"/>
                          </a:cubicBezTo>
                          <a:cubicBezTo>
                            <a:pt x="-216" y="1895"/>
                            <a:pt x="-69" y="865"/>
                            <a:pt x="657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80" name="Freeform: Shape 279">
                      <a:extLst>
                        <a:ext uri="{FF2B5EF4-FFF2-40B4-BE49-F238E27FC236}">
                          <a16:creationId xmlns:a16="http://schemas.microsoft.com/office/drawing/2014/main" id="{F15A02F3-ACE8-99AE-F1A5-EFFE98B1D2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5816" y="4574280"/>
                      <a:ext cx="3291" cy="3295"/>
                    </a:xfrm>
                    <a:custGeom>
                      <a:avLst/>
                      <a:gdLst>
                        <a:gd name="connsiteX0" fmla="*/ 659 w 3291"/>
                        <a:gd name="connsiteY0" fmla="*/ 338 h 3295"/>
                        <a:gd name="connsiteX1" fmla="*/ 2962 w 3291"/>
                        <a:gd name="connsiteY1" fmla="*/ 655 h 3295"/>
                        <a:gd name="connsiteX2" fmla="*/ 2634 w 3291"/>
                        <a:gd name="connsiteY2" fmla="*/ 2970 h 3295"/>
                        <a:gd name="connsiteX3" fmla="*/ 330 w 3291"/>
                        <a:gd name="connsiteY3" fmla="*/ 2637 h 3295"/>
                        <a:gd name="connsiteX4" fmla="*/ 659 w 3291"/>
                        <a:gd name="connsiteY4" fmla="*/ 338 h 32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5">
                          <a:moveTo>
                            <a:pt x="659" y="338"/>
                          </a:moveTo>
                          <a:cubicBezTo>
                            <a:pt x="1385" y="-216"/>
                            <a:pt x="2417" y="-74"/>
                            <a:pt x="2962" y="655"/>
                          </a:cubicBezTo>
                          <a:cubicBezTo>
                            <a:pt x="3507" y="1385"/>
                            <a:pt x="3360" y="2415"/>
                            <a:pt x="2634" y="2970"/>
                          </a:cubicBezTo>
                          <a:cubicBezTo>
                            <a:pt x="1908" y="3509"/>
                            <a:pt x="876" y="3366"/>
                            <a:pt x="330" y="2637"/>
                          </a:cubicBezTo>
                          <a:cubicBezTo>
                            <a:pt x="-216" y="1908"/>
                            <a:pt x="-69" y="877"/>
                            <a:pt x="659" y="33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81" name="Freeform: Shape 280">
                      <a:extLst>
                        <a:ext uri="{FF2B5EF4-FFF2-40B4-BE49-F238E27FC236}">
                          <a16:creationId xmlns:a16="http://schemas.microsoft.com/office/drawing/2014/main" id="{53237A4C-E9E1-46A2-A7F4-FEB3A93B66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302" y="4593808"/>
                      <a:ext cx="3290" cy="3291"/>
                    </a:xfrm>
                    <a:custGeom>
                      <a:avLst/>
                      <a:gdLst>
                        <a:gd name="connsiteX0" fmla="*/ 657 w 3290"/>
                        <a:gd name="connsiteY0" fmla="*/ 326 h 3291"/>
                        <a:gd name="connsiteX1" fmla="*/ 2961 w 3290"/>
                        <a:gd name="connsiteY1" fmla="*/ 659 h 3291"/>
                        <a:gd name="connsiteX2" fmla="*/ 2633 w 3290"/>
                        <a:gd name="connsiteY2" fmla="*/ 2957 h 3291"/>
                        <a:gd name="connsiteX3" fmla="*/ 329 w 3290"/>
                        <a:gd name="connsiteY3" fmla="*/ 2640 h 3291"/>
                        <a:gd name="connsiteX4" fmla="*/ 657 w 3290"/>
                        <a:gd name="connsiteY4" fmla="*/ 32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57" y="326"/>
                          </a:moveTo>
                          <a:cubicBezTo>
                            <a:pt x="1385" y="-213"/>
                            <a:pt x="2416" y="-70"/>
                            <a:pt x="2961" y="659"/>
                          </a:cubicBezTo>
                          <a:cubicBezTo>
                            <a:pt x="3506" y="1388"/>
                            <a:pt x="3359" y="2418"/>
                            <a:pt x="2633" y="2957"/>
                          </a:cubicBezTo>
                          <a:cubicBezTo>
                            <a:pt x="1907" y="3512"/>
                            <a:pt x="875" y="3354"/>
                            <a:pt x="329" y="2640"/>
                          </a:cubicBezTo>
                          <a:cubicBezTo>
                            <a:pt x="-216" y="1911"/>
                            <a:pt x="-69" y="881"/>
                            <a:pt x="657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82" name="Freeform: Shape 281">
                      <a:extLst>
                        <a:ext uri="{FF2B5EF4-FFF2-40B4-BE49-F238E27FC236}">
                          <a16:creationId xmlns:a16="http://schemas.microsoft.com/office/drawing/2014/main" id="{69BD6F36-E829-BCC7-760E-874C219BE5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2114" y="4576338"/>
                      <a:ext cx="3291" cy="3283"/>
                    </a:xfrm>
                    <a:custGeom>
                      <a:avLst/>
                      <a:gdLst>
                        <a:gd name="connsiteX0" fmla="*/ 659 w 3291"/>
                        <a:gd name="connsiteY0" fmla="*/ 326 h 3283"/>
                        <a:gd name="connsiteX1" fmla="*/ 2962 w 3291"/>
                        <a:gd name="connsiteY1" fmla="*/ 659 h 3283"/>
                        <a:gd name="connsiteX2" fmla="*/ 2634 w 3291"/>
                        <a:gd name="connsiteY2" fmla="*/ 2957 h 3283"/>
                        <a:gd name="connsiteX3" fmla="*/ 330 w 3291"/>
                        <a:gd name="connsiteY3" fmla="*/ 2624 h 3283"/>
                        <a:gd name="connsiteX4" fmla="*/ 659 w 3291"/>
                        <a:gd name="connsiteY4" fmla="*/ 326 h 32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3">
                          <a:moveTo>
                            <a:pt x="659" y="326"/>
                          </a:moveTo>
                          <a:cubicBezTo>
                            <a:pt x="1385" y="-213"/>
                            <a:pt x="2417" y="-70"/>
                            <a:pt x="2962" y="659"/>
                          </a:cubicBezTo>
                          <a:cubicBezTo>
                            <a:pt x="3507" y="1372"/>
                            <a:pt x="3360" y="2418"/>
                            <a:pt x="2634" y="2957"/>
                          </a:cubicBezTo>
                          <a:cubicBezTo>
                            <a:pt x="1906" y="3497"/>
                            <a:pt x="876" y="3354"/>
                            <a:pt x="330" y="2624"/>
                          </a:cubicBezTo>
                          <a:cubicBezTo>
                            <a:pt x="-216" y="1911"/>
                            <a:pt x="-69" y="865"/>
                            <a:pt x="659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83" name="Freeform: Shape 282">
                      <a:extLst>
                        <a:ext uri="{FF2B5EF4-FFF2-40B4-BE49-F238E27FC236}">
                          <a16:creationId xmlns:a16="http://schemas.microsoft.com/office/drawing/2014/main" id="{4F6AE19D-01C9-31A2-4092-26E29768B0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7139" y="4584264"/>
                      <a:ext cx="3291" cy="3290"/>
                    </a:xfrm>
                    <a:custGeom>
                      <a:avLst/>
                      <a:gdLst>
                        <a:gd name="connsiteX0" fmla="*/ 659 w 3291"/>
                        <a:gd name="connsiteY0" fmla="*/ 326 h 3290"/>
                        <a:gd name="connsiteX1" fmla="*/ 2962 w 3291"/>
                        <a:gd name="connsiteY1" fmla="*/ 659 h 3290"/>
                        <a:gd name="connsiteX2" fmla="*/ 2634 w 3291"/>
                        <a:gd name="connsiteY2" fmla="*/ 2957 h 3290"/>
                        <a:gd name="connsiteX3" fmla="*/ 330 w 3291"/>
                        <a:gd name="connsiteY3" fmla="*/ 2624 h 3290"/>
                        <a:gd name="connsiteX4" fmla="*/ 659 w 3291"/>
                        <a:gd name="connsiteY4" fmla="*/ 326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0">
                          <a:moveTo>
                            <a:pt x="659" y="326"/>
                          </a:moveTo>
                          <a:cubicBezTo>
                            <a:pt x="1385" y="-213"/>
                            <a:pt x="2417" y="-70"/>
                            <a:pt x="2962" y="659"/>
                          </a:cubicBezTo>
                          <a:cubicBezTo>
                            <a:pt x="3507" y="1388"/>
                            <a:pt x="3360" y="2418"/>
                            <a:pt x="2634" y="2957"/>
                          </a:cubicBezTo>
                          <a:cubicBezTo>
                            <a:pt x="1908" y="3512"/>
                            <a:pt x="876" y="3354"/>
                            <a:pt x="330" y="2624"/>
                          </a:cubicBezTo>
                          <a:cubicBezTo>
                            <a:pt x="-217" y="1911"/>
                            <a:pt x="-69" y="881"/>
                            <a:pt x="659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84" name="Freeform: Shape 283">
                      <a:extLst>
                        <a:ext uri="{FF2B5EF4-FFF2-40B4-BE49-F238E27FC236}">
                          <a16:creationId xmlns:a16="http://schemas.microsoft.com/office/drawing/2014/main" id="{560B3794-C510-E8B4-276F-D40080E09F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5046" y="4585755"/>
                      <a:ext cx="3290" cy="3283"/>
                    </a:xfrm>
                    <a:custGeom>
                      <a:avLst/>
                      <a:gdLst>
                        <a:gd name="connsiteX0" fmla="*/ 658 w 3290"/>
                        <a:gd name="connsiteY0" fmla="*/ 326 h 3283"/>
                        <a:gd name="connsiteX1" fmla="*/ 2961 w 3290"/>
                        <a:gd name="connsiteY1" fmla="*/ 659 h 3283"/>
                        <a:gd name="connsiteX2" fmla="*/ 2633 w 3290"/>
                        <a:gd name="connsiteY2" fmla="*/ 2957 h 3283"/>
                        <a:gd name="connsiteX3" fmla="*/ 330 w 3290"/>
                        <a:gd name="connsiteY3" fmla="*/ 2625 h 3283"/>
                        <a:gd name="connsiteX4" fmla="*/ 658 w 3290"/>
                        <a:gd name="connsiteY4" fmla="*/ 326 h 32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3">
                          <a:moveTo>
                            <a:pt x="658" y="326"/>
                          </a:moveTo>
                          <a:cubicBezTo>
                            <a:pt x="1384" y="-213"/>
                            <a:pt x="2416" y="-71"/>
                            <a:pt x="2961" y="659"/>
                          </a:cubicBezTo>
                          <a:cubicBezTo>
                            <a:pt x="3507" y="1388"/>
                            <a:pt x="3359" y="2419"/>
                            <a:pt x="2633" y="2957"/>
                          </a:cubicBezTo>
                          <a:cubicBezTo>
                            <a:pt x="1907" y="3496"/>
                            <a:pt x="875" y="3354"/>
                            <a:pt x="330" y="2625"/>
                          </a:cubicBezTo>
                          <a:cubicBezTo>
                            <a:pt x="-216" y="1895"/>
                            <a:pt x="-70" y="865"/>
                            <a:pt x="658" y="32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85" name="Graphic 21">
                    <a:extLst>
                      <a:ext uri="{FF2B5EF4-FFF2-40B4-BE49-F238E27FC236}">
                        <a16:creationId xmlns:a16="http://schemas.microsoft.com/office/drawing/2014/main" id="{E4A479E9-9855-EB89-DA27-07CB41D6F676}"/>
                      </a:ext>
                    </a:extLst>
                  </p:cNvPr>
                  <p:cNvGrpSpPr/>
                  <p:nvPr/>
                </p:nvGrpSpPr>
                <p:grpSpPr>
                  <a:xfrm>
                    <a:off x="975261" y="4574251"/>
                    <a:ext cx="97793" cy="92510"/>
                    <a:chOff x="975261" y="4574251"/>
                    <a:chExt cx="97793" cy="92510"/>
                  </a:xfrm>
                  <a:solidFill>
                    <a:srgbClr val="2B2B32"/>
                  </a:solidFill>
                </p:grpSpPr>
                <p:sp>
                  <p:nvSpPr>
                    <p:cNvPr id="286" name="Freeform: Shape 285">
                      <a:extLst>
                        <a:ext uri="{FF2B5EF4-FFF2-40B4-BE49-F238E27FC236}">
                          <a16:creationId xmlns:a16="http://schemas.microsoft.com/office/drawing/2014/main" id="{9CA75AF5-D857-4829-772D-EBB7E9B9D0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1501" y="4607744"/>
                      <a:ext cx="3292" cy="3293"/>
                    </a:xfrm>
                    <a:custGeom>
                      <a:avLst/>
                      <a:gdLst>
                        <a:gd name="connsiteX0" fmla="*/ 3086 w 3292"/>
                        <a:gd name="connsiteY0" fmla="*/ 849 h 3293"/>
                        <a:gd name="connsiteX1" fmla="*/ 2444 w 3292"/>
                        <a:gd name="connsiteY1" fmla="*/ 3084 h 3293"/>
                        <a:gd name="connsiteX2" fmla="*/ 207 w 3292"/>
                        <a:gd name="connsiteY2" fmla="*/ 2450 h 3293"/>
                        <a:gd name="connsiteX3" fmla="*/ 849 w 3292"/>
                        <a:gd name="connsiteY3" fmla="*/ 199 h 3293"/>
                        <a:gd name="connsiteX4" fmla="*/ 3086 w 3292"/>
                        <a:gd name="connsiteY4" fmla="*/ 849 h 32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3">
                          <a:moveTo>
                            <a:pt x="3086" y="849"/>
                          </a:moveTo>
                          <a:cubicBezTo>
                            <a:pt x="3526" y="1641"/>
                            <a:pt x="3240" y="2640"/>
                            <a:pt x="2444" y="3084"/>
                          </a:cubicBezTo>
                          <a:cubicBezTo>
                            <a:pt x="1649" y="3528"/>
                            <a:pt x="647" y="3242"/>
                            <a:pt x="207" y="2450"/>
                          </a:cubicBezTo>
                          <a:cubicBezTo>
                            <a:pt x="-234" y="1641"/>
                            <a:pt x="53" y="643"/>
                            <a:pt x="849" y="199"/>
                          </a:cubicBezTo>
                          <a:cubicBezTo>
                            <a:pt x="1645" y="-229"/>
                            <a:pt x="2645" y="56"/>
                            <a:pt x="3086" y="8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87" name="Freeform: Shape 286">
                      <a:extLst>
                        <a:ext uri="{FF2B5EF4-FFF2-40B4-BE49-F238E27FC236}">
                          <a16:creationId xmlns:a16="http://schemas.microsoft.com/office/drawing/2014/main" id="{73246796-DC28-3D2D-A4F9-0A36A37FE6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2472" y="4607546"/>
                      <a:ext cx="3292" cy="3296"/>
                    </a:xfrm>
                    <a:custGeom>
                      <a:avLst/>
                      <a:gdLst>
                        <a:gd name="connsiteX0" fmla="*/ 3086 w 3292"/>
                        <a:gd name="connsiteY0" fmla="*/ 856 h 3296"/>
                        <a:gd name="connsiteX1" fmla="*/ 2444 w 3292"/>
                        <a:gd name="connsiteY1" fmla="*/ 3091 h 3296"/>
                        <a:gd name="connsiteX2" fmla="*/ 207 w 3292"/>
                        <a:gd name="connsiteY2" fmla="*/ 2441 h 3296"/>
                        <a:gd name="connsiteX3" fmla="*/ 849 w 3292"/>
                        <a:gd name="connsiteY3" fmla="*/ 206 h 3296"/>
                        <a:gd name="connsiteX4" fmla="*/ 3086 w 3292"/>
                        <a:gd name="connsiteY4" fmla="*/ 856 h 32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6">
                          <a:moveTo>
                            <a:pt x="3086" y="856"/>
                          </a:moveTo>
                          <a:cubicBezTo>
                            <a:pt x="3526" y="1648"/>
                            <a:pt x="3240" y="2647"/>
                            <a:pt x="2444" y="3091"/>
                          </a:cubicBezTo>
                          <a:cubicBezTo>
                            <a:pt x="1649" y="3535"/>
                            <a:pt x="647" y="3234"/>
                            <a:pt x="207" y="2441"/>
                          </a:cubicBezTo>
                          <a:cubicBezTo>
                            <a:pt x="-234" y="1648"/>
                            <a:pt x="53" y="650"/>
                            <a:pt x="849" y="206"/>
                          </a:cubicBezTo>
                          <a:cubicBezTo>
                            <a:pt x="1643" y="-238"/>
                            <a:pt x="2645" y="63"/>
                            <a:pt x="3086" y="85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88" name="Freeform: Shape 287">
                      <a:extLst>
                        <a:ext uri="{FF2B5EF4-FFF2-40B4-BE49-F238E27FC236}">
                          <a16:creationId xmlns:a16="http://schemas.microsoft.com/office/drawing/2014/main" id="{7705E7DF-E214-DAD1-DF38-BAB41671BC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8324" y="4614708"/>
                      <a:ext cx="3292" cy="3293"/>
                    </a:xfrm>
                    <a:custGeom>
                      <a:avLst/>
                      <a:gdLst>
                        <a:gd name="connsiteX0" fmla="*/ 3086 w 3292"/>
                        <a:gd name="connsiteY0" fmla="*/ 843 h 3293"/>
                        <a:gd name="connsiteX1" fmla="*/ 2444 w 3292"/>
                        <a:gd name="connsiteY1" fmla="*/ 3095 h 3293"/>
                        <a:gd name="connsiteX2" fmla="*/ 207 w 3292"/>
                        <a:gd name="connsiteY2" fmla="*/ 2445 h 3293"/>
                        <a:gd name="connsiteX3" fmla="*/ 849 w 3292"/>
                        <a:gd name="connsiteY3" fmla="*/ 209 h 3293"/>
                        <a:gd name="connsiteX4" fmla="*/ 3086 w 3292"/>
                        <a:gd name="connsiteY4" fmla="*/ 843 h 32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3">
                          <a:moveTo>
                            <a:pt x="3086" y="843"/>
                          </a:moveTo>
                          <a:cubicBezTo>
                            <a:pt x="3526" y="1652"/>
                            <a:pt x="3239" y="2651"/>
                            <a:pt x="2444" y="3095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3" y="-234"/>
                            <a:pt x="2645" y="51"/>
                            <a:pt x="3086" y="84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89" name="Freeform: Shape 288">
                      <a:extLst>
                        <a:ext uri="{FF2B5EF4-FFF2-40B4-BE49-F238E27FC236}">
                          <a16:creationId xmlns:a16="http://schemas.microsoft.com/office/drawing/2014/main" id="{879C30A2-72F4-B8FE-6329-70D3119EFF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928" y="4597682"/>
                      <a:ext cx="3292" cy="3299"/>
                    </a:xfrm>
                    <a:custGeom>
                      <a:avLst/>
                      <a:gdLst>
                        <a:gd name="connsiteX0" fmla="*/ 3086 w 3292"/>
                        <a:gd name="connsiteY0" fmla="*/ 859 h 3299"/>
                        <a:gd name="connsiteX1" fmla="*/ 2444 w 3292"/>
                        <a:gd name="connsiteY1" fmla="*/ 3094 h 3299"/>
                        <a:gd name="connsiteX2" fmla="*/ 207 w 3292"/>
                        <a:gd name="connsiteY2" fmla="*/ 2444 h 3299"/>
                        <a:gd name="connsiteX3" fmla="*/ 849 w 3292"/>
                        <a:gd name="connsiteY3" fmla="*/ 209 h 3299"/>
                        <a:gd name="connsiteX4" fmla="*/ 3086 w 3292"/>
                        <a:gd name="connsiteY4" fmla="*/ 859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9">
                          <a:moveTo>
                            <a:pt x="3086" y="859"/>
                          </a:moveTo>
                          <a:cubicBezTo>
                            <a:pt x="3526" y="1651"/>
                            <a:pt x="3239" y="2650"/>
                            <a:pt x="2444" y="3094"/>
                          </a:cubicBezTo>
                          <a:cubicBezTo>
                            <a:pt x="1649" y="3538"/>
                            <a:pt x="647" y="3237"/>
                            <a:pt x="207" y="2444"/>
                          </a:cubicBezTo>
                          <a:cubicBezTo>
                            <a:pt x="-234" y="1651"/>
                            <a:pt x="53" y="653"/>
                            <a:pt x="849" y="209"/>
                          </a:cubicBezTo>
                          <a:cubicBezTo>
                            <a:pt x="1645" y="-235"/>
                            <a:pt x="2645" y="50"/>
                            <a:pt x="3086" y="85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90" name="Freeform: Shape 289">
                      <a:extLst>
                        <a:ext uri="{FF2B5EF4-FFF2-40B4-BE49-F238E27FC236}">
                          <a16:creationId xmlns:a16="http://schemas.microsoft.com/office/drawing/2014/main" id="{4A0F6FAA-E31B-6EFD-A160-5EAB397928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525" y="4618259"/>
                      <a:ext cx="3292" cy="3288"/>
                    </a:xfrm>
                    <a:custGeom>
                      <a:avLst/>
                      <a:gdLst>
                        <a:gd name="connsiteX0" fmla="*/ 3086 w 3292"/>
                        <a:gd name="connsiteY0" fmla="*/ 844 h 3288"/>
                        <a:gd name="connsiteX1" fmla="*/ 2444 w 3292"/>
                        <a:gd name="connsiteY1" fmla="*/ 3079 h 3288"/>
                        <a:gd name="connsiteX2" fmla="*/ 207 w 3292"/>
                        <a:gd name="connsiteY2" fmla="*/ 2445 h 3288"/>
                        <a:gd name="connsiteX3" fmla="*/ 849 w 3292"/>
                        <a:gd name="connsiteY3" fmla="*/ 209 h 3288"/>
                        <a:gd name="connsiteX4" fmla="*/ 3086 w 3292"/>
                        <a:gd name="connsiteY4" fmla="*/ 844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086" y="844"/>
                          </a:moveTo>
                          <a:cubicBezTo>
                            <a:pt x="3526" y="1636"/>
                            <a:pt x="3240" y="2651"/>
                            <a:pt x="2444" y="3079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3" y="-235"/>
                            <a:pt x="2645" y="51"/>
                            <a:pt x="3086" y="84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91" name="Freeform: Shape 290">
                      <a:extLst>
                        <a:ext uri="{FF2B5EF4-FFF2-40B4-BE49-F238E27FC236}">
                          <a16:creationId xmlns:a16="http://schemas.microsoft.com/office/drawing/2014/main" id="{C82DCF3D-4C56-ABDB-B922-1B0336C3F9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6621" y="4600388"/>
                      <a:ext cx="3292" cy="3292"/>
                    </a:xfrm>
                    <a:custGeom>
                      <a:avLst/>
                      <a:gdLst>
                        <a:gd name="connsiteX0" fmla="*/ 3086 w 3292"/>
                        <a:gd name="connsiteY0" fmla="*/ 849 h 3292"/>
                        <a:gd name="connsiteX1" fmla="*/ 2444 w 3292"/>
                        <a:gd name="connsiteY1" fmla="*/ 3084 h 3292"/>
                        <a:gd name="connsiteX2" fmla="*/ 207 w 3292"/>
                        <a:gd name="connsiteY2" fmla="*/ 2434 h 3292"/>
                        <a:gd name="connsiteX3" fmla="*/ 849 w 3292"/>
                        <a:gd name="connsiteY3" fmla="*/ 199 h 3292"/>
                        <a:gd name="connsiteX4" fmla="*/ 3086 w 3292"/>
                        <a:gd name="connsiteY4" fmla="*/ 8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2">
                          <a:moveTo>
                            <a:pt x="3086" y="849"/>
                          </a:moveTo>
                          <a:cubicBezTo>
                            <a:pt x="3526" y="1641"/>
                            <a:pt x="3239" y="2640"/>
                            <a:pt x="2444" y="3084"/>
                          </a:cubicBezTo>
                          <a:cubicBezTo>
                            <a:pt x="1649" y="3528"/>
                            <a:pt x="647" y="3242"/>
                            <a:pt x="207" y="2434"/>
                          </a:cubicBezTo>
                          <a:cubicBezTo>
                            <a:pt x="-234" y="1641"/>
                            <a:pt x="53" y="643"/>
                            <a:pt x="849" y="199"/>
                          </a:cubicBezTo>
                          <a:cubicBezTo>
                            <a:pt x="1645" y="-229"/>
                            <a:pt x="2645" y="56"/>
                            <a:pt x="3086" y="8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92" name="Freeform: Shape 291">
                      <a:extLst>
                        <a:ext uri="{FF2B5EF4-FFF2-40B4-BE49-F238E27FC236}">
                          <a16:creationId xmlns:a16="http://schemas.microsoft.com/office/drawing/2014/main" id="{881A7958-364B-B8FC-FAF0-170D4A04F7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0165" y="4609968"/>
                      <a:ext cx="3292" cy="3288"/>
                    </a:xfrm>
                    <a:custGeom>
                      <a:avLst/>
                      <a:gdLst>
                        <a:gd name="connsiteX0" fmla="*/ 3086 w 3292"/>
                        <a:gd name="connsiteY0" fmla="*/ 843 h 3288"/>
                        <a:gd name="connsiteX1" fmla="*/ 2444 w 3292"/>
                        <a:gd name="connsiteY1" fmla="*/ 3079 h 3288"/>
                        <a:gd name="connsiteX2" fmla="*/ 207 w 3292"/>
                        <a:gd name="connsiteY2" fmla="*/ 2445 h 3288"/>
                        <a:gd name="connsiteX3" fmla="*/ 849 w 3292"/>
                        <a:gd name="connsiteY3" fmla="*/ 209 h 3288"/>
                        <a:gd name="connsiteX4" fmla="*/ 3086 w 3292"/>
                        <a:gd name="connsiteY4" fmla="*/ 843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086" y="843"/>
                          </a:moveTo>
                          <a:cubicBezTo>
                            <a:pt x="3526" y="1636"/>
                            <a:pt x="3240" y="2651"/>
                            <a:pt x="2444" y="3079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5" y="-234"/>
                            <a:pt x="2645" y="51"/>
                            <a:pt x="3086" y="84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93" name="Freeform: Shape 292">
                      <a:extLst>
                        <a:ext uri="{FF2B5EF4-FFF2-40B4-BE49-F238E27FC236}">
                          <a16:creationId xmlns:a16="http://schemas.microsoft.com/office/drawing/2014/main" id="{FDBD0D3C-FE23-B336-BD9F-C136EE0BA2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6567" y="4628305"/>
                      <a:ext cx="3292" cy="3293"/>
                    </a:xfrm>
                    <a:custGeom>
                      <a:avLst/>
                      <a:gdLst>
                        <a:gd name="connsiteX0" fmla="*/ 3086 w 3292"/>
                        <a:gd name="connsiteY0" fmla="*/ 849 h 3293"/>
                        <a:gd name="connsiteX1" fmla="*/ 2444 w 3292"/>
                        <a:gd name="connsiteY1" fmla="*/ 3084 h 3293"/>
                        <a:gd name="connsiteX2" fmla="*/ 207 w 3292"/>
                        <a:gd name="connsiteY2" fmla="*/ 2450 h 3293"/>
                        <a:gd name="connsiteX3" fmla="*/ 849 w 3292"/>
                        <a:gd name="connsiteY3" fmla="*/ 199 h 3293"/>
                        <a:gd name="connsiteX4" fmla="*/ 3086 w 3292"/>
                        <a:gd name="connsiteY4" fmla="*/ 849 h 32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3">
                          <a:moveTo>
                            <a:pt x="3086" y="849"/>
                          </a:moveTo>
                          <a:cubicBezTo>
                            <a:pt x="3526" y="1641"/>
                            <a:pt x="3239" y="2640"/>
                            <a:pt x="2444" y="3084"/>
                          </a:cubicBezTo>
                          <a:cubicBezTo>
                            <a:pt x="1649" y="3528"/>
                            <a:pt x="647" y="3242"/>
                            <a:pt x="207" y="2450"/>
                          </a:cubicBezTo>
                          <a:cubicBezTo>
                            <a:pt x="-234" y="1657"/>
                            <a:pt x="53" y="643"/>
                            <a:pt x="849" y="199"/>
                          </a:cubicBezTo>
                          <a:cubicBezTo>
                            <a:pt x="1643" y="-229"/>
                            <a:pt x="2645" y="56"/>
                            <a:pt x="3086" y="8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94" name="Freeform: Shape 293">
                      <a:extLst>
                        <a:ext uri="{FF2B5EF4-FFF2-40B4-BE49-F238E27FC236}">
                          <a16:creationId xmlns:a16="http://schemas.microsoft.com/office/drawing/2014/main" id="{7C67DA1F-8161-484F-5D43-B1FE8A7E5F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7539" y="4628115"/>
                      <a:ext cx="3292" cy="3292"/>
                    </a:xfrm>
                    <a:custGeom>
                      <a:avLst/>
                      <a:gdLst>
                        <a:gd name="connsiteX0" fmla="*/ 3086 w 3292"/>
                        <a:gd name="connsiteY0" fmla="*/ 849 h 3292"/>
                        <a:gd name="connsiteX1" fmla="*/ 2444 w 3292"/>
                        <a:gd name="connsiteY1" fmla="*/ 3084 h 3292"/>
                        <a:gd name="connsiteX2" fmla="*/ 207 w 3292"/>
                        <a:gd name="connsiteY2" fmla="*/ 2434 h 3292"/>
                        <a:gd name="connsiteX3" fmla="*/ 849 w 3292"/>
                        <a:gd name="connsiteY3" fmla="*/ 199 h 3292"/>
                        <a:gd name="connsiteX4" fmla="*/ 3086 w 3292"/>
                        <a:gd name="connsiteY4" fmla="*/ 8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2">
                          <a:moveTo>
                            <a:pt x="3086" y="849"/>
                          </a:moveTo>
                          <a:cubicBezTo>
                            <a:pt x="3526" y="1641"/>
                            <a:pt x="3240" y="2640"/>
                            <a:pt x="2444" y="3084"/>
                          </a:cubicBezTo>
                          <a:cubicBezTo>
                            <a:pt x="1649" y="3528"/>
                            <a:pt x="647" y="3242"/>
                            <a:pt x="207" y="2434"/>
                          </a:cubicBezTo>
                          <a:cubicBezTo>
                            <a:pt x="-234" y="1641"/>
                            <a:pt x="53" y="643"/>
                            <a:pt x="849" y="199"/>
                          </a:cubicBezTo>
                          <a:cubicBezTo>
                            <a:pt x="1643" y="-229"/>
                            <a:pt x="2645" y="56"/>
                            <a:pt x="3086" y="8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95" name="Freeform: Shape 294">
                      <a:extLst>
                        <a:ext uri="{FF2B5EF4-FFF2-40B4-BE49-F238E27FC236}">
                          <a16:creationId xmlns:a16="http://schemas.microsoft.com/office/drawing/2014/main" id="{E78AE820-A1AC-A92C-7CED-D2B3858440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3388" y="4635274"/>
                      <a:ext cx="3292" cy="3289"/>
                    </a:xfrm>
                    <a:custGeom>
                      <a:avLst/>
                      <a:gdLst>
                        <a:gd name="connsiteX0" fmla="*/ 3086 w 3292"/>
                        <a:gd name="connsiteY0" fmla="*/ 856 h 3289"/>
                        <a:gd name="connsiteX1" fmla="*/ 2444 w 3292"/>
                        <a:gd name="connsiteY1" fmla="*/ 3091 h 3289"/>
                        <a:gd name="connsiteX2" fmla="*/ 207 w 3292"/>
                        <a:gd name="connsiteY2" fmla="*/ 2441 h 3289"/>
                        <a:gd name="connsiteX3" fmla="*/ 849 w 3292"/>
                        <a:gd name="connsiteY3" fmla="*/ 206 h 3289"/>
                        <a:gd name="connsiteX4" fmla="*/ 3086 w 3292"/>
                        <a:gd name="connsiteY4" fmla="*/ 856 h 32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9">
                          <a:moveTo>
                            <a:pt x="3086" y="856"/>
                          </a:moveTo>
                          <a:cubicBezTo>
                            <a:pt x="3526" y="1648"/>
                            <a:pt x="3240" y="2647"/>
                            <a:pt x="2444" y="3091"/>
                          </a:cubicBezTo>
                          <a:cubicBezTo>
                            <a:pt x="1649" y="3519"/>
                            <a:pt x="647" y="3234"/>
                            <a:pt x="207" y="2441"/>
                          </a:cubicBezTo>
                          <a:cubicBezTo>
                            <a:pt x="-234" y="1648"/>
                            <a:pt x="53" y="650"/>
                            <a:pt x="849" y="206"/>
                          </a:cubicBezTo>
                          <a:cubicBezTo>
                            <a:pt x="1645" y="-238"/>
                            <a:pt x="2647" y="63"/>
                            <a:pt x="3086" y="85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96" name="Freeform: Shape 295">
                      <a:extLst>
                        <a:ext uri="{FF2B5EF4-FFF2-40B4-BE49-F238E27FC236}">
                          <a16:creationId xmlns:a16="http://schemas.microsoft.com/office/drawing/2014/main" id="{AA6D0F76-B222-A3C7-57D2-1562A274D0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0995" y="4618254"/>
                      <a:ext cx="3292" cy="3292"/>
                    </a:xfrm>
                    <a:custGeom>
                      <a:avLst/>
                      <a:gdLst>
                        <a:gd name="connsiteX0" fmla="*/ 3086 w 3292"/>
                        <a:gd name="connsiteY0" fmla="*/ 849 h 3292"/>
                        <a:gd name="connsiteX1" fmla="*/ 2444 w 3292"/>
                        <a:gd name="connsiteY1" fmla="*/ 3084 h 3292"/>
                        <a:gd name="connsiteX2" fmla="*/ 207 w 3292"/>
                        <a:gd name="connsiteY2" fmla="*/ 2434 h 3292"/>
                        <a:gd name="connsiteX3" fmla="*/ 849 w 3292"/>
                        <a:gd name="connsiteY3" fmla="*/ 199 h 3292"/>
                        <a:gd name="connsiteX4" fmla="*/ 3086 w 3292"/>
                        <a:gd name="connsiteY4" fmla="*/ 8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2">
                          <a:moveTo>
                            <a:pt x="3086" y="849"/>
                          </a:moveTo>
                          <a:cubicBezTo>
                            <a:pt x="3526" y="1641"/>
                            <a:pt x="3240" y="2640"/>
                            <a:pt x="2444" y="3084"/>
                          </a:cubicBezTo>
                          <a:cubicBezTo>
                            <a:pt x="1649" y="3528"/>
                            <a:pt x="647" y="3242"/>
                            <a:pt x="207" y="2434"/>
                          </a:cubicBezTo>
                          <a:cubicBezTo>
                            <a:pt x="-234" y="1641"/>
                            <a:pt x="53" y="643"/>
                            <a:pt x="849" y="199"/>
                          </a:cubicBezTo>
                          <a:cubicBezTo>
                            <a:pt x="1643" y="-229"/>
                            <a:pt x="2645" y="56"/>
                            <a:pt x="3086" y="8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97" name="Freeform: Shape 296">
                      <a:extLst>
                        <a:ext uri="{FF2B5EF4-FFF2-40B4-BE49-F238E27FC236}">
                          <a16:creationId xmlns:a16="http://schemas.microsoft.com/office/drawing/2014/main" id="{131F19F4-AB72-D62C-1879-36AFCC01D7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3590" y="4638822"/>
                      <a:ext cx="3292" cy="3292"/>
                    </a:xfrm>
                    <a:custGeom>
                      <a:avLst/>
                      <a:gdLst>
                        <a:gd name="connsiteX0" fmla="*/ 3086 w 3292"/>
                        <a:gd name="connsiteY0" fmla="*/ 859 h 3292"/>
                        <a:gd name="connsiteX1" fmla="*/ 2444 w 3292"/>
                        <a:gd name="connsiteY1" fmla="*/ 3094 h 3292"/>
                        <a:gd name="connsiteX2" fmla="*/ 207 w 3292"/>
                        <a:gd name="connsiteY2" fmla="*/ 2444 h 3292"/>
                        <a:gd name="connsiteX3" fmla="*/ 849 w 3292"/>
                        <a:gd name="connsiteY3" fmla="*/ 209 h 3292"/>
                        <a:gd name="connsiteX4" fmla="*/ 3086 w 3292"/>
                        <a:gd name="connsiteY4" fmla="*/ 85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2">
                          <a:moveTo>
                            <a:pt x="3086" y="859"/>
                          </a:moveTo>
                          <a:cubicBezTo>
                            <a:pt x="3526" y="1652"/>
                            <a:pt x="3239" y="2650"/>
                            <a:pt x="2444" y="3094"/>
                          </a:cubicBezTo>
                          <a:cubicBezTo>
                            <a:pt x="1649" y="3522"/>
                            <a:pt x="647" y="3237"/>
                            <a:pt x="207" y="2444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5" y="-235"/>
                            <a:pt x="2645" y="50"/>
                            <a:pt x="3086" y="85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98" name="Freeform: Shape 297">
                      <a:extLst>
                        <a:ext uri="{FF2B5EF4-FFF2-40B4-BE49-F238E27FC236}">
                          <a16:creationId xmlns:a16="http://schemas.microsoft.com/office/drawing/2014/main" id="{9CD65DF6-52F5-CBCC-2FA2-477949C36B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1687" y="4620949"/>
                      <a:ext cx="3292" cy="3293"/>
                    </a:xfrm>
                    <a:custGeom>
                      <a:avLst/>
                      <a:gdLst>
                        <a:gd name="connsiteX0" fmla="*/ 3086 w 3292"/>
                        <a:gd name="connsiteY0" fmla="*/ 849 h 3293"/>
                        <a:gd name="connsiteX1" fmla="*/ 2444 w 3292"/>
                        <a:gd name="connsiteY1" fmla="*/ 3084 h 3293"/>
                        <a:gd name="connsiteX2" fmla="*/ 207 w 3292"/>
                        <a:gd name="connsiteY2" fmla="*/ 2450 h 3293"/>
                        <a:gd name="connsiteX3" fmla="*/ 849 w 3292"/>
                        <a:gd name="connsiteY3" fmla="*/ 199 h 3293"/>
                        <a:gd name="connsiteX4" fmla="*/ 3086 w 3292"/>
                        <a:gd name="connsiteY4" fmla="*/ 849 h 32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3">
                          <a:moveTo>
                            <a:pt x="3086" y="849"/>
                          </a:moveTo>
                          <a:cubicBezTo>
                            <a:pt x="3526" y="1641"/>
                            <a:pt x="3239" y="2640"/>
                            <a:pt x="2444" y="3084"/>
                          </a:cubicBezTo>
                          <a:cubicBezTo>
                            <a:pt x="1649" y="3528"/>
                            <a:pt x="647" y="3242"/>
                            <a:pt x="207" y="2450"/>
                          </a:cubicBezTo>
                          <a:cubicBezTo>
                            <a:pt x="-234" y="1657"/>
                            <a:pt x="53" y="643"/>
                            <a:pt x="849" y="199"/>
                          </a:cubicBezTo>
                          <a:cubicBezTo>
                            <a:pt x="1643" y="-229"/>
                            <a:pt x="2645" y="56"/>
                            <a:pt x="3086" y="8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99" name="Freeform: Shape 298">
                      <a:extLst>
                        <a:ext uri="{FF2B5EF4-FFF2-40B4-BE49-F238E27FC236}">
                          <a16:creationId xmlns:a16="http://schemas.microsoft.com/office/drawing/2014/main" id="{2984A506-F45E-AA7B-1C90-CC690D584A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5232" y="4630530"/>
                      <a:ext cx="3292" cy="3288"/>
                    </a:xfrm>
                    <a:custGeom>
                      <a:avLst/>
                      <a:gdLst>
                        <a:gd name="connsiteX0" fmla="*/ 3086 w 3292"/>
                        <a:gd name="connsiteY0" fmla="*/ 844 h 3288"/>
                        <a:gd name="connsiteX1" fmla="*/ 2444 w 3292"/>
                        <a:gd name="connsiteY1" fmla="*/ 3079 h 3288"/>
                        <a:gd name="connsiteX2" fmla="*/ 207 w 3292"/>
                        <a:gd name="connsiteY2" fmla="*/ 2445 h 3288"/>
                        <a:gd name="connsiteX3" fmla="*/ 849 w 3292"/>
                        <a:gd name="connsiteY3" fmla="*/ 209 h 3288"/>
                        <a:gd name="connsiteX4" fmla="*/ 3086 w 3292"/>
                        <a:gd name="connsiteY4" fmla="*/ 844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086" y="844"/>
                          </a:moveTo>
                          <a:cubicBezTo>
                            <a:pt x="3526" y="1652"/>
                            <a:pt x="3240" y="2651"/>
                            <a:pt x="2444" y="3079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3" y="-235"/>
                            <a:pt x="2645" y="51"/>
                            <a:pt x="3086" y="84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0" name="Freeform: Shape 299">
                      <a:extLst>
                        <a:ext uri="{FF2B5EF4-FFF2-40B4-BE49-F238E27FC236}">
                          <a16:creationId xmlns:a16="http://schemas.microsoft.com/office/drawing/2014/main" id="{ECA5BFFC-33DD-3CCC-EB6B-F133E68EDA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148" y="4605022"/>
                      <a:ext cx="3292" cy="3299"/>
                    </a:xfrm>
                    <a:custGeom>
                      <a:avLst/>
                      <a:gdLst>
                        <a:gd name="connsiteX0" fmla="*/ 3086 w 3292"/>
                        <a:gd name="connsiteY0" fmla="*/ 859 h 3299"/>
                        <a:gd name="connsiteX1" fmla="*/ 2444 w 3292"/>
                        <a:gd name="connsiteY1" fmla="*/ 3094 h 3299"/>
                        <a:gd name="connsiteX2" fmla="*/ 207 w 3292"/>
                        <a:gd name="connsiteY2" fmla="*/ 2444 h 3299"/>
                        <a:gd name="connsiteX3" fmla="*/ 849 w 3292"/>
                        <a:gd name="connsiteY3" fmla="*/ 209 h 3299"/>
                        <a:gd name="connsiteX4" fmla="*/ 3086 w 3292"/>
                        <a:gd name="connsiteY4" fmla="*/ 859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9">
                          <a:moveTo>
                            <a:pt x="3086" y="859"/>
                          </a:moveTo>
                          <a:cubicBezTo>
                            <a:pt x="3526" y="1651"/>
                            <a:pt x="3239" y="2650"/>
                            <a:pt x="2444" y="3094"/>
                          </a:cubicBezTo>
                          <a:cubicBezTo>
                            <a:pt x="1649" y="3538"/>
                            <a:pt x="647" y="3237"/>
                            <a:pt x="207" y="2444"/>
                          </a:cubicBezTo>
                          <a:cubicBezTo>
                            <a:pt x="-234" y="1651"/>
                            <a:pt x="53" y="653"/>
                            <a:pt x="849" y="209"/>
                          </a:cubicBezTo>
                          <a:cubicBezTo>
                            <a:pt x="1643" y="-235"/>
                            <a:pt x="2645" y="50"/>
                            <a:pt x="3086" y="85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1" name="Freeform: Shape 300">
                      <a:extLst>
                        <a:ext uri="{FF2B5EF4-FFF2-40B4-BE49-F238E27FC236}">
                          <a16:creationId xmlns:a16="http://schemas.microsoft.com/office/drawing/2014/main" id="{607AB22E-FB03-EA9D-08C5-12EFA6A90B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5119" y="4604832"/>
                      <a:ext cx="3292" cy="3293"/>
                    </a:xfrm>
                    <a:custGeom>
                      <a:avLst/>
                      <a:gdLst>
                        <a:gd name="connsiteX0" fmla="*/ 3086 w 3292"/>
                        <a:gd name="connsiteY0" fmla="*/ 843 h 3293"/>
                        <a:gd name="connsiteX1" fmla="*/ 2444 w 3292"/>
                        <a:gd name="connsiteY1" fmla="*/ 3095 h 3293"/>
                        <a:gd name="connsiteX2" fmla="*/ 207 w 3292"/>
                        <a:gd name="connsiteY2" fmla="*/ 2445 h 3293"/>
                        <a:gd name="connsiteX3" fmla="*/ 849 w 3292"/>
                        <a:gd name="connsiteY3" fmla="*/ 209 h 3293"/>
                        <a:gd name="connsiteX4" fmla="*/ 3086 w 3292"/>
                        <a:gd name="connsiteY4" fmla="*/ 843 h 32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3">
                          <a:moveTo>
                            <a:pt x="3086" y="843"/>
                          </a:moveTo>
                          <a:cubicBezTo>
                            <a:pt x="3526" y="1636"/>
                            <a:pt x="3239" y="2651"/>
                            <a:pt x="2444" y="3095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3" y="-234"/>
                            <a:pt x="2645" y="51"/>
                            <a:pt x="3086" y="84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2" name="Freeform: Shape 301">
                      <a:extLst>
                        <a:ext uri="{FF2B5EF4-FFF2-40B4-BE49-F238E27FC236}">
                          <a16:creationId xmlns:a16="http://schemas.microsoft.com/office/drawing/2014/main" id="{9708F5F2-F35B-0A5A-9A03-EB48E6EF40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969" y="4611997"/>
                      <a:ext cx="3292" cy="3288"/>
                    </a:xfrm>
                    <a:custGeom>
                      <a:avLst/>
                      <a:gdLst>
                        <a:gd name="connsiteX0" fmla="*/ 3086 w 3292"/>
                        <a:gd name="connsiteY0" fmla="*/ 843 h 3288"/>
                        <a:gd name="connsiteX1" fmla="*/ 2444 w 3292"/>
                        <a:gd name="connsiteY1" fmla="*/ 3079 h 3288"/>
                        <a:gd name="connsiteX2" fmla="*/ 207 w 3292"/>
                        <a:gd name="connsiteY2" fmla="*/ 2445 h 3288"/>
                        <a:gd name="connsiteX3" fmla="*/ 849 w 3292"/>
                        <a:gd name="connsiteY3" fmla="*/ 209 h 3288"/>
                        <a:gd name="connsiteX4" fmla="*/ 3086 w 3292"/>
                        <a:gd name="connsiteY4" fmla="*/ 843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086" y="843"/>
                          </a:moveTo>
                          <a:cubicBezTo>
                            <a:pt x="3526" y="1636"/>
                            <a:pt x="3239" y="2651"/>
                            <a:pt x="2444" y="3079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5" y="-234"/>
                            <a:pt x="2647" y="51"/>
                            <a:pt x="3086" y="84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3" name="Freeform: Shape 302">
                      <a:extLst>
                        <a:ext uri="{FF2B5EF4-FFF2-40B4-BE49-F238E27FC236}">
                          <a16:creationId xmlns:a16="http://schemas.microsoft.com/office/drawing/2014/main" id="{C36A7139-63BB-A665-2390-D708DCB741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8575" y="4594971"/>
                      <a:ext cx="3292" cy="3293"/>
                    </a:xfrm>
                    <a:custGeom>
                      <a:avLst/>
                      <a:gdLst>
                        <a:gd name="connsiteX0" fmla="*/ 3086 w 3292"/>
                        <a:gd name="connsiteY0" fmla="*/ 844 h 3293"/>
                        <a:gd name="connsiteX1" fmla="*/ 2444 w 3292"/>
                        <a:gd name="connsiteY1" fmla="*/ 3095 h 3293"/>
                        <a:gd name="connsiteX2" fmla="*/ 207 w 3292"/>
                        <a:gd name="connsiteY2" fmla="*/ 2445 h 3293"/>
                        <a:gd name="connsiteX3" fmla="*/ 849 w 3292"/>
                        <a:gd name="connsiteY3" fmla="*/ 209 h 3293"/>
                        <a:gd name="connsiteX4" fmla="*/ 3086 w 3292"/>
                        <a:gd name="connsiteY4" fmla="*/ 844 h 32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3">
                          <a:moveTo>
                            <a:pt x="3086" y="844"/>
                          </a:moveTo>
                          <a:cubicBezTo>
                            <a:pt x="3526" y="1652"/>
                            <a:pt x="3239" y="2651"/>
                            <a:pt x="2444" y="3095"/>
                          </a:cubicBezTo>
                          <a:cubicBezTo>
                            <a:pt x="1648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3" y="-235"/>
                            <a:pt x="2645" y="51"/>
                            <a:pt x="3086" y="84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4" name="Freeform: Shape 303">
                      <a:extLst>
                        <a:ext uri="{FF2B5EF4-FFF2-40B4-BE49-F238E27FC236}">
                          <a16:creationId xmlns:a16="http://schemas.microsoft.com/office/drawing/2014/main" id="{2CAC6EB6-4673-4503-3CCB-F45486E8F5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1170" y="4615548"/>
                      <a:ext cx="3292" cy="3288"/>
                    </a:xfrm>
                    <a:custGeom>
                      <a:avLst/>
                      <a:gdLst>
                        <a:gd name="connsiteX0" fmla="*/ 3086 w 3292"/>
                        <a:gd name="connsiteY0" fmla="*/ 843 h 3288"/>
                        <a:gd name="connsiteX1" fmla="*/ 2444 w 3292"/>
                        <a:gd name="connsiteY1" fmla="*/ 3079 h 3288"/>
                        <a:gd name="connsiteX2" fmla="*/ 207 w 3292"/>
                        <a:gd name="connsiteY2" fmla="*/ 2445 h 3288"/>
                        <a:gd name="connsiteX3" fmla="*/ 849 w 3292"/>
                        <a:gd name="connsiteY3" fmla="*/ 209 h 3288"/>
                        <a:gd name="connsiteX4" fmla="*/ 3086 w 3292"/>
                        <a:gd name="connsiteY4" fmla="*/ 843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086" y="843"/>
                          </a:moveTo>
                          <a:cubicBezTo>
                            <a:pt x="3526" y="1636"/>
                            <a:pt x="3240" y="2635"/>
                            <a:pt x="2444" y="3079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37"/>
                            <a:pt x="849" y="209"/>
                          </a:cubicBezTo>
                          <a:cubicBezTo>
                            <a:pt x="1645" y="-234"/>
                            <a:pt x="2645" y="51"/>
                            <a:pt x="3086" y="84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5" name="Freeform: Shape 304">
                      <a:extLst>
                        <a:ext uri="{FF2B5EF4-FFF2-40B4-BE49-F238E27FC236}">
                          <a16:creationId xmlns:a16="http://schemas.microsoft.com/office/drawing/2014/main" id="{0D67EDB2-6C4B-B3FE-A737-96B6DEF4F1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1672" y="4605196"/>
                      <a:ext cx="3292" cy="3288"/>
                    </a:xfrm>
                    <a:custGeom>
                      <a:avLst/>
                      <a:gdLst>
                        <a:gd name="connsiteX0" fmla="*/ 3086 w 3292"/>
                        <a:gd name="connsiteY0" fmla="*/ 843 h 3288"/>
                        <a:gd name="connsiteX1" fmla="*/ 2444 w 3292"/>
                        <a:gd name="connsiteY1" fmla="*/ 3079 h 3288"/>
                        <a:gd name="connsiteX2" fmla="*/ 207 w 3292"/>
                        <a:gd name="connsiteY2" fmla="*/ 2445 h 3288"/>
                        <a:gd name="connsiteX3" fmla="*/ 849 w 3292"/>
                        <a:gd name="connsiteY3" fmla="*/ 209 h 3288"/>
                        <a:gd name="connsiteX4" fmla="*/ 3086 w 3292"/>
                        <a:gd name="connsiteY4" fmla="*/ 843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086" y="843"/>
                          </a:moveTo>
                          <a:cubicBezTo>
                            <a:pt x="3526" y="1636"/>
                            <a:pt x="3239" y="2651"/>
                            <a:pt x="2444" y="3079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3" y="-234"/>
                            <a:pt x="2645" y="51"/>
                            <a:pt x="3086" y="84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6" name="Freeform: Shape 305">
                      <a:extLst>
                        <a:ext uri="{FF2B5EF4-FFF2-40B4-BE49-F238E27FC236}">
                          <a16:creationId xmlns:a16="http://schemas.microsoft.com/office/drawing/2014/main" id="{5187CDA2-82E4-1DD3-E6B1-0BC241E275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1588" y="4616098"/>
                      <a:ext cx="3292" cy="3292"/>
                    </a:xfrm>
                    <a:custGeom>
                      <a:avLst/>
                      <a:gdLst>
                        <a:gd name="connsiteX0" fmla="*/ 3086 w 3292"/>
                        <a:gd name="connsiteY0" fmla="*/ 848 h 3292"/>
                        <a:gd name="connsiteX1" fmla="*/ 2444 w 3292"/>
                        <a:gd name="connsiteY1" fmla="*/ 3084 h 3292"/>
                        <a:gd name="connsiteX2" fmla="*/ 207 w 3292"/>
                        <a:gd name="connsiteY2" fmla="*/ 2434 h 3292"/>
                        <a:gd name="connsiteX3" fmla="*/ 849 w 3292"/>
                        <a:gd name="connsiteY3" fmla="*/ 199 h 3292"/>
                        <a:gd name="connsiteX4" fmla="*/ 3086 w 3292"/>
                        <a:gd name="connsiteY4" fmla="*/ 848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2">
                          <a:moveTo>
                            <a:pt x="3086" y="848"/>
                          </a:moveTo>
                          <a:cubicBezTo>
                            <a:pt x="3526" y="1641"/>
                            <a:pt x="3239" y="2640"/>
                            <a:pt x="2444" y="3084"/>
                          </a:cubicBezTo>
                          <a:cubicBezTo>
                            <a:pt x="1649" y="3528"/>
                            <a:pt x="647" y="3242"/>
                            <a:pt x="207" y="2434"/>
                          </a:cubicBezTo>
                          <a:cubicBezTo>
                            <a:pt x="-234" y="1641"/>
                            <a:pt x="53" y="642"/>
                            <a:pt x="849" y="199"/>
                          </a:cubicBezTo>
                          <a:cubicBezTo>
                            <a:pt x="1645" y="-229"/>
                            <a:pt x="2645" y="56"/>
                            <a:pt x="3086" y="84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7" name="Freeform: Shape 306">
                      <a:extLst>
                        <a:ext uri="{FF2B5EF4-FFF2-40B4-BE49-F238E27FC236}">
                          <a16:creationId xmlns:a16="http://schemas.microsoft.com/office/drawing/2014/main" id="{A16A9DA5-8C05-917A-43DA-BF8C2BA961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2758" y="4584305"/>
                      <a:ext cx="3292" cy="3299"/>
                    </a:xfrm>
                    <a:custGeom>
                      <a:avLst/>
                      <a:gdLst>
                        <a:gd name="connsiteX0" fmla="*/ 3086 w 3292"/>
                        <a:gd name="connsiteY0" fmla="*/ 856 h 3299"/>
                        <a:gd name="connsiteX1" fmla="*/ 2444 w 3292"/>
                        <a:gd name="connsiteY1" fmla="*/ 3091 h 3299"/>
                        <a:gd name="connsiteX2" fmla="*/ 207 w 3292"/>
                        <a:gd name="connsiteY2" fmla="*/ 2441 h 3299"/>
                        <a:gd name="connsiteX3" fmla="*/ 849 w 3292"/>
                        <a:gd name="connsiteY3" fmla="*/ 206 h 3299"/>
                        <a:gd name="connsiteX4" fmla="*/ 3086 w 3292"/>
                        <a:gd name="connsiteY4" fmla="*/ 85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9">
                          <a:moveTo>
                            <a:pt x="3086" y="856"/>
                          </a:moveTo>
                          <a:cubicBezTo>
                            <a:pt x="3526" y="1648"/>
                            <a:pt x="3239" y="2647"/>
                            <a:pt x="2444" y="3091"/>
                          </a:cubicBezTo>
                          <a:cubicBezTo>
                            <a:pt x="1649" y="3535"/>
                            <a:pt x="647" y="3250"/>
                            <a:pt x="207" y="2441"/>
                          </a:cubicBezTo>
                          <a:cubicBezTo>
                            <a:pt x="-234" y="1648"/>
                            <a:pt x="53" y="650"/>
                            <a:pt x="849" y="206"/>
                          </a:cubicBezTo>
                          <a:cubicBezTo>
                            <a:pt x="1643" y="-238"/>
                            <a:pt x="2645" y="63"/>
                            <a:pt x="3086" y="85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8" name="Freeform: Shape 307">
                      <a:extLst>
                        <a:ext uri="{FF2B5EF4-FFF2-40B4-BE49-F238E27FC236}">
                          <a16:creationId xmlns:a16="http://schemas.microsoft.com/office/drawing/2014/main" id="{8665FD53-2A56-0ED6-8203-77530B3239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3729" y="4584112"/>
                      <a:ext cx="3292" cy="3292"/>
                    </a:xfrm>
                    <a:custGeom>
                      <a:avLst/>
                      <a:gdLst>
                        <a:gd name="connsiteX0" fmla="*/ 3086 w 3292"/>
                        <a:gd name="connsiteY0" fmla="*/ 859 h 3292"/>
                        <a:gd name="connsiteX1" fmla="*/ 2444 w 3292"/>
                        <a:gd name="connsiteY1" fmla="*/ 3094 h 3292"/>
                        <a:gd name="connsiteX2" fmla="*/ 207 w 3292"/>
                        <a:gd name="connsiteY2" fmla="*/ 2444 h 3292"/>
                        <a:gd name="connsiteX3" fmla="*/ 849 w 3292"/>
                        <a:gd name="connsiteY3" fmla="*/ 209 h 3292"/>
                        <a:gd name="connsiteX4" fmla="*/ 3086 w 3292"/>
                        <a:gd name="connsiteY4" fmla="*/ 85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2">
                          <a:moveTo>
                            <a:pt x="3086" y="859"/>
                          </a:moveTo>
                          <a:cubicBezTo>
                            <a:pt x="3526" y="1652"/>
                            <a:pt x="3239" y="2650"/>
                            <a:pt x="2444" y="3094"/>
                          </a:cubicBezTo>
                          <a:cubicBezTo>
                            <a:pt x="1649" y="3522"/>
                            <a:pt x="647" y="3237"/>
                            <a:pt x="207" y="2444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3" y="-235"/>
                            <a:pt x="2645" y="50"/>
                            <a:pt x="3086" y="85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9" name="Freeform: Shape 308">
                      <a:extLst>
                        <a:ext uri="{FF2B5EF4-FFF2-40B4-BE49-F238E27FC236}">
                          <a16:creationId xmlns:a16="http://schemas.microsoft.com/office/drawing/2014/main" id="{7545C416-F77B-C04D-5BE2-7F4F4EE022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9581" y="4591277"/>
                      <a:ext cx="3292" cy="3288"/>
                    </a:xfrm>
                    <a:custGeom>
                      <a:avLst/>
                      <a:gdLst>
                        <a:gd name="connsiteX0" fmla="*/ 3086 w 3292"/>
                        <a:gd name="connsiteY0" fmla="*/ 844 h 3288"/>
                        <a:gd name="connsiteX1" fmla="*/ 2444 w 3292"/>
                        <a:gd name="connsiteY1" fmla="*/ 3079 h 3288"/>
                        <a:gd name="connsiteX2" fmla="*/ 207 w 3292"/>
                        <a:gd name="connsiteY2" fmla="*/ 2445 h 3288"/>
                        <a:gd name="connsiteX3" fmla="*/ 849 w 3292"/>
                        <a:gd name="connsiteY3" fmla="*/ 209 h 3288"/>
                        <a:gd name="connsiteX4" fmla="*/ 3086 w 3292"/>
                        <a:gd name="connsiteY4" fmla="*/ 844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086" y="844"/>
                          </a:moveTo>
                          <a:cubicBezTo>
                            <a:pt x="3526" y="1636"/>
                            <a:pt x="3239" y="2651"/>
                            <a:pt x="2444" y="3079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3" y="-235"/>
                            <a:pt x="2645" y="51"/>
                            <a:pt x="3086" y="84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10" name="Freeform: Shape 309">
                      <a:extLst>
                        <a:ext uri="{FF2B5EF4-FFF2-40B4-BE49-F238E27FC236}">
                          <a16:creationId xmlns:a16="http://schemas.microsoft.com/office/drawing/2014/main" id="{965DF862-D46B-A3A5-57D8-402B4A7770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7185" y="4574251"/>
                      <a:ext cx="3292" cy="3292"/>
                    </a:xfrm>
                    <a:custGeom>
                      <a:avLst/>
                      <a:gdLst>
                        <a:gd name="connsiteX0" fmla="*/ 3086 w 3292"/>
                        <a:gd name="connsiteY0" fmla="*/ 859 h 3292"/>
                        <a:gd name="connsiteX1" fmla="*/ 2444 w 3292"/>
                        <a:gd name="connsiteY1" fmla="*/ 3094 h 3292"/>
                        <a:gd name="connsiteX2" fmla="*/ 207 w 3292"/>
                        <a:gd name="connsiteY2" fmla="*/ 2444 h 3292"/>
                        <a:gd name="connsiteX3" fmla="*/ 849 w 3292"/>
                        <a:gd name="connsiteY3" fmla="*/ 209 h 3292"/>
                        <a:gd name="connsiteX4" fmla="*/ 3086 w 3292"/>
                        <a:gd name="connsiteY4" fmla="*/ 85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2">
                          <a:moveTo>
                            <a:pt x="3086" y="859"/>
                          </a:moveTo>
                          <a:cubicBezTo>
                            <a:pt x="3526" y="1652"/>
                            <a:pt x="3239" y="2650"/>
                            <a:pt x="2444" y="3094"/>
                          </a:cubicBezTo>
                          <a:cubicBezTo>
                            <a:pt x="1649" y="3522"/>
                            <a:pt x="647" y="3237"/>
                            <a:pt x="207" y="2444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3" y="-235"/>
                            <a:pt x="2645" y="50"/>
                            <a:pt x="3086" y="85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11" name="Freeform: Shape 310">
                      <a:extLst>
                        <a:ext uri="{FF2B5EF4-FFF2-40B4-BE49-F238E27FC236}">
                          <a16:creationId xmlns:a16="http://schemas.microsoft.com/office/drawing/2014/main" id="{20F1493B-BCC4-7435-8D6A-A5F7ACC060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9780" y="4594828"/>
                      <a:ext cx="3292" cy="3288"/>
                    </a:xfrm>
                    <a:custGeom>
                      <a:avLst/>
                      <a:gdLst>
                        <a:gd name="connsiteX0" fmla="*/ 3086 w 3292"/>
                        <a:gd name="connsiteY0" fmla="*/ 844 h 3288"/>
                        <a:gd name="connsiteX1" fmla="*/ 2444 w 3292"/>
                        <a:gd name="connsiteY1" fmla="*/ 3079 h 3288"/>
                        <a:gd name="connsiteX2" fmla="*/ 207 w 3292"/>
                        <a:gd name="connsiteY2" fmla="*/ 2445 h 3288"/>
                        <a:gd name="connsiteX3" fmla="*/ 849 w 3292"/>
                        <a:gd name="connsiteY3" fmla="*/ 209 h 3288"/>
                        <a:gd name="connsiteX4" fmla="*/ 3086 w 3292"/>
                        <a:gd name="connsiteY4" fmla="*/ 844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086" y="844"/>
                          </a:moveTo>
                          <a:cubicBezTo>
                            <a:pt x="3526" y="1636"/>
                            <a:pt x="3240" y="2651"/>
                            <a:pt x="2444" y="3079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5" y="-235"/>
                            <a:pt x="2645" y="51"/>
                            <a:pt x="3086" y="84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12" name="Freeform: Shape 311">
                      <a:extLst>
                        <a:ext uri="{FF2B5EF4-FFF2-40B4-BE49-F238E27FC236}">
                          <a16:creationId xmlns:a16="http://schemas.microsoft.com/office/drawing/2014/main" id="{64B6CE8E-EDD6-1814-684D-9085A2020F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1040" y="4588165"/>
                      <a:ext cx="3292" cy="3292"/>
                    </a:xfrm>
                    <a:custGeom>
                      <a:avLst/>
                      <a:gdLst>
                        <a:gd name="connsiteX0" fmla="*/ 3086 w 3292"/>
                        <a:gd name="connsiteY0" fmla="*/ 848 h 3292"/>
                        <a:gd name="connsiteX1" fmla="*/ 2444 w 3292"/>
                        <a:gd name="connsiteY1" fmla="*/ 3084 h 3292"/>
                        <a:gd name="connsiteX2" fmla="*/ 207 w 3292"/>
                        <a:gd name="connsiteY2" fmla="*/ 2434 h 3292"/>
                        <a:gd name="connsiteX3" fmla="*/ 849 w 3292"/>
                        <a:gd name="connsiteY3" fmla="*/ 199 h 3292"/>
                        <a:gd name="connsiteX4" fmla="*/ 3086 w 3292"/>
                        <a:gd name="connsiteY4" fmla="*/ 848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2">
                          <a:moveTo>
                            <a:pt x="3086" y="848"/>
                          </a:moveTo>
                          <a:cubicBezTo>
                            <a:pt x="3526" y="1641"/>
                            <a:pt x="3239" y="2640"/>
                            <a:pt x="2444" y="3084"/>
                          </a:cubicBezTo>
                          <a:cubicBezTo>
                            <a:pt x="1649" y="3528"/>
                            <a:pt x="647" y="3242"/>
                            <a:pt x="207" y="2434"/>
                          </a:cubicBezTo>
                          <a:cubicBezTo>
                            <a:pt x="-234" y="1641"/>
                            <a:pt x="53" y="642"/>
                            <a:pt x="849" y="199"/>
                          </a:cubicBezTo>
                          <a:cubicBezTo>
                            <a:pt x="1645" y="-229"/>
                            <a:pt x="2647" y="56"/>
                            <a:pt x="3086" y="84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13" name="Freeform: Shape 312">
                      <a:extLst>
                        <a:ext uri="{FF2B5EF4-FFF2-40B4-BE49-F238E27FC236}">
                          <a16:creationId xmlns:a16="http://schemas.microsoft.com/office/drawing/2014/main" id="{7B1E8D50-8786-5961-7722-ACB4FA178B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1422" y="4586537"/>
                      <a:ext cx="3292" cy="3288"/>
                    </a:xfrm>
                    <a:custGeom>
                      <a:avLst/>
                      <a:gdLst>
                        <a:gd name="connsiteX0" fmla="*/ 3086 w 3292"/>
                        <a:gd name="connsiteY0" fmla="*/ 844 h 3288"/>
                        <a:gd name="connsiteX1" fmla="*/ 2444 w 3292"/>
                        <a:gd name="connsiteY1" fmla="*/ 3079 h 3288"/>
                        <a:gd name="connsiteX2" fmla="*/ 207 w 3292"/>
                        <a:gd name="connsiteY2" fmla="*/ 2445 h 3288"/>
                        <a:gd name="connsiteX3" fmla="*/ 849 w 3292"/>
                        <a:gd name="connsiteY3" fmla="*/ 209 h 3288"/>
                        <a:gd name="connsiteX4" fmla="*/ 3086 w 3292"/>
                        <a:gd name="connsiteY4" fmla="*/ 844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086" y="844"/>
                          </a:moveTo>
                          <a:cubicBezTo>
                            <a:pt x="3526" y="1636"/>
                            <a:pt x="3239" y="2635"/>
                            <a:pt x="2444" y="3079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37"/>
                            <a:pt x="849" y="209"/>
                          </a:cubicBezTo>
                          <a:cubicBezTo>
                            <a:pt x="1643" y="-235"/>
                            <a:pt x="2645" y="51"/>
                            <a:pt x="3086" y="84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14" name="Freeform: Shape 313">
                      <a:extLst>
                        <a:ext uri="{FF2B5EF4-FFF2-40B4-BE49-F238E27FC236}">
                          <a16:creationId xmlns:a16="http://schemas.microsoft.com/office/drawing/2014/main" id="{D898EBCE-C2B9-5A9C-B6F0-80DF5D52A0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1181" y="4631120"/>
                      <a:ext cx="3292" cy="3299"/>
                    </a:xfrm>
                    <a:custGeom>
                      <a:avLst/>
                      <a:gdLst>
                        <a:gd name="connsiteX0" fmla="*/ 3086 w 3292"/>
                        <a:gd name="connsiteY0" fmla="*/ 856 h 3299"/>
                        <a:gd name="connsiteX1" fmla="*/ 2444 w 3292"/>
                        <a:gd name="connsiteY1" fmla="*/ 3091 h 3299"/>
                        <a:gd name="connsiteX2" fmla="*/ 207 w 3292"/>
                        <a:gd name="connsiteY2" fmla="*/ 2441 h 3299"/>
                        <a:gd name="connsiteX3" fmla="*/ 849 w 3292"/>
                        <a:gd name="connsiteY3" fmla="*/ 206 h 3299"/>
                        <a:gd name="connsiteX4" fmla="*/ 3086 w 3292"/>
                        <a:gd name="connsiteY4" fmla="*/ 85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9">
                          <a:moveTo>
                            <a:pt x="3086" y="856"/>
                          </a:moveTo>
                          <a:cubicBezTo>
                            <a:pt x="3526" y="1648"/>
                            <a:pt x="3239" y="2647"/>
                            <a:pt x="2444" y="3091"/>
                          </a:cubicBezTo>
                          <a:cubicBezTo>
                            <a:pt x="1649" y="3535"/>
                            <a:pt x="647" y="3249"/>
                            <a:pt x="207" y="2441"/>
                          </a:cubicBezTo>
                          <a:cubicBezTo>
                            <a:pt x="-234" y="1648"/>
                            <a:pt x="53" y="650"/>
                            <a:pt x="849" y="206"/>
                          </a:cubicBezTo>
                          <a:cubicBezTo>
                            <a:pt x="1645" y="-238"/>
                            <a:pt x="2647" y="63"/>
                            <a:pt x="3086" y="85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15" name="Freeform: Shape 314">
                      <a:extLst>
                        <a:ext uri="{FF2B5EF4-FFF2-40B4-BE49-F238E27FC236}">
                          <a16:creationId xmlns:a16="http://schemas.microsoft.com/office/drawing/2014/main" id="{42D650BA-1C50-B3F3-7C22-F5C6769D51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2152" y="4630927"/>
                      <a:ext cx="3292" cy="3292"/>
                    </a:xfrm>
                    <a:custGeom>
                      <a:avLst/>
                      <a:gdLst>
                        <a:gd name="connsiteX0" fmla="*/ 3086 w 3292"/>
                        <a:gd name="connsiteY0" fmla="*/ 859 h 3292"/>
                        <a:gd name="connsiteX1" fmla="*/ 2444 w 3292"/>
                        <a:gd name="connsiteY1" fmla="*/ 3094 h 3292"/>
                        <a:gd name="connsiteX2" fmla="*/ 207 w 3292"/>
                        <a:gd name="connsiteY2" fmla="*/ 2444 h 3292"/>
                        <a:gd name="connsiteX3" fmla="*/ 849 w 3292"/>
                        <a:gd name="connsiteY3" fmla="*/ 209 h 3292"/>
                        <a:gd name="connsiteX4" fmla="*/ 3086 w 3292"/>
                        <a:gd name="connsiteY4" fmla="*/ 85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2">
                          <a:moveTo>
                            <a:pt x="3086" y="859"/>
                          </a:moveTo>
                          <a:cubicBezTo>
                            <a:pt x="3526" y="1652"/>
                            <a:pt x="3240" y="2650"/>
                            <a:pt x="2444" y="3094"/>
                          </a:cubicBezTo>
                          <a:cubicBezTo>
                            <a:pt x="1649" y="3522"/>
                            <a:pt x="647" y="3237"/>
                            <a:pt x="207" y="2444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5" y="-235"/>
                            <a:pt x="2645" y="50"/>
                            <a:pt x="3086" y="85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16" name="Freeform: Shape 315">
                      <a:extLst>
                        <a:ext uri="{FF2B5EF4-FFF2-40B4-BE49-F238E27FC236}">
                          <a16:creationId xmlns:a16="http://schemas.microsoft.com/office/drawing/2014/main" id="{28AF11A8-CAD9-D6F6-F8E1-4A6E0DE1E3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1890" y="4642579"/>
                      <a:ext cx="3292" cy="3292"/>
                    </a:xfrm>
                    <a:custGeom>
                      <a:avLst/>
                      <a:gdLst>
                        <a:gd name="connsiteX0" fmla="*/ 3086 w 3292"/>
                        <a:gd name="connsiteY0" fmla="*/ 859 h 3292"/>
                        <a:gd name="connsiteX1" fmla="*/ 2444 w 3292"/>
                        <a:gd name="connsiteY1" fmla="*/ 3094 h 3292"/>
                        <a:gd name="connsiteX2" fmla="*/ 207 w 3292"/>
                        <a:gd name="connsiteY2" fmla="*/ 2444 h 3292"/>
                        <a:gd name="connsiteX3" fmla="*/ 849 w 3292"/>
                        <a:gd name="connsiteY3" fmla="*/ 209 h 3292"/>
                        <a:gd name="connsiteX4" fmla="*/ 3086 w 3292"/>
                        <a:gd name="connsiteY4" fmla="*/ 85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2">
                          <a:moveTo>
                            <a:pt x="3086" y="859"/>
                          </a:moveTo>
                          <a:cubicBezTo>
                            <a:pt x="3526" y="1652"/>
                            <a:pt x="3239" y="2650"/>
                            <a:pt x="2444" y="3094"/>
                          </a:cubicBezTo>
                          <a:cubicBezTo>
                            <a:pt x="1649" y="3522"/>
                            <a:pt x="647" y="3237"/>
                            <a:pt x="207" y="2444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3" y="-235"/>
                            <a:pt x="2645" y="50"/>
                            <a:pt x="3086" y="85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17" name="Freeform: Shape 316">
                      <a:extLst>
                        <a:ext uri="{FF2B5EF4-FFF2-40B4-BE49-F238E27FC236}">
                          <a16:creationId xmlns:a16="http://schemas.microsoft.com/office/drawing/2014/main" id="{C28E72A7-2676-99C2-1924-0E27511A14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5610" y="4621065"/>
                      <a:ext cx="3292" cy="3293"/>
                    </a:xfrm>
                    <a:custGeom>
                      <a:avLst/>
                      <a:gdLst>
                        <a:gd name="connsiteX0" fmla="*/ 3086 w 3292"/>
                        <a:gd name="connsiteY0" fmla="*/ 843 h 3293"/>
                        <a:gd name="connsiteX1" fmla="*/ 2444 w 3292"/>
                        <a:gd name="connsiteY1" fmla="*/ 3095 h 3293"/>
                        <a:gd name="connsiteX2" fmla="*/ 207 w 3292"/>
                        <a:gd name="connsiteY2" fmla="*/ 2445 h 3293"/>
                        <a:gd name="connsiteX3" fmla="*/ 849 w 3292"/>
                        <a:gd name="connsiteY3" fmla="*/ 209 h 3293"/>
                        <a:gd name="connsiteX4" fmla="*/ 3086 w 3292"/>
                        <a:gd name="connsiteY4" fmla="*/ 843 h 32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3">
                          <a:moveTo>
                            <a:pt x="3086" y="843"/>
                          </a:moveTo>
                          <a:cubicBezTo>
                            <a:pt x="3526" y="1652"/>
                            <a:pt x="3239" y="2651"/>
                            <a:pt x="2444" y="3095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3" y="-234"/>
                            <a:pt x="2645" y="51"/>
                            <a:pt x="3086" y="84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18" name="Freeform: Shape 317">
                      <a:extLst>
                        <a:ext uri="{FF2B5EF4-FFF2-40B4-BE49-F238E27FC236}">
                          <a16:creationId xmlns:a16="http://schemas.microsoft.com/office/drawing/2014/main" id="{1B01E74D-D4B3-87C7-2243-0FA6828572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8205" y="4641643"/>
                      <a:ext cx="3292" cy="3288"/>
                    </a:xfrm>
                    <a:custGeom>
                      <a:avLst/>
                      <a:gdLst>
                        <a:gd name="connsiteX0" fmla="*/ 3086 w 3292"/>
                        <a:gd name="connsiteY0" fmla="*/ 844 h 3288"/>
                        <a:gd name="connsiteX1" fmla="*/ 2444 w 3292"/>
                        <a:gd name="connsiteY1" fmla="*/ 3079 h 3288"/>
                        <a:gd name="connsiteX2" fmla="*/ 207 w 3292"/>
                        <a:gd name="connsiteY2" fmla="*/ 2445 h 3288"/>
                        <a:gd name="connsiteX3" fmla="*/ 849 w 3292"/>
                        <a:gd name="connsiteY3" fmla="*/ 209 h 3288"/>
                        <a:gd name="connsiteX4" fmla="*/ 3086 w 3292"/>
                        <a:gd name="connsiteY4" fmla="*/ 844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086" y="844"/>
                          </a:moveTo>
                          <a:cubicBezTo>
                            <a:pt x="3526" y="1636"/>
                            <a:pt x="3239" y="2651"/>
                            <a:pt x="2444" y="3079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3" y="-235"/>
                            <a:pt x="2645" y="51"/>
                            <a:pt x="3086" y="84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19" name="Freeform: Shape 318">
                      <a:extLst>
                        <a:ext uri="{FF2B5EF4-FFF2-40B4-BE49-F238E27FC236}">
                          <a16:creationId xmlns:a16="http://schemas.microsoft.com/office/drawing/2014/main" id="{CF6FFA1F-24EE-D880-77A2-DCF93EC60B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6303" y="4623764"/>
                      <a:ext cx="3292" cy="3299"/>
                    </a:xfrm>
                    <a:custGeom>
                      <a:avLst/>
                      <a:gdLst>
                        <a:gd name="connsiteX0" fmla="*/ 3086 w 3292"/>
                        <a:gd name="connsiteY0" fmla="*/ 856 h 3299"/>
                        <a:gd name="connsiteX1" fmla="*/ 2444 w 3292"/>
                        <a:gd name="connsiteY1" fmla="*/ 3091 h 3299"/>
                        <a:gd name="connsiteX2" fmla="*/ 207 w 3292"/>
                        <a:gd name="connsiteY2" fmla="*/ 2441 h 3299"/>
                        <a:gd name="connsiteX3" fmla="*/ 849 w 3292"/>
                        <a:gd name="connsiteY3" fmla="*/ 206 h 3299"/>
                        <a:gd name="connsiteX4" fmla="*/ 3086 w 3292"/>
                        <a:gd name="connsiteY4" fmla="*/ 85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9">
                          <a:moveTo>
                            <a:pt x="3086" y="856"/>
                          </a:moveTo>
                          <a:cubicBezTo>
                            <a:pt x="3526" y="1648"/>
                            <a:pt x="3240" y="2647"/>
                            <a:pt x="2444" y="3091"/>
                          </a:cubicBezTo>
                          <a:cubicBezTo>
                            <a:pt x="1649" y="3535"/>
                            <a:pt x="647" y="3250"/>
                            <a:pt x="207" y="2441"/>
                          </a:cubicBezTo>
                          <a:cubicBezTo>
                            <a:pt x="-234" y="1648"/>
                            <a:pt x="53" y="650"/>
                            <a:pt x="849" y="206"/>
                          </a:cubicBezTo>
                          <a:cubicBezTo>
                            <a:pt x="1643" y="-238"/>
                            <a:pt x="2645" y="63"/>
                            <a:pt x="3086" y="85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0" name="Freeform: Shape 319">
                      <a:extLst>
                        <a:ext uri="{FF2B5EF4-FFF2-40B4-BE49-F238E27FC236}">
                          <a16:creationId xmlns:a16="http://schemas.microsoft.com/office/drawing/2014/main" id="{D60E5DBE-00A7-F0ED-6B7A-32DBE0065E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9845" y="4633352"/>
                      <a:ext cx="3292" cy="3288"/>
                    </a:xfrm>
                    <a:custGeom>
                      <a:avLst/>
                      <a:gdLst>
                        <a:gd name="connsiteX0" fmla="*/ 3086 w 3292"/>
                        <a:gd name="connsiteY0" fmla="*/ 843 h 3288"/>
                        <a:gd name="connsiteX1" fmla="*/ 2444 w 3292"/>
                        <a:gd name="connsiteY1" fmla="*/ 3079 h 3288"/>
                        <a:gd name="connsiteX2" fmla="*/ 207 w 3292"/>
                        <a:gd name="connsiteY2" fmla="*/ 2445 h 3288"/>
                        <a:gd name="connsiteX3" fmla="*/ 849 w 3292"/>
                        <a:gd name="connsiteY3" fmla="*/ 209 h 3288"/>
                        <a:gd name="connsiteX4" fmla="*/ 3086 w 3292"/>
                        <a:gd name="connsiteY4" fmla="*/ 843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086" y="843"/>
                          </a:moveTo>
                          <a:cubicBezTo>
                            <a:pt x="3526" y="1636"/>
                            <a:pt x="3240" y="2635"/>
                            <a:pt x="2444" y="3079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37"/>
                            <a:pt x="849" y="209"/>
                          </a:cubicBezTo>
                          <a:cubicBezTo>
                            <a:pt x="1645" y="-234"/>
                            <a:pt x="2645" y="51"/>
                            <a:pt x="3086" y="84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1" name="Freeform: Shape 320">
                      <a:extLst>
                        <a:ext uri="{FF2B5EF4-FFF2-40B4-BE49-F238E27FC236}">
                          <a16:creationId xmlns:a16="http://schemas.microsoft.com/office/drawing/2014/main" id="{B82DB1E0-6354-B525-C374-07C0263FF1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6596" y="4634509"/>
                      <a:ext cx="3292" cy="3288"/>
                    </a:xfrm>
                    <a:custGeom>
                      <a:avLst/>
                      <a:gdLst>
                        <a:gd name="connsiteX0" fmla="*/ 3086 w 3292"/>
                        <a:gd name="connsiteY0" fmla="*/ 844 h 3288"/>
                        <a:gd name="connsiteX1" fmla="*/ 2444 w 3292"/>
                        <a:gd name="connsiteY1" fmla="*/ 3079 h 3288"/>
                        <a:gd name="connsiteX2" fmla="*/ 207 w 3292"/>
                        <a:gd name="connsiteY2" fmla="*/ 2445 h 3288"/>
                        <a:gd name="connsiteX3" fmla="*/ 849 w 3292"/>
                        <a:gd name="connsiteY3" fmla="*/ 209 h 3288"/>
                        <a:gd name="connsiteX4" fmla="*/ 3086 w 3292"/>
                        <a:gd name="connsiteY4" fmla="*/ 844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086" y="844"/>
                          </a:moveTo>
                          <a:cubicBezTo>
                            <a:pt x="3526" y="1636"/>
                            <a:pt x="3239" y="2651"/>
                            <a:pt x="2444" y="3079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5" y="-235"/>
                            <a:pt x="2647" y="51"/>
                            <a:pt x="3086" y="84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2" name="Freeform: Shape 321">
                      <a:extLst>
                        <a:ext uri="{FF2B5EF4-FFF2-40B4-BE49-F238E27FC236}">
                          <a16:creationId xmlns:a16="http://schemas.microsoft.com/office/drawing/2014/main" id="{80FA090F-4A5A-547B-E208-08648EB3A6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7568" y="4634319"/>
                      <a:ext cx="3292" cy="3288"/>
                    </a:xfrm>
                    <a:custGeom>
                      <a:avLst/>
                      <a:gdLst>
                        <a:gd name="connsiteX0" fmla="*/ 3086 w 3292"/>
                        <a:gd name="connsiteY0" fmla="*/ 843 h 3288"/>
                        <a:gd name="connsiteX1" fmla="*/ 2444 w 3292"/>
                        <a:gd name="connsiteY1" fmla="*/ 3079 h 3288"/>
                        <a:gd name="connsiteX2" fmla="*/ 207 w 3292"/>
                        <a:gd name="connsiteY2" fmla="*/ 2445 h 3288"/>
                        <a:gd name="connsiteX3" fmla="*/ 849 w 3292"/>
                        <a:gd name="connsiteY3" fmla="*/ 209 h 3288"/>
                        <a:gd name="connsiteX4" fmla="*/ 3086 w 3292"/>
                        <a:gd name="connsiteY4" fmla="*/ 843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086" y="843"/>
                          </a:moveTo>
                          <a:cubicBezTo>
                            <a:pt x="3526" y="1636"/>
                            <a:pt x="3239" y="2635"/>
                            <a:pt x="2444" y="3079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38"/>
                            <a:pt x="849" y="209"/>
                          </a:cubicBezTo>
                          <a:cubicBezTo>
                            <a:pt x="1645" y="-234"/>
                            <a:pt x="2645" y="51"/>
                            <a:pt x="3086" y="84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3" name="Freeform: Shape 322">
                      <a:extLst>
                        <a:ext uri="{FF2B5EF4-FFF2-40B4-BE49-F238E27FC236}">
                          <a16:creationId xmlns:a16="http://schemas.microsoft.com/office/drawing/2014/main" id="{A96B25B5-DAAD-FAEB-74E0-CAA9AF41A5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3419" y="4641484"/>
                      <a:ext cx="3292" cy="3288"/>
                    </a:xfrm>
                    <a:custGeom>
                      <a:avLst/>
                      <a:gdLst>
                        <a:gd name="connsiteX0" fmla="*/ 3086 w 3292"/>
                        <a:gd name="connsiteY0" fmla="*/ 843 h 3288"/>
                        <a:gd name="connsiteX1" fmla="*/ 2444 w 3292"/>
                        <a:gd name="connsiteY1" fmla="*/ 3079 h 3288"/>
                        <a:gd name="connsiteX2" fmla="*/ 207 w 3292"/>
                        <a:gd name="connsiteY2" fmla="*/ 2445 h 3288"/>
                        <a:gd name="connsiteX3" fmla="*/ 849 w 3292"/>
                        <a:gd name="connsiteY3" fmla="*/ 209 h 3288"/>
                        <a:gd name="connsiteX4" fmla="*/ 3086 w 3292"/>
                        <a:gd name="connsiteY4" fmla="*/ 843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086" y="843"/>
                          </a:moveTo>
                          <a:cubicBezTo>
                            <a:pt x="3526" y="1636"/>
                            <a:pt x="3239" y="2635"/>
                            <a:pt x="2444" y="3079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36"/>
                            <a:pt x="53" y="637"/>
                            <a:pt x="849" y="209"/>
                          </a:cubicBezTo>
                          <a:cubicBezTo>
                            <a:pt x="1643" y="-234"/>
                            <a:pt x="2645" y="51"/>
                            <a:pt x="3086" y="84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4" name="Freeform: Shape 323">
                      <a:extLst>
                        <a:ext uri="{FF2B5EF4-FFF2-40B4-BE49-F238E27FC236}">
                          <a16:creationId xmlns:a16="http://schemas.microsoft.com/office/drawing/2014/main" id="{6DD113EB-235B-CF3E-EF64-585DB3FA6A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9651" y="4623856"/>
                      <a:ext cx="3292" cy="3293"/>
                    </a:xfrm>
                    <a:custGeom>
                      <a:avLst/>
                      <a:gdLst>
                        <a:gd name="connsiteX0" fmla="*/ 3086 w 3292"/>
                        <a:gd name="connsiteY0" fmla="*/ 843 h 3293"/>
                        <a:gd name="connsiteX1" fmla="*/ 2444 w 3292"/>
                        <a:gd name="connsiteY1" fmla="*/ 3095 h 3293"/>
                        <a:gd name="connsiteX2" fmla="*/ 207 w 3292"/>
                        <a:gd name="connsiteY2" fmla="*/ 2445 h 3293"/>
                        <a:gd name="connsiteX3" fmla="*/ 849 w 3292"/>
                        <a:gd name="connsiteY3" fmla="*/ 209 h 3293"/>
                        <a:gd name="connsiteX4" fmla="*/ 3086 w 3292"/>
                        <a:gd name="connsiteY4" fmla="*/ 843 h 32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3">
                          <a:moveTo>
                            <a:pt x="3086" y="843"/>
                          </a:moveTo>
                          <a:cubicBezTo>
                            <a:pt x="3526" y="1636"/>
                            <a:pt x="3239" y="2651"/>
                            <a:pt x="2444" y="3095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3" y="-234"/>
                            <a:pt x="2645" y="51"/>
                            <a:pt x="3086" y="84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5" name="Freeform: Shape 324">
                      <a:extLst>
                        <a:ext uri="{FF2B5EF4-FFF2-40B4-BE49-F238E27FC236}">
                          <a16:creationId xmlns:a16="http://schemas.microsoft.com/office/drawing/2014/main" id="{9B6CDD03-0C80-8FBA-83C5-E29E40589D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6295" y="4650061"/>
                      <a:ext cx="3292" cy="3293"/>
                    </a:xfrm>
                    <a:custGeom>
                      <a:avLst/>
                      <a:gdLst>
                        <a:gd name="connsiteX0" fmla="*/ 3086 w 3292"/>
                        <a:gd name="connsiteY0" fmla="*/ 844 h 3293"/>
                        <a:gd name="connsiteX1" fmla="*/ 2444 w 3292"/>
                        <a:gd name="connsiteY1" fmla="*/ 3095 h 3293"/>
                        <a:gd name="connsiteX2" fmla="*/ 207 w 3292"/>
                        <a:gd name="connsiteY2" fmla="*/ 2445 h 3293"/>
                        <a:gd name="connsiteX3" fmla="*/ 849 w 3292"/>
                        <a:gd name="connsiteY3" fmla="*/ 209 h 3293"/>
                        <a:gd name="connsiteX4" fmla="*/ 3086 w 3292"/>
                        <a:gd name="connsiteY4" fmla="*/ 844 h 32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3">
                          <a:moveTo>
                            <a:pt x="3086" y="844"/>
                          </a:moveTo>
                          <a:cubicBezTo>
                            <a:pt x="3526" y="1652"/>
                            <a:pt x="3239" y="2651"/>
                            <a:pt x="2444" y="3095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3" y="-235"/>
                            <a:pt x="2645" y="51"/>
                            <a:pt x="3086" y="84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6" name="Freeform: Shape 325">
                      <a:extLst>
                        <a:ext uri="{FF2B5EF4-FFF2-40B4-BE49-F238E27FC236}">
                          <a16:creationId xmlns:a16="http://schemas.microsoft.com/office/drawing/2014/main" id="{B79AEFB7-C50B-1B0B-5273-B0CDDCD166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1716" y="4627153"/>
                      <a:ext cx="3292" cy="3288"/>
                    </a:xfrm>
                    <a:custGeom>
                      <a:avLst/>
                      <a:gdLst>
                        <a:gd name="connsiteX0" fmla="*/ 3086 w 3292"/>
                        <a:gd name="connsiteY0" fmla="*/ 844 h 3288"/>
                        <a:gd name="connsiteX1" fmla="*/ 2444 w 3292"/>
                        <a:gd name="connsiteY1" fmla="*/ 3079 h 3288"/>
                        <a:gd name="connsiteX2" fmla="*/ 207 w 3292"/>
                        <a:gd name="connsiteY2" fmla="*/ 2445 h 3288"/>
                        <a:gd name="connsiteX3" fmla="*/ 849 w 3292"/>
                        <a:gd name="connsiteY3" fmla="*/ 209 h 3288"/>
                        <a:gd name="connsiteX4" fmla="*/ 3086 w 3292"/>
                        <a:gd name="connsiteY4" fmla="*/ 844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086" y="844"/>
                          </a:moveTo>
                          <a:cubicBezTo>
                            <a:pt x="3526" y="1636"/>
                            <a:pt x="3240" y="2651"/>
                            <a:pt x="2444" y="3079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5" y="-235"/>
                            <a:pt x="2647" y="51"/>
                            <a:pt x="3086" y="84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7" name="Freeform: Shape 326">
                      <a:extLst>
                        <a:ext uri="{FF2B5EF4-FFF2-40B4-BE49-F238E27FC236}">
                          <a16:creationId xmlns:a16="http://schemas.microsoft.com/office/drawing/2014/main" id="{6E4FC638-1688-D82B-2C6D-1B0B975B65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5261" y="4636739"/>
                      <a:ext cx="3292" cy="3292"/>
                    </a:xfrm>
                    <a:custGeom>
                      <a:avLst/>
                      <a:gdLst>
                        <a:gd name="connsiteX0" fmla="*/ 3086 w 3292"/>
                        <a:gd name="connsiteY0" fmla="*/ 848 h 3292"/>
                        <a:gd name="connsiteX1" fmla="*/ 2444 w 3292"/>
                        <a:gd name="connsiteY1" fmla="*/ 3084 h 3292"/>
                        <a:gd name="connsiteX2" fmla="*/ 207 w 3292"/>
                        <a:gd name="connsiteY2" fmla="*/ 2434 h 3292"/>
                        <a:gd name="connsiteX3" fmla="*/ 849 w 3292"/>
                        <a:gd name="connsiteY3" fmla="*/ 199 h 3292"/>
                        <a:gd name="connsiteX4" fmla="*/ 3086 w 3292"/>
                        <a:gd name="connsiteY4" fmla="*/ 848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2">
                          <a:moveTo>
                            <a:pt x="3086" y="848"/>
                          </a:moveTo>
                          <a:cubicBezTo>
                            <a:pt x="3526" y="1641"/>
                            <a:pt x="3239" y="2640"/>
                            <a:pt x="2444" y="3084"/>
                          </a:cubicBezTo>
                          <a:cubicBezTo>
                            <a:pt x="1649" y="3528"/>
                            <a:pt x="647" y="3242"/>
                            <a:pt x="207" y="2434"/>
                          </a:cubicBezTo>
                          <a:cubicBezTo>
                            <a:pt x="-234" y="1641"/>
                            <a:pt x="53" y="642"/>
                            <a:pt x="849" y="199"/>
                          </a:cubicBezTo>
                          <a:cubicBezTo>
                            <a:pt x="1645" y="-229"/>
                            <a:pt x="2645" y="56"/>
                            <a:pt x="3086" y="84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8" name="Freeform: Shape 327">
                      <a:extLst>
                        <a:ext uri="{FF2B5EF4-FFF2-40B4-BE49-F238E27FC236}">
                          <a16:creationId xmlns:a16="http://schemas.microsoft.com/office/drawing/2014/main" id="{8EF42B14-9D3C-2DB2-D2B8-D068B7775D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0396" y="4644523"/>
                      <a:ext cx="3292" cy="3293"/>
                    </a:xfrm>
                    <a:custGeom>
                      <a:avLst/>
                      <a:gdLst>
                        <a:gd name="connsiteX0" fmla="*/ 3086 w 3292"/>
                        <a:gd name="connsiteY0" fmla="*/ 849 h 3293"/>
                        <a:gd name="connsiteX1" fmla="*/ 2444 w 3292"/>
                        <a:gd name="connsiteY1" fmla="*/ 3084 h 3293"/>
                        <a:gd name="connsiteX2" fmla="*/ 207 w 3292"/>
                        <a:gd name="connsiteY2" fmla="*/ 2450 h 3293"/>
                        <a:gd name="connsiteX3" fmla="*/ 849 w 3292"/>
                        <a:gd name="connsiteY3" fmla="*/ 199 h 3293"/>
                        <a:gd name="connsiteX4" fmla="*/ 3086 w 3292"/>
                        <a:gd name="connsiteY4" fmla="*/ 849 h 32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3">
                          <a:moveTo>
                            <a:pt x="3086" y="849"/>
                          </a:moveTo>
                          <a:cubicBezTo>
                            <a:pt x="3526" y="1641"/>
                            <a:pt x="3240" y="2640"/>
                            <a:pt x="2444" y="3084"/>
                          </a:cubicBezTo>
                          <a:cubicBezTo>
                            <a:pt x="1649" y="3528"/>
                            <a:pt x="647" y="3242"/>
                            <a:pt x="207" y="2450"/>
                          </a:cubicBezTo>
                          <a:cubicBezTo>
                            <a:pt x="-234" y="1657"/>
                            <a:pt x="53" y="643"/>
                            <a:pt x="849" y="199"/>
                          </a:cubicBezTo>
                          <a:cubicBezTo>
                            <a:pt x="1645" y="-229"/>
                            <a:pt x="2647" y="56"/>
                            <a:pt x="3086" y="8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9" name="Freeform: Shape 328">
                      <a:extLst>
                        <a:ext uri="{FF2B5EF4-FFF2-40B4-BE49-F238E27FC236}">
                          <a16:creationId xmlns:a16="http://schemas.microsoft.com/office/drawing/2014/main" id="{BDE36AF2-A2AB-049C-E147-F1D9045476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8856" y="4654246"/>
                      <a:ext cx="3292" cy="3288"/>
                    </a:xfrm>
                    <a:custGeom>
                      <a:avLst/>
                      <a:gdLst>
                        <a:gd name="connsiteX0" fmla="*/ 3086 w 3292"/>
                        <a:gd name="connsiteY0" fmla="*/ 844 h 3288"/>
                        <a:gd name="connsiteX1" fmla="*/ 2444 w 3292"/>
                        <a:gd name="connsiteY1" fmla="*/ 3079 h 3288"/>
                        <a:gd name="connsiteX2" fmla="*/ 207 w 3292"/>
                        <a:gd name="connsiteY2" fmla="*/ 2445 h 3288"/>
                        <a:gd name="connsiteX3" fmla="*/ 849 w 3292"/>
                        <a:gd name="connsiteY3" fmla="*/ 209 h 3288"/>
                        <a:gd name="connsiteX4" fmla="*/ 3086 w 3292"/>
                        <a:gd name="connsiteY4" fmla="*/ 844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086" y="844"/>
                          </a:moveTo>
                          <a:cubicBezTo>
                            <a:pt x="3526" y="1636"/>
                            <a:pt x="3240" y="2651"/>
                            <a:pt x="2444" y="3079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5" y="-235"/>
                            <a:pt x="2645" y="51"/>
                            <a:pt x="3086" y="84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0" name="Freeform: Shape 329">
                      <a:extLst>
                        <a:ext uri="{FF2B5EF4-FFF2-40B4-BE49-F238E27FC236}">
                          <a16:creationId xmlns:a16="http://schemas.microsoft.com/office/drawing/2014/main" id="{3FEDD96F-AC99-12C1-DA1C-54551C8DDC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5607" y="4663473"/>
                      <a:ext cx="3292" cy="3288"/>
                    </a:xfrm>
                    <a:custGeom>
                      <a:avLst/>
                      <a:gdLst>
                        <a:gd name="connsiteX0" fmla="*/ 3086 w 3292"/>
                        <a:gd name="connsiteY0" fmla="*/ 843 h 3288"/>
                        <a:gd name="connsiteX1" fmla="*/ 2444 w 3292"/>
                        <a:gd name="connsiteY1" fmla="*/ 3079 h 3288"/>
                        <a:gd name="connsiteX2" fmla="*/ 207 w 3292"/>
                        <a:gd name="connsiteY2" fmla="*/ 2445 h 3288"/>
                        <a:gd name="connsiteX3" fmla="*/ 849 w 3292"/>
                        <a:gd name="connsiteY3" fmla="*/ 209 h 3288"/>
                        <a:gd name="connsiteX4" fmla="*/ 3086 w 3292"/>
                        <a:gd name="connsiteY4" fmla="*/ 843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086" y="843"/>
                          </a:moveTo>
                          <a:cubicBezTo>
                            <a:pt x="3526" y="1636"/>
                            <a:pt x="3240" y="2635"/>
                            <a:pt x="2444" y="3079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37"/>
                            <a:pt x="849" y="209"/>
                          </a:cubicBezTo>
                          <a:cubicBezTo>
                            <a:pt x="1645" y="-234"/>
                            <a:pt x="2645" y="51"/>
                            <a:pt x="3086" y="84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1" name="Freeform: Shape 330">
                      <a:extLst>
                        <a:ext uri="{FF2B5EF4-FFF2-40B4-BE49-F238E27FC236}">
                          <a16:creationId xmlns:a16="http://schemas.microsoft.com/office/drawing/2014/main" id="{4B07428E-09FA-C2F5-7651-DA32431786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2314" y="4644386"/>
                      <a:ext cx="3292" cy="3288"/>
                    </a:xfrm>
                    <a:custGeom>
                      <a:avLst/>
                      <a:gdLst>
                        <a:gd name="connsiteX0" fmla="*/ 3086 w 3292"/>
                        <a:gd name="connsiteY0" fmla="*/ 844 h 3288"/>
                        <a:gd name="connsiteX1" fmla="*/ 2444 w 3292"/>
                        <a:gd name="connsiteY1" fmla="*/ 3079 h 3288"/>
                        <a:gd name="connsiteX2" fmla="*/ 207 w 3292"/>
                        <a:gd name="connsiteY2" fmla="*/ 2445 h 3288"/>
                        <a:gd name="connsiteX3" fmla="*/ 849 w 3292"/>
                        <a:gd name="connsiteY3" fmla="*/ 209 h 3288"/>
                        <a:gd name="connsiteX4" fmla="*/ 3086 w 3292"/>
                        <a:gd name="connsiteY4" fmla="*/ 844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086" y="844"/>
                          </a:moveTo>
                          <a:cubicBezTo>
                            <a:pt x="3526" y="1636"/>
                            <a:pt x="3239" y="2651"/>
                            <a:pt x="2444" y="3079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3" y="-235"/>
                            <a:pt x="2645" y="51"/>
                            <a:pt x="3086" y="84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2" name="Freeform: Shape 331">
                      <a:extLst>
                        <a:ext uri="{FF2B5EF4-FFF2-40B4-BE49-F238E27FC236}">
                          <a16:creationId xmlns:a16="http://schemas.microsoft.com/office/drawing/2014/main" id="{A259E72D-ECBB-5121-1BDE-2F74C7A0BB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0093" y="4658427"/>
                      <a:ext cx="3292" cy="3293"/>
                    </a:xfrm>
                    <a:custGeom>
                      <a:avLst/>
                      <a:gdLst>
                        <a:gd name="connsiteX0" fmla="*/ 3086 w 3292"/>
                        <a:gd name="connsiteY0" fmla="*/ 849 h 3293"/>
                        <a:gd name="connsiteX1" fmla="*/ 2444 w 3292"/>
                        <a:gd name="connsiteY1" fmla="*/ 3084 h 3293"/>
                        <a:gd name="connsiteX2" fmla="*/ 207 w 3292"/>
                        <a:gd name="connsiteY2" fmla="*/ 2450 h 3293"/>
                        <a:gd name="connsiteX3" fmla="*/ 849 w 3292"/>
                        <a:gd name="connsiteY3" fmla="*/ 199 h 3293"/>
                        <a:gd name="connsiteX4" fmla="*/ 3086 w 3292"/>
                        <a:gd name="connsiteY4" fmla="*/ 849 h 32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3">
                          <a:moveTo>
                            <a:pt x="3086" y="849"/>
                          </a:moveTo>
                          <a:cubicBezTo>
                            <a:pt x="3526" y="1641"/>
                            <a:pt x="3239" y="2640"/>
                            <a:pt x="2444" y="3084"/>
                          </a:cubicBezTo>
                          <a:cubicBezTo>
                            <a:pt x="1649" y="3528"/>
                            <a:pt x="647" y="3242"/>
                            <a:pt x="207" y="2450"/>
                          </a:cubicBezTo>
                          <a:cubicBezTo>
                            <a:pt x="-234" y="1641"/>
                            <a:pt x="53" y="643"/>
                            <a:pt x="849" y="199"/>
                          </a:cubicBezTo>
                          <a:cubicBezTo>
                            <a:pt x="1645" y="-229"/>
                            <a:pt x="2647" y="56"/>
                            <a:pt x="3086" y="8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3" name="Freeform: Shape 332">
                      <a:extLst>
                        <a:ext uri="{FF2B5EF4-FFF2-40B4-BE49-F238E27FC236}">
                          <a16:creationId xmlns:a16="http://schemas.microsoft.com/office/drawing/2014/main" id="{0E83399D-1F53-CFAB-9B8A-87174D5760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3006" y="4647081"/>
                      <a:ext cx="3292" cy="3293"/>
                    </a:xfrm>
                    <a:custGeom>
                      <a:avLst/>
                      <a:gdLst>
                        <a:gd name="connsiteX0" fmla="*/ 3086 w 3292"/>
                        <a:gd name="connsiteY0" fmla="*/ 843 h 3293"/>
                        <a:gd name="connsiteX1" fmla="*/ 2444 w 3292"/>
                        <a:gd name="connsiteY1" fmla="*/ 3095 h 3293"/>
                        <a:gd name="connsiteX2" fmla="*/ 207 w 3292"/>
                        <a:gd name="connsiteY2" fmla="*/ 2445 h 3293"/>
                        <a:gd name="connsiteX3" fmla="*/ 849 w 3292"/>
                        <a:gd name="connsiteY3" fmla="*/ 209 h 3293"/>
                        <a:gd name="connsiteX4" fmla="*/ 3086 w 3292"/>
                        <a:gd name="connsiteY4" fmla="*/ 843 h 32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3">
                          <a:moveTo>
                            <a:pt x="3086" y="843"/>
                          </a:moveTo>
                          <a:cubicBezTo>
                            <a:pt x="3526" y="1652"/>
                            <a:pt x="3240" y="2651"/>
                            <a:pt x="2444" y="3095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3" y="-234"/>
                            <a:pt x="2645" y="51"/>
                            <a:pt x="3086" y="84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4" name="Freeform: Shape 333">
                      <a:extLst>
                        <a:ext uri="{FF2B5EF4-FFF2-40B4-BE49-F238E27FC236}">
                          <a16:creationId xmlns:a16="http://schemas.microsoft.com/office/drawing/2014/main" id="{DA1F27D9-2393-FE87-0378-BD9E07D797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3546" y="4641067"/>
                      <a:ext cx="3292" cy="3292"/>
                    </a:xfrm>
                    <a:custGeom>
                      <a:avLst/>
                      <a:gdLst>
                        <a:gd name="connsiteX0" fmla="*/ 3086 w 3292"/>
                        <a:gd name="connsiteY0" fmla="*/ 848 h 3292"/>
                        <a:gd name="connsiteX1" fmla="*/ 2444 w 3292"/>
                        <a:gd name="connsiteY1" fmla="*/ 3084 h 3292"/>
                        <a:gd name="connsiteX2" fmla="*/ 207 w 3292"/>
                        <a:gd name="connsiteY2" fmla="*/ 2434 h 3292"/>
                        <a:gd name="connsiteX3" fmla="*/ 849 w 3292"/>
                        <a:gd name="connsiteY3" fmla="*/ 199 h 3292"/>
                        <a:gd name="connsiteX4" fmla="*/ 3086 w 3292"/>
                        <a:gd name="connsiteY4" fmla="*/ 848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2">
                          <a:moveTo>
                            <a:pt x="3086" y="848"/>
                          </a:moveTo>
                          <a:cubicBezTo>
                            <a:pt x="3526" y="1641"/>
                            <a:pt x="3239" y="2640"/>
                            <a:pt x="2444" y="3084"/>
                          </a:cubicBezTo>
                          <a:cubicBezTo>
                            <a:pt x="1649" y="3528"/>
                            <a:pt x="647" y="3242"/>
                            <a:pt x="207" y="2434"/>
                          </a:cubicBezTo>
                          <a:cubicBezTo>
                            <a:pt x="-234" y="1641"/>
                            <a:pt x="53" y="642"/>
                            <a:pt x="849" y="199"/>
                          </a:cubicBezTo>
                          <a:cubicBezTo>
                            <a:pt x="1643" y="-229"/>
                            <a:pt x="2645" y="56"/>
                            <a:pt x="3086" y="84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5" name="Freeform: Shape 334">
                      <a:extLst>
                        <a:ext uri="{FF2B5EF4-FFF2-40B4-BE49-F238E27FC236}">
                          <a16:creationId xmlns:a16="http://schemas.microsoft.com/office/drawing/2014/main" id="{BBEF07B4-222F-A523-5667-7580FA91B6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63" y="4613742"/>
                      <a:ext cx="3292" cy="3299"/>
                    </a:xfrm>
                    <a:custGeom>
                      <a:avLst/>
                      <a:gdLst>
                        <a:gd name="connsiteX0" fmla="*/ 3086 w 3292"/>
                        <a:gd name="connsiteY0" fmla="*/ 859 h 3299"/>
                        <a:gd name="connsiteX1" fmla="*/ 2444 w 3292"/>
                        <a:gd name="connsiteY1" fmla="*/ 3094 h 3299"/>
                        <a:gd name="connsiteX2" fmla="*/ 207 w 3292"/>
                        <a:gd name="connsiteY2" fmla="*/ 2444 h 3299"/>
                        <a:gd name="connsiteX3" fmla="*/ 849 w 3292"/>
                        <a:gd name="connsiteY3" fmla="*/ 209 h 3299"/>
                        <a:gd name="connsiteX4" fmla="*/ 3086 w 3292"/>
                        <a:gd name="connsiteY4" fmla="*/ 859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9">
                          <a:moveTo>
                            <a:pt x="3086" y="859"/>
                          </a:moveTo>
                          <a:cubicBezTo>
                            <a:pt x="3526" y="1651"/>
                            <a:pt x="3239" y="2650"/>
                            <a:pt x="2444" y="3094"/>
                          </a:cubicBezTo>
                          <a:cubicBezTo>
                            <a:pt x="1649" y="3538"/>
                            <a:pt x="647" y="3237"/>
                            <a:pt x="207" y="2444"/>
                          </a:cubicBezTo>
                          <a:cubicBezTo>
                            <a:pt x="-234" y="1651"/>
                            <a:pt x="53" y="653"/>
                            <a:pt x="849" y="209"/>
                          </a:cubicBezTo>
                          <a:cubicBezTo>
                            <a:pt x="1645" y="-235"/>
                            <a:pt x="2647" y="50"/>
                            <a:pt x="3086" y="85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6" name="Freeform: Shape 335">
                      <a:extLst>
                        <a:ext uri="{FF2B5EF4-FFF2-40B4-BE49-F238E27FC236}">
                          <a16:creationId xmlns:a16="http://schemas.microsoft.com/office/drawing/2014/main" id="{0E7AEFF8-C5B3-B04F-F9E3-0A8A7F9590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9968" y="4596076"/>
                      <a:ext cx="3292" cy="3292"/>
                    </a:xfrm>
                    <a:custGeom>
                      <a:avLst/>
                      <a:gdLst>
                        <a:gd name="connsiteX0" fmla="*/ 3086 w 3292"/>
                        <a:gd name="connsiteY0" fmla="*/ 848 h 3292"/>
                        <a:gd name="connsiteX1" fmla="*/ 2444 w 3292"/>
                        <a:gd name="connsiteY1" fmla="*/ 3084 h 3292"/>
                        <a:gd name="connsiteX2" fmla="*/ 207 w 3292"/>
                        <a:gd name="connsiteY2" fmla="*/ 2434 h 3292"/>
                        <a:gd name="connsiteX3" fmla="*/ 849 w 3292"/>
                        <a:gd name="connsiteY3" fmla="*/ 199 h 3292"/>
                        <a:gd name="connsiteX4" fmla="*/ 3086 w 3292"/>
                        <a:gd name="connsiteY4" fmla="*/ 848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2">
                          <a:moveTo>
                            <a:pt x="3086" y="848"/>
                          </a:moveTo>
                          <a:cubicBezTo>
                            <a:pt x="3526" y="1641"/>
                            <a:pt x="3239" y="2640"/>
                            <a:pt x="2444" y="3084"/>
                          </a:cubicBezTo>
                          <a:cubicBezTo>
                            <a:pt x="1649" y="3528"/>
                            <a:pt x="647" y="3242"/>
                            <a:pt x="207" y="2434"/>
                          </a:cubicBezTo>
                          <a:cubicBezTo>
                            <a:pt x="-234" y="1641"/>
                            <a:pt x="53" y="642"/>
                            <a:pt x="849" y="199"/>
                          </a:cubicBezTo>
                          <a:cubicBezTo>
                            <a:pt x="1643" y="-229"/>
                            <a:pt x="2645" y="56"/>
                            <a:pt x="3086" y="84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7" name="Freeform: Shape 336">
                      <a:extLst>
                        <a:ext uri="{FF2B5EF4-FFF2-40B4-BE49-F238E27FC236}">
                          <a16:creationId xmlns:a16="http://schemas.microsoft.com/office/drawing/2014/main" id="{F85B11AD-99AB-9C0E-6698-7B4AEF5FEB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173" y="4620637"/>
                      <a:ext cx="3292" cy="3288"/>
                    </a:xfrm>
                    <a:custGeom>
                      <a:avLst/>
                      <a:gdLst>
                        <a:gd name="connsiteX0" fmla="*/ 3086 w 3292"/>
                        <a:gd name="connsiteY0" fmla="*/ 844 h 3288"/>
                        <a:gd name="connsiteX1" fmla="*/ 2444 w 3292"/>
                        <a:gd name="connsiteY1" fmla="*/ 3079 h 3288"/>
                        <a:gd name="connsiteX2" fmla="*/ 207 w 3292"/>
                        <a:gd name="connsiteY2" fmla="*/ 2445 h 3288"/>
                        <a:gd name="connsiteX3" fmla="*/ 849 w 3292"/>
                        <a:gd name="connsiteY3" fmla="*/ 209 h 3288"/>
                        <a:gd name="connsiteX4" fmla="*/ 3086 w 3292"/>
                        <a:gd name="connsiteY4" fmla="*/ 844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086" y="844"/>
                          </a:moveTo>
                          <a:cubicBezTo>
                            <a:pt x="3526" y="1636"/>
                            <a:pt x="3240" y="2651"/>
                            <a:pt x="2444" y="3079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5" y="-235"/>
                            <a:pt x="2645" y="51"/>
                            <a:pt x="3086" y="84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8" name="Freeform: Shape 337">
                      <a:extLst>
                        <a:ext uri="{FF2B5EF4-FFF2-40B4-BE49-F238E27FC236}">
                          <a16:creationId xmlns:a16="http://schemas.microsoft.com/office/drawing/2014/main" id="{3829F2E9-819C-FE53-A924-1F32D85543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1150" y="4586743"/>
                      <a:ext cx="3292" cy="3288"/>
                    </a:xfrm>
                    <a:custGeom>
                      <a:avLst/>
                      <a:gdLst>
                        <a:gd name="connsiteX0" fmla="*/ 3086 w 3292"/>
                        <a:gd name="connsiteY0" fmla="*/ 844 h 3288"/>
                        <a:gd name="connsiteX1" fmla="*/ 2444 w 3292"/>
                        <a:gd name="connsiteY1" fmla="*/ 3079 h 3288"/>
                        <a:gd name="connsiteX2" fmla="*/ 207 w 3292"/>
                        <a:gd name="connsiteY2" fmla="*/ 2445 h 3288"/>
                        <a:gd name="connsiteX3" fmla="*/ 849 w 3292"/>
                        <a:gd name="connsiteY3" fmla="*/ 209 h 3288"/>
                        <a:gd name="connsiteX4" fmla="*/ 3086 w 3292"/>
                        <a:gd name="connsiteY4" fmla="*/ 844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086" y="844"/>
                          </a:moveTo>
                          <a:cubicBezTo>
                            <a:pt x="3526" y="1652"/>
                            <a:pt x="3240" y="2651"/>
                            <a:pt x="2444" y="3079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5" y="-235"/>
                            <a:pt x="2645" y="51"/>
                            <a:pt x="3086" y="84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9" name="Freeform: Shape 338">
                      <a:extLst>
                        <a:ext uri="{FF2B5EF4-FFF2-40B4-BE49-F238E27FC236}">
                          <a16:creationId xmlns:a16="http://schemas.microsoft.com/office/drawing/2014/main" id="{70713865-FE83-444D-D35C-87DFEB6884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019" y="4606782"/>
                      <a:ext cx="3292" cy="3293"/>
                    </a:xfrm>
                    <a:custGeom>
                      <a:avLst/>
                      <a:gdLst>
                        <a:gd name="connsiteX0" fmla="*/ 3086 w 3292"/>
                        <a:gd name="connsiteY0" fmla="*/ 843 h 3293"/>
                        <a:gd name="connsiteX1" fmla="*/ 2444 w 3292"/>
                        <a:gd name="connsiteY1" fmla="*/ 3095 h 3293"/>
                        <a:gd name="connsiteX2" fmla="*/ 207 w 3292"/>
                        <a:gd name="connsiteY2" fmla="*/ 2445 h 3293"/>
                        <a:gd name="connsiteX3" fmla="*/ 849 w 3292"/>
                        <a:gd name="connsiteY3" fmla="*/ 209 h 3293"/>
                        <a:gd name="connsiteX4" fmla="*/ 3086 w 3292"/>
                        <a:gd name="connsiteY4" fmla="*/ 843 h 32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3">
                          <a:moveTo>
                            <a:pt x="3086" y="843"/>
                          </a:moveTo>
                          <a:cubicBezTo>
                            <a:pt x="3526" y="1652"/>
                            <a:pt x="3239" y="2651"/>
                            <a:pt x="2444" y="3095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5" y="-234"/>
                            <a:pt x="2645" y="51"/>
                            <a:pt x="3086" y="84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40" name="Freeform: Shape 339">
                      <a:extLst>
                        <a:ext uri="{FF2B5EF4-FFF2-40B4-BE49-F238E27FC236}">
                          <a16:creationId xmlns:a16="http://schemas.microsoft.com/office/drawing/2014/main" id="{A141A52F-E6C5-4EEE-BD8B-003014C192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1591" y="4580957"/>
                      <a:ext cx="3292" cy="3288"/>
                    </a:xfrm>
                    <a:custGeom>
                      <a:avLst/>
                      <a:gdLst>
                        <a:gd name="connsiteX0" fmla="*/ 3086 w 3292"/>
                        <a:gd name="connsiteY0" fmla="*/ 844 h 3288"/>
                        <a:gd name="connsiteX1" fmla="*/ 2444 w 3292"/>
                        <a:gd name="connsiteY1" fmla="*/ 3079 h 3288"/>
                        <a:gd name="connsiteX2" fmla="*/ 207 w 3292"/>
                        <a:gd name="connsiteY2" fmla="*/ 2445 h 3288"/>
                        <a:gd name="connsiteX3" fmla="*/ 849 w 3292"/>
                        <a:gd name="connsiteY3" fmla="*/ 209 h 3288"/>
                        <a:gd name="connsiteX4" fmla="*/ 3086 w 3292"/>
                        <a:gd name="connsiteY4" fmla="*/ 844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086" y="844"/>
                          </a:moveTo>
                          <a:cubicBezTo>
                            <a:pt x="3526" y="1652"/>
                            <a:pt x="3239" y="2651"/>
                            <a:pt x="2444" y="3079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5" y="-235"/>
                            <a:pt x="2645" y="51"/>
                            <a:pt x="3086" y="84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41" name="Freeform: Shape 340">
                      <a:extLst>
                        <a:ext uri="{FF2B5EF4-FFF2-40B4-BE49-F238E27FC236}">
                          <a16:creationId xmlns:a16="http://schemas.microsoft.com/office/drawing/2014/main" id="{38D2FDD7-9E58-7A8A-50ED-061D0E93FA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7661" y="4598490"/>
                      <a:ext cx="3292" cy="3293"/>
                    </a:xfrm>
                    <a:custGeom>
                      <a:avLst/>
                      <a:gdLst>
                        <a:gd name="connsiteX0" fmla="*/ 3086 w 3292"/>
                        <a:gd name="connsiteY0" fmla="*/ 843 h 3293"/>
                        <a:gd name="connsiteX1" fmla="*/ 2444 w 3292"/>
                        <a:gd name="connsiteY1" fmla="*/ 3095 h 3293"/>
                        <a:gd name="connsiteX2" fmla="*/ 207 w 3292"/>
                        <a:gd name="connsiteY2" fmla="*/ 2445 h 3293"/>
                        <a:gd name="connsiteX3" fmla="*/ 849 w 3292"/>
                        <a:gd name="connsiteY3" fmla="*/ 209 h 3293"/>
                        <a:gd name="connsiteX4" fmla="*/ 3086 w 3292"/>
                        <a:gd name="connsiteY4" fmla="*/ 843 h 32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3">
                          <a:moveTo>
                            <a:pt x="3086" y="843"/>
                          </a:moveTo>
                          <a:cubicBezTo>
                            <a:pt x="3526" y="1636"/>
                            <a:pt x="3239" y="2651"/>
                            <a:pt x="2444" y="3095"/>
                          </a:cubicBezTo>
                          <a:cubicBezTo>
                            <a:pt x="1649" y="3523"/>
                            <a:pt x="647" y="3237"/>
                            <a:pt x="207" y="2445"/>
                          </a:cubicBezTo>
                          <a:cubicBezTo>
                            <a:pt x="-234" y="1652"/>
                            <a:pt x="53" y="653"/>
                            <a:pt x="849" y="209"/>
                          </a:cubicBezTo>
                          <a:cubicBezTo>
                            <a:pt x="1643" y="-234"/>
                            <a:pt x="2645" y="51"/>
                            <a:pt x="3086" y="84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342" name="Graphic 21">
                    <a:extLst>
                      <a:ext uri="{FF2B5EF4-FFF2-40B4-BE49-F238E27FC236}">
                        <a16:creationId xmlns:a16="http://schemas.microsoft.com/office/drawing/2014/main" id="{C40BD6EA-14A5-02F4-925A-FF6941DD46F5}"/>
                      </a:ext>
                    </a:extLst>
                  </p:cNvPr>
                  <p:cNvGrpSpPr/>
                  <p:nvPr/>
                </p:nvGrpSpPr>
                <p:grpSpPr>
                  <a:xfrm>
                    <a:off x="938070" y="4574533"/>
                    <a:ext cx="97153" cy="93040"/>
                    <a:chOff x="938070" y="4574533"/>
                    <a:chExt cx="97153" cy="93040"/>
                  </a:xfrm>
                  <a:solidFill>
                    <a:srgbClr val="2B2B32"/>
                  </a:solidFill>
                </p:grpSpPr>
                <p:sp>
                  <p:nvSpPr>
                    <p:cNvPr id="343" name="Freeform: Shape 342">
                      <a:extLst>
                        <a:ext uri="{FF2B5EF4-FFF2-40B4-BE49-F238E27FC236}">
                          <a16:creationId xmlns:a16="http://schemas.microsoft.com/office/drawing/2014/main" id="{7ECF782B-848C-084F-8ABE-48DAEB4D29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6481" y="4631192"/>
                      <a:ext cx="3290" cy="3287"/>
                    </a:xfrm>
                    <a:custGeom>
                      <a:avLst/>
                      <a:gdLst>
                        <a:gd name="connsiteX0" fmla="*/ 228 w 3290"/>
                        <a:gd name="connsiteY0" fmla="*/ 2480 h 3287"/>
                        <a:gd name="connsiteX1" fmla="*/ 810 w 3290"/>
                        <a:gd name="connsiteY1" fmla="*/ 229 h 3287"/>
                        <a:gd name="connsiteX2" fmla="*/ 3063 w 3290"/>
                        <a:gd name="connsiteY2" fmla="*/ 800 h 3287"/>
                        <a:gd name="connsiteX3" fmla="*/ 2481 w 3290"/>
                        <a:gd name="connsiteY3" fmla="*/ 3051 h 3287"/>
                        <a:gd name="connsiteX4" fmla="*/ 228 w 3290"/>
                        <a:gd name="connsiteY4" fmla="*/ 248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7">
                          <a:moveTo>
                            <a:pt x="228" y="2480"/>
                          </a:moveTo>
                          <a:cubicBezTo>
                            <a:pt x="-233" y="1688"/>
                            <a:pt x="27" y="689"/>
                            <a:pt x="810" y="229"/>
                          </a:cubicBezTo>
                          <a:cubicBezTo>
                            <a:pt x="1593" y="-231"/>
                            <a:pt x="2602" y="23"/>
                            <a:pt x="3063" y="800"/>
                          </a:cubicBezTo>
                          <a:cubicBezTo>
                            <a:pt x="3524" y="1592"/>
                            <a:pt x="3263" y="2591"/>
                            <a:pt x="2481" y="3051"/>
                          </a:cubicBezTo>
                          <a:cubicBezTo>
                            <a:pt x="1698" y="3527"/>
                            <a:pt x="690" y="3257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44" name="Freeform: Shape 343">
                      <a:extLst>
                        <a:ext uri="{FF2B5EF4-FFF2-40B4-BE49-F238E27FC236}">
                          <a16:creationId xmlns:a16="http://schemas.microsoft.com/office/drawing/2014/main" id="{1ECEA7DF-4D4A-FCAB-46BD-E4874FBF29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5511" y="4631145"/>
                      <a:ext cx="3290" cy="3290"/>
                    </a:xfrm>
                    <a:custGeom>
                      <a:avLst/>
                      <a:gdLst>
                        <a:gd name="connsiteX0" fmla="*/ 228 w 3290"/>
                        <a:gd name="connsiteY0" fmla="*/ 2479 h 3290"/>
                        <a:gd name="connsiteX1" fmla="*/ 810 w 3290"/>
                        <a:gd name="connsiteY1" fmla="*/ 228 h 3290"/>
                        <a:gd name="connsiteX2" fmla="*/ 3062 w 3290"/>
                        <a:gd name="connsiteY2" fmla="*/ 815 h 3290"/>
                        <a:gd name="connsiteX3" fmla="*/ 2481 w 3290"/>
                        <a:gd name="connsiteY3" fmla="*/ 3066 h 3290"/>
                        <a:gd name="connsiteX4" fmla="*/ 228 w 3290"/>
                        <a:gd name="connsiteY4" fmla="*/ 2479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0">
                          <a:moveTo>
                            <a:pt x="228" y="2479"/>
                          </a:moveTo>
                          <a:cubicBezTo>
                            <a:pt x="-233" y="1687"/>
                            <a:pt x="28" y="688"/>
                            <a:pt x="810" y="228"/>
                          </a:cubicBezTo>
                          <a:cubicBezTo>
                            <a:pt x="1593" y="-231"/>
                            <a:pt x="2601" y="22"/>
                            <a:pt x="3062" y="815"/>
                          </a:cubicBezTo>
                          <a:cubicBezTo>
                            <a:pt x="3524" y="1592"/>
                            <a:pt x="3264" y="2606"/>
                            <a:pt x="2481" y="3066"/>
                          </a:cubicBezTo>
                          <a:cubicBezTo>
                            <a:pt x="1699" y="3526"/>
                            <a:pt x="689" y="3256"/>
                            <a:pt x="228" y="247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45" name="Freeform: Shape 344">
                      <a:extLst>
                        <a:ext uri="{FF2B5EF4-FFF2-40B4-BE49-F238E27FC236}">
                          <a16:creationId xmlns:a16="http://schemas.microsoft.com/office/drawing/2014/main" id="{41757596-7BAE-85A0-3435-CBB36E2A7C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9474" y="4624138"/>
                      <a:ext cx="3291" cy="3291"/>
                    </a:xfrm>
                    <a:custGeom>
                      <a:avLst/>
                      <a:gdLst>
                        <a:gd name="connsiteX0" fmla="*/ 228 w 3291"/>
                        <a:gd name="connsiteY0" fmla="*/ 2480 h 3291"/>
                        <a:gd name="connsiteX1" fmla="*/ 810 w 3291"/>
                        <a:gd name="connsiteY1" fmla="*/ 228 h 3291"/>
                        <a:gd name="connsiteX2" fmla="*/ 3063 w 3291"/>
                        <a:gd name="connsiteY2" fmla="*/ 815 h 3291"/>
                        <a:gd name="connsiteX3" fmla="*/ 2481 w 3291"/>
                        <a:gd name="connsiteY3" fmla="*/ 3066 h 3291"/>
                        <a:gd name="connsiteX4" fmla="*/ 228 w 3291"/>
                        <a:gd name="connsiteY4" fmla="*/ 2480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228" y="2480"/>
                          </a:moveTo>
                          <a:cubicBezTo>
                            <a:pt x="-233" y="1703"/>
                            <a:pt x="27" y="688"/>
                            <a:pt x="810" y="228"/>
                          </a:cubicBezTo>
                          <a:cubicBezTo>
                            <a:pt x="1593" y="-231"/>
                            <a:pt x="2602" y="22"/>
                            <a:pt x="3063" y="815"/>
                          </a:cubicBezTo>
                          <a:cubicBezTo>
                            <a:pt x="3524" y="1592"/>
                            <a:pt x="3264" y="2606"/>
                            <a:pt x="2481" y="3066"/>
                          </a:cubicBezTo>
                          <a:cubicBezTo>
                            <a:pt x="1698" y="3526"/>
                            <a:pt x="690" y="3256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46" name="Freeform: Shape 345">
                      <a:extLst>
                        <a:ext uri="{FF2B5EF4-FFF2-40B4-BE49-F238E27FC236}">
                          <a16:creationId xmlns:a16="http://schemas.microsoft.com/office/drawing/2014/main" id="{3EBDB87B-D001-F9DF-1DE2-F527A52539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2316" y="4641088"/>
                      <a:ext cx="3291" cy="3291"/>
                    </a:xfrm>
                    <a:custGeom>
                      <a:avLst/>
                      <a:gdLst>
                        <a:gd name="connsiteX0" fmla="*/ 228 w 3291"/>
                        <a:gd name="connsiteY0" fmla="*/ 2476 h 3291"/>
                        <a:gd name="connsiteX1" fmla="*/ 810 w 3291"/>
                        <a:gd name="connsiteY1" fmla="*/ 225 h 3291"/>
                        <a:gd name="connsiteX2" fmla="*/ 3063 w 3291"/>
                        <a:gd name="connsiteY2" fmla="*/ 811 h 3291"/>
                        <a:gd name="connsiteX3" fmla="*/ 2481 w 3291"/>
                        <a:gd name="connsiteY3" fmla="*/ 3063 h 3291"/>
                        <a:gd name="connsiteX4" fmla="*/ 228 w 3291"/>
                        <a:gd name="connsiteY4" fmla="*/ 247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228" y="2476"/>
                          </a:moveTo>
                          <a:cubicBezTo>
                            <a:pt x="-233" y="1699"/>
                            <a:pt x="27" y="685"/>
                            <a:pt x="810" y="225"/>
                          </a:cubicBezTo>
                          <a:cubicBezTo>
                            <a:pt x="1593" y="-235"/>
                            <a:pt x="2601" y="35"/>
                            <a:pt x="3063" y="811"/>
                          </a:cubicBezTo>
                          <a:cubicBezTo>
                            <a:pt x="3524" y="1588"/>
                            <a:pt x="3264" y="2603"/>
                            <a:pt x="2481" y="3063"/>
                          </a:cubicBezTo>
                          <a:cubicBezTo>
                            <a:pt x="1698" y="3522"/>
                            <a:pt x="690" y="3269"/>
                            <a:pt x="228" y="247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47" name="Freeform: Shape 346">
                      <a:extLst>
                        <a:ext uri="{FF2B5EF4-FFF2-40B4-BE49-F238E27FC236}">
                          <a16:creationId xmlns:a16="http://schemas.microsoft.com/office/drawing/2014/main" id="{777DE917-4F1D-3C95-F90F-FA359101BD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9176" y="4620332"/>
                      <a:ext cx="3290" cy="3291"/>
                    </a:xfrm>
                    <a:custGeom>
                      <a:avLst/>
                      <a:gdLst>
                        <a:gd name="connsiteX0" fmla="*/ 228 w 3290"/>
                        <a:gd name="connsiteY0" fmla="*/ 2480 h 3291"/>
                        <a:gd name="connsiteX1" fmla="*/ 810 w 3290"/>
                        <a:gd name="connsiteY1" fmla="*/ 229 h 3291"/>
                        <a:gd name="connsiteX2" fmla="*/ 3062 w 3290"/>
                        <a:gd name="connsiteY2" fmla="*/ 800 h 3291"/>
                        <a:gd name="connsiteX3" fmla="*/ 2481 w 3290"/>
                        <a:gd name="connsiteY3" fmla="*/ 3067 h 3291"/>
                        <a:gd name="connsiteX4" fmla="*/ 228 w 3290"/>
                        <a:gd name="connsiteY4" fmla="*/ 2480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228" y="2480"/>
                          </a:moveTo>
                          <a:cubicBezTo>
                            <a:pt x="-233" y="1688"/>
                            <a:pt x="28" y="689"/>
                            <a:pt x="810" y="229"/>
                          </a:cubicBezTo>
                          <a:cubicBezTo>
                            <a:pt x="1593" y="-231"/>
                            <a:pt x="2601" y="23"/>
                            <a:pt x="3062" y="800"/>
                          </a:cubicBezTo>
                          <a:cubicBezTo>
                            <a:pt x="3524" y="1592"/>
                            <a:pt x="3264" y="2591"/>
                            <a:pt x="2481" y="3067"/>
                          </a:cubicBezTo>
                          <a:cubicBezTo>
                            <a:pt x="1697" y="3527"/>
                            <a:pt x="689" y="3257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48" name="Freeform: Shape 347">
                      <a:extLst>
                        <a:ext uri="{FF2B5EF4-FFF2-40B4-BE49-F238E27FC236}">
                          <a16:creationId xmlns:a16="http://schemas.microsoft.com/office/drawing/2014/main" id="{41BF1BE2-90F1-6EDC-B74D-A66E4A0825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1549" y="4638151"/>
                      <a:ext cx="3291" cy="3291"/>
                    </a:xfrm>
                    <a:custGeom>
                      <a:avLst/>
                      <a:gdLst>
                        <a:gd name="connsiteX0" fmla="*/ 228 w 3291"/>
                        <a:gd name="connsiteY0" fmla="*/ 2480 h 3291"/>
                        <a:gd name="connsiteX1" fmla="*/ 810 w 3291"/>
                        <a:gd name="connsiteY1" fmla="*/ 229 h 3291"/>
                        <a:gd name="connsiteX2" fmla="*/ 3063 w 3291"/>
                        <a:gd name="connsiteY2" fmla="*/ 800 h 3291"/>
                        <a:gd name="connsiteX3" fmla="*/ 2481 w 3291"/>
                        <a:gd name="connsiteY3" fmla="*/ 3067 h 3291"/>
                        <a:gd name="connsiteX4" fmla="*/ 228 w 3291"/>
                        <a:gd name="connsiteY4" fmla="*/ 2480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228" y="2480"/>
                          </a:moveTo>
                          <a:cubicBezTo>
                            <a:pt x="-233" y="1703"/>
                            <a:pt x="27" y="689"/>
                            <a:pt x="810" y="229"/>
                          </a:cubicBezTo>
                          <a:cubicBezTo>
                            <a:pt x="1593" y="-231"/>
                            <a:pt x="2602" y="23"/>
                            <a:pt x="3063" y="800"/>
                          </a:cubicBezTo>
                          <a:cubicBezTo>
                            <a:pt x="3524" y="1592"/>
                            <a:pt x="3264" y="2591"/>
                            <a:pt x="2481" y="3067"/>
                          </a:cubicBezTo>
                          <a:cubicBezTo>
                            <a:pt x="1698" y="3527"/>
                            <a:pt x="690" y="3257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49" name="Freeform: Shape 348">
                      <a:extLst>
                        <a:ext uri="{FF2B5EF4-FFF2-40B4-BE49-F238E27FC236}">
                          <a16:creationId xmlns:a16="http://schemas.microsoft.com/office/drawing/2014/main" id="{216853FB-77EC-2AB6-9875-C551732003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7749" y="4628402"/>
                      <a:ext cx="3290" cy="3291"/>
                    </a:xfrm>
                    <a:custGeom>
                      <a:avLst/>
                      <a:gdLst>
                        <a:gd name="connsiteX0" fmla="*/ 228 w 3290"/>
                        <a:gd name="connsiteY0" fmla="*/ 2480 h 3291"/>
                        <a:gd name="connsiteX1" fmla="*/ 810 w 3290"/>
                        <a:gd name="connsiteY1" fmla="*/ 228 h 3291"/>
                        <a:gd name="connsiteX2" fmla="*/ 3063 w 3290"/>
                        <a:gd name="connsiteY2" fmla="*/ 815 h 3291"/>
                        <a:gd name="connsiteX3" fmla="*/ 2481 w 3290"/>
                        <a:gd name="connsiteY3" fmla="*/ 3066 h 3291"/>
                        <a:gd name="connsiteX4" fmla="*/ 228 w 3290"/>
                        <a:gd name="connsiteY4" fmla="*/ 2480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228" y="2480"/>
                          </a:moveTo>
                          <a:cubicBezTo>
                            <a:pt x="-233" y="1687"/>
                            <a:pt x="27" y="688"/>
                            <a:pt x="810" y="228"/>
                          </a:cubicBezTo>
                          <a:cubicBezTo>
                            <a:pt x="1593" y="-231"/>
                            <a:pt x="2601" y="22"/>
                            <a:pt x="3063" y="815"/>
                          </a:cubicBezTo>
                          <a:cubicBezTo>
                            <a:pt x="3524" y="1592"/>
                            <a:pt x="3263" y="2591"/>
                            <a:pt x="2481" y="3066"/>
                          </a:cubicBezTo>
                          <a:cubicBezTo>
                            <a:pt x="1699" y="3526"/>
                            <a:pt x="690" y="3256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50" name="Freeform: Shape 349">
                      <a:extLst>
                        <a:ext uri="{FF2B5EF4-FFF2-40B4-BE49-F238E27FC236}">
                          <a16:creationId xmlns:a16="http://schemas.microsoft.com/office/drawing/2014/main" id="{44FBCC90-C303-78D0-2B5F-1D76AADE3F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0867" y="4610234"/>
                      <a:ext cx="3291" cy="3294"/>
                    </a:xfrm>
                    <a:custGeom>
                      <a:avLst/>
                      <a:gdLst>
                        <a:gd name="connsiteX0" fmla="*/ 228 w 3291"/>
                        <a:gd name="connsiteY0" fmla="*/ 2480 h 3294"/>
                        <a:gd name="connsiteX1" fmla="*/ 810 w 3291"/>
                        <a:gd name="connsiteY1" fmla="*/ 228 h 3294"/>
                        <a:gd name="connsiteX2" fmla="*/ 3063 w 3291"/>
                        <a:gd name="connsiteY2" fmla="*/ 815 h 3294"/>
                        <a:gd name="connsiteX3" fmla="*/ 2481 w 3291"/>
                        <a:gd name="connsiteY3" fmla="*/ 3066 h 3294"/>
                        <a:gd name="connsiteX4" fmla="*/ 228 w 3291"/>
                        <a:gd name="connsiteY4" fmla="*/ 2480 h 32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4">
                          <a:moveTo>
                            <a:pt x="228" y="2480"/>
                          </a:moveTo>
                          <a:cubicBezTo>
                            <a:pt x="-233" y="1703"/>
                            <a:pt x="27" y="688"/>
                            <a:pt x="810" y="228"/>
                          </a:cubicBezTo>
                          <a:cubicBezTo>
                            <a:pt x="1593" y="-231"/>
                            <a:pt x="2601" y="22"/>
                            <a:pt x="3063" y="815"/>
                          </a:cubicBezTo>
                          <a:cubicBezTo>
                            <a:pt x="3524" y="1592"/>
                            <a:pt x="3264" y="2606"/>
                            <a:pt x="2481" y="3066"/>
                          </a:cubicBezTo>
                          <a:cubicBezTo>
                            <a:pt x="1698" y="3526"/>
                            <a:pt x="690" y="3272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51" name="Freeform: Shape 350">
                      <a:extLst>
                        <a:ext uri="{FF2B5EF4-FFF2-40B4-BE49-F238E27FC236}">
                          <a16:creationId xmlns:a16="http://schemas.microsoft.com/office/drawing/2014/main" id="{DC5779FA-F34C-29EB-6983-3FDF18C520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897" y="4610190"/>
                      <a:ext cx="3291" cy="3291"/>
                    </a:xfrm>
                    <a:custGeom>
                      <a:avLst/>
                      <a:gdLst>
                        <a:gd name="connsiteX0" fmla="*/ 228 w 3291"/>
                        <a:gd name="connsiteY0" fmla="*/ 2476 h 3291"/>
                        <a:gd name="connsiteX1" fmla="*/ 810 w 3291"/>
                        <a:gd name="connsiteY1" fmla="*/ 225 h 3291"/>
                        <a:gd name="connsiteX2" fmla="*/ 3063 w 3291"/>
                        <a:gd name="connsiteY2" fmla="*/ 811 h 3291"/>
                        <a:gd name="connsiteX3" fmla="*/ 2481 w 3291"/>
                        <a:gd name="connsiteY3" fmla="*/ 3063 h 3291"/>
                        <a:gd name="connsiteX4" fmla="*/ 228 w 3291"/>
                        <a:gd name="connsiteY4" fmla="*/ 247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228" y="2476"/>
                          </a:moveTo>
                          <a:cubicBezTo>
                            <a:pt x="-233" y="1699"/>
                            <a:pt x="27" y="685"/>
                            <a:pt x="810" y="225"/>
                          </a:cubicBezTo>
                          <a:cubicBezTo>
                            <a:pt x="1593" y="-235"/>
                            <a:pt x="2602" y="35"/>
                            <a:pt x="3063" y="811"/>
                          </a:cubicBezTo>
                          <a:cubicBezTo>
                            <a:pt x="3524" y="1588"/>
                            <a:pt x="3264" y="2603"/>
                            <a:pt x="2481" y="3063"/>
                          </a:cubicBezTo>
                          <a:cubicBezTo>
                            <a:pt x="1699" y="3522"/>
                            <a:pt x="690" y="3269"/>
                            <a:pt x="228" y="247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52" name="Freeform: Shape 351">
                      <a:extLst>
                        <a:ext uri="{FF2B5EF4-FFF2-40B4-BE49-F238E27FC236}">
                          <a16:creationId xmlns:a16="http://schemas.microsoft.com/office/drawing/2014/main" id="{80B931B0-3B78-0350-D4DB-C036DFB8BC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3861" y="4603183"/>
                      <a:ext cx="3291" cy="3290"/>
                    </a:xfrm>
                    <a:custGeom>
                      <a:avLst/>
                      <a:gdLst>
                        <a:gd name="connsiteX0" fmla="*/ 228 w 3291"/>
                        <a:gd name="connsiteY0" fmla="*/ 2476 h 3290"/>
                        <a:gd name="connsiteX1" fmla="*/ 810 w 3291"/>
                        <a:gd name="connsiteY1" fmla="*/ 225 h 3290"/>
                        <a:gd name="connsiteX2" fmla="*/ 3063 w 3291"/>
                        <a:gd name="connsiteY2" fmla="*/ 811 h 3290"/>
                        <a:gd name="connsiteX3" fmla="*/ 2481 w 3291"/>
                        <a:gd name="connsiteY3" fmla="*/ 3063 h 3290"/>
                        <a:gd name="connsiteX4" fmla="*/ 228 w 3291"/>
                        <a:gd name="connsiteY4" fmla="*/ 2476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0">
                          <a:moveTo>
                            <a:pt x="228" y="2476"/>
                          </a:moveTo>
                          <a:cubicBezTo>
                            <a:pt x="-233" y="1699"/>
                            <a:pt x="27" y="685"/>
                            <a:pt x="810" y="225"/>
                          </a:cubicBezTo>
                          <a:cubicBezTo>
                            <a:pt x="1593" y="-235"/>
                            <a:pt x="2601" y="35"/>
                            <a:pt x="3063" y="811"/>
                          </a:cubicBezTo>
                          <a:cubicBezTo>
                            <a:pt x="3524" y="1588"/>
                            <a:pt x="3264" y="2603"/>
                            <a:pt x="2481" y="3063"/>
                          </a:cubicBezTo>
                          <a:cubicBezTo>
                            <a:pt x="1698" y="3522"/>
                            <a:pt x="690" y="3269"/>
                            <a:pt x="228" y="247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53" name="Freeform: Shape 352">
                      <a:extLst>
                        <a:ext uri="{FF2B5EF4-FFF2-40B4-BE49-F238E27FC236}">
                          <a16:creationId xmlns:a16="http://schemas.microsoft.com/office/drawing/2014/main" id="{677837E0-98B5-E258-FB42-0D1755F5EF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6703" y="4620142"/>
                      <a:ext cx="3290" cy="3291"/>
                    </a:xfrm>
                    <a:custGeom>
                      <a:avLst/>
                      <a:gdLst>
                        <a:gd name="connsiteX0" fmla="*/ 228 w 3290"/>
                        <a:gd name="connsiteY0" fmla="*/ 2480 h 3291"/>
                        <a:gd name="connsiteX1" fmla="*/ 810 w 3290"/>
                        <a:gd name="connsiteY1" fmla="*/ 229 h 3291"/>
                        <a:gd name="connsiteX2" fmla="*/ 3063 w 3290"/>
                        <a:gd name="connsiteY2" fmla="*/ 800 h 3291"/>
                        <a:gd name="connsiteX3" fmla="*/ 2481 w 3290"/>
                        <a:gd name="connsiteY3" fmla="*/ 3067 h 3291"/>
                        <a:gd name="connsiteX4" fmla="*/ 228 w 3290"/>
                        <a:gd name="connsiteY4" fmla="*/ 2480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228" y="2480"/>
                          </a:moveTo>
                          <a:cubicBezTo>
                            <a:pt x="-233" y="1703"/>
                            <a:pt x="27" y="689"/>
                            <a:pt x="810" y="229"/>
                          </a:cubicBezTo>
                          <a:cubicBezTo>
                            <a:pt x="1593" y="-231"/>
                            <a:pt x="2602" y="23"/>
                            <a:pt x="3063" y="800"/>
                          </a:cubicBezTo>
                          <a:cubicBezTo>
                            <a:pt x="3524" y="1592"/>
                            <a:pt x="3263" y="2591"/>
                            <a:pt x="2481" y="3067"/>
                          </a:cubicBezTo>
                          <a:cubicBezTo>
                            <a:pt x="1698" y="3526"/>
                            <a:pt x="690" y="3257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54" name="Freeform: Shape 353">
                      <a:extLst>
                        <a:ext uri="{FF2B5EF4-FFF2-40B4-BE49-F238E27FC236}">
                          <a16:creationId xmlns:a16="http://schemas.microsoft.com/office/drawing/2014/main" id="{EBA59476-55FC-65B1-7EC4-062D89FC82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3563" y="4599378"/>
                      <a:ext cx="3291" cy="3291"/>
                    </a:xfrm>
                    <a:custGeom>
                      <a:avLst/>
                      <a:gdLst>
                        <a:gd name="connsiteX0" fmla="*/ 228 w 3291"/>
                        <a:gd name="connsiteY0" fmla="*/ 2476 h 3291"/>
                        <a:gd name="connsiteX1" fmla="*/ 810 w 3291"/>
                        <a:gd name="connsiteY1" fmla="*/ 225 h 3291"/>
                        <a:gd name="connsiteX2" fmla="*/ 3063 w 3291"/>
                        <a:gd name="connsiteY2" fmla="*/ 811 h 3291"/>
                        <a:gd name="connsiteX3" fmla="*/ 2481 w 3291"/>
                        <a:gd name="connsiteY3" fmla="*/ 3063 h 3291"/>
                        <a:gd name="connsiteX4" fmla="*/ 228 w 3291"/>
                        <a:gd name="connsiteY4" fmla="*/ 247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228" y="2476"/>
                          </a:moveTo>
                          <a:cubicBezTo>
                            <a:pt x="-233" y="1699"/>
                            <a:pt x="27" y="685"/>
                            <a:pt x="810" y="225"/>
                          </a:cubicBezTo>
                          <a:cubicBezTo>
                            <a:pt x="1593" y="-235"/>
                            <a:pt x="2602" y="35"/>
                            <a:pt x="3063" y="811"/>
                          </a:cubicBezTo>
                          <a:cubicBezTo>
                            <a:pt x="3524" y="1588"/>
                            <a:pt x="3264" y="2603"/>
                            <a:pt x="2481" y="3063"/>
                          </a:cubicBezTo>
                          <a:cubicBezTo>
                            <a:pt x="1698" y="3522"/>
                            <a:pt x="690" y="3269"/>
                            <a:pt x="228" y="247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55" name="Freeform: Shape 354">
                      <a:extLst>
                        <a:ext uri="{FF2B5EF4-FFF2-40B4-BE49-F238E27FC236}">
                          <a16:creationId xmlns:a16="http://schemas.microsoft.com/office/drawing/2014/main" id="{E8758ABC-21D7-CC89-ECB6-EEA372AAD4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5936" y="4617198"/>
                      <a:ext cx="3291" cy="3291"/>
                    </a:xfrm>
                    <a:custGeom>
                      <a:avLst/>
                      <a:gdLst>
                        <a:gd name="connsiteX0" fmla="*/ 228 w 3291"/>
                        <a:gd name="connsiteY0" fmla="*/ 2476 h 3291"/>
                        <a:gd name="connsiteX1" fmla="*/ 810 w 3291"/>
                        <a:gd name="connsiteY1" fmla="*/ 225 h 3291"/>
                        <a:gd name="connsiteX2" fmla="*/ 3063 w 3291"/>
                        <a:gd name="connsiteY2" fmla="*/ 811 h 3291"/>
                        <a:gd name="connsiteX3" fmla="*/ 2481 w 3291"/>
                        <a:gd name="connsiteY3" fmla="*/ 3063 h 3291"/>
                        <a:gd name="connsiteX4" fmla="*/ 228 w 3291"/>
                        <a:gd name="connsiteY4" fmla="*/ 247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228" y="2476"/>
                          </a:moveTo>
                          <a:cubicBezTo>
                            <a:pt x="-233" y="1699"/>
                            <a:pt x="27" y="685"/>
                            <a:pt x="810" y="225"/>
                          </a:cubicBezTo>
                          <a:cubicBezTo>
                            <a:pt x="1593" y="-235"/>
                            <a:pt x="2601" y="35"/>
                            <a:pt x="3063" y="811"/>
                          </a:cubicBezTo>
                          <a:cubicBezTo>
                            <a:pt x="3524" y="1588"/>
                            <a:pt x="3264" y="2603"/>
                            <a:pt x="2481" y="3063"/>
                          </a:cubicBezTo>
                          <a:cubicBezTo>
                            <a:pt x="1698" y="3522"/>
                            <a:pt x="690" y="3269"/>
                            <a:pt x="228" y="247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56" name="Freeform: Shape 355">
                      <a:extLst>
                        <a:ext uri="{FF2B5EF4-FFF2-40B4-BE49-F238E27FC236}">
                          <a16:creationId xmlns:a16="http://schemas.microsoft.com/office/drawing/2014/main" id="{BD8381B9-DB08-0332-A18C-70CCD410A6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2136" y="4607444"/>
                      <a:ext cx="3291" cy="3294"/>
                    </a:xfrm>
                    <a:custGeom>
                      <a:avLst/>
                      <a:gdLst>
                        <a:gd name="connsiteX0" fmla="*/ 228 w 3291"/>
                        <a:gd name="connsiteY0" fmla="*/ 2480 h 3294"/>
                        <a:gd name="connsiteX1" fmla="*/ 810 w 3291"/>
                        <a:gd name="connsiteY1" fmla="*/ 228 h 3294"/>
                        <a:gd name="connsiteX2" fmla="*/ 3063 w 3291"/>
                        <a:gd name="connsiteY2" fmla="*/ 815 h 3294"/>
                        <a:gd name="connsiteX3" fmla="*/ 2481 w 3291"/>
                        <a:gd name="connsiteY3" fmla="*/ 3066 h 3294"/>
                        <a:gd name="connsiteX4" fmla="*/ 228 w 3291"/>
                        <a:gd name="connsiteY4" fmla="*/ 2480 h 32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4">
                          <a:moveTo>
                            <a:pt x="228" y="2480"/>
                          </a:moveTo>
                          <a:cubicBezTo>
                            <a:pt x="-233" y="1703"/>
                            <a:pt x="27" y="688"/>
                            <a:pt x="810" y="228"/>
                          </a:cubicBezTo>
                          <a:cubicBezTo>
                            <a:pt x="1593" y="-231"/>
                            <a:pt x="2601" y="22"/>
                            <a:pt x="3063" y="815"/>
                          </a:cubicBezTo>
                          <a:cubicBezTo>
                            <a:pt x="3524" y="1592"/>
                            <a:pt x="3264" y="2606"/>
                            <a:pt x="2481" y="3066"/>
                          </a:cubicBezTo>
                          <a:cubicBezTo>
                            <a:pt x="1699" y="3526"/>
                            <a:pt x="690" y="3272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57" name="Freeform: Shape 356">
                      <a:extLst>
                        <a:ext uri="{FF2B5EF4-FFF2-40B4-BE49-F238E27FC236}">
                          <a16:creationId xmlns:a16="http://schemas.microsoft.com/office/drawing/2014/main" id="{09B28774-3558-DE4D-C20A-32C1E69265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3896" y="4633178"/>
                      <a:ext cx="3291" cy="3291"/>
                    </a:xfrm>
                    <a:custGeom>
                      <a:avLst/>
                      <a:gdLst>
                        <a:gd name="connsiteX0" fmla="*/ 228 w 3291"/>
                        <a:gd name="connsiteY0" fmla="*/ 2476 h 3291"/>
                        <a:gd name="connsiteX1" fmla="*/ 810 w 3291"/>
                        <a:gd name="connsiteY1" fmla="*/ 225 h 3291"/>
                        <a:gd name="connsiteX2" fmla="*/ 3063 w 3291"/>
                        <a:gd name="connsiteY2" fmla="*/ 811 h 3291"/>
                        <a:gd name="connsiteX3" fmla="*/ 2481 w 3291"/>
                        <a:gd name="connsiteY3" fmla="*/ 3063 h 3291"/>
                        <a:gd name="connsiteX4" fmla="*/ 228 w 3291"/>
                        <a:gd name="connsiteY4" fmla="*/ 247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228" y="2476"/>
                          </a:moveTo>
                          <a:cubicBezTo>
                            <a:pt x="-233" y="1699"/>
                            <a:pt x="27" y="685"/>
                            <a:pt x="810" y="225"/>
                          </a:cubicBezTo>
                          <a:cubicBezTo>
                            <a:pt x="1593" y="-235"/>
                            <a:pt x="2601" y="35"/>
                            <a:pt x="3063" y="811"/>
                          </a:cubicBezTo>
                          <a:cubicBezTo>
                            <a:pt x="3524" y="1588"/>
                            <a:pt x="3264" y="2603"/>
                            <a:pt x="2481" y="3063"/>
                          </a:cubicBezTo>
                          <a:cubicBezTo>
                            <a:pt x="1699" y="3522"/>
                            <a:pt x="690" y="3269"/>
                            <a:pt x="228" y="247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58" name="Freeform: Shape 357">
                      <a:extLst>
                        <a:ext uri="{FF2B5EF4-FFF2-40B4-BE49-F238E27FC236}">
                          <a16:creationId xmlns:a16="http://schemas.microsoft.com/office/drawing/2014/main" id="{5EFD9D16-26FD-55E8-53BA-B0EAFCC49C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2927" y="4633135"/>
                      <a:ext cx="3291" cy="3286"/>
                    </a:xfrm>
                    <a:custGeom>
                      <a:avLst/>
                      <a:gdLst>
                        <a:gd name="connsiteX0" fmla="*/ 228 w 3291"/>
                        <a:gd name="connsiteY0" fmla="*/ 2487 h 3286"/>
                        <a:gd name="connsiteX1" fmla="*/ 810 w 3291"/>
                        <a:gd name="connsiteY1" fmla="*/ 236 h 3286"/>
                        <a:gd name="connsiteX2" fmla="*/ 3063 w 3291"/>
                        <a:gd name="connsiteY2" fmla="*/ 807 h 3286"/>
                        <a:gd name="connsiteX3" fmla="*/ 2481 w 3291"/>
                        <a:gd name="connsiteY3" fmla="*/ 3058 h 3286"/>
                        <a:gd name="connsiteX4" fmla="*/ 228 w 3291"/>
                        <a:gd name="connsiteY4" fmla="*/ 2487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6">
                          <a:moveTo>
                            <a:pt x="228" y="2487"/>
                          </a:moveTo>
                          <a:cubicBezTo>
                            <a:pt x="-233" y="1694"/>
                            <a:pt x="27" y="696"/>
                            <a:pt x="810" y="236"/>
                          </a:cubicBezTo>
                          <a:cubicBezTo>
                            <a:pt x="1593" y="-240"/>
                            <a:pt x="2602" y="30"/>
                            <a:pt x="3063" y="807"/>
                          </a:cubicBezTo>
                          <a:cubicBezTo>
                            <a:pt x="3524" y="1599"/>
                            <a:pt x="3264" y="2598"/>
                            <a:pt x="2481" y="3058"/>
                          </a:cubicBezTo>
                          <a:cubicBezTo>
                            <a:pt x="1698" y="3518"/>
                            <a:pt x="690" y="3264"/>
                            <a:pt x="228" y="248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59" name="Freeform: Shape 358">
                      <a:extLst>
                        <a:ext uri="{FF2B5EF4-FFF2-40B4-BE49-F238E27FC236}">
                          <a16:creationId xmlns:a16="http://schemas.microsoft.com/office/drawing/2014/main" id="{FD14FE05-C30F-4D61-6A5D-8E8B06863A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6889" y="4626128"/>
                      <a:ext cx="3290" cy="3287"/>
                    </a:xfrm>
                    <a:custGeom>
                      <a:avLst/>
                      <a:gdLst>
                        <a:gd name="connsiteX0" fmla="*/ 228 w 3290"/>
                        <a:gd name="connsiteY0" fmla="*/ 2487 h 3287"/>
                        <a:gd name="connsiteX1" fmla="*/ 810 w 3290"/>
                        <a:gd name="connsiteY1" fmla="*/ 236 h 3287"/>
                        <a:gd name="connsiteX2" fmla="*/ 3062 w 3290"/>
                        <a:gd name="connsiteY2" fmla="*/ 807 h 3287"/>
                        <a:gd name="connsiteX3" fmla="*/ 2481 w 3290"/>
                        <a:gd name="connsiteY3" fmla="*/ 3058 h 3287"/>
                        <a:gd name="connsiteX4" fmla="*/ 228 w 3290"/>
                        <a:gd name="connsiteY4" fmla="*/ 2487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7">
                          <a:moveTo>
                            <a:pt x="228" y="2487"/>
                          </a:moveTo>
                          <a:cubicBezTo>
                            <a:pt x="-233" y="1695"/>
                            <a:pt x="28" y="696"/>
                            <a:pt x="810" y="236"/>
                          </a:cubicBezTo>
                          <a:cubicBezTo>
                            <a:pt x="1593" y="-240"/>
                            <a:pt x="2601" y="30"/>
                            <a:pt x="3062" y="807"/>
                          </a:cubicBezTo>
                          <a:cubicBezTo>
                            <a:pt x="3524" y="1599"/>
                            <a:pt x="3264" y="2598"/>
                            <a:pt x="2481" y="3058"/>
                          </a:cubicBezTo>
                          <a:cubicBezTo>
                            <a:pt x="1697" y="3518"/>
                            <a:pt x="689" y="3264"/>
                            <a:pt x="228" y="248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60" name="Freeform: Shape 359">
                      <a:extLst>
                        <a:ext uri="{FF2B5EF4-FFF2-40B4-BE49-F238E27FC236}">
                          <a16:creationId xmlns:a16="http://schemas.microsoft.com/office/drawing/2014/main" id="{000BB7AC-AE4C-D88E-D953-F36DD59713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9731" y="4643082"/>
                      <a:ext cx="3291" cy="3291"/>
                    </a:xfrm>
                    <a:custGeom>
                      <a:avLst/>
                      <a:gdLst>
                        <a:gd name="connsiteX0" fmla="*/ 228 w 3291"/>
                        <a:gd name="connsiteY0" fmla="*/ 2480 h 3291"/>
                        <a:gd name="connsiteX1" fmla="*/ 810 w 3291"/>
                        <a:gd name="connsiteY1" fmla="*/ 228 h 3291"/>
                        <a:gd name="connsiteX2" fmla="*/ 3063 w 3291"/>
                        <a:gd name="connsiteY2" fmla="*/ 815 h 3291"/>
                        <a:gd name="connsiteX3" fmla="*/ 2481 w 3291"/>
                        <a:gd name="connsiteY3" fmla="*/ 3066 h 3291"/>
                        <a:gd name="connsiteX4" fmla="*/ 228 w 3291"/>
                        <a:gd name="connsiteY4" fmla="*/ 2480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228" y="2480"/>
                          </a:moveTo>
                          <a:cubicBezTo>
                            <a:pt x="-233" y="1703"/>
                            <a:pt x="27" y="688"/>
                            <a:pt x="810" y="228"/>
                          </a:cubicBezTo>
                          <a:cubicBezTo>
                            <a:pt x="1593" y="-231"/>
                            <a:pt x="2602" y="22"/>
                            <a:pt x="3063" y="815"/>
                          </a:cubicBezTo>
                          <a:cubicBezTo>
                            <a:pt x="3524" y="1592"/>
                            <a:pt x="3264" y="2606"/>
                            <a:pt x="2481" y="3066"/>
                          </a:cubicBezTo>
                          <a:cubicBezTo>
                            <a:pt x="1699" y="3526"/>
                            <a:pt x="690" y="3256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61" name="Freeform: Shape 360">
                      <a:extLst>
                        <a:ext uri="{FF2B5EF4-FFF2-40B4-BE49-F238E27FC236}">
                          <a16:creationId xmlns:a16="http://schemas.microsoft.com/office/drawing/2014/main" id="{A68B8675-3272-5513-DD1D-B306BE8970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6591" y="4622318"/>
                      <a:ext cx="3291" cy="3291"/>
                    </a:xfrm>
                    <a:custGeom>
                      <a:avLst/>
                      <a:gdLst>
                        <a:gd name="connsiteX0" fmla="*/ 228 w 3291"/>
                        <a:gd name="connsiteY0" fmla="*/ 2492 h 3291"/>
                        <a:gd name="connsiteX1" fmla="*/ 810 w 3291"/>
                        <a:gd name="connsiteY1" fmla="*/ 225 h 3291"/>
                        <a:gd name="connsiteX2" fmla="*/ 3063 w 3291"/>
                        <a:gd name="connsiteY2" fmla="*/ 811 h 3291"/>
                        <a:gd name="connsiteX3" fmla="*/ 2481 w 3291"/>
                        <a:gd name="connsiteY3" fmla="*/ 3063 h 3291"/>
                        <a:gd name="connsiteX4" fmla="*/ 228 w 3291"/>
                        <a:gd name="connsiteY4" fmla="*/ 2492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228" y="2492"/>
                          </a:moveTo>
                          <a:cubicBezTo>
                            <a:pt x="-233" y="1699"/>
                            <a:pt x="27" y="701"/>
                            <a:pt x="810" y="225"/>
                          </a:cubicBezTo>
                          <a:cubicBezTo>
                            <a:pt x="1593" y="-235"/>
                            <a:pt x="2601" y="35"/>
                            <a:pt x="3063" y="811"/>
                          </a:cubicBezTo>
                          <a:cubicBezTo>
                            <a:pt x="3524" y="1588"/>
                            <a:pt x="3264" y="2603"/>
                            <a:pt x="2481" y="3063"/>
                          </a:cubicBezTo>
                          <a:cubicBezTo>
                            <a:pt x="1698" y="3523"/>
                            <a:pt x="690" y="3269"/>
                            <a:pt x="228" y="249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62" name="Freeform: Shape 361">
                      <a:extLst>
                        <a:ext uri="{FF2B5EF4-FFF2-40B4-BE49-F238E27FC236}">
                          <a16:creationId xmlns:a16="http://schemas.microsoft.com/office/drawing/2014/main" id="{610A9E25-C031-F9A3-F4D8-2772DCF92B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6360" y="4632413"/>
                      <a:ext cx="3291" cy="3294"/>
                    </a:xfrm>
                    <a:custGeom>
                      <a:avLst/>
                      <a:gdLst>
                        <a:gd name="connsiteX0" fmla="*/ 228 w 3291"/>
                        <a:gd name="connsiteY0" fmla="*/ 2480 h 3294"/>
                        <a:gd name="connsiteX1" fmla="*/ 810 w 3291"/>
                        <a:gd name="connsiteY1" fmla="*/ 228 h 3294"/>
                        <a:gd name="connsiteX2" fmla="*/ 3063 w 3291"/>
                        <a:gd name="connsiteY2" fmla="*/ 815 h 3294"/>
                        <a:gd name="connsiteX3" fmla="*/ 2481 w 3291"/>
                        <a:gd name="connsiteY3" fmla="*/ 3066 h 3294"/>
                        <a:gd name="connsiteX4" fmla="*/ 228 w 3291"/>
                        <a:gd name="connsiteY4" fmla="*/ 2480 h 32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4">
                          <a:moveTo>
                            <a:pt x="228" y="2480"/>
                          </a:moveTo>
                          <a:cubicBezTo>
                            <a:pt x="-233" y="1703"/>
                            <a:pt x="27" y="688"/>
                            <a:pt x="810" y="228"/>
                          </a:cubicBezTo>
                          <a:cubicBezTo>
                            <a:pt x="1593" y="-231"/>
                            <a:pt x="2601" y="22"/>
                            <a:pt x="3063" y="815"/>
                          </a:cubicBezTo>
                          <a:cubicBezTo>
                            <a:pt x="3524" y="1592"/>
                            <a:pt x="3264" y="2606"/>
                            <a:pt x="2481" y="3066"/>
                          </a:cubicBezTo>
                          <a:cubicBezTo>
                            <a:pt x="1698" y="3526"/>
                            <a:pt x="690" y="3272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63" name="Freeform: Shape 362">
                      <a:extLst>
                        <a:ext uri="{FF2B5EF4-FFF2-40B4-BE49-F238E27FC236}">
                          <a16:creationId xmlns:a16="http://schemas.microsoft.com/office/drawing/2014/main" id="{7065FE74-0ADD-4C45-188F-7B697F5022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6155" y="4621522"/>
                      <a:ext cx="3291" cy="3291"/>
                    </a:xfrm>
                    <a:custGeom>
                      <a:avLst/>
                      <a:gdLst>
                        <a:gd name="connsiteX0" fmla="*/ 228 w 3291"/>
                        <a:gd name="connsiteY0" fmla="*/ 2480 h 3291"/>
                        <a:gd name="connsiteX1" fmla="*/ 810 w 3291"/>
                        <a:gd name="connsiteY1" fmla="*/ 228 h 3291"/>
                        <a:gd name="connsiteX2" fmla="*/ 3063 w 3291"/>
                        <a:gd name="connsiteY2" fmla="*/ 815 h 3291"/>
                        <a:gd name="connsiteX3" fmla="*/ 2481 w 3291"/>
                        <a:gd name="connsiteY3" fmla="*/ 3066 h 3291"/>
                        <a:gd name="connsiteX4" fmla="*/ 228 w 3291"/>
                        <a:gd name="connsiteY4" fmla="*/ 2480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228" y="2480"/>
                          </a:moveTo>
                          <a:cubicBezTo>
                            <a:pt x="-233" y="1703"/>
                            <a:pt x="27" y="688"/>
                            <a:pt x="810" y="228"/>
                          </a:cubicBezTo>
                          <a:cubicBezTo>
                            <a:pt x="1593" y="-231"/>
                            <a:pt x="2602" y="22"/>
                            <a:pt x="3063" y="815"/>
                          </a:cubicBezTo>
                          <a:cubicBezTo>
                            <a:pt x="3524" y="1592"/>
                            <a:pt x="3264" y="2606"/>
                            <a:pt x="2481" y="3066"/>
                          </a:cubicBezTo>
                          <a:cubicBezTo>
                            <a:pt x="1698" y="3526"/>
                            <a:pt x="690" y="3256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64" name="Freeform: Shape 363">
                      <a:extLst>
                        <a:ext uri="{FF2B5EF4-FFF2-40B4-BE49-F238E27FC236}">
                          <a16:creationId xmlns:a16="http://schemas.microsoft.com/office/drawing/2014/main" id="{CF840BA2-0AA0-1974-D345-85EB90A768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5839" y="4654385"/>
                      <a:ext cx="3290" cy="3291"/>
                    </a:xfrm>
                    <a:custGeom>
                      <a:avLst/>
                      <a:gdLst>
                        <a:gd name="connsiteX0" fmla="*/ 228 w 3290"/>
                        <a:gd name="connsiteY0" fmla="*/ 2480 h 3291"/>
                        <a:gd name="connsiteX1" fmla="*/ 810 w 3290"/>
                        <a:gd name="connsiteY1" fmla="*/ 229 h 3291"/>
                        <a:gd name="connsiteX2" fmla="*/ 3062 w 3290"/>
                        <a:gd name="connsiteY2" fmla="*/ 800 h 3291"/>
                        <a:gd name="connsiteX3" fmla="*/ 2481 w 3290"/>
                        <a:gd name="connsiteY3" fmla="*/ 3067 h 3291"/>
                        <a:gd name="connsiteX4" fmla="*/ 228 w 3290"/>
                        <a:gd name="connsiteY4" fmla="*/ 2480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228" y="2480"/>
                          </a:moveTo>
                          <a:cubicBezTo>
                            <a:pt x="-233" y="1703"/>
                            <a:pt x="28" y="689"/>
                            <a:pt x="810" y="229"/>
                          </a:cubicBezTo>
                          <a:cubicBezTo>
                            <a:pt x="1593" y="-231"/>
                            <a:pt x="2601" y="23"/>
                            <a:pt x="3062" y="800"/>
                          </a:cubicBezTo>
                          <a:cubicBezTo>
                            <a:pt x="3524" y="1592"/>
                            <a:pt x="3262" y="2591"/>
                            <a:pt x="2481" y="3067"/>
                          </a:cubicBezTo>
                          <a:cubicBezTo>
                            <a:pt x="1698" y="3527"/>
                            <a:pt x="689" y="3257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65" name="Freeform: Shape 364">
                      <a:extLst>
                        <a:ext uri="{FF2B5EF4-FFF2-40B4-BE49-F238E27FC236}">
                          <a16:creationId xmlns:a16="http://schemas.microsoft.com/office/drawing/2014/main" id="{4D52C2CD-1ADE-5D08-BBBA-55D786A212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4871" y="4654338"/>
                      <a:ext cx="3290" cy="3290"/>
                    </a:xfrm>
                    <a:custGeom>
                      <a:avLst/>
                      <a:gdLst>
                        <a:gd name="connsiteX0" fmla="*/ 228 w 3290"/>
                        <a:gd name="connsiteY0" fmla="*/ 2479 h 3290"/>
                        <a:gd name="connsiteX1" fmla="*/ 810 w 3290"/>
                        <a:gd name="connsiteY1" fmla="*/ 228 h 3290"/>
                        <a:gd name="connsiteX2" fmla="*/ 3062 w 3290"/>
                        <a:gd name="connsiteY2" fmla="*/ 815 h 3290"/>
                        <a:gd name="connsiteX3" fmla="*/ 2481 w 3290"/>
                        <a:gd name="connsiteY3" fmla="*/ 3066 h 3290"/>
                        <a:gd name="connsiteX4" fmla="*/ 228 w 3290"/>
                        <a:gd name="connsiteY4" fmla="*/ 2479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0">
                          <a:moveTo>
                            <a:pt x="228" y="2479"/>
                          </a:moveTo>
                          <a:cubicBezTo>
                            <a:pt x="-233" y="1703"/>
                            <a:pt x="28" y="688"/>
                            <a:pt x="810" y="228"/>
                          </a:cubicBezTo>
                          <a:cubicBezTo>
                            <a:pt x="1593" y="-231"/>
                            <a:pt x="2601" y="22"/>
                            <a:pt x="3062" y="815"/>
                          </a:cubicBezTo>
                          <a:cubicBezTo>
                            <a:pt x="3524" y="1592"/>
                            <a:pt x="3262" y="2606"/>
                            <a:pt x="2481" y="3066"/>
                          </a:cubicBezTo>
                          <a:cubicBezTo>
                            <a:pt x="1697" y="3526"/>
                            <a:pt x="689" y="3256"/>
                            <a:pt x="228" y="247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66" name="Freeform: Shape 365">
                      <a:extLst>
                        <a:ext uri="{FF2B5EF4-FFF2-40B4-BE49-F238E27FC236}">
                          <a16:creationId xmlns:a16="http://schemas.microsoft.com/office/drawing/2014/main" id="{56A16FBB-CEBA-16EA-439F-657B2D4A2E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8832" y="4647331"/>
                      <a:ext cx="3291" cy="3294"/>
                    </a:xfrm>
                    <a:custGeom>
                      <a:avLst/>
                      <a:gdLst>
                        <a:gd name="connsiteX0" fmla="*/ 228 w 3291"/>
                        <a:gd name="connsiteY0" fmla="*/ 2480 h 3294"/>
                        <a:gd name="connsiteX1" fmla="*/ 810 w 3291"/>
                        <a:gd name="connsiteY1" fmla="*/ 228 h 3294"/>
                        <a:gd name="connsiteX2" fmla="*/ 3063 w 3291"/>
                        <a:gd name="connsiteY2" fmla="*/ 815 h 3294"/>
                        <a:gd name="connsiteX3" fmla="*/ 2481 w 3291"/>
                        <a:gd name="connsiteY3" fmla="*/ 3066 h 3294"/>
                        <a:gd name="connsiteX4" fmla="*/ 228 w 3291"/>
                        <a:gd name="connsiteY4" fmla="*/ 2480 h 32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4">
                          <a:moveTo>
                            <a:pt x="228" y="2480"/>
                          </a:moveTo>
                          <a:cubicBezTo>
                            <a:pt x="-233" y="1703"/>
                            <a:pt x="27" y="688"/>
                            <a:pt x="810" y="228"/>
                          </a:cubicBezTo>
                          <a:cubicBezTo>
                            <a:pt x="1593" y="-231"/>
                            <a:pt x="2601" y="22"/>
                            <a:pt x="3063" y="815"/>
                          </a:cubicBezTo>
                          <a:cubicBezTo>
                            <a:pt x="3524" y="1592"/>
                            <a:pt x="3264" y="2606"/>
                            <a:pt x="2481" y="3066"/>
                          </a:cubicBezTo>
                          <a:cubicBezTo>
                            <a:pt x="1698" y="3526"/>
                            <a:pt x="690" y="3272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67" name="Freeform: Shape 366">
                      <a:extLst>
                        <a:ext uri="{FF2B5EF4-FFF2-40B4-BE49-F238E27FC236}">
                          <a16:creationId xmlns:a16="http://schemas.microsoft.com/office/drawing/2014/main" id="{0206018E-3A95-CE4D-E228-43686C3D3E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1674" y="4664282"/>
                      <a:ext cx="3291" cy="3291"/>
                    </a:xfrm>
                    <a:custGeom>
                      <a:avLst/>
                      <a:gdLst>
                        <a:gd name="connsiteX0" fmla="*/ 228 w 3291"/>
                        <a:gd name="connsiteY0" fmla="*/ 2492 h 3291"/>
                        <a:gd name="connsiteX1" fmla="*/ 810 w 3291"/>
                        <a:gd name="connsiteY1" fmla="*/ 225 h 3291"/>
                        <a:gd name="connsiteX2" fmla="*/ 3063 w 3291"/>
                        <a:gd name="connsiteY2" fmla="*/ 811 h 3291"/>
                        <a:gd name="connsiteX3" fmla="*/ 2481 w 3291"/>
                        <a:gd name="connsiteY3" fmla="*/ 3063 h 3291"/>
                        <a:gd name="connsiteX4" fmla="*/ 228 w 3291"/>
                        <a:gd name="connsiteY4" fmla="*/ 2492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228" y="2492"/>
                          </a:moveTo>
                          <a:cubicBezTo>
                            <a:pt x="-233" y="1699"/>
                            <a:pt x="27" y="701"/>
                            <a:pt x="810" y="225"/>
                          </a:cubicBezTo>
                          <a:cubicBezTo>
                            <a:pt x="1593" y="-235"/>
                            <a:pt x="2602" y="35"/>
                            <a:pt x="3063" y="811"/>
                          </a:cubicBezTo>
                          <a:cubicBezTo>
                            <a:pt x="3524" y="1604"/>
                            <a:pt x="3264" y="2603"/>
                            <a:pt x="2481" y="3063"/>
                          </a:cubicBezTo>
                          <a:cubicBezTo>
                            <a:pt x="1698" y="3522"/>
                            <a:pt x="690" y="3269"/>
                            <a:pt x="228" y="249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68" name="Freeform: Shape 367">
                      <a:extLst>
                        <a:ext uri="{FF2B5EF4-FFF2-40B4-BE49-F238E27FC236}">
                          <a16:creationId xmlns:a16="http://schemas.microsoft.com/office/drawing/2014/main" id="{7B713441-0C3B-EB29-0E7A-C7D780A248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8534" y="4643526"/>
                      <a:ext cx="3291" cy="3291"/>
                    </a:xfrm>
                    <a:custGeom>
                      <a:avLst/>
                      <a:gdLst>
                        <a:gd name="connsiteX0" fmla="*/ 228 w 3291"/>
                        <a:gd name="connsiteY0" fmla="*/ 2480 h 3291"/>
                        <a:gd name="connsiteX1" fmla="*/ 810 w 3291"/>
                        <a:gd name="connsiteY1" fmla="*/ 228 h 3291"/>
                        <a:gd name="connsiteX2" fmla="*/ 3063 w 3291"/>
                        <a:gd name="connsiteY2" fmla="*/ 815 h 3291"/>
                        <a:gd name="connsiteX3" fmla="*/ 2481 w 3291"/>
                        <a:gd name="connsiteY3" fmla="*/ 3066 h 3291"/>
                        <a:gd name="connsiteX4" fmla="*/ 228 w 3291"/>
                        <a:gd name="connsiteY4" fmla="*/ 2480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228" y="2480"/>
                          </a:moveTo>
                          <a:cubicBezTo>
                            <a:pt x="-233" y="1703"/>
                            <a:pt x="27" y="688"/>
                            <a:pt x="810" y="228"/>
                          </a:cubicBezTo>
                          <a:cubicBezTo>
                            <a:pt x="1593" y="-231"/>
                            <a:pt x="2602" y="22"/>
                            <a:pt x="3063" y="815"/>
                          </a:cubicBezTo>
                          <a:cubicBezTo>
                            <a:pt x="3524" y="1592"/>
                            <a:pt x="3264" y="2606"/>
                            <a:pt x="2481" y="3066"/>
                          </a:cubicBezTo>
                          <a:cubicBezTo>
                            <a:pt x="1698" y="3526"/>
                            <a:pt x="690" y="3256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69" name="Freeform: Shape 368">
                      <a:extLst>
                        <a:ext uri="{FF2B5EF4-FFF2-40B4-BE49-F238E27FC236}">
                          <a16:creationId xmlns:a16="http://schemas.microsoft.com/office/drawing/2014/main" id="{8E8B93CE-76A5-8DF0-D2BE-F9445F9575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7443" y="4649693"/>
                      <a:ext cx="3290" cy="3291"/>
                    </a:xfrm>
                    <a:custGeom>
                      <a:avLst/>
                      <a:gdLst>
                        <a:gd name="connsiteX0" fmla="*/ 228 w 3290"/>
                        <a:gd name="connsiteY0" fmla="*/ 2480 h 3291"/>
                        <a:gd name="connsiteX1" fmla="*/ 810 w 3290"/>
                        <a:gd name="connsiteY1" fmla="*/ 228 h 3291"/>
                        <a:gd name="connsiteX2" fmla="*/ 3062 w 3290"/>
                        <a:gd name="connsiteY2" fmla="*/ 815 h 3291"/>
                        <a:gd name="connsiteX3" fmla="*/ 2481 w 3290"/>
                        <a:gd name="connsiteY3" fmla="*/ 3066 h 3291"/>
                        <a:gd name="connsiteX4" fmla="*/ 228 w 3290"/>
                        <a:gd name="connsiteY4" fmla="*/ 2480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228" y="2480"/>
                          </a:moveTo>
                          <a:cubicBezTo>
                            <a:pt x="-233" y="1703"/>
                            <a:pt x="28" y="688"/>
                            <a:pt x="810" y="228"/>
                          </a:cubicBezTo>
                          <a:cubicBezTo>
                            <a:pt x="1593" y="-231"/>
                            <a:pt x="2601" y="22"/>
                            <a:pt x="3062" y="815"/>
                          </a:cubicBezTo>
                          <a:cubicBezTo>
                            <a:pt x="3524" y="1592"/>
                            <a:pt x="3262" y="2606"/>
                            <a:pt x="2481" y="3066"/>
                          </a:cubicBezTo>
                          <a:cubicBezTo>
                            <a:pt x="1699" y="3526"/>
                            <a:pt x="689" y="3256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0" name="Freeform: Shape 369">
                      <a:extLst>
                        <a:ext uri="{FF2B5EF4-FFF2-40B4-BE49-F238E27FC236}">
                          <a16:creationId xmlns:a16="http://schemas.microsoft.com/office/drawing/2014/main" id="{E0CCB8D1-E30E-9DBD-8069-9291C789CA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7109" y="4651596"/>
                      <a:ext cx="3290" cy="3291"/>
                    </a:xfrm>
                    <a:custGeom>
                      <a:avLst/>
                      <a:gdLst>
                        <a:gd name="connsiteX0" fmla="*/ 228 w 3290"/>
                        <a:gd name="connsiteY0" fmla="*/ 2480 h 3291"/>
                        <a:gd name="connsiteX1" fmla="*/ 810 w 3290"/>
                        <a:gd name="connsiteY1" fmla="*/ 228 h 3291"/>
                        <a:gd name="connsiteX2" fmla="*/ 3062 w 3290"/>
                        <a:gd name="connsiteY2" fmla="*/ 815 h 3291"/>
                        <a:gd name="connsiteX3" fmla="*/ 2481 w 3290"/>
                        <a:gd name="connsiteY3" fmla="*/ 3066 h 3291"/>
                        <a:gd name="connsiteX4" fmla="*/ 228 w 3290"/>
                        <a:gd name="connsiteY4" fmla="*/ 2480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228" y="2480"/>
                          </a:moveTo>
                          <a:cubicBezTo>
                            <a:pt x="-233" y="1703"/>
                            <a:pt x="28" y="688"/>
                            <a:pt x="810" y="228"/>
                          </a:cubicBezTo>
                          <a:cubicBezTo>
                            <a:pt x="1591" y="-231"/>
                            <a:pt x="2601" y="22"/>
                            <a:pt x="3062" y="815"/>
                          </a:cubicBezTo>
                          <a:cubicBezTo>
                            <a:pt x="3524" y="1592"/>
                            <a:pt x="3262" y="2606"/>
                            <a:pt x="2481" y="3066"/>
                          </a:cubicBezTo>
                          <a:cubicBezTo>
                            <a:pt x="1698" y="3526"/>
                            <a:pt x="689" y="3256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1" name="Freeform: Shape 370">
                      <a:extLst>
                        <a:ext uri="{FF2B5EF4-FFF2-40B4-BE49-F238E27FC236}">
                          <a16:creationId xmlns:a16="http://schemas.microsoft.com/office/drawing/2014/main" id="{BAD9195B-D035-E283-1470-866A488B79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187" y="4608066"/>
                      <a:ext cx="3291" cy="3291"/>
                    </a:xfrm>
                    <a:custGeom>
                      <a:avLst/>
                      <a:gdLst>
                        <a:gd name="connsiteX0" fmla="*/ 228 w 3291"/>
                        <a:gd name="connsiteY0" fmla="*/ 2492 h 3291"/>
                        <a:gd name="connsiteX1" fmla="*/ 810 w 3291"/>
                        <a:gd name="connsiteY1" fmla="*/ 225 h 3291"/>
                        <a:gd name="connsiteX2" fmla="*/ 3063 w 3291"/>
                        <a:gd name="connsiteY2" fmla="*/ 811 h 3291"/>
                        <a:gd name="connsiteX3" fmla="*/ 2481 w 3291"/>
                        <a:gd name="connsiteY3" fmla="*/ 3063 h 3291"/>
                        <a:gd name="connsiteX4" fmla="*/ 228 w 3291"/>
                        <a:gd name="connsiteY4" fmla="*/ 2492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228" y="2492"/>
                          </a:moveTo>
                          <a:cubicBezTo>
                            <a:pt x="-233" y="1699"/>
                            <a:pt x="27" y="701"/>
                            <a:pt x="810" y="225"/>
                          </a:cubicBezTo>
                          <a:cubicBezTo>
                            <a:pt x="1593" y="-235"/>
                            <a:pt x="2601" y="35"/>
                            <a:pt x="3063" y="811"/>
                          </a:cubicBezTo>
                          <a:cubicBezTo>
                            <a:pt x="3524" y="1588"/>
                            <a:pt x="3264" y="2603"/>
                            <a:pt x="2481" y="3063"/>
                          </a:cubicBezTo>
                          <a:cubicBezTo>
                            <a:pt x="1698" y="3522"/>
                            <a:pt x="690" y="3269"/>
                            <a:pt x="228" y="249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2" name="Freeform: Shape 371">
                      <a:extLst>
                        <a:ext uri="{FF2B5EF4-FFF2-40B4-BE49-F238E27FC236}">
                          <a16:creationId xmlns:a16="http://schemas.microsoft.com/office/drawing/2014/main" id="{AC426C47-3D6B-0464-B24F-EE4EC1A56B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5217" y="4608030"/>
                      <a:ext cx="3291" cy="3287"/>
                    </a:xfrm>
                    <a:custGeom>
                      <a:avLst/>
                      <a:gdLst>
                        <a:gd name="connsiteX0" fmla="*/ 228 w 3291"/>
                        <a:gd name="connsiteY0" fmla="*/ 2480 h 3287"/>
                        <a:gd name="connsiteX1" fmla="*/ 810 w 3291"/>
                        <a:gd name="connsiteY1" fmla="*/ 229 h 3287"/>
                        <a:gd name="connsiteX2" fmla="*/ 3063 w 3291"/>
                        <a:gd name="connsiteY2" fmla="*/ 800 h 3287"/>
                        <a:gd name="connsiteX3" fmla="*/ 2481 w 3291"/>
                        <a:gd name="connsiteY3" fmla="*/ 3051 h 3287"/>
                        <a:gd name="connsiteX4" fmla="*/ 228 w 3291"/>
                        <a:gd name="connsiteY4" fmla="*/ 248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228" y="2480"/>
                          </a:moveTo>
                          <a:cubicBezTo>
                            <a:pt x="-233" y="1688"/>
                            <a:pt x="27" y="689"/>
                            <a:pt x="810" y="229"/>
                          </a:cubicBezTo>
                          <a:cubicBezTo>
                            <a:pt x="1593" y="-231"/>
                            <a:pt x="2602" y="23"/>
                            <a:pt x="3063" y="800"/>
                          </a:cubicBezTo>
                          <a:cubicBezTo>
                            <a:pt x="3524" y="1592"/>
                            <a:pt x="3264" y="2591"/>
                            <a:pt x="2481" y="3051"/>
                          </a:cubicBezTo>
                          <a:cubicBezTo>
                            <a:pt x="1699" y="3527"/>
                            <a:pt x="690" y="3257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3" name="Freeform: Shape 372">
                      <a:extLst>
                        <a:ext uri="{FF2B5EF4-FFF2-40B4-BE49-F238E27FC236}">
                          <a16:creationId xmlns:a16="http://schemas.microsoft.com/office/drawing/2014/main" id="{21D3A401-D9F7-5F8E-B31C-220302ABAE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5177" y="4596632"/>
                      <a:ext cx="3291" cy="3290"/>
                    </a:xfrm>
                    <a:custGeom>
                      <a:avLst/>
                      <a:gdLst>
                        <a:gd name="connsiteX0" fmla="*/ 228 w 3291"/>
                        <a:gd name="connsiteY0" fmla="*/ 2479 h 3290"/>
                        <a:gd name="connsiteX1" fmla="*/ 810 w 3291"/>
                        <a:gd name="connsiteY1" fmla="*/ 228 h 3290"/>
                        <a:gd name="connsiteX2" fmla="*/ 3063 w 3291"/>
                        <a:gd name="connsiteY2" fmla="*/ 815 h 3290"/>
                        <a:gd name="connsiteX3" fmla="*/ 2481 w 3291"/>
                        <a:gd name="connsiteY3" fmla="*/ 3066 h 3290"/>
                        <a:gd name="connsiteX4" fmla="*/ 228 w 3291"/>
                        <a:gd name="connsiteY4" fmla="*/ 2479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0">
                          <a:moveTo>
                            <a:pt x="228" y="2479"/>
                          </a:moveTo>
                          <a:cubicBezTo>
                            <a:pt x="-233" y="1703"/>
                            <a:pt x="27" y="688"/>
                            <a:pt x="810" y="228"/>
                          </a:cubicBezTo>
                          <a:cubicBezTo>
                            <a:pt x="1593" y="-231"/>
                            <a:pt x="2602" y="22"/>
                            <a:pt x="3063" y="815"/>
                          </a:cubicBezTo>
                          <a:cubicBezTo>
                            <a:pt x="3524" y="1592"/>
                            <a:pt x="3264" y="2606"/>
                            <a:pt x="2481" y="3066"/>
                          </a:cubicBezTo>
                          <a:cubicBezTo>
                            <a:pt x="1698" y="3526"/>
                            <a:pt x="690" y="3256"/>
                            <a:pt x="228" y="247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4" name="Freeform: Shape 373">
                      <a:extLst>
                        <a:ext uri="{FF2B5EF4-FFF2-40B4-BE49-F238E27FC236}">
                          <a16:creationId xmlns:a16="http://schemas.microsoft.com/office/drawing/2014/main" id="{4E815364-0D1F-4D5A-AAE9-E4389FB568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2023" y="4617971"/>
                      <a:ext cx="3290" cy="3294"/>
                    </a:xfrm>
                    <a:custGeom>
                      <a:avLst/>
                      <a:gdLst>
                        <a:gd name="connsiteX0" fmla="*/ 228 w 3290"/>
                        <a:gd name="connsiteY0" fmla="*/ 2480 h 3294"/>
                        <a:gd name="connsiteX1" fmla="*/ 810 w 3290"/>
                        <a:gd name="connsiteY1" fmla="*/ 228 h 3294"/>
                        <a:gd name="connsiteX2" fmla="*/ 3062 w 3290"/>
                        <a:gd name="connsiteY2" fmla="*/ 815 h 3294"/>
                        <a:gd name="connsiteX3" fmla="*/ 2481 w 3290"/>
                        <a:gd name="connsiteY3" fmla="*/ 3066 h 3294"/>
                        <a:gd name="connsiteX4" fmla="*/ 228 w 3290"/>
                        <a:gd name="connsiteY4" fmla="*/ 2480 h 32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4">
                          <a:moveTo>
                            <a:pt x="228" y="2480"/>
                          </a:moveTo>
                          <a:cubicBezTo>
                            <a:pt x="-233" y="1703"/>
                            <a:pt x="28" y="688"/>
                            <a:pt x="810" y="228"/>
                          </a:cubicBezTo>
                          <a:cubicBezTo>
                            <a:pt x="1593" y="-231"/>
                            <a:pt x="2601" y="22"/>
                            <a:pt x="3062" y="815"/>
                          </a:cubicBezTo>
                          <a:cubicBezTo>
                            <a:pt x="3524" y="1592"/>
                            <a:pt x="3262" y="2606"/>
                            <a:pt x="2481" y="3066"/>
                          </a:cubicBezTo>
                          <a:cubicBezTo>
                            <a:pt x="1697" y="3526"/>
                            <a:pt x="689" y="3272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5" name="Freeform: Shape 374">
                      <a:extLst>
                        <a:ext uri="{FF2B5EF4-FFF2-40B4-BE49-F238E27FC236}">
                          <a16:creationId xmlns:a16="http://schemas.microsoft.com/office/drawing/2014/main" id="{4F967BC1-C6CC-6732-7BA1-A6C63733CD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8882" y="4597211"/>
                      <a:ext cx="3291" cy="3287"/>
                    </a:xfrm>
                    <a:custGeom>
                      <a:avLst/>
                      <a:gdLst>
                        <a:gd name="connsiteX0" fmla="*/ 228 w 3291"/>
                        <a:gd name="connsiteY0" fmla="*/ 2487 h 3287"/>
                        <a:gd name="connsiteX1" fmla="*/ 810 w 3291"/>
                        <a:gd name="connsiteY1" fmla="*/ 236 h 3287"/>
                        <a:gd name="connsiteX2" fmla="*/ 3063 w 3291"/>
                        <a:gd name="connsiteY2" fmla="*/ 807 h 3287"/>
                        <a:gd name="connsiteX3" fmla="*/ 2481 w 3291"/>
                        <a:gd name="connsiteY3" fmla="*/ 3058 h 3287"/>
                        <a:gd name="connsiteX4" fmla="*/ 228 w 3291"/>
                        <a:gd name="connsiteY4" fmla="*/ 2487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228" y="2487"/>
                          </a:moveTo>
                          <a:cubicBezTo>
                            <a:pt x="-233" y="1694"/>
                            <a:pt x="27" y="696"/>
                            <a:pt x="810" y="236"/>
                          </a:cubicBezTo>
                          <a:cubicBezTo>
                            <a:pt x="1593" y="-240"/>
                            <a:pt x="2601" y="30"/>
                            <a:pt x="3063" y="807"/>
                          </a:cubicBezTo>
                          <a:cubicBezTo>
                            <a:pt x="3524" y="1599"/>
                            <a:pt x="3264" y="2598"/>
                            <a:pt x="2481" y="3058"/>
                          </a:cubicBezTo>
                          <a:cubicBezTo>
                            <a:pt x="1698" y="3518"/>
                            <a:pt x="690" y="3264"/>
                            <a:pt x="228" y="248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6" name="Freeform: Shape 375">
                      <a:extLst>
                        <a:ext uri="{FF2B5EF4-FFF2-40B4-BE49-F238E27FC236}">
                          <a16:creationId xmlns:a16="http://schemas.microsoft.com/office/drawing/2014/main" id="{BFF99078-C0B6-2EEC-1263-45C97E1E06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1256" y="4615030"/>
                      <a:ext cx="3290" cy="3287"/>
                    </a:xfrm>
                    <a:custGeom>
                      <a:avLst/>
                      <a:gdLst>
                        <a:gd name="connsiteX0" fmla="*/ 228 w 3290"/>
                        <a:gd name="connsiteY0" fmla="*/ 2487 h 3287"/>
                        <a:gd name="connsiteX1" fmla="*/ 810 w 3290"/>
                        <a:gd name="connsiteY1" fmla="*/ 236 h 3287"/>
                        <a:gd name="connsiteX2" fmla="*/ 3062 w 3290"/>
                        <a:gd name="connsiteY2" fmla="*/ 807 h 3287"/>
                        <a:gd name="connsiteX3" fmla="*/ 2481 w 3290"/>
                        <a:gd name="connsiteY3" fmla="*/ 3058 h 3287"/>
                        <a:gd name="connsiteX4" fmla="*/ 228 w 3290"/>
                        <a:gd name="connsiteY4" fmla="*/ 2487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7">
                          <a:moveTo>
                            <a:pt x="228" y="2487"/>
                          </a:moveTo>
                          <a:cubicBezTo>
                            <a:pt x="-233" y="1695"/>
                            <a:pt x="28" y="696"/>
                            <a:pt x="810" y="236"/>
                          </a:cubicBezTo>
                          <a:cubicBezTo>
                            <a:pt x="1593" y="-240"/>
                            <a:pt x="2601" y="30"/>
                            <a:pt x="3062" y="807"/>
                          </a:cubicBezTo>
                          <a:cubicBezTo>
                            <a:pt x="3524" y="1599"/>
                            <a:pt x="3262" y="2598"/>
                            <a:pt x="2481" y="3058"/>
                          </a:cubicBezTo>
                          <a:cubicBezTo>
                            <a:pt x="1697" y="3518"/>
                            <a:pt x="689" y="3264"/>
                            <a:pt x="228" y="248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7" name="Freeform: Shape 376">
                      <a:extLst>
                        <a:ext uri="{FF2B5EF4-FFF2-40B4-BE49-F238E27FC236}">
                          <a16:creationId xmlns:a16="http://schemas.microsoft.com/office/drawing/2014/main" id="{1C8946ED-3AA0-DBFD-59C0-9F03345C56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7456" y="4605280"/>
                      <a:ext cx="3291" cy="3287"/>
                    </a:xfrm>
                    <a:custGeom>
                      <a:avLst/>
                      <a:gdLst>
                        <a:gd name="connsiteX0" fmla="*/ 228 w 3291"/>
                        <a:gd name="connsiteY0" fmla="*/ 2487 h 3287"/>
                        <a:gd name="connsiteX1" fmla="*/ 810 w 3291"/>
                        <a:gd name="connsiteY1" fmla="*/ 236 h 3287"/>
                        <a:gd name="connsiteX2" fmla="*/ 3063 w 3291"/>
                        <a:gd name="connsiteY2" fmla="*/ 807 h 3287"/>
                        <a:gd name="connsiteX3" fmla="*/ 2481 w 3291"/>
                        <a:gd name="connsiteY3" fmla="*/ 3058 h 3287"/>
                        <a:gd name="connsiteX4" fmla="*/ 228 w 3291"/>
                        <a:gd name="connsiteY4" fmla="*/ 2487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228" y="2487"/>
                          </a:moveTo>
                          <a:cubicBezTo>
                            <a:pt x="-233" y="1695"/>
                            <a:pt x="27" y="696"/>
                            <a:pt x="810" y="236"/>
                          </a:cubicBezTo>
                          <a:cubicBezTo>
                            <a:pt x="1593" y="-240"/>
                            <a:pt x="2601" y="30"/>
                            <a:pt x="3063" y="807"/>
                          </a:cubicBezTo>
                          <a:cubicBezTo>
                            <a:pt x="3524" y="1599"/>
                            <a:pt x="3264" y="2598"/>
                            <a:pt x="2481" y="3058"/>
                          </a:cubicBezTo>
                          <a:cubicBezTo>
                            <a:pt x="1699" y="3518"/>
                            <a:pt x="690" y="3264"/>
                            <a:pt x="228" y="248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8" name="Freeform: Shape 377">
                      <a:extLst>
                        <a:ext uri="{FF2B5EF4-FFF2-40B4-BE49-F238E27FC236}">
                          <a16:creationId xmlns:a16="http://schemas.microsoft.com/office/drawing/2014/main" id="{15B9BE70-7C96-036E-0C5B-0967CCB654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664" y="4603243"/>
                      <a:ext cx="3290" cy="3291"/>
                    </a:xfrm>
                    <a:custGeom>
                      <a:avLst/>
                      <a:gdLst>
                        <a:gd name="connsiteX0" fmla="*/ 228 w 3290"/>
                        <a:gd name="connsiteY0" fmla="*/ 2480 h 3291"/>
                        <a:gd name="connsiteX1" fmla="*/ 810 w 3290"/>
                        <a:gd name="connsiteY1" fmla="*/ 228 h 3291"/>
                        <a:gd name="connsiteX2" fmla="*/ 3063 w 3290"/>
                        <a:gd name="connsiteY2" fmla="*/ 815 h 3291"/>
                        <a:gd name="connsiteX3" fmla="*/ 2481 w 3290"/>
                        <a:gd name="connsiteY3" fmla="*/ 3066 h 3291"/>
                        <a:gd name="connsiteX4" fmla="*/ 228 w 3290"/>
                        <a:gd name="connsiteY4" fmla="*/ 2480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228" y="2480"/>
                          </a:moveTo>
                          <a:cubicBezTo>
                            <a:pt x="-233" y="1703"/>
                            <a:pt x="27" y="688"/>
                            <a:pt x="810" y="228"/>
                          </a:cubicBezTo>
                          <a:cubicBezTo>
                            <a:pt x="1593" y="-231"/>
                            <a:pt x="2602" y="22"/>
                            <a:pt x="3063" y="815"/>
                          </a:cubicBezTo>
                          <a:cubicBezTo>
                            <a:pt x="3524" y="1592"/>
                            <a:pt x="3263" y="2606"/>
                            <a:pt x="2481" y="3066"/>
                          </a:cubicBezTo>
                          <a:cubicBezTo>
                            <a:pt x="1698" y="3526"/>
                            <a:pt x="690" y="3256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" name="Freeform: Shape 378">
                      <a:extLst>
                        <a:ext uri="{FF2B5EF4-FFF2-40B4-BE49-F238E27FC236}">
                          <a16:creationId xmlns:a16="http://schemas.microsoft.com/office/drawing/2014/main" id="{5797780E-C652-1F57-03DF-8D3373B8B7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9694" y="4603199"/>
                      <a:ext cx="3291" cy="3290"/>
                    </a:xfrm>
                    <a:custGeom>
                      <a:avLst/>
                      <a:gdLst>
                        <a:gd name="connsiteX0" fmla="*/ 228 w 3291"/>
                        <a:gd name="connsiteY0" fmla="*/ 2476 h 3290"/>
                        <a:gd name="connsiteX1" fmla="*/ 810 w 3291"/>
                        <a:gd name="connsiteY1" fmla="*/ 225 h 3290"/>
                        <a:gd name="connsiteX2" fmla="*/ 3063 w 3291"/>
                        <a:gd name="connsiteY2" fmla="*/ 811 h 3290"/>
                        <a:gd name="connsiteX3" fmla="*/ 2481 w 3291"/>
                        <a:gd name="connsiteY3" fmla="*/ 3063 h 3290"/>
                        <a:gd name="connsiteX4" fmla="*/ 228 w 3291"/>
                        <a:gd name="connsiteY4" fmla="*/ 2476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0">
                          <a:moveTo>
                            <a:pt x="228" y="2476"/>
                          </a:moveTo>
                          <a:cubicBezTo>
                            <a:pt x="-233" y="1699"/>
                            <a:pt x="27" y="685"/>
                            <a:pt x="810" y="225"/>
                          </a:cubicBezTo>
                          <a:cubicBezTo>
                            <a:pt x="1593" y="-235"/>
                            <a:pt x="2602" y="35"/>
                            <a:pt x="3063" y="811"/>
                          </a:cubicBezTo>
                          <a:cubicBezTo>
                            <a:pt x="3524" y="1588"/>
                            <a:pt x="3264" y="2603"/>
                            <a:pt x="2481" y="3063"/>
                          </a:cubicBezTo>
                          <a:cubicBezTo>
                            <a:pt x="1698" y="3522"/>
                            <a:pt x="690" y="3269"/>
                            <a:pt x="228" y="247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80" name="Freeform: Shape 379">
                      <a:extLst>
                        <a:ext uri="{FF2B5EF4-FFF2-40B4-BE49-F238E27FC236}">
                          <a16:creationId xmlns:a16="http://schemas.microsoft.com/office/drawing/2014/main" id="{3ABDC9DF-8A1E-C23B-5A46-0BBD0A64A7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3655" y="4596192"/>
                      <a:ext cx="3291" cy="3291"/>
                    </a:xfrm>
                    <a:custGeom>
                      <a:avLst/>
                      <a:gdLst>
                        <a:gd name="connsiteX0" fmla="*/ 228 w 3291"/>
                        <a:gd name="connsiteY0" fmla="*/ 2476 h 3291"/>
                        <a:gd name="connsiteX1" fmla="*/ 810 w 3291"/>
                        <a:gd name="connsiteY1" fmla="*/ 225 h 3291"/>
                        <a:gd name="connsiteX2" fmla="*/ 3063 w 3291"/>
                        <a:gd name="connsiteY2" fmla="*/ 811 h 3291"/>
                        <a:gd name="connsiteX3" fmla="*/ 2481 w 3291"/>
                        <a:gd name="connsiteY3" fmla="*/ 3063 h 3291"/>
                        <a:gd name="connsiteX4" fmla="*/ 228 w 3291"/>
                        <a:gd name="connsiteY4" fmla="*/ 247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228" y="2476"/>
                          </a:moveTo>
                          <a:cubicBezTo>
                            <a:pt x="-233" y="1699"/>
                            <a:pt x="27" y="685"/>
                            <a:pt x="810" y="225"/>
                          </a:cubicBezTo>
                          <a:cubicBezTo>
                            <a:pt x="1593" y="-235"/>
                            <a:pt x="2601" y="35"/>
                            <a:pt x="3063" y="811"/>
                          </a:cubicBezTo>
                          <a:cubicBezTo>
                            <a:pt x="3524" y="1588"/>
                            <a:pt x="3264" y="2603"/>
                            <a:pt x="2481" y="3063"/>
                          </a:cubicBezTo>
                          <a:cubicBezTo>
                            <a:pt x="1699" y="3522"/>
                            <a:pt x="690" y="3269"/>
                            <a:pt x="228" y="247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81" name="Freeform: Shape 380">
                      <a:extLst>
                        <a:ext uri="{FF2B5EF4-FFF2-40B4-BE49-F238E27FC236}">
                          <a16:creationId xmlns:a16="http://schemas.microsoft.com/office/drawing/2014/main" id="{8F0B8ED8-AD32-113E-CE9B-4CC2240135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7891" y="4613975"/>
                      <a:ext cx="3291" cy="3291"/>
                    </a:xfrm>
                    <a:custGeom>
                      <a:avLst/>
                      <a:gdLst>
                        <a:gd name="connsiteX0" fmla="*/ 228 w 3291"/>
                        <a:gd name="connsiteY0" fmla="*/ 2480 h 3291"/>
                        <a:gd name="connsiteX1" fmla="*/ 810 w 3291"/>
                        <a:gd name="connsiteY1" fmla="*/ 229 h 3291"/>
                        <a:gd name="connsiteX2" fmla="*/ 3063 w 3291"/>
                        <a:gd name="connsiteY2" fmla="*/ 800 h 3291"/>
                        <a:gd name="connsiteX3" fmla="*/ 2481 w 3291"/>
                        <a:gd name="connsiteY3" fmla="*/ 3067 h 3291"/>
                        <a:gd name="connsiteX4" fmla="*/ 228 w 3291"/>
                        <a:gd name="connsiteY4" fmla="*/ 2480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228" y="2480"/>
                          </a:moveTo>
                          <a:cubicBezTo>
                            <a:pt x="-233" y="1703"/>
                            <a:pt x="27" y="689"/>
                            <a:pt x="810" y="229"/>
                          </a:cubicBezTo>
                          <a:cubicBezTo>
                            <a:pt x="1593" y="-231"/>
                            <a:pt x="2601" y="23"/>
                            <a:pt x="3063" y="800"/>
                          </a:cubicBezTo>
                          <a:cubicBezTo>
                            <a:pt x="3524" y="1592"/>
                            <a:pt x="3264" y="2591"/>
                            <a:pt x="2481" y="3067"/>
                          </a:cubicBezTo>
                          <a:cubicBezTo>
                            <a:pt x="1698" y="3527"/>
                            <a:pt x="690" y="3257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82" name="Freeform: Shape 381">
                      <a:extLst>
                        <a:ext uri="{FF2B5EF4-FFF2-40B4-BE49-F238E27FC236}">
                          <a16:creationId xmlns:a16="http://schemas.microsoft.com/office/drawing/2014/main" id="{B0AEA01B-A230-3B17-0F85-F00791D06C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554" y="4587691"/>
                      <a:ext cx="3291" cy="3291"/>
                    </a:xfrm>
                    <a:custGeom>
                      <a:avLst/>
                      <a:gdLst>
                        <a:gd name="connsiteX0" fmla="*/ 228 w 3291"/>
                        <a:gd name="connsiteY0" fmla="*/ 2480 h 3291"/>
                        <a:gd name="connsiteX1" fmla="*/ 810 w 3291"/>
                        <a:gd name="connsiteY1" fmla="*/ 228 h 3291"/>
                        <a:gd name="connsiteX2" fmla="*/ 3063 w 3291"/>
                        <a:gd name="connsiteY2" fmla="*/ 815 h 3291"/>
                        <a:gd name="connsiteX3" fmla="*/ 2481 w 3291"/>
                        <a:gd name="connsiteY3" fmla="*/ 3066 h 3291"/>
                        <a:gd name="connsiteX4" fmla="*/ 228 w 3291"/>
                        <a:gd name="connsiteY4" fmla="*/ 2480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228" y="2480"/>
                          </a:moveTo>
                          <a:cubicBezTo>
                            <a:pt x="-233" y="1687"/>
                            <a:pt x="27" y="688"/>
                            <a:pt x="810" y="228"/>
                          </a:cubicBezTo>
                          <a:cubicBezTo>
                            <a:pt x="1593" y="-231"/>
                            <a:pt x="2601" y="22"/>
                            <a:pt x="3063" y="815"/>
                          </a:cubicBezTo>
                          <a:cubicBezTo>
                            <a:pt x="3524" y="1592"/>
                            <a:pt x="3264" y="2606"/>
                            <a:pt x="2481" y="3066"/>
                          </a:cubicBezTo>
                          <a:cubicBezTo>
                            <a:pt x="1698" y="3526"/>
                            <a:pt x="690" y="3256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83" name="Freeform: Shape 382">
                      <a:extLst>
                        <a:ext uri="{FF2B5EF4-FFF2-40B4-BE49-F238E27FC236}">
                          <a16:creationId xmlns:a16="http://schemas.microsoft.com/office/drawing/2014/main" id="{14A08EAE-6266-3A29-E347-A99235DD28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5732" y="4610203"/>
                      <a:ext cx="3291" cy="3294"/>
                    </a:xfrm>
                    <a:custGeom>
                      <a:avLst/>
                      <a:gdLst>
                        <a:gd name="connsiteX0" fmla="*/ 228 w 3291"/>
                        <a:gd name="connsiteY0" fmla="*/ 2480 h 3294"/>
                        <a:gd name="connsiteX1" fmla="*/ 810 w 3291"/>
                        <a:gd name="connsiteY1" fmla="*/ 228 h 3294"/>
                        <a:gd name="connsiteX2" fmla="*/ 3063 w 3291"/>
                        <a:gd name="connsiteY2" fmla="*/ 815 h 3294"/>
                        <a:gd name="connsiteX3" fmla="*/ 2481 w 3291"/>
                        <a:gd name="connsiteY3" fmla="*/ 3066 h 3294"/>
                        <a:gd name="connsiteX4" fmla="*/ 228 w 3291"/>
                        <a:gd name="connsiteY4" fmla="*/ 2480 h 32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4">
                          <a:moveTo>
                            <a:pt x="228" y="2480"/>
                          </a:moveTo>
                          <a:cubicBezTo>
                            <a:pt x="-233" y="1703"/>
                            <a:pt x="27" y="688"/>
                            <a:pt x="810" y="228"/>
                          </a:cubicBezTo>
                          <a:cubicBezTo>
                            <a:pt x="1593" y="-231"/>
                            <a:pt x="2602" y="22"/>
                            <a:pt x="3063" y="815"/>
                          </a:cubicBezTo>
                          <a:cubicBezTo>
                            <a:pt x="3524" y="1592"/>
                            <a:pt x="3264" y="2606"/>
                            <a:pt x="2481" y="3066"/>
                          </a:cubicBezTo>
                          <a:cubicBezTo>
                            <a:pt x="1698" y="3526"/>
                            <a:pt x="690" y="3272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84" name="Freeform: Shape 383">
                      <a:extLst>
                        <a:ext uri="{FF2B5EF4-FFF2-40B4-BE49-F238E27FC236}">
                          <a16:creationId xmlns:a16="http://schemas.microsoft.com/office/drawing/2014/main" id="{A96F0A74-05C0-8944-559E-95EBF9C6D4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1932" y="4600456"/>
                      <a:ext cx="3291" cy="3291"/>
                    </a:xfrm>
                    <a:custGeom>
                      <a:avLst/>
                      <a:gdLst>
                        <a:gd name="connsiteX0" fmla="*/ 228 w 3291"/>
                        <a:gd name="connsiteY0" fmla="*/ 2476 h 3291"/>
                        <a:gd name="connsiteX1" fmla="*/ 810 w 3291"/>
                        <a:gd name="connsiteY1" fmla="*/ 225 h 3291"/>
                        <a:gd name="connsiteX2" fmla="*/ 3063 w 3291"/>
                        <a:gd name="connsiteY2" fmla="*/ 812 h 3291"/>
                        <a:gd name="connsiteX3" fmla="*/ 2481 w 3291"/>
                        <a:gd name="connsiteY3" fmla="*/ 3063 h 3291"/>
                        <a:gd name="connsiteX4" fmla="*/ 228 w 3291"/>
                        <a:gd name="connsiteY4" fmla="*/ 247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228" y="2476"/>
                          </a:moveTo>
                          <a:cubicBezTo>
                            <a:pt x="-233" y="1699"/>
                            <a:pt x="27" y="685"/>
                            <a:pt x="810" y="225"/>
                          </a:cubicBezTo>
                          <a:cubicBezTo>
                            <a:pt x="1593" y="-235"/>
                            <a:pt x="2602" y="35"/>
                            <a:pt x="3063" y="812"/>
                          </a:cubicBezTo>
                          <a:cubicBezTo>
                            <a:pt x="3524" y="1588"/>
                            <a:pt x="3264" y="2603"/>
                            <a:pt x="2481" y="3063"/>
                          </a:cubicBezTo>
                          <a:cubicBezTo>
                            <a:pt x="1698" y="3522"/>
                            <a:pt x="690" y="3269"/>
                            <a:pt x="228" y="247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85" name="Freeform: Shape 384">
                      <a:extLst>
                        <a:ext uri="{FF2B5EF4-FFF2-40B4-BE49-F238E27FC236}">
                          <a16:creationId xmlns:a16="http://schemas.microsoft.com/office/drawing/2014/main" id="{5A02CF8D-1F8A-D524-13C6-A236C8ECB6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6611" y="4594127"/>
                      <a:ext cx="3290" cy="3291"/>
                    </a:xfrm>
                    <a:custGeom>
                      <a:avLst/>
                      <a:gdLst>
                        <a:gd name="connsiteX0" fmla="*/ 228 w 3290"/>
                        <a:gd name="connsiteY0" fmla="*/ 2480 h 3291"/>
                        <a:gd name="connsiteX1" fmla="*/ 810 w 3290"/>
                        <a:gd name="connsiteY1" fmla="*/ 229 h 3291"/>
                        <a:gd name="connsiteX2" fmla="*/ 3062 w 3290"/>
                        <a:gd name="connsiteY2" fmla="*/ 800 h 3291"/>
                        <a:gd name="connsiteX3" fmla="*/ 2481 w 3290"/>
                        <a:gd name="connsiteY3" fmla="*/ 3067 h 3291"/>
                        <a:gd name="connsiteX4" fmla="*/ 228 w 3290"/>
                        <a:gd name="connsiteY4" fmla="*/ 2480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228" y="2480"/>
                          </a:moveTo>
                          <a:cubicBezTo>
                            <a:pt x="-233" y="1688"/>
                            <a:pt x="28" y="689"/>
                            <a:pt x="810" y="229"/>
                          </a:cubicBezTo>
                          <a:cubicBezTo>
                            <a:pt x="1593" y="-231"/>
                            <a:pt x="2601" y="23"/>
                            <a:pt x="3062" y="800"/>
                          </a:cubicBezTo>
                          <a:cubicBezTo>
                            <a:pt x="3524" y="1593"/>
                            <a:pt x="3262" y="2591"/>
                            <a:pt x="2481" y="3067"/>
                          </a:cubicBezTo>
                          <a:cubicBezTo>
                            <a:pt x="1699" y="3527"/>
                            <a:pt x="689" y="3257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86" name="Freeform: Shape 385">
                      <a:extLst>
                        <a:ext uri="{FF2B5EF4-FFF2-40B4-BE49-F238E27FC236}">
                          <a16:creationId xmlns:a16="http://schemas.microsoft.com/office/drawing/2014/main" id="{67F440CE-90D7-D6CB-86BB-A807B4F40B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7890" y="4584101"/>
                      <a:ext cx="3291" cy="3287"/>
                    </a:xfrm>
                    <a:custGeom>
                      <a:avLst/>
                      <a:gdLst>
                        <a:gd name="connsiteX0" fmla="*/ 228 w 3291"/>
                        <a:gd name="connsiteY0" fmla="*/ 2487 h 3287"/>
                        <a:gd name="connsiteX1" fmla="*/ 810 w 3291"/>
                        <a:gd name="connsiteY1" fmla="*/ 236 h 3287"/>
                        <a:gd name="connsiteX2" fmla="*/ 3063 w 3291"/>
                        <a:gd name="connsiteY2" fmla="*/ 807 h 3287"/>
                        <a:gd name="connsiteX3" fmla="*/ 2481 w 3291"/>
                        <a:gd name="connsiteY3" fmla="*/ 3058 h 3287"/>
                        <a:gd name="connsiteX4" fmla="*/ 228 w 3291"/>
                        <a:gd name="connsiteY4" fmla="*/ 2487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228" y="2487"/>
                          </a:moveTo>
                          <a:cubicBezTo>
                            <a:pt x="-233" y="1695"/>
                            <a:pt x="27" y="696"/>
                            <a:pt x="810" y="236"/>
                          </a:cubicBezTo>
                          <a:cubicBezTo>
                            <a:pt x="1593" y="-240"/>
                            <a:pt x="2602" y="30"/>
                            <a:pt x="3063" y="807"/>
                          </a:cubicBezTo>
                          <a:cubicBezTo>
                            <a:pt x="3524" y="1599"/>
                            <a:pt x="3264" y="2598"/>
                            <a:pt x="2481" y="3058"/>
                          </a:cubicBezTo>
                          <a:cubicBezTo>
                            <a:pt x="1699" y="3518"/>
                            <a:pt x="690" y="3264"/>
                            <a:pt x="228" y="248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87" name="Freeform: Shape 386">
                      <a:extLst>
                        <a:ext uri="{FF2B5EF4-FFF2-40B4-BE49-F238E27FC236}">
                          <a16:creationId xmlns:a16="http://schemas.microsoft.com/office/drawing/2014/main" id="{27EC1070-9486-7BE4-C933-FEF5A7A804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0892" y="4574533"/>
                      <a:ext cx="3291" cy="3291"/>
                    </a:xfrm>
                    <a:custGeom>
                      <a:avLst/>
                      <a:gdLst>
                        <a:gd name="connsiteX0" fmla="*/ 228 w 3291"/>
                        <a:gd name="connsiteY0" fmla="*/ 2480 h 3291"/>
                        <a:gd name="connsiteX1" fmla="*/ 810 w 3291"/>
                        <a:gd name="connsiteY1" fmla="*/ 228 h 3291"/>
                        <a:gd name="connsiteX2" fmla="*/ 3063 w 3291"/>
                        <a:gd name="connsiteY2" fmla="*/ 815 h 3291"/>
                        <a:gd name="connsiteX3" fmla="*/ 2481 w 3291"/>
                        <a:gd name="connsiteY3" fmla="*/ 3066 h 3291"/>
                        <a:gd name="connsiteX4" fmla="*/ 228 w 3291"/>
                        <a:gd name="connsiteY4" fmla="*/ 2480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228" y="2480"/>
                          </a:moveTo>
                          <a:cubicBezTo>
                            <a:pt x="-233" y="1703"/>
                            <a:pt x="27" y="688"/>
                            <a:pt x="810" y="228"/>
                          </a:cubicBezTo>
                          <a:cubicBezTo>
                            <a:pt x="1593" y="-231"/>
                            <a:pt x="2602" y="22"/>
                            <a:pt x="3063" y="815"/>
                          </a:cubicBezTo>
                          <a:cubicBezTo>
                            <a:pt x="3524" y="1592"/>
                            <a:pt x="3264" y="2606"/>
                            <a:pt x="2481" y="3066"/>
                          </a:cubicBezTo>
                          <a:cubicBezTo>
                            <a:pt x="1698" y="3526"/>
                            <a:pt x="690" y="3256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88" name="Freeform: Shape 387">
                      <a:extLst>
                        <a:ext uri="{FF2B5EF4-FFF2-40B4-BE49-F238E27FC236}">
                          <a16:creationId xmlns:a16="http://schemas.microsoft.com/office/drawing/2014/main" id="{DA119138-9D7B-B7D6-EEE7-7A8ABF1A56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4696" y="4594052"/>
                      <a:ext cx="3290" cy="3287"/>
                    </a:xfrm>
                    <a:custGeom>
                      <a:avLst/>
                      <a:gdLst>
                        <a:gd name="connsiteX0" fmla="*/ 228 w 3290"/>
                        <a:gd name="connsiteY0" fmla="*/ 2476 h 3287"/>
                        <a:gd name="connsiteX1" fmla="*/ 810 w 3290"/>
                        <a:gd name="connsiteY1" fmla="*/ 225 h 3287"/>
                        <a:gd name="connsiteX2" fmla="*/ 3062 w 3290"/>
                        <a:gd name="connsiteY2" fmla="*/ 811 h 3287"/>
                        <a:gd name="connsiteX3" fmla="*/ 2481 w 3290"/>
                        <a:gd name="connsiteY3" fmla="*/ 3063 h 3287"/>
                        <a:gd name="connsiteX4" fmla="*/ 228 w 3290"/>
                        <a:gd name="connsiteY4" fmla="*/ 2476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7">
                          <a:moveTo>
                            <a:pt x="228" y="2476"/>
                          </a:moveTo>
                          <a:cubicBezTo>
                            <a:pt x="-233" y="1699"/>
                            <a:pt x="28" y="685"/>
                            <a:pt x="810" y="225"/>
                          </a:cubicBezTo>
                          <a:cubicBezTo>
                            <a:pt x="1593" y="-235"/>
                            <a:pt x="2601" y="35"/>
                            <a:pt x="3062" y="811"/>
                          </a:cubicBezTo>
                          <a:cubicBezTo>
                            <a:pt x="3524" y="1588"/>
                            <a:pt x="3264" y="2603"/>
                            <a:pt x="2481" y="3063"/>
                          </a:cubicBezTo>
                          <a:cubicBezTo>
                            <a:pt x="1697" y="3522"/>
                            <a:pt x="689" y="3253"/>
                            <a:pt x="228" y="247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89" name="Freeform: Shape 388">
                      <a:extLst>
                        <a:ext uri="{FF2B5EF4-FFF2-40B4-BE49-F238E27FC236}">
                          <a16:creationId xmlns:a16="http://schemas.microsoft.com/office/drawing/2014/main" id="{8D01E1D4-082F-5BB4-0B7B-DF344C5498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6547" y="4580224"/>
                      <a:ext cx="3291" cy="3290"/>
                    </a:xfrm>
                    <a:custGeom>
                      <a:avLst/>
                      <a:gdLst>
                        <a:gd name="connsiteX0" fmla="*/ 228 w 3291"/>
                        <a:gd name="connsiteY0" fmla="*/ 2479 h 3290"/>
                        <a:gd name="connsiteX1" fmla="*/ 810 w 3291"/>
                        <a:gd name="connsiteY1" fmla="*/ 228 h 3290"/>
                        <a:gd name="connsiteX2" fmla="*/ 3063 w 3291"/>
                        <a:gd name="connsiteY2" fmla="*/ 815 h 3290"/>
                        <a:gd name="connsiteX3" fmla="*/ 2481 w 3291"/>
                        <a:gd name="connsiteY3" fmla="*/ 3066 h 3290"/>
                        <a:gd name="connsiteX4" fmla="*/ 228 w 3291"/>
                        <a:gd name="connsiteY4" fmla="*/ 2479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0">
                          <a:moveTo>
                            <a:pt x="228" y="2479"/>
                          </a:moveTo>
                          <a:cubicBezTo>
                            <a:pt x="-233" y="1687"/>
                            <a:pt x="27" y="688"/>
                            <a:pt x="810" y="228"/>
                          </a:cubicBezTo>
                          <a:cubicBezTo>
                            <a:pt x="1593" y="-231"/>
                            <a:pt x="2602" y="22"/>
                            <a:pt x="3063" y="815"/>
                          </a:cubicBezTo>
                          <a:cubicBezTo>
                            <a:pt x="3524" y="1592"/>
                            <a:pt x="3264" y="2606"/>
                            <a:pt x="2481" y="3066"/>
                          </a:cubicBezTo>
                          <a:cubicBezTo>
                            <a:pt x="1698" y="3526"/>
                            <a:pt x="690" y="3256"/>
                            <a:pt x="228" y="247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90" name="Freeform: Shape 389">
                      <a:extLst>
                        <a:ext uri="{FF2B5EF4-FFF2-40B4-BE49-F238E27FC236}">
                          <a16:creationId xmlns:a16="http://schemas.microsoft.com/office/drawing/2014/main" id="{C060BF90-9DB2-01EF-D5B0-DCAD8F109A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3929" y="4591108"/>
                      <a:ext cx="3290" cy="3286"/>
                    </a:xfrm>
                    <a:custGeom>
                      <a:avLst/>
                      <a:gdLst>
                        <a:gd name="connsiteX0" fmla="*/ 228 w 3290"/>
                        <a:gd name="connsiteY0" fmla="*/ 2487 h 3286"/>
                        <a:gd name="connsiteX1" fmla="*/ 810 w 3290"/>
                        <a:gd name="connsiteY1" fmla="*/ 236 h 3286"/>
                        <a:gd name="connsiteX2" fmla="*/ 3062 w 3290"/>
                        <a:gd name="connsiteY2" fmla="*/ 807 h 3286"/>
                        <a:gd name="connsiteX3" fmla="*/ 2481 w 3290"/>
                        <a:gd name="connsiteY3" fmla="*/ 3058 h 3286"/>
                        <a:gd name="connsiteX4" fmla="*/ 228 w 3290"/>
                        <a:gd name="connsiteY4" fmla="*/ 2487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6">
                          <a:moveTo>
                            <a:pt x="228" y="2487"/>
                          </a:moveTo>
                          <a:cubicBezTo>
                            <a:pt x="-233" y="1694"/>
                            <a:pt x="28" y="696"/>
                            <a:pt x="810" y="236"/>
                          </a:cubicBezTo>
                          <a:cubicBezTo>
                            <a:pt x="1593" y="-240"/>
                            <a:pt x="2601" y="30"/>
                            <a:pt x="3062" y="807"/>
                          </a:cubicBezTo>
                          <a:cubicBezTo>
                            <a:pt x="3524" y="1599"/>
                            <a:pt x="3262" y="2598"/>
                            <a:pt x="2481" y="3058"/>
                          </a:cubicBezTo>
                          <a:cubicBezTo>
                            <a:pt x="1697" y="3518"/>
                            <a:pt x="689" y="3264"/>
                            <a:pt x="228" y="248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91" name="Freeform: Shape 390">
                      <a:extLst>
                        <a:ext uri="{FF2B5EF4-FFF2-40B4-BE49-F238E27FC236}">
                          <a16:creationId xmlns:a16="http://schemas.microsoft.com/office/drawing/2014/main" id="{F227C624-D3EC-45B6-CA5C-832F6FF0F5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3544" y="4596874"/>
                      <a:ext cx="3291" cy="3290"/>
                    </a:xfrm>
                    <a:custGeom>
                      <a:avLst/>
                      <a:gdLst>
                        <a:gd name="connsiteX0" fmla="*/ 228 w 3291"/>
                        <a:gd name="connsiteY0" fmla="*/ 2476 h 3290"/>
                        <a:gd name="connsiteX1" fmla="*/ 810 w 3291"/>
                        <a:gd name="connsiteY1" fmla="*/ 225 h 3290"/>
                        <a:gd name="connsiteX2" fmla="*/ 3063 w 3291"/>
                        <a:gd name="connsiteY2" fmla="*/ 811 h 3290"/>
                        <a:gd name="connsiteX3" fmla="*/ 2481 w 3291"/>
                        <a:gd name="connsiteY3" fmla="*/ 3063 h 3290"/>
                        <a:gd name="connsiteX4" fmla="*/ 228 w 3291"/>
                        <a:gd name="connsiteY4" fmla="*/ 2476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0">
                          <a:moveTo>
                            <a:pt x="228" y="2476"/>
                          </a:moveTo>
                          <a:cubicBezTo>
                            <a:pt x="-233" y="1699"/>
                            <a:pt x="27" y="685"/>
                            <a:pt x="810" y="225"/>
                          </a:cubicBezTo>
                          <a:cubicBezTo>
                            <a:pt x="1593" y="-235"/>
                            <a:pt x="2601" y="35"/>
                            <a:pt x="3063" y="811"/>
                          </a:cubicBezTo>
                          <a:cubicBezTo>
                            <a:pt x="3524" y="1588"/>
                            <a:pt x="3264" y="2603"/>
                            <a:pt x="2481" y="3063"/>
                          </a:cubicBezTo>
                          <a:cubicBezTo>
                            <a:pt x="1698" y="3522"/>
                            <a:pt x="690" y="3269"/>
                            <a:pt x="228" y="247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92" name="Freeform: Shape 391">
                      <a:extLst>
                        <a:ext uri="{FF2B5EF4-FFF2-40B4-BE49-F238E27FC236}">
                          <a16:creationId xmlns:a16="http://schemas.microsoft.com/office/drawing/2014/main" id="{44BF39FE-ECFB-052A-3B7B-43801013F9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8070" y="4625933"/>
                      <a:ext cx="3291" cy="3291"/>
                    </a:xfrm>
                    <a:custGeom>
                      <a:avLst/>
                      <a:gdLst>
                        <a:gd name="connsiteX0" fmla="*/ 228 w 3291"/>
                        <a:gd name="connsiteY0" fmla="*/ 2476 h 3291"/>
                        <a:gd name="connsiteX1" fmla="*/ 810 w 3291"/>
                        <a:gd name="connsiteY1" fmla="*/ 225 h 3291"/>
                        <a:gd name="connsiteX2" fmla="*/ 3063 w 3291"/>
                        <a:gd name="connsiteY2" fmla="*/ 811 h 3291"/>
                        <a:gd name="connsiteX3" fmla="*/ 2481 w 3291"/>
                        <a:gd name="connsiteY3" fmla="*/ 3063 h 3291"/>
                        <a:gd name="connsiteX4" fmla="*/ 228 w 3291"/>
                        <a:gd name="connsiteY4" fmla="*/ 247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228" y="2476"/>
                          </a:moveTo>
                          <a:cubicBezTo>
                            <a:pt x="-233" y="1699"/>
                            <a:pt x="27" y="685"/>
                            <a:pt x="810" y="225"/>
                          </a:cubicBezTo>
                          <a:cubicBezTo>
                            <a:pt x="1593" y="-235"/>
                            <a:pt x="2602" y="35"/>
                            <a:pt x="3063" y="811"/>
                          </a:cubicBezTo>
                          <a:cubicBezTo>
                            <a:pt x="3524" y="1588"/>
                            <a:pt x="3264" y="2603"/>
                            <a:pt x="2481" y="3063"/>
                          </a:cubicBezTo>
                          <a:cubicBezTo>
                            <a:pt x="1698" y="3522"/>
                            <a:pt x="690" y="3269"/>
                            <a:pt x="228" y="247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93" name="Freeform: Shape 392">
                      <a:extLst>
                        <a:ext uri="{FF2B5EF4-FFF2-40B4-BE49-F238E27FC236}">
                          <a16:creationId xmlns:a16="http://schemas.microsoft.com/office/drawing/2014/main" id="{2ABB02CA-35B3-5104-51F7-5BA4578F58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8328" y="4643340"/>
                      <a:ext cx="3290" cy="3291"/>
                    </a:xfrm>
                    <a:custGeom>
                      <a:avLst/>
                      <a:gdLst>
                        <a:gd name="connsiteX0" fmla="*/ 228 w 3290"/>
                        <a:gd name="connsiteY0" fmla="*/ 2476 h 3291"/>
                        <a:gd name="connsiteX1" fmla="*/ 810 w 3290"/>
                        <a:gd name="connsiteY1" fmla="*/ 225 h 3291"/>
                        <a:gd name="connsiteX2" fmla="*/ 3063 w 3290"/>
                        <a:gd name="connsiteY2" fmla="*/ 811 h 3291"/>
                        <a:gd name="connsiteX3" fmla="*/ 2481 w 3290"/>
                        <a:gd name="connsiteY3" fmla="*/ 3063 h 3291"/>
                        <a:gd name="connsiteX4" fmla="*/ 228 w 3290"/>
                        <a:gd name="connsiteY4" fmla="*/ 247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228" y="2476"/>
                          </a:moveTo>
                          <a:cubicBezTo>
                            <a:pt x="-233" y="1699"/>
                            <a:pt x="27" y="685"/>
                            <a:pt x="810" y="225"/>
                          </a:cubicBezTo>
                          <a:cubicBezTo>
                            <a:pt x="1593" y="-235"/>
                            <a:pt x="2602" y="35"/>
                            <a:pt x="3063" y="811"/>
                          </a:cubicBezTo>
                          <a:cubicBezTo>
                            <a:pt x="3524" y="1588"/>
                            <a:pt x="3263" y="2603"/>
                            <a:pt x="2481" y="3063"/>
                          </a:cubicBezTo>
                          <a:cubicBezTo>
                            <a:pt x="1698" y="3522"/>
                            <a:pt x="690" y="3269"/>
                            <a:pt x="228" y="247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94" name="Freeform: Shape 393">
                      <a:extLst>
                        <a:ext uri="{FF2B5EF4-FFF2-40B4-BE49-F238E27FC236}">
                          <a16:creationId xmlns:a16="http://schemas.microsoft.com/office/drawing/2014/main" id="{872E8B0A-0912-318F-4BFE-9672D9B0D0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1474" y="4618684"/>
                      <a:ext cx="3290" cy="3291"/>
                    </a:xfrm>
                    <a:custGeom>
                      <a:avLst/>
                      <a:gdLst>
                        <a:gd name="connsiteX0" fmla="*/ 228 w 3290"/>
                        <a:gd name="connsiteY0" fmla="*/ 2480 h 3291"/>
                        <a:gd name="connsiteX1" fmla="*/ 810 w 3290"/>
                        <a:gd name="connsiteY1" fmla="*/ 228 h 3291"/>
                        <a:gd name="connsiteX2" fmla="*/ 3063 w 3290"/>
                        <a:gd name="connsiteY2" fmla="*/ 815 h 3291"/>
                        <a:gd name="connsiteX3" fmla="*/ 2481 w 3290"/>
                        <a:gd name="connsiteY3" fmla="*/ 3066 h 3291"/>
                        <a:gd name="connsiteX4" fmla="*/ 228 w 3290"/>
                        <a:gd name="connsiteY4" fmla="*/ 2480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228" y="2480"/>
                          </a:moveTo>
                          <a:cubicBezTo>
                            <a:pt x="-233" y="1687"/>
                            <a:pt x="27" y="688"/>
                            <a:pt x="810" y="228"/>
                          </a:cubicBezTo>
                          <a:cubicBezTo>
                            <a:pt x="1593" y="-231"/>
                            <a:pt x="2602" y="22"/>
                            <a:pt x="3063" y="815"/>
                          </a:cubicBezTo>
                          <a:cubicBezTo>
                            <a:pt x="3524" y="1592"/>
                            <a:pt x="3263" y="2606"/>
                            <a:pt x="2481" y="3066"/>
                          </a:cubicBezTo>
                          <a:cubicBezTo>
                            <a:pt x="1698" y="3526"/>
                            <a:pt x="690" y="3256"/>
                            <a:pt x="228" y="248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95" name="Freeform: Shape 394">
                      <a:extLst>
                        <a:ext uri="{FF2B5EF4-FFF2-40B4-BE49-F238E27FC236}">
                          <a16:creationId xmlns:a16="http://schemas.microsoft.com/office/drawing/2014/main" id="{13871454-832E-EFE2-390D-3D16F68905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384" y="4652166"/>
                      <a:ext cx="3291" cy="3290"/>
                    </a:xfrm>
                    <a:custGeom>
                      <a:avLst/>
                      <a:gdLst>
                        <a:gd name="connsiteX0" fmla="*/ 228 w 3291"/>
                        <a:gd name="connsiteY0" fmla="*/ 2479 h 3290"/>
                        <a:gd name="connsiteX1" fmla="*/ 810 w 3291"/>
                        <a:gd name="connsiteY1" fmla="*/ 228 h 3290"/>
                        <a:gd name="connsiteX2" fmla="*/ 3063 w 3291"/>
                        <a:gd name="connsiteY2" fmla="*/ 815 h 3290"/>
                        <a:gd name="connsiteX3" fmla="*/ 2481 w 3291"/>
                        <a:gd name="connsiteY3" fmla="*/ 3066 h 3290"/>
                        <a:gd name="connsiteX4" fmla="*/ 228 w 3291"/>
                        <a:gd name="connsiteY4" fmla="*/ 2479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0">
                          <a:moveTo>
                            <a:pt x="228" y="2479"/>
                          </a:moveTo>
                          <a:cubicBezTo>
                            <a:pt x="-233" y="1703"/>
                            <a:pt x="27" y="688"/>
                            <a:pt x="810" y="228"/>
                          </a:cubicBezTo>
                          <a:cubicBezTo>
                            <a:pt x="1593" y="-231"/>
                            <a:pt x="2602" y="22"/>
                            <a:pt x="3063" y="815"/>
                          </a:cubicBezTo>
                          <a:cubicBezTo>
                            <a:pt x="3524" y="1592"/>
                            <a:pt x="3264" y="2606"/>
                            <a:pt x="2481" y="3066"/>
                          </a:cubicBezTo>
                          <a:cubicBezTo>
                            <a:pt x="1698" y="3526"/>
                            <a:pt x="690" y="3256"/>
                            <a:pt x="228" y="247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96" name="Freeform: Shape 395">
                      <a:extLst>
                        <a:ext uri="{FF2B5EF4-FFF2-40B4-BE49-F238E27FC236}">
                          <a16:creationId xmlns:a16="http://schemas.microsoft.com/office/drawing/2014/main" id="{01AFDF2D-CBFF-A06C-18A1-3C512FD452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1992" y="4632528"/>
                      <a:ext cx="3291" cy="3290"/>
                    </a:xfrm>
                    <a:custGeom>
                      <a:avLst/>
                      <a:gdLst>
                        <a:gd name="connsiteX0" fmla="*/ 228 w 3291"/>
                        <a:gd name="connsiteY0" fmla="*/ 2476 h 3290"/>
                        <a:gd name="connsiteX1" fmla="*/ 810 w 3291"/>
                        <a:gd name="connsiteY1" fmla="*/ 225 h 3290"/>
                        <a:gd name="connsiteX2" fmla="*/ 3063 w 3291"/>
                        <a:gd name="connsiteY2" fmla="*/ 811 h 3290"/>
                        <a:gd name="connsiteX3" fmla="*/ 2481 w 3291"/>
                        <a:gd name="connsiteY3" fmla="*/ 3063 h 3290"/>
                        <a:gd name="connsiteX4" fmla="*/ 228 w 3291"/>
                        <a:gd name="connsiteY4" fmla="*/ 2476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0">
                          <a:moveTo>
                            <a:pt x="228" y="2476"/>
                          </a:moveTo>
                          <a:cubicBezTo>
                            <a:pt x="-233" y="1699"/>
                            <a:pt x="27" y="685"/>
                            <a:pt x="810" y="225"/>
                          </a:cubicBezTo>
                          <a:cubicBezTo>
                            <a:pt x="1593" y="-235"/>
                            <a:pt x="2601" y="35"/>
                            <a:pt x="3063" y="811"/>
                          </a:cubicBezTo>
                          <a:cubicBezTo>
                            <a:pt x="3524" y="1588"/>
                            <a:pt x="3264" y="2603"/>
                            <a:pt x="2481" y="3063"/>
                          </a:cubicBezTo>
                          <a:cubicBezTo>
                            <a:pt x="1698" y="3522"/>
                            <a:pt x="690" y="3269"/>
                            <a:pt x="228" y="247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97" name="Freeform: Shape 396">
                      <a:extLst>
                        <a:ext uri="{FF2B5EF4-FFF2-40B4-BE49-F238E27FC236}">
                          <a16:creationId xmlns:a16="http://schemas.microsoft.com/office/drawing/2014/main" id="{D4635909-C5D4-38EA-7035-9F8CDE42CA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7100" y="4658226"/>
                      <a:ext cx="3291" cy="3291"/>
                    </a:xfrm>
                    <a:custGeom>
                      <a:avLst/>
                      <a:gdLst>
                        <a:gd name="connsiteX0" fmla="*/ 228 w 3291"/>
                        <a:gd name="connsiteY0" fmla="*/ 2476 h 3291"/>
                        <a:gd name="connsiteX1" fmla="*/ 810 w 3291"/>
                        <a:gd name="connsiteY1" fmla="*/ 225 h 3291"/>
                        <a:gd name="connsiteX2" fmla="*/ 3063 w 3291"/>
                        <a:gd name="connsiteY2" fmla="*/ 811 h 3291"/>
                        <a:gd name="connsiteX3" fmla="*/ 2481 w 3291"/>
                        <a:gd name="connsiteY3" fmla="*/ 3063 h 3291"/>
                        <a:gd name="connsiteX4" fmla="*/ 228 w 3291"/>
                        <a:gd name="connsiteY4" fmla="*/ 247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228" y="2476"/>
                          </a:moveTo>
                          <a:cubicBezTo>
                            <a:pt x="-233" y="1699"/>
                            <a:pt x="27" y="685"/>
                            <a:pt x="810" y="225"/>
                          </a:cubicBezTo>
                          <a:cubicBezTo>
                            <a:pt x="1593" y="-235"/>
                            <a:pt x="2602" y="35"/>
                            <a:pt x="3063" y="811"/>
                          </a:cubicBezTo>
                          <a:cubicBezTo>
                            <a:pt x="3524" y="1588"/>
                            <a:pt x="3264" y="2603"/>
                            <a:pt x="2481" y="3063"/>
                          </a:cubicBezTo>
                          <a:cubicBezTo>
                            <a:pt x="1698" y="3522"/>
                            <a:pt x="690" y="3269"/>
                            <a:pt x="228" y="247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98" name="Freeform: Shape 397">
                      <a:extLst>
                        <a:ext uri="{FF2B5EF4-FFF2-40B4-BE49-F238E27FC236}">
                          <a16:creationId xmlns:a16="http://schemas.microsoft.com/office/drawing/2014/main" id="{C115EA39-BAD7-6BCD-34EE-3845BE2915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567" y="4640597"/>
                      <a:ext cx="3291" cy="3291"/>
                    </a:xfrm>
                    <a:custGeom>
                      <a:avLst/>
                      <a:gdLst>
                        <a:gd name="connsiteX0" fmla="*/ 228 w 3291"/>
                        <a:gd name="connsiteY0" fmla="*/ 2476 h 3291"/>
                        <a:gd name="connsiteX1" fmla="*/ 810 w 3291"/>
                        <a:gd name="connsiteY1" fmla="*/ 225 h 3291"/>
                        <a:gd name="connsiteX2" fmla="*/ 3063 w 3291"/>
                        <a:gd name="connsiteY2" fmla="*/ 811 h 3291"/>
                        <a:gd name="connsiteX3" fmla="*/ 2481 w 3291"/>
                        <a:gd name="connsiteY3" fmla="*/ 3063 h 3291"/>
                        <a:gd name="connsiteX4" fmla="*/ 228 w 3291"/>
                        <a:gd name="connsiteY4" fmla="*/ 2476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228" y="2476"/>
                          </a:moveTo>
                          <a:cubicBezTo>
                            <a:pt x="-233" y="1699"/>
                            <a:pt x="27" y="685"/>
                            <a:pt x="810" y="225"/>
                          </a:cubicBezTo>
                          <a:cubicBezTo>
                            <a:pt x="1593" y="-235"/>
                            <a:pt x="2601" y="35"/>
                            <a:pt x="3063" y="811"/>
                          </a:cubicBezTo>
                          <a:cubicBezTo>
                            <a:pt x="3524" y="1588"/>
                            <a:pt x="3264" y="2603"/>
                            <a:pt x="2481" y="3063"/>
                          </a:cubicBezTo>
                          <a:cubicBezTo>
                            <a:pt x="1698" y="3522"/>
                            <a:pt x="690" y="3269"/>
                            <a:pt x="228" y="247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399" name="Graphic 21">
                    <a:extLst>
                      <a:ext uri="{FF2B5EF4-FFF2-40B4-BE49-F238E27FC236}">
                        <a16:creationId xmlns:a16="http://schemas.microsoft.com/office/drawing/2014/main" id="{D2C7B7D6-1E93-16EE-3F81-3E66C724A6D6}"/>
                      </a:ext>
                    </a:extLst>
                  </p:cNvPr>
                  <p:cNvGrpSpPr/>
                  <p:nvPr/>
                </p:nvGrpSpPr>
                <p:grpSpPr>
                  <a:xfrm>
                    <a:off x="919634" y="4561360"/>
                    <a:ext cx="95872" cy="77509"/>
                    <a:chOff x="919634" y="4561360"/>
                    <a:chExt cx="95872" cy="77509"/>
                  </a:xfrm>
                  <a:solidFill>
                    <a:srgbClr val="2B2B32"/>
                  </a:solidFill>
                </p:grpSpPr>
                <p:sp>
                  <p:nvSpPr>
                    <p:cNvPr id="400" name="Freeform: Shape 399">
                      <a:extLst>
                        <a:ext uri="{FF2B5EF4-FFF2-40B4-BE49-F238E27FC236}">
                          <a16:creationId xmlns:a16="http://schemas.microsoft.com/office/drawing/2014/main" id="{AE4A33F4-F445-3BEF-BEEE-C3C2074CC9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5592" y="4604489"/>
                      <a:ext cx="3290" cy="3291"/>
                    </a:xfrm>
                    <a:custGeom>
                      <a:avLst/>
                      <a:gdLst>
                        <a:gd name="connsiteX0" fmla="*/ 3202 w 3290"/>
                        <a:gd name="connsiteY0" fmla="*/ 2169 h 3291"/>
                        <a:gd name="connsiteX1" fmla="*/ 1114 w 3290"/>
                        <a:gd name="connsiteY1" fmla="*/ 3200 h 3291"/>
                        <a:gd name="connsiteX2" fmla="*/ 89 w 3290"/>
                        <a:gd name="connsiteY2" fmla="*/ 1123 h 3291"/>
                        <a:gd name="connsiteX3" fmla="*/ 2177 w 3290"/>
                        <a:gd name="connsiteY3" fmla="*/ 92 h 3291"/>
                        <a:gd name="connsiteX4" fmla="*/ 3202 w 3290"/>
                        <a:gd name="connsiteY4" fmla="*/ 2169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3202" y="2169"/>
                          </a:moveTo>
                          <a:cubicBezTo>
                            <a:pt x="2909" y="3041"/>
                            <a:pt x="1974" y="3501"/>
                            <a:pt x="1114" y="3200"/>
                          </a:cubicBezTo>
                          <a:cubicBezTo>
                            <a:pt x="254" y="2914"/>
                            <a:pt x="-205" y="1979"/>
                            <a:pt x="89" y="1123"/>
                          </a:cubicBezTo>
                          <a:cubicBezTo>
                            <a:pt x="382" y="251"/>
                            <a:pt x="1317" y="-209"/>
                            <a:pt x="2177" y="92"/>
                          </a:cubicBezTo>
                          <a:cubicBezTo>
                            <a:pt x="3036" y="378"/>
                            <a:pt x="3495" y="1313"/>
                            <a:pt x="3202" y="216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1" name="Freeform: Shape 400">
                      <a:extLst>
                        <a:ext uri="{FF2B5EF4-FFF2-40B4-BE49-F238E27FC236}">
                          <a16:creationId xmlns:a16="http://schemas.microsoft.com/office/drawing/2014/main" id="{36795BA3-F8F2-827C-C10F-2C2F4C8A6C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9674" y="4597664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8 w 3290"/>
                        <a:gd name="connsiteY2" fmla="*/ 1115 h 3292"/>
                        <a:gd name="connsiteX3" fmla="*/ 2176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208"/>
                          </a:cubicBezTo>
                          <a:cubicBezTo>
                            <a:pt x="255" y="2906"/>
                            <a:pt x="-205" y="1971"/>
                            <a:pt x="88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6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2" name="Freeform: Shape 401">
                      <a:extLst>
                        <a:ext uri="{FF2B5EF4-FFF2-40B4-BE49-F238E27FC236}">
                          <a16:creationId xmlns:a16="http://schemas.microsoft.com/office/drawing/2014/main" id="{D7F99E5C-8EA4-E79B-9E6C-91DE4DBB1F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8293" y="4606811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8 w 3290"/>
                        <a:gd name="connsiteY2" fmla="*/ 1115 h 3292"/>
                        <a:gd name="connsiteX3" fmla="*/ 2176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208"/>
                          </a:cubicBezTo>
                          <a:cubicBezTo>
                            <a:pt x="255" y="2906"/>
                            <a:pt x="-205" y="1971"/>
                            <a:pt x="88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6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3" name="Freeform: Shape 402">
                      <a:extLst>
                        <a:ext uri="{FF2B5EF4-FFF2-40B4-BE49-F238E27FC236}">
                          <a16:creationId xmlns:a16="http://schemas.microsoft.com/office/drawing/2014/main" id="{C44C783C-632E-74B6-DAB6-250996B101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302" y="4593613"/>
                      <a:ext cx="3290" cy="3284"/>
                    </a:xfrm>
                    <a:custGeom>
                      <a:avLst/>
                      <a:gdLst>
                        <a:gd name="connsiteX0" fmla="*/ 3202 w 3290"/>
                        <a:gd name="connsiteY0" fmla="*/ 2169 h 3284"/>
                        <a:gd name="connsiteX1" fmla="*/ 1114 w 3290"/>
                        <a:gd name="connsiteY1" fmla="*/ 3200 h 3284"/>
                        <a:gd name="connsiteX2" fmla="*/ 88 w 3290"/>
                        <a:gd name="connsiteY2" fmla="*/ 1107 h 3284"/>
                        <a:gd name="connsiteX3" fmla="*/ 2176 w 3290"/>
                        <a:gd name="connsiteY3" fmla="*/ 93 h 3284"/>
                        <a:gd name="connsiteX4" fmla="*/ 3202 w 3290"/>
                        <a:gd name="connsiteY4" fmla="*/ 2169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02" y="2169"/>
                          </a:moveTo>
                          <a:cubicBezTo>
                            <a:pt x="2909" y="3025"/>
                            <a:pt x="1973" y="3485"/>
                            <a:pt x="1114" y="3200"/>
                          </a:cubicBezTo>
                          <a:cubicBezTo>
                            <a:pt x="255" y="2899"/>
                            <a:pt x="-205" y="1963"/>
                            <a:pt x="88" y="1107"/>
                          </a:cubicBezTo>
                          <a:cubicBezTo>
                            <a:pt x="382" y="251"/>
                            <a:pt x="1317" y="-209"/>
                            <a:pt x="2176" y="93"/>
                          </a:cubicBezTo>
                          <a:cubicBezTo>
                            <a:pt x="3037" y="378"/>
                            <a:pt x="3495" y="1313"/>
                            <a:pt x="3202" y="216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4" name="Freeform: Shape 403">
                      <a:extLst>
                        <a:ext uri="{FF2B5EF4-FFF2-40B4-BE49-F238E27FC236}">
                          <a16:creationId xmlns:a16="http://schemas.microsoft.com/office/drawing/2014/main" id="{6116D527-F114-9B13-EBC3-73384E2836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9084" y="4601936"/>
                      <a:ext cx="3290" cy="3285"/>
                    </a:xfrm>
                    <a:custGeom>
                      <a:avLst/>
                      <a:gdLst>
                        <a:gd name="connsiteX0" fmla="*/ 3202 w 3290"/>
                        <a:gd name="connsiteY0" fmla="*/ 2169 h 3285"/>
                        <a:gd name="connsiteX1" fmla="*/ 1114 w 3290"/>
                        <a:gd name="connsiteY1" fmla="*/ 3200 h 3285"/>
                        <a:gd name="connsiteX2" fmla="*/ 88 w 3290"/>
                        <a:gd name="connsiteY2" fmla="*/ 1107 h 3285"/>
                        <a:gd name="connsiteX3" fmla="*/ 2176 w 3290"/>
                        <a:gd name="connsiteY3" fmla="*/ 93 h 3285"/>
                        <a:gd name="connsiteX4" fmla="*/ 3202 w 3290"/>
                        <a:gd name="connsiteY4" fmla="*/ 2169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5">
                          <a:moveTo>
                            <a:pt x="3202" y="2169"/>
                          </a:moveTo>
                          <a:cubicBezTo>
                            <a:pt x="2909" y="3041"/>
                            <a:pt x="1973" y="3485"/>
                            <a:pt x="1114" y="3200"/>
                          </a:cubicBezTo>
                          <a:cubicBezTo>
                            <a:pt x="255" y="2899"/>
                            <a:pt x="-205" y="1963"/>
                            <a:pt x="88" y="1107"/>
                          </a:cubicBezTo>
                          <a:cubicBezTo>
                            <a:pt x="382" y="251"/>
                            <a:pt x="1317" y="-209"/>
                            <a:pt x="2176" y="93"/>
                          </a:cubicBezTo>
                          <a:cubicBezTo>
                            <a:pt x="3036" y="378"/>
                            <a:pt x="3495" y="1313"/>
                            <a:pt x="3202" y="216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5" name="Freeform: Shape 404">
                      <a:extLst>
                        <a:ext uri="{FF2B5EF4-FFF2-40B4-BE49-F238E27FC236}">
                          <a16:creationId xmlns:a16="http://schemas.microsoft.com/office/drawing/2014/main" id="{4FCFC3BC-4D3A-CB84-5092-1A3BF03733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1055" y="4588525"/>
                      <a:ext cx="3290" cy="3285"/>
                    </a:xfrm>
                    <a:custGeom>
                      <a:avLst/>
                      <a:gdLst>
                        <a:gd name="connsiteX0" fmla="*/ 3202 w 3290"/>
                        <a:gd name="connsiteY0" fmla="*/ 2169 h 3285"/>
                        <a:gd name="connsiteX1" fmla="*/ 1114 w 3290"/>
                        <a:gd name="connsiteY1" fmla="*/ 3200 h 3285"/>
                        <a:gd name="connsiteX2" fmla="*/ 88 w 3290"/>
                        <a:gd name="connsiteY2" fmla="*/ 1107 h 3285"/>
                        <a:gd name="connsiteX3" fmla="*/ 2176 w 3290"/>
                        <a:gd name="connsiteY3" fmla="*/ 92 h 3285"/>
                        <a:gd name="connsiteX4" fmla="*/ 3202 w 3290"/>
                        <a:gd name="connsiteY4" fmla="*/ 2169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5">
                          <a:moveTo>
                            <a:pt x="3202" y="2169"/>
                          </a:moveTo>
                          <a:cubicBezTo>
                            <a:pt x="2909" y="3041"/>
                            <a:pt x="1973" y="3485"/>
                            <a:pt x="1114" y="3200"/>
                          </a:cubicBezTo>
                          <a:cubicBezTo>
                            <a:pt x="255" y="2898"/>
                            <a:pt x="-205" y="1979"/>
                            <a:pt x="88" y="1107"/>
                          </a:cubicBezTo>
                          <a:cubicBezTo>
                            <a:pt x="382" y="251"/>
                            <a:pt x="1317" y="-209"/>
                            <a:pt x="2176" y="92"/>
                          </a:cubicBezTo>
                          <a:cubicBezTo>
                            <a:pt x="3036" y="378"/>
                            <a:pt x="3495" y="1313"/>
                            <a:pt x="3202" y="216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6" name="Freeform: Shape 405">
                      <a:extLst>
                        <a:ext uri="{FF2B5EF4-FFF2-40B4-BE49-F238E27FC236}">
                          <a16:creationId xmlns:a16="http://schemas.microsoft.com/office/drawing/2014/main" id="{02B0F1F8-259B-CF93-FF73-AA82DE836F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9618" y="4590165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9 w 3290"/>
                        <a:gd name="connsiteY2" fmla="*/ 1115 h 3292"/>
                        <a:gd name="connsiteX3" fmla="*/ 2177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4" y="3493"/>
                            <a:pt x="1114" y="3208"/>
                          </a:cubicBezTo>
                          <a:cubicBezTo>
                            <a:pt x="254" y="2906"/>
                            <a:pt x="-205" y="1971"/>
                            <a:pt x="89" y="1115"/>
                          </a:cubicBezTo>
                          <a:cubicBezTo>
                            <a:pt x="382" y="259"/>
                            <a:pt x="1317" y="-201"/>
                            <a:pt x="2177" y="85"/>
                          </a:cubicBezTo>
                          <a:cubicBezTo>
                            <a:pt x="3037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7" name="Freeform: Shape 406">
                      <a:extLst>
                        <a:ext uri="{FF2B5EF4-FFF2-40B4-BE49-F238E27FC236}">
                          <a16:creationId xmlns:a16="http://schemas.microsoft.com/office/drawing/2014/main" id="{8EC6F810-6407-55EC-405B-D666D0B586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325" y="4607223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8 w 3290"/>
                        <a:gd name="connsiteY2" fmla="*/ 1115 h 3292"/>
                        <a:gd name="connsiteX3" fmla="*/ 2176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208"/>
                          </a:cubicBezTo>
                          <a:cubicBezTo>
                            <a:pt x="255" y="2907"/>
                            <a:pt x="-205" y="1971"/>
                            <a:pt x="88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6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8" name="Freeform: Shape 407">
                      <a:extLst>
                        <a:ext uri="{FF2B5EF4-FFF2-40B4-BE49-F238E27FC236}">
                          <a16:creationId xmlns:a16="http://schemas.microsoft.com/office/drawing/2014/main" id="{42964020-D336-4244-F262-9F317209D7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4407" y="4600406"/>
                      <a:ext cx="3290" cy="3284"/>
                    </a:xfrm>
                    <a:custGeom>
                      <a:avLst/>
                      <a:gdLst>
                        <a:gd name="connsiteX0" fmla="*/ 3202 w 3290"/>
                        <a:gd name="connsiteY0" fmla="*/ 2177 h 3284"/>
                        <a:gd name="connsiteX1" fmla="*/ 1114 w 3290"/>
                        <a:gd name="connsiteY1" fmla="*/ 3192 h 3284"/>
                        <a:gd name="connsiteX2" fmla="*/ 89 w 3290"/>
                        <a:gd name="connsiteY2" fmla="*/ 1115 h 3284"/>
                        <a:gd name="connsiteX3" fmla="*/ 2176 w 3290"/>
                        <a:gd name="connsiteY3" fmla="*/ 85 h 3284"/>
                        <a:gd name="connsiteX4" fmla="*/ 3202 w 3290"/>
                        <a:gd name="connsiteY4" fmla="*/ 217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192"/>
                          </a:cubicBezTo>
                          <a:cubicBezTo>
                            <a:pt x="255" y="2906"/>
                            <a:pt x="-205" y="1971"/>
                            <a:pt x="89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6" y="386"/>
                            <a:pt x="3495" y="1305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9" name="Freeform: Shape 408">
                      <a:extLst>
                        <a:ext uri="{FF2B5EF4-FFF2-40B4-BE49-F238E27FC236}">
                          <a16:creationId xmlns:a16="http://schemas.microsoft.com/office/drawing/2014/main" id="{11766104-72E1-09FE-5667-FB4E85BDDB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3026" y="4609546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85 h 3292"/>
                        <a:gd name="connsiteX1" fmla="*/ 1114 w 3290"/>
                        <a:gd name="connsiteY1" fmla="*/ 3200 h 3292"/>
                        <a:gd name="connsiteX2" fmla="*/ 89 w 3290"/>
                        <a:gd name="connsiteY2" fmla="*/ 1123 h 3292"/>
                        <a:gd name="connsiteX3" fmla="*/ 2177 w 3290"/>
                        <a:gd name="connsiteY3" fmla="*/ 92 h 3292"/>
                        <a:gd name="connsiteX4" fmla="*/ 3202 w 3290"/>
                        <a:gd name="connsiteY4" fmla="*/ 2185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85"/>
                          </a:moveTo>
                          <a:cubicBezTo>
                            <a:pt x="2909" y="3041"/>
                            <a:pt x="1974" y="3501"/>
                            <a:pt x="1114" y="3200"/>
                          </a:cubicBezTo>
                          <a:cubicBezTo>
                            <a:pt x="254" y="2914"/>
                            <a:pt x="-205" y="1979"/>
                            <a:pt x="89" y="1123"/>
                          </a:cubicBezTo>
                          <a:cubicBezTo>
                            <a:pt x="382" y="251"/>
                            <a:pt x="1317" y="-209"/>
                            <a:pt x="2177" y="92"/>
                          </a:cubicBezTo>
                          <a:cubicBezTo>
                            <a:pt x="3036" y="378"/>
                            <a:pt x="3495" y="1313"/>
                            <a:pt x="3202" y="218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10" name="Freeform: Shape 409">
                      <a:extLst>
                        <a:ext uri="{FF2B5EF4-FFF2-40B4-BE49-F238E27FC236}">
                          <a16:creationId xmlns:a16="http://schemas.microsoft.com/office/drawing/2014/main" id="{8C96E4A6-8414-2A52-49F6-EF11216651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4034" y="4596348"/>
                      <a:ext cx="3290" cy="3284"/>
                    </a:xfrm>
                    <a:custGeom>
                      <a:avLst/>
                      <a:gdLst>
                        <a:gd name="connsiteX0" fmla="*/ 3202 w 3290"/>
                        <a:gd name="connsiteY0" fmla="*/ 2177 h 3284"/>
                        <a:gd name="connsiteX1" fmla="*/ 1114 w 3290"/>
                        <a:gd name="connsiteY1" fmla="*/ 3192 h 3284"/>
                        <a:gd name="connsiteX2" fmla="*/ 89 w 3290"/>
                        <a:gd name="connsiteY2" fmla="*/ 1115 h 3284"/>
                        <a:gd name="connsiteX3" fmla="*/ 2176 w 3290"/>
                        <a:gd name="connsiteY3" fmla="*/ 85 h 3284"/>
                        <a:gd name="connsiteX4" fmla="*/ 3202 w 3290"/>
                        <a:gd name="connsiteY4" fmla="*/ 217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02" y="2177"/>
                          </a:moveTo>
                          <a:cubicBezTo>
                            <a:pt x="2909" y="3033"/>
                            <a:pt x="1974" y="3493"/>
                            <a:pt x="1114" y="3192"/>
                          </a:cubicBezTo>
                          <a:cubicBezTo>
                            <a:pt x="253" y="2907"/>
                            <a:pt x="-205" y="1971"/>
                            <a:pt x="89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7" y="386"/>
                            <a:pt x="3496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11" name="Freeform: Shape 410">
                      <a:extLst>
                        <a:ext uri="{FF2B5EF4-FFF2-40B4-BE49-F238E27FC236}">
                          <a16:creationId xmlns:a16="http://schemas.microsoft.com/office/drawing/2014/main" id="{AB9D82C1-A792-7161-DEC8-5F3409431B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817" y="4604671"/>
                      <a:ext cx="3290" cy="3284"/>
                    </a:xfrm>
                    <a:custGeom>
                      <a:avLst/>
                      <a:gdLst>
                        <a:gd name="connsiteX0" fmla="*/ 3202 w 3290"/>
                        <a:gd name="connsiteY0" fmla="*/ 2177 h 3284"/>
                        <a:gd name="connsiteX1" fmla="*/ 1114 w 3290"/>
                        <a:gd name="connsiteY1" fmla="*/ 3192 h 3284"/>
                        <a:gd name="connsiteX2" fmla="*/ 88 w 3290"/>
                        <a:gd name="connsiteY2" fmla="*/ 1115 h 3284"/>
                        <a:gd name="connsiteX3" fmla="*/ 2176 w 3290"/>
                        <a:gd name="connsiteY3" fmla="*/ 85 h 3284"/>
                        <a:gd name="connsiteX4" fmla="*/ 3202 w 3290"/>
                        <a:gd name="connsiteY4" fmla="*/ 217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192"/>
                          </a:cubicBezTo>
                          <a:cubicBezTo>
                            <a:pt x="255" y="2907"/>
                            <a:pt x="-205" y="1971"/>
                            <a:pt x="88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6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12" name="Freeform: Shape 411">
                      <a:extLst>
                        <a:ext uri="{FF2B5EF4-FFF2-40B4-BE49-F238E27FC236}">
                          <a16:creationId xmlns:a16="http://schemas.microsoft.com/office/drawing/2014/main" id="{155F7689-E099-B7FA-C77A-2E257D7216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5788" y="4591259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8 w 3290"/>
                        <a:gd name="connsiteY2" fmla="*/ 1115 h 3292"/>
                        <a:gd name="connsiteX3" fmla="*/ 2176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208"/>
                          </a:cubicBezTo>
                          <a:cubicBezTo>
                            <a:pt x="255" y="2906"/>
                            <a:pt x="-205" y="1971"/>
                            <a:pt x="88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6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13" name="Freeform: Shape 412">
                      <a:extLst>
                        <a:ext uri="{FF2B5EF4-FFF2-40B4-BE49-F238E27FC236}">
                          <a16:creationId xmlns:a16="http://schemas.microsoft.com/office/drawing/2014/main" id="{29C6B383-E05F-27EB-5CB0-A76AD9CB55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4351" y="4592908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8 w 3290"/>
                        <a:gd name="connsiteY2" fmla="*/ 1115 h 3292"/>
                        <a:gd name="connsiteX3" fmla="*/ 2176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208"/>
                          </a:cubicBezTo>
                          <a:cubicBezTo>
                            <a:pt x="255" y="2906"/>
                            <a:pt x="-205" y="1971"/>
                            <a:pt x="88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6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14" name="Freeform: Shape 413">
                      <a:extLst>
                        <a:ext uri="{FF2B5EF4-FFF2-40B4-BE49-F238E27FC236}">
                          <a16:creationId xmlns:a16="http://schemas.microsoft.com/office/drawing/2014/main" id="{BBEF348C-4629-F66D-A877-C77F1FD863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9239" y="4582396"/>
                      <a:ext cx="3290" cy="3285"/>
                    </a:xfrm>
                    <a:custGeom>
                      <a:avLst/>
                      <a:gdLst>
                        <a:gd name="connsiteX0" fmla="*/ 3202 w 3290"/>
                        <a:gd name="connsiteY0" fmla="*/ 2179 h 3285"/>
                        <a:gd name="connsiteX1" fmla="*/ 1114 w 3290"/>
                        <a:gd name="connsiteY1" fmla="*/ 3193 h 3285"/>
                        <a:gd name="connsiteX2" fmla="*/ 89 w 3290"/>
                        <a:gd name="connsiteY2" fmla="*/ 1117 h 3285"/>
                        <a:gd name="connsiteX3" fmla="*/ 2177 w 3290"/>
                        <a:gd name="connsiteY3" fmla="*/ 86 h 3285"/>
                        <a:gd name="connsiteX4" fmla="*/ 3202 w 3290"/>
                        <a:gd name="connsiteY4" fmla="*/ 2179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5">
                          <a:moveTo>
                            <a:pt x="3202" y="2179"/>
                          </a:moveTo>
                          <a:cubicBezTo>
                            <a:pt x="2909" y="3035"/>
                            <a:pt x="1974" y="3495"/>
                            <a:pt x="1114" y="3193"/>
                          </a:cubicBezTo>
                          <a:cubicBezTo>
                            <a:pt x="254" y="2908"/>
                            <a:pt x="-205" y="1973"/>
                            <a:pt x="89" y="1117"/>
                          </a:cubicBezTo>
                          <a:cubicBezTo>
                            <a:pt x="382" y="245"/>
                            <a:pt x="1317" y="-199"/>
                            <a:pt x="2177" y="86"/>
                          </a:cubicBezTo>
                          <a:cubicBezTo>
                            <a:pt x="3037" y="387"/>
                            <a:pt x="3495" y="1307"/>
                            <a:pt x="3202" y="217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15" name="Freeform: Shape 414">
                      <a:extLst>
                        <a:ext uri="{FF2B5EF4-FFF2-40B4-BE49-F238E27FC236}">
                          <a16:creationId xmlns:a16="http://schemas.microsoft.com/office/drawing/2014/main" id="{E2450004-B056-4A05-E091-64241E6D93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3323" y="4575572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69 h 3292"/>
                        <a:gd name="connsiteX1" fmla="*/ 1114 w 3290"/>
                        <a:gd name="connsiteY1" fmla="*/ 3200 h 3292"/>
                        <a:gd name="connsiteX2" fmla="*/ 89 w 3290"/>
                        <a:gd name="connsiteY2" fmla="*/ 1107 h 3292"/>
                        <a:gd name="connsiteX3" fmla="*/ 2177 w 3290"/>
                        <a:gd name="connsiteY3" fmla="*/ 93 h 3292"/>
                        <a:gd name="connsiteX4" fmla="*/ 3202 w 3290"/>
                        <a:gd name="connsiteY4" fmla="*/ 216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69"/>
                          </a:moveTo>
                          <a:cubicBezTo>
                            <a:pt x="2909" y="3041"/>
                            <a:pt x="1974" y="3501"/>
                            <a:pt x="1114" y="3200"/>
                          </a:cubicBezTo>
                          <a:cubicBezTo>
                            <a:pt x="254" y="2914"/>
                            <a:pt x="-205" y="1979"/>
                            <a:pt x="89" y="1107"/>
                          </a:cubicBezTo>
                          <a:cubicBezTo>
                            <a:pt x="382" y="251"/>
                            <a:pt x="1317" y="-209"/>
                            <a:pt x="2177" y="93"/>
                          </a:cubicBezTo>
                          <a:cubicBezTo>
                            <a:pt x="3036" y="378"/>
                            <a:pt x="3495" y="1313"/>
                            <a:pt x="3202" y="216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16" name="Freeform: Shape 415">
                      <a:extLst>
                        <a:ext uri="{FF2B5EF4-FFF2-40B4-BE49-F238E27FC236}">
                          <a16:creationId xmlns:a16="http://schemas.microsoft.com/office/drawing/2014/main" id="{99F95B4E-1CBD-78AF-B531-E3EBF0BF21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1942" y="4584720"/>
                      <a:ext cx="3290" cy="3285"/>
                    </a:xfrm>
                    <a:custGeom>
                      <a:avLst/>
                      <a:gdLst>
                        <a:gd name="connsiteX0" fmla="*/ 3202 w 3290"/>
                        <a:gd name="connsiteY0" fmla="*/ 2169 h 3285"/>
                        <a:gd name="connsiteX1" fmla="*/ 1114 w 3290"/>
                        <a:gd name="connsiteY1" fmla="*/ 3200 h 3285"/>
                        <a:gd name="connsiteX2" fmla="*/ 89 w 3290"/>
                        <a:gd name="connsiteY2" fmla="*/ 1107 h 3285"/>
                        <a:gd name="connsiteX3" fmla="*/ 2176 w 3290"/>
                        <a:gd name="connsiteY3" fmla="*/ 93 h 3285"/>
                        <a:gd name="connsiteX4" fmla="*/ 3202 w 3290"/>
                        <a:gd name="connsiteY4" fmla="*/ 2169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5">
                          <a:moveTo>
                            <a:pt x="3202" y="2169"/>
                          </a:moveTo>
                          <a:cubicBezTo>
                            <a:pt x="2909" y="3041"/>
                            <a:pt x="1974" y="3485"/>
                            <a:pt x="1114" y="3200"/>
                          </a:cubicBezTo>
                          <a:cubicBezTo>
                            <a:pt x="254" y="2898"/>
                            <a:pt x="-205" y="1963"/>
                            <a:pt x="89" y="1107"/>
                          </a:cubicBezTo>
                          <a:cubicBezTo>
                            <a:pt x="382" y="251"/>
                            <a:pt x="1317" y="-209"/>
                            <a:pt x="2176" y="93"/>
                          </a:cubicBezTo>
                          <a:cubicBezTo>
                            <a:pt x="3036" y="378"/>
                            <a:pt x="3495" y="1313"/>
                            <a:pt x="3202" y="216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17" name="Freeform: Shape 416">
                      <a:extLst>
                        <a:ext uri="{FF2B5EF4-FFF2-40B4-BE49-F238E27FC236}">
                          <a16:creationId xmlns:a16="http://schemas.microsoft.com/office/drawing/2014/main" id="{EF862A54-A83B-2B31-F721-4117430CC9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2950" y="4571514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69 h 3292"/>
                        <a:gd name="connsiteX1" fmla="*/ 1114 w 3290"/>
                        <a:gd name="connsiteY1" fmla="*/ 3200 h 3292"/>
                        <a:gd name="connsiteX2" fmla="*/ 89 w 3290"/>
                        <a:gd name="connsiteY2" fmla="*/ 1107 h 3292"/>
                        <a:gd name="connsiteX3" fmla="*/ 2177 w 3290"/>
                        <a:gd name="connsiteY3" fmla="*/ 92 h 3292"/>
                        <a:gd name="connsiteX4" fmla="*/ 3202 w 3290"/>
                        <a:gd name="connsiteY4" fmla="*/ 216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69"/>
                          </a:moveTo>
                          <a:cubicBezTo>
                            <a:pt x="2909" y="3041"/>
                            <a:pt x="1974" y="3501"/>
                            <a:pt x="1114" y="3200"/>
                          </a:cubicBezTo>
                          <a:cubicBezTo>
                            <a:pt x="254" y="2914"/>
                            <a:pt x="-205" y="1979"/>
                            <a:pt x="89" y="1107"/>
                          </a:cubicBezTo>
                          <a:cubicBezTo>
                            <a:pt x="382" y="251"/>
                            <a:pt x="1317" y="-209"/>
                            <a:pt x="2177" y="92"/>
                          </a:cubicBezTo>
                          <a:cubicBezTo>
                            <a:pt x="3036" y="378"/>
                            <a:pt x="3495" y="1313"/>
                            <a:pt x="3202" y="216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18" name="Freeform: Shape 417">
                      <a:extLst>
                        <a:ext uri="{FF2B5EF4-FFF2-40B4-BE49-F238E27FC236}">
                          <a16:creationId xmlns:a16="http://schemas.microsoft.com/office/drawing/2014/main" id="{FF394B74-46B7-696A-5D90-6FFB83FA7A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2731" y="4579837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85 h 3292"/>
                        <a:gd name="connsiteX1" fmla="*/ 1114 w 3290"/>
                        <a:gd name="connsiteY1" fmla="*/ 3200 h 3292"/>
                        <a:gd name="connsiteX2" fmla="*/ 89 w 3290"/>
                        <a:gd name="connsiteY2" fmla="*/ 1107 h 3292"/>
                        <a:gd name="connsiteX3" fmla="*/ 2176 w 3290"/>
                        <a:gd name="connsiteY3" fmla="*/ 92 h 3292"/>
                        <a:gd name="connsiteX4" fmla="*/ 3202 w 3290"/>
                        <a:gd name="connsiteY4" fmla="*/ 2185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85"/>
                          </a:moveTo>
                          <a:cubicBezTo>
                            <a:pt x="2909" y="3041"/>
                            <a:pt x="1974" y="3501"/>
                            <a:pt x="1114" y="3200"/>
                          </a:cubicBezTo>
                          <a:cubicBezTo>
                            <a:pt x="254" y="2914"/>
                            <a:pt x="-205" y="1979"/>
                            <a:pt x="89" y="1107"/>
                          </a:cubicBezTo>
                          <a:cubicBezTo>
                            <a:pt x="382" y="251"/>
                            <a:pt x="1317" y="-209"/>
                            <a:pt x="2176" y="92"/>
                          </a:cubicBezTo>
                          <a:cubicBezTo>
                            <a:pt x="3037" y="378"/>
                            <a:pt x="3495" y="1313"/>
                            <a:pt x="3202" y="218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19" name="Freeform: Shape 418">
                      <a:extLst>
                        <a:ext uri="{FF2B5EF4-FFF2-40B4-BE49-F238E27FC236}">
                          <a16:creationId xmlns:a16="http://schemas.microsoft.com/office/drawing/2014/main" id="{3E829DBE-39D1-6508-3B26-48849996C1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4026" y="4565846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9 w 3290"/>
                        <a:gd name="connsiteY2" fmla="*/ 1115 h 3292"/>
                        <a:gd name="connsiteX3" fmla="*/ 2177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4" y="3493"/>
                            <a:pt x="1114" y="3208"/>
                          </a:cubicBezTo>
                          <a:cubicBezTo>
                            <a:pt x="254" y="2907"/>
                            <a:pt x="-205" y="1971"/>
                            <a:pt x="89" y="1115"/>
                          </a:cubicBezTo>
                          <a:cubicBezTo>
                            <a:pt x="382" y="259"/>
                            <a:pt x="1317" y="-201"/>
                            <a:pt x="2177" y="85"/>
                          </a:cubicBezTo>
                          <a:cubicBezTo>
                            <a:pt x="3036" y="386"/>
                            <a:pt x="3496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0" name="Freeform: Shape 419">
                      <a:extLst>
                        <a:ext uri="{FF2B5EF4-FFF2-40B4-BE49-F238E27FC236}">
                          <a16:creationId xmlns:a16="http://schemas.microsoft.com/office/drawing/2014/main" id="{867B9D33-C25C-CE8C-90E5-578B46FFB4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5894" y="4573106"/>
                      <a:ext cx="3290" cy="3285"/>
                    </a:xfrm>
                    <a:custGeom>
                      <a:avLst/>
                      <a:gdLst>
                        <a:gd name="connsiteX0" fmla="*/ 3202 w 3290"/>
                        <a:gd name="connsiteY0" fmla="*/ 2179 h 3285"/>
                        <a:gd name="connsiteX1" fmla="*/ 1114 w 3290"/>
                        <a:gd name="connsiteY1" fmla="*/ 3193 h 3285"/>
                        <a:gd name="connsiteX2" fmla="*/ 88 w 3290"/>
                        <a:gd name="connsiteY2" fmla="*/ 1117 h 3285"/>
                        <a:gd name="connsiteX3" fmla="*/ 2176 w 3290"/>
                        <a:gd name="connsiteY3" fmla="*/ 86 h 3285"/>
                        <a:gd name="connsiteX4" fmla="*/ 3202 w 3290"/>
                        <a:gd name="connsiteY4" fmla="*/ 2179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5">
                          <a:moveTo>
                            <a:pt x="3202" y="2179"/>
                          </a:moveTo>
                          <a:cubicBezTo>
                            <a:pt x="2909" y="3035"/>
                            <a:pt x="1973" y="3495"/>
                            <a:pt x="1114" y="3193"/>
                          </a:cubicBezTo>
                          <a:cubicBezTo>
                            <a:pt x="255" y="2908"/>
                            <a:pt x="-205" y="1973"/>
                            <a:pt x="88" y="1117"/>
                          </a:cubicBezTo>
                          <a:cubicBezTo>
                            <a:pt x="382" y="245"/>
                            <a:pt x="1317" y="-199"/>
                            <a:pt x="2176" y="86"/>
                          </a:cubicBezTo>
                          <a:cubicBezTo>
                            <a:pt x="3036" y="387"/>
                            <a:pt x="3495" y="1307"/>
                            <a:pt x="3202" y="217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1" name="Freeform: Shape 420">
                      <a:extLst>
                        <a:ext uri="{FF2B5EF4-FFF2-40B4-BE49-F238E27FC236}">
                          <a16:creationId xmlns:a16="http://schemas.microsoft.com/office/drawing/2014/main" id="{38394A03-EC12-2E9A-9A1A-D739CF8F23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7090" y="4582278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69 h 3292"/>
                        <a:gd name="connsiteX1" fmla="*/ 1114 w 3290"/>
                        <a:gd name="connsiteY1" fmla="*/ 3200 h 3292"/>
                        <a:gd name="connsiteX2" fmla="*/ 88 w 3290"/>
                        <a:gd name="connsiteY2" fmla="*/ 1107 h 3292"/>
                        <a:gd name="connsiteX3" fmla="*/ 2176 w 3290"/>
                        <a:gd name="connsiteY3" fmla="*/ 93 h 3292"/>
                        <a:gd name="connsiteX4" fmla="*/ 3202 w 3290"/>
                        <a:gd name="connsiteY4" fmla="*/ 216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69"/>
                          </a:moveTo>
                          <a:cubicBezTo>
                            <a:pt x="2909" y="3041"/>
                            <a:pt x="1973" y="3501"/>
                            <a:pt x="1114" y="3200"/>
                          </a:cubicBezTo>
                          <a:cubicBezTo>
                            <a:pt x="255" y="2914"/>
                            <a:pt x="-205" y="1963"/>
                            <a:pt x="88" y="1107"/>
                          </a:cubicBezTo>
                          <a:cubicBezTo>
                            <a:pt x="382" y="251"/>
                            <a:pt x="1317" y="-209"/>
                            <a:pt x="2176" y="93"/>
                          </a:cubicBezTo>
                          <a:cubicBezTo>
                            <a:pt x="3036" y="378"/>
                            <a:pt x="3495" y="1313"/>
                            <a:pt x="3202" y="216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2" name="Freeform: Shape 421">
                      <a:extLst>
                        <a:ext uri="{FF2B5EF4-FFF2-40B4-BE49-F238E27FC236}">
                          <a16:creationId xmlns:a16="http://schemas.microsoft.com/office/drawing/2014/main" id="{00DF875D-8501-1C18-4AAF-AE2EAF25BF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1172" y="4575453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8 w 3290"/>
                        <a:gd name="connsiteY2" fmla="*/ 1115 h 3292"/>
                        <a:gd name="connsiteX3" fmla="*/ 2176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208"/>
                          </a:cubicBezTo>
                          <a:cubicBezTo>
                            <a:pt x="255" y="2906"/>
                            <a:pt x="-205" y="1971"/>
                            <a:pt x="88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7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3" name="Freeform: Shape 422">
                      <a:extLst>
                        <a:ext uri="{FF2B5EF4-FFF2-40B4-BE49-F238E27FC236}">
                          <a16:creationId xmlns:a16="http://schemas.microsoft.com/office/drawing/2014/main" id="{512015FF-CF5E-5C25-B41E-0B6896332A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91" y="4584601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9 w 3290"/>
                        <a:gd name="connsiteY2" fmla="*/ 1115 h 3292"/>
                        <a:gd name="connsiteX3" fmla="*/ 2177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4" y="3493"/>
                            <a:pt x="1114" y="3208"/>
                          </a:cubicBezTo>
                          <a:cubicBezTo>
                            <a:pt x="254" y="2906"/>
                            <a:pt x="-205" y="1971"/>
                            <a:pt x="89" y="1115"/>
                          </a:cubicBezTo>
                          <a:cubicBezTo>
                            <a:pt x="382" y="259"/>
                            <a:pt x="1317" y="-201"/>
                            <a:pt x="2177" y="85"/>
                          </a:cubicBezTo>
                          <a:cubicBezTo>
                            <a:pt x="3036" y="386"/>
                            <a:pt x="3496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4" name="Freeform: Shape 423">
                      <a:extLst>
                        <a:ext uri="{FF2B5EF4-FFF2-40B4-BE49-F238E27FC236}">
                          <a16:creationId xmlns:a16="http://schemas.microsoft.com/office/drawing/2014/main" id="{965B264E-59D4-009C-C29C-A3DC8D7EAD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0802" y="4571395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8 w 3290"/>
                        <a:gd name="connsiteY2" fmla="*/ 1115 h 3292"/>
                        <a:gd name="connsiteX3" fmla="*/ 2176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208"/>
                          </a:cubicBezTo>
                          <a:cubicBezTo>
                            <a:pt x="255" y="2907"/>
                            <a:pt x="-205" y="1971"/>
                            <a:pt x="88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6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5" name="Freeform: Shape 424">
                      <a:extLst>
                        <a:ext uri="{FF2B5EF4-FFF2-40B4-BE49-F238E27FC236}">
                          <a16:creationId xmlns:a16="http://schemas.microsoft.com/office/drawing/2014/main" id="{9CBAE6B7-E1E6-0424-2B2C-C6145D1F4D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0582" y="4579718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8 w 3290"/>
                        <a:gd name="connsiteY2" fmla="*/ 1115 h 3292"/>
                        <a:gd name="connsiteX3" fmla="*/ 2176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208"/>
                          </a:cubicBezTo>
                          <a:cubicBezTo>
                            <a:pt x="255" y="2907"/>
                            <a:pt x="-205" y="1971"/>
                            <a:pt x="88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6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6" name="Freeform: Shape 425">
                      <a:extLst>
                        <a:ext uri="{FF2B5EF4-FFF2-40B4-BE49-F238E27FC236}">
                          <a16:creationId xmlns:a16="http://schemas.microsoft.com/office/drawing/2014/main" id="{D6FC55DF-2C83-1298-CA36-91450CEF55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2939" y="4561360"/>
                      <a:ext cx="3291" cy="3292"/>
                    </a:xfrm>
                    <a:custGeom>
                      <a:avLst/>
                      <a:gdLst>
                        <a:gd name="connsiteX0" fmla="*/ 3202 w 3291"/>
                        <a:gd name="connsiteY0" fmla="*/ 2177 h 3292"/>
                        <a:gd name="connsiteX1" fmla="*/ 1114 w 3291"/>
                        <a:gd name="connsiteY1" fmla="*/ 3208 h 3292"/>
                        <a:gd name="connsiteX2" fmla="*/ 89 w 3291"/>
                        <a:gd name="connsiteY2" fmla="*/ 1115 h 3292"/>
                        <a:gd name="connsiteX3" fmla="*/ 2177 w 3291"/>
                        <a:gd name="connsiteY3" fmla="*/ 85 h 3292"/>
                        <a:gd name="connsiteX4" fmla="*/ 3202 w 3291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3202" y="2177"/>
                          </a:moveTo>
                          <a:cubicBezTo>
                            <a:pt x="2909" y="3033"/>
                            <a:pt x="1974" y="3493"/>
                            <a:pt x="1114" y="3208"/>
                          </a:cubicBezTo>
                          <a:cubicBezTo>
                            <a:pt x="254" y="2906"/>
                            <a:pt x="-205" y="1971"/>
                            <a:pt x="89" y="1115"/>
                          </a:cubicBezTo>
                          <a:cubicBezTo>
                            <a:pt x="382" y="259"/>
                            <a:pt x="1317" y="-201"/>
                            <a:pt x="2177" y="85"/>
                          </a:cubicBezTo>
                          <a:cubicBezTo>
                            <a:pt x="3037" y="386"/>
                            <a:pt x="3497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7" name="Freeform: Shape 426">
                      <a:extLst>
                        <a:ext uri="{FF2B5EF4-FFF2-40B4-BE49-F238E27FC236}">
                          <a16:creationId xmlns:a16="http://schemas.microsoft.com/office/drawing/2014/main" id="{641A08C3-38EC-6357-9F02-C69B85B2FF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1118" y="4567955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9 w 3290"/>
                        <a:gd name="connsiteY2" fmla="*/ 1115 h 3292"/>
                        <a:gd name="connsiteX3" fmla="*/ 2176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208"/>
                          </a:cubicBezTo>
                          <a:cubicBezTo>
                            <a:pt x="255" y="2906"/>
                            <a:pt x="-205" y="1971"/>
                            <a:pt x="89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6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8" name="Freeform: Shape 427">
                      <a:extLst>
                        <a:ext uri="{FF2B5EF4-FFF2-40B4-BE49-F238E27FC236}">
                          <a16:creationId xmlns:a16="http://schemas.microsoft.com/office/drawing/2014/main" id="{2528FCA9-6CC5-2C67-8CEA-7C5D2103C1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4761" y="4627357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8 w 3290"/>
                        <a:gd name="connsiteY2" fmla="*/ 1115 h 3292"/>
                        <a:gd name="connsiteX3" fmla="*/ 2176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208"/>
                          </a:cubicBezTo>
                          <a:cubicBezTo>
                            <a:pt x="255" y="2906"/>
                            <a:pt x="-205" y="1971"/>
                            <a:pt x="88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6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9" name="Freeform: Shape 428">
                      <a:extLst>
                        <a:ext uri="{FF2B5EF4-FFF2-40B4-BE49-F238E27FC236}">
                          <a16:creationId xmlns:a16="http://schemas.microsoft.com/office/drawing/2014/main" id="{339F121A-9C23-84FB-8AAF-A58E688128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8843" y="4620540"/>
                      <a:ext cx="3290" cy="3284"/>
                    </a:xfrm>
                    <a:custGeom>
                      <a:avLst/>
                      <a:gdLst>
                        <a:gd name="connsiteX0" fmla="*/ 3202 w 3290"/>
                        <a:gd name="connsiteY0" fmla="*/ 2177 h 3284"/>
                        <a:gd name="connsiteX1" fmla="*/ 1114 w 3290"/>
                        <a:gd name="connsiteY1" fmla="*/ 3192 h 3284"/>
                        <a:gd name="connsiteX2" fmla="*/ 88 w 3290"/>
                        <a:gd name="connsiteY2" fmla="*/ 1115 h 3284"/>
                        <a:gd name="connsiteX3" fmla="*/ 2176 w 3290"/>
                        <a:gd name="connsiteY3" fmla="*/ 85 h 3284"/>
                        <a:gd name="connsiteX4" fmla="*/ 3202 w 3290"/>
                        <a:gd name="connsiteY4" fmla="*/ 217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192"/>
                          </a:cubicBezTo>
                          <a:cubicBezTo>
                            <a:pt x="255" y="2907"/>
                            <a:pt x="-205" y="1971"/>
                            <a:pt x="88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7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30" name="Freeform: Shape 429">
                      <a:extLst>
                        <a:ext uri="{FF2B5EF4-FFF2-40B4-BE49-F238E27FC236}">
                          <a16:creationId xmlns:a16="http://schemas.microsoft.com/office/drawing/2014/main" id="{9C70CA19-3EA0-F842-E8A3-14FB489DE8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6742" y="4635577"/>
                      <a:ext cx="3290" cy="3291"/>
                    </a:xfrm>
                    <a:custGeom>
                      <a:avLst/>
                      <a:gdLst>
                        <a:gd name="connsiteX0" fmla="*/ 3202 w 3290"/>
                        <a:gd name="connsiteY0" fmla="*/ 2169 h 3291"/>
                        <a:gd name="connsiteX1" fmla="*/ 1114 w 3290"/>
                        <a:gd name="connsiteY1" fmla="*/ 3200 h 3291"/>
                        <a:gd name="connsiteX2" fmla="*/ 89 w 3290"/>
                        <a:gd name="connsiteY2" fmla="*/ 1123 h 3291"/>
                        <a:gd name="connsiteX3" fmla="*/ 2177 w 3290"/>
                        <a:gd name="connsiteY3" fmla="*/ 92 h 3291"/>
                        <a:gd name="connsiteX4" fmla="*/ 3202 w 3290"/>
                        <a:gd name="connsiteY4" fmla="*/ 2169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3202" y="2169"/>
                          </a:moveTo>
                          <a:cubicBezTo>
                            <a:pt x="2909" y="3041"/>
                            <a:pt x="1974" y="3501"/>
                            <a:pt x="1114" y="3200"/>
                          </a:cubicBezTo>
                          <a:cubicBezTo>
                            <a:pt x="254" y="2914"/>
                            <a:pt x="-205" y="1979"/>
                            <a:pt x="89" y="1123"/>
                          </a:cubicBezTo>
                          <a:cubicBezTo>
                            <a:pt x="382" y="251"/>
                            <a:pt x="1317" y="-209"/>
                            <a:pt x="2177" y="92"/>
                          </a:cubicBezTo>
                          <a:cubicBezTo>
                            <a:pt x="3037" y="378"/>
                            <a:pt x="3496" y="1313"/>
                            <a:pt x="3202" y="216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31" name="Freeform: Shape 430">
                      <a:extLst>
                        <a:ext uri="{FF2B5EF4-FFF2-40B4-BE49-F238E27FC236}">
                          <a16:creationId xmlns:a16="http://schemas.microsoft.com/office/drawing/2014/main" id="{5BD2040C-4629-9F1B-EFEA-BF1E14F374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8472" y="4616482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8 w 3290"/>
                        <a:gd name="connsiteY2" fmla="*/ 1115 h 3292"/>
                        <a:gd name="connsiteX3" fmla="*/ 2176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208"/>
                          </a:cubicBezTo>
                          <a:cubicBezTo>
                            <a:pt x="255" y="2906"/>
                            <a:pt x="-205" y="1971"/>
                            <a:pt x="88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6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32" name="Freeform: Shape 431">
                      <a:extLst>
                        <a:ext uri="{FF2B5EF4-FFF2-40B4-BE49-F238E27FC236}">
                          <a16:creationId xmlns:a16="http://schemas.microsoft.com/office/drawing/2014/main" id="{CCB979C3-45DB-9E67-F5BF-2E95A7DE43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8253" y="4624805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8 w 3290"/>
                        <a:gd name="connsiteY2" fmla="*/ 1115 h 3292"/>
                        <a:gd name="connsiteX3" fmla="*/ 2176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208"/>
                          </a:cubicBezTo>
                          <a:cubicBezTo>
                            <a:pt x="255" y="2906"/>
                            <a:pt x="-205" y="1971"/>
                            <a:pt x="88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6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33" name="Freeform: Shape 432">
                      <a:extLst>
                        <a:ext uri="{FF2B5EF4-FFF2-40B4-BE49-F238E27FC236}">
                          <a16:creationId xmlns:a16="http://schemas.microsoft.com/office/drawing/2014/main" id="{596D4508-E9AD-FC36-73E6-D2EEE0A362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0224" y="4611393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8 w 3290"/>
                        <a:gd name="connsiteY2" fmla="*/ 1115 h 3292"/>
                        <a:gd name="connsiteX3" fmla="*/ 2176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208"/>
                          </a:cubicBezTo>
                          <a:cubicBezTo>
                            <a:pt x="255" y="2907"/>
                            <a:pt x="-205" y="1971"/>
                            <a:pt x="88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7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34" name="Freeform: Shape 433">
                      <a:extLst>
                        <a:ext uri="{FF2B5EF4-FFF2-40B4-BE49-F238E27FC236}">
                          <a16:creationId xmlns:a16="http://schemas.microsoft.com/office/drawing/2014/main" id="{420EF75A-06CA-5B50-D816-1CDEAD8DC9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8789" y="4613042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8 w 3290"/>
                        <a:gd name="connsiteY2" fmla="*/ 1115 h 3292"/>
                        <a:gd name="connsiteX3" fmla="*/ 2176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208"/>
                          </a:cubicBezTo>
                          <a:cubicBezTo>
                            <a:pt x="255" y="2906"/>
                            <a:pt x="-205" y="1971"/>
                            <a:pt x="88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6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35" name="Freeform: Shape 434">
                      <a:extLst>
                        <a:ext uri="{FF2B5EF4-FFF2-40B4-BE49-F238E27FC236}">
                          <a16:creationId xmlns:a16="http://schemas.microsoft.com/office/drawing/2014/main" id="{2EABA16A-B6C1-A389-2B9B-59D9BA8831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5606" y="4589181"/>
                      <a:ext cx="3290" cy="3285"/>
                    </a:xfrm>
                    <a:custGeom>
                      <a:avLst/>
                      <a:gdLst>
                        <a:gd name="connsiteX0" fmla="*/ 3202 w 3290"/>
                        <a:gd name="connsiteY0" fmla="*/ 2179 h 3285"/>
                        <a:gd name="connsiteX1" fmla="*/ 1114 w 3290"/>
                        <a:gd name="connsiteY1" fmla="*/ 3193 h 3285"/>
                        <a:gd name="connsiteX2" fmla="*/ 89 w 3290"/>
                        <a:gd name="connsiteY2" fmla="*/ 1117 h 3285"/>
                        <a:gd name="connsiteX3" fmla="*/ 2176 w 3290"/>
                        <a:gd name="connsiteY3" fmla="*/ 86 h 3285"/>
                        <a:gd name="connsiteX4" fmla="*/ 3202 w 3290"/>
                        <a:gd name="connsiteY4" fmla="*/ 2179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5">
                          <a:moveTo>
                            <a:pt x="3202" y="2179"/>
                          </a:moveTo>
                          <a:cubicBezTo>
                            <a:pt x="2909" y="3035"/>
                            <a:pt x="1974" y="3495"/>
                            <a:pt x="1114" y="3193"/>
                          </a:cubicBezTo>
                          <a:cubicBezTo>
                            <a:pt x="254" y="2908"/>
                            <a:pt x="-205" y="1973"/>
                            <a:pt x="89" y="1117"/>
                          </a:cubicBezTo>
                          <a:cubicBezTo>
                            <a:pt x="382" y="245"/>
                            <a:pt x="1317" y="-199"/>
                            <a:pt x="2176" y="86"/>
                          </a:cubicBezTo>
                          <a:cubicBezTo>
                            <a:pt x="3036" y="372"/>
                            <a:pt x="3495" y="1307"/>
                            <a:pt x="3202" y="217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36" name="Freeform: Shape 435">
                      <a:extLst>
                        <a:ext uri="{FF2B5EF4-FFF2-40B4-BE49-F238E27FC236}">
                          <a16:creationId xmlns:a16="http://schemas.microsoft.com/office/drawing/2014/main" id="{50309301-E331-A5F4-F685-B9EBC74F7E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9688" y="4582358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69 h 3292"/>
                        <a:gd name="connsiteX1" fmla="*/ 1114 w 3290"/>
                        <a:gd name="connsiteY1" fmla="*/ 3200 h 3292"/>
                        <a:gd name="connsiteX2" fmla="*/ 89 w 3290"/>
                        <a:gd name="connsiteY2" fmla="*/ 1107 h 3292"/>
                        <a:gd name="connsiteX3" fmla="*/ 2177 w 3290"/>
                        <a:gd name="connsiteY3" fmla="*/ 92 h 3292"/>
                        <a:gd name="connsiteX4" fmla="*/ 3202 w 3290"/>
                        <a:gd name="connsiteY4" fmla="*/ 216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69"/>
                          </a:moveTo>
                          <a:cubicBezTo>
                            <a:pt x="2909" y="3041"/>
                            <a:pt x="1974" y="3501"/>
                            <a:pt x="1114" y="3200"/>
                          </a:cubicBezTo>
                          <a:cubicBezTo>
                            <a:pt x="254" y="2914"/>
                            <a:pt x="-205" y="1979"/>
                            <a:pt x="89" y="1107"/>
                          </a:cubicBezTo>
                          <a:cubicBezTo>
                            <a:pt x="382" y="251"/>
                            <a:pt x="1317" y="-209"/>
                            <a:pt x="2177" y="92"/>
                          </a:cubicBezTo>
                          <a:cubicBezTo>
                            <a:pt x="3037" y="378"/>
                            <a:pt x="3495" y="1313"/>
                            <a:pt x="3202" y="216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37" name="Freeform: Shape 436">
                      <a:extLst>
                        <a:ext uri="{FF2B5EF4-FFF2-40B4-BE49-F238E27FC236}">
                          <a16:creationId xmlns:a16="http://schemas.microsoft.com/office/drawing/2014/main" id="{1E47296A-C67C-C823-88DD-851001A382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8308" y="4591497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8 w 3290"/>
                        <a:gd name="connsiteY2" fmla="*/ 1115 h 3292"/>
                        <a:gd name="connsiteX3" fmla="*/ 2176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208"/>
                          </a:cubicBezTo>
                          <a:cubicBezTo>
                            <a:pt x="255" y="2906"/>
                            <a:pt x="-205" y="1971"/>
                            <a:pt x="88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6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38" name="Freeform: Shape 437">
                      <a:extLst>
                        <a:ext uri="{FF2B5EF4-FFF2-40B4-BE49-F238E27FC236}">
                          <a16:creationId xmlns:a16="http://schemas.microsoft.com/office/drawing/2014/main" id="{98D8486E-F333-B8AB-64A8-8BEF40DD95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5551" y="4584292"/>
                      <a:ext cx="3291" cy="3292"/>
                    </a:xfrm>
                    <a:custGeom>
                      <a:avLst/>
                      <a:gdLst>
                        <a:gd name="connsiteX0" fmla="*/ 3202 w 3291"/>
                        <a:gd name="connsiteY0" fmla="*/ 2169 h 3292"/>
                        <a:gd name="connsiteX1" fmla="*/ 1114 w 3291"/>
                        <a:gd name="connsiteY1" fmla="*/ 3200 h 3292"/>
                        <a:gd name="connsiteX2" fmla="*/ 88 w 3291"/>
                        <a:gd name="connsiteY2" fmla="*/ 1107 h 3292"/>
                        <a:gd name="connsiteX3" fmla="*/ 2176 w 3291"/>
                        <a:gd name="connsiteY3" fmla="*/ 93 h 3292"/>
                        <a:gd name="connsiteX4" fmla="*/ 3202 w 3291"/>
                        <a:gd name="connsiteY4" fmla="*/ 216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3202" y="2169"/>
                          </a:moveTo>
                          <a:cubicBezTo>
                            <a:pt x="2909" y="3041"/>
                            <a:pt x="1973" y="3501"/>
                            <a:pt x="1114" y="3200"/>
                          </a:cubicBezTo>
                          <a:cubicBezTo>
                            <a:pt x="255" y="2914"/>
                            <a:pt x="-205" y="1963"/>
                            <a:pt x="88" y="1107"/>
                          </a:cubicBezTo>
                          <a:cubicBezTo>
                            <a:pt x="382" y="251"/>
                            <a:pt x="1317" y="-209"/>
                            <a:pt x="2176" y="93"/>
                          </a:cubicBezTo>
                          <a:cubicBezTo>
                            <a:pt x="3037" y="378"/>
                            <a:pt x="3497" y="1313"/>
                            <a:pt x="3202" y="216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39" name="Freeform: Shape 438">
                      <a:extLst>
                        <a:ext uri="{FF2B5EF4-FFF2-40B4-BE49-F238E27FC236}">
                          <a16:creationId xmlns:a16="http://schemas.microsoft.com/office/drawing/2014/main" id="{59905F85-BCC3-0F6D-891D-DE8681E9C1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3877" y="4599392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8 w 3290"/>
                        <a:gd name="connsiteY2" fmla="*/ 1115 h 3292"/>
                        <a:gd name="connsiteX3" fmla="*/ 2176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208"/>
                          </a:cubicBezTo>
                          <a:cubicBezTo>
                            <a:pt x="255" y="2906"/>
                            <a:pt x="-205" y="1971"/>
                            <a:pt x="88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7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40" name="Freeform: Shape 439">
                      <a:extLst>
                        <a:ext uri="{FF2B5EF4-FFF2-40B4-BE49-F238E27FC236}">
                          <a16:creationId xmlns:a16="http://schemas.microsoft.com/office/drawing/2014/main" id="{F2301144-BB4A-A583-805C-BF619C4CBC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1069" y="4573210"/>
                      <a:ext cx="3290" cy="3291"/>
                    </a:xfrm>
                    <a:custGeom>
                      <a:avLst/>
                      <a:gdLst>
                        <a:gd name="connsiteX0" fmla="*/ 3202 w 3290"/>
                        <a:gd name="connsiteY0" fmla="*/ 2169 h 3291"/>
                        <a:gd name="connsiteX1" fmla="*/ 1114 w 3290"/>
                        <a:gd name="connsiteY1" fmla="*/ 3200 h 3291"/>
                        <a:gd name="connsiteX2" fmla="*/ 88 w 3290"/>
                        <a:gd name="connsiteY2" fmla="*/ 1107 h 3291"/>
                        <a:gd name="connsiteX3" fmla="*/ 2176 w 3290"/>
                        <a:gd name="connsiteY3" fmla="*/ 93 h 3291"/>
                        <a:gd name="connsiteX4" fmla="*/ 3202 w 3290"/>
                        <a:gd name="connsiteY4" fmla="*/ 2169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3202" y="2169"/>
                          </a:moveTo>
                          <a:cubicBezTo>
                            <a:pt x="2909" y="3041"/>
                            <a:pt x="1973" y="3501"/>
                            <a:pt x="1114" y="3200"/>
                          </a:cubicBezTo>
                          <a:cubicBezTo>
                            <a:pt x="255" y="2914"/>
                            <a:pt x="-205" y="1979"/>
                            <a:pt x="88" y="1107"/>
                          </a:cubicBezTo>
                          <a:cubicBezTo>
                            <a:pt x="382" y="251"/>
                            <a:pt x="1317" y="-209"/>
                            <a:pt x="2176" y="93"/>
                          </a:cubicBezTo>
                          <a:cubicBezTo>
                            <a:pt x="3037" y="378"/>
                            <a:pt x="3495" y="1313"/>
                            <a:pt x="3202" y="216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41" name="Freeform: Shape 440">
                      <a:extLst>
                        <a:ext uri="{FF2B5EF4-FFF2-40B4-BE49-F238E27FC236}">
                          <a16:creationId xmlns:a16="http://schemas.microsoft.com/office/drawing/2014/main" id="{0BDB1D28-8E69-2ADD-09DF-80F3D3D737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9634" y="4574859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85 h 3292"/>
                        <a:gd name="connsiteX1" fmla="*/ 1114 w 3290"/>
                        <a:gd name="connsiteY1" fmla="*/ 3200 h 3292"/>
                        <a:gd name="connsiteX2" fmla="*/ 88 w 3290"/>
                        <a:gd name="connsiteY2" fmla="*/ 1107 h 3292"/>
                        <a:gd name="connsiteX3" fmla="*/ 2176 w 3290"/>
                        <a:gd name="connsiteY3" fmla="*/ 92 h 3292"/>
                        <a:gd name="connsiteX4" fmla="*/ 3202 w 3290"/>
                        <a:gd name="connsiteY4" fmla="*/ 2185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85"/>
                          </a:moveTo>
                          <a:cubicBezTo>
                            <a:pt x="2909" y="3041"/>
                            <a:pt x="1973" y="3501"/>
                            <a:pt x="1114" y="3200"/>
                          </a:cubicBezTo>
                          <a:cubicBezTo>
                            <a:pt x="255" y="2914"/>
                            <a:pt x="-205" y="1979"/>
                            <a:pt x="88" y="1107"/>
                          </a:cubicBezTo>
                          <a:cubicBezTo>
                            <a:pt x="382" y="251"/>
                            <a:pt x="1317" y="-209"/>
                            <a:pt x="2176" y="92"/>
                          </a:cubicBezTo>
                          <a:cubicBezTo>
                            <a:pt x="3036" y="378"/>
                            <a:pt x="3495" y="1313"/>
                            <a:pt x="3202" y="218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42" name="Freeform: Shape 441">
                      <a:extLst>
                        <a:ext uri="{FF2B5EF4-FFF2-40B4-BE49-F238E27FC236}">
                          <a16:creationId xmlns:a16="http://schemas.microsoft.com/office/drawing/2014/main" id="{33D341ED-BE19-01DC-9DBA-930D1ECA6F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0875" y="4620952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9 w 3290"/>
                        <a:gd name="connsiteY2" fmla="*/ 1115 h 3292"/>
                        <a:gd name="connsiteX3" fmla="*/ 2177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4" y="3493"/>
                            <a:pt x="1114" y="3208"/>
                          </a:cubicBezTo>
                          <a:cubicBezTo>
                            <a:pt x="254" y="2907"/>
                            <a:pt x="-205" y="1971"/>
                            <a:pt x="89" y="1115"/>
                          </a:cubicBezTo>
                          <a:cubicBezTo>
                            <a:pt x="382" y="259"/>
                            <a:pt x="1317" y="-201"/>
                            <a:pt x="2177" y="85"/>
                          </a:cubicBezTo>
                          <a:cubicBezTo>
                            <a:pt x="3036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43" name="Freeform: Shape 442">
                      <a:extLst>
                        <a:ext uri="{FF2B5EF4-FFF2-40B4-BE49-F238E27FC236}">
                          <a16:creationId xmlns:a16="http://schemas.microsoft.com/office/drawing/2014/main" id="{E0BBC5DA-076D-BDE7-FE25-CE40497672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5922" y="4618923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8 w 3290"/>
                        <a:gd name="connsiteY2" fmla="*/ 1115 h 3292"/>
                        <a:gd name="connsiteX3" fmla="*/ 2176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208"/>
                          </a:cubicBezTo>
                          <a:cubicBezTo>
                            <a:pt x="255" y="2907"/>
                            <a:pt x="-205" y="1971"/>
                            <a:pt x="88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6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44" name="Freeform: Shape 443">
                      <a:extLst>
                        <a:ext uri="{FF2B5EF4-FFF2-40B4-BE49-F238E27FC236}">
                          <a16:creationId xmlns:a16="http://schemas.microsoft.com/office/drawing/2014/main" id="{3C6A5000-2E84-F89A-9E4F-1765FE8063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0191" y="4615301"/>
                      <a:ext cx="3290" cy="3284"/>
                    </a:xfrm>
                    <a:custGeom>
                      <a:avLst/>
                      <a:gdLst>
                        <a:gd name="connsiteX0" fmla="*/ 3202 w 3290"/>
                        <a:gd name="connsiteY0" fmla="*/ 2169 h 3284"/>
                        <a:gd name="connsiteX1" fmla="*/ 1114 w 3290"/>
                        <a:gd name="connsiteY1" fmla="*/ 3200 h 3284"/>
                        <a:gd name="connsiteX2" fmla="*/ 89 w 3290"/>
                        <a:gd name="connsiteY2" fmla="*/ 1107 h 3284"/>
                        <a:gd name="connsiteX3" fmla="*/ 2176 w 3290"/>
                        <a:gd name="connsiteY3" fmla="*/ 92 h 3284"/>
                        <a:gd name="connsiteX4" fmla="*/ 3202 w 3290"/>
                        <a:gd name="connsiteY4" fmla="*/ 2169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02" y="2169"/>
                          </a:moveTo>
                          <a:cubicBezTo>
                            <a:pt x="2909" y="3025"/>
                            <a:pt x="1974" y="3485"/>
                            <a:pt x="1114" y="3200"/>
                          </a:cubicBezTo>
                          <a:cubicBezTo>
                            <a:pt x="254" y="2899"/>
                            <a:pt x="-205" y="1979"/>
                            <a:pt x="89" y="1107"/>
                          </a:cubicBezTo>
                          <a:cubicBezTo>
                            <a:pt x="382" y="251"/>
                            <a:pt x="1317" y="-209"/>
                            <a:pt x="2176" y="92"/>
                          </a:cubicBezTo>
                          <a:cubicBezTo>
                            <a:pt x="3037" y="378"/>
                            <a:pt x="3495" y="1313"/>
                            <a:pt x="3202" y="216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45" name="Freeform: Shape 444">
                      <a:extLst>
                        <a:ext uri="{FF2B5EF4-FFF2-40B4-BE49-F238E27FC236}">
                          <a16:creationId xmlns:a16="http://schemas.microsoft.com/office/drawing/2014/main" id="{C40EE7C9-6403-4953-428D-F283052300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5551" y="4614865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8 w 3290"/>
                        <a:gd name="connsiteY2" fmla="*/ 1115 h 3292"/>
                        <a:gd name="connsiteX3" fmla="*/ 2176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208"/>
                          </a:cubicBezTo>
                          <a:cubicBezTo>
                            <a:pt x="255" y="2906"/>
                            <a:pt x="-205" y="1971"/>
                            <a:pt x="88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6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46" name="Freeform: Shape 445">
                      <a:extLst>
                        <a:ext uri="{FF2B5EF4-FFF2-40B4-BE49-F238E27FC236}">
                          <a16:creationId xmlns:a16="http://schemas.microsoft.com/office/drawing/2014/main" id="{593BC1FF-A337-031D-1D75-EAEFA20E6A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0369" y="4630060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69 h 3292"/>
                        <a:gd name="connsiteX1" fmla="*/ 1114 w 3290"/>
                        <a:gd name="connsiteY1" fmla="*/ 3200 h 3292"/>
                        <a:gd name="connsiteX2" fmla="*/ 89 w 3290"/>
                        <a:gd name="connsiteY2" fmla="*/ 1107 h 3292"/>
                        <a:gd name="connsiteX3" fmla="*/ 2177 w 3290"/>
                        <a:gd name="connsiteY3" fmla="*/ 93 h 3292"/>
                        <a:gd name="connsiteX4" fmla="*/ 3202 w 3290"/>
                        <a:gd name="connsiteY4" fmla="*/ 216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69"/>
                          </a:moveTo>
                          <a:cubicBezTo>
                            <a:pt x="2909" y="3041"/>
                            <a:pt x="1974" y="3501"/>
                            <a:pt x="1114" y="3200"/>
                          </a:cubicBezTo>
                          <a:cubicBezTo>
                            <a:pt x="254" y="2914"/>
                            <a:pt x="-205" y="1963"/>
                            <a:pt x="89" y="1107"/>
                          </a:cubicBezTo>
                          <a:cubicBezTo>
                            <a:pt x="382" y="251"/>
                            <a:pt x="1317" y="-209"/>
                            <a:pt x="2177" y="93"/>
                          </a:cubicBezTo>
                          <a:cubicBezTo>
                            <a:pt x="3036" y="378"/>
                            <a:pt x="3495" y="1313"/>
                            <a:pt x="3202" y="216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47" name="Freeform: Shape 446">
                      <a:extLst>
                        <a:ext uri="{FF2B5EF4-FFF2-40B4-BE49-F238E27FC236}">
                          <a16:creationId xmlns:a16="http://schemas.microsoft.com/office/drawing/2014/main" id="{3110FF3E-D285-254F-E842-A6BA8456FC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303" y="4609776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9 w 3290"/>
                        <a:gd name="connsiteY2" fmla="*/ 1115 h 3292"/>
                        <a:gd name="connsiteX3" fmla="*/ 2176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208"/>
                          </a:cubicBezTo>
                          <a:cubicBezTo>
                            <a:pt x="255" y="2906"/>
                            <a:pt x="-205" y="1971"/>
                            <a:pt x="89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6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48" name="Freeform: Shape 447">
                      <a:extLst>
                        <a:ext uri="{FF2B5EF4-FFF2-40B4-BE49-F238E27FC236}">
                          <a16:creationId xmlns:a16="http://schemas.microsoft.com/office/drawing/2014/main" id="{4F4ED441-AB84-A3E1-A55C-02E1306623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5414" y="4598726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9 w 3290"/>
                        <a:gd name="connsiteY2" fmla="*/ 1115 h 3292"/>
                        <a:gd name="connsiteX3" fmla="*/ 2177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4" y="3493"/>
                            <a:pt x="1114" y="3208"/>
                          </a:cubicBezTo>
                          <a:cubicBezTo>
                            <a:pt x="254" y="2907"/>
                            <a:pt x="-205" y="1971"/>
                            <a:pt x="89" y="1115"/>
                          </a:cubicBezTo>
                          <a:cubicBezTo>
                            <a:pt x="382" y="259"/>
                            <a:pt x="1317" y="-201"/>
                            <a:pt x="2177" y="85"/>
                          </a:cubicBezTo>
                          <a:cubicBezTo>
                            <a:pt x="3036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49" name="Freeform: Shape 448">
                      <a:extLst>
                        <a:ext uri="{FF2B5EF4-FFF2-40B4-BE49-F238E27FC236}">
                          <a16:creationId xmlns:a16="http://schemas.microsoft.com/office/drawing/2014/main" id="{E9FC4106-4096-3DDC-22D4-6AFF3C6736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0115" y="4629466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8 w 3290"/>
                        <a:gd name="connsiteY2" fmla="*/ 1115 h 3292"/>
                        <a:gd name="connsiteX3" fmla="*/ 2176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208"/>
                          </a:cubicBezTo>
                          <a:cubicBezTo>
                            <a:pt x="255" y="2907"/>
                            <a:pt x="-205" y="1971"/>
                            <a:pt x="88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6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50" name="Freeform: Shape 449">
                      <a:extLst>
                        <a:ext uri="{FF2B5EF4-FFF2-40B4-BE49-F238E27FC236}">
                          <a16:creationId xmlns:a16="http://schemas.microsoft.com/office/drawing/2014/main" id="{A07F5980-2302-2484-110E-D74962E05A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6639" y="4610339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85 h 3292"/>
                        <a:gd name="connsiteX1" fmla="*/ 1114 w 3290"/>
                        <a:gd name="connsiteY1" fmla="*/ 3200 h 3292"/>
                        <a:gd name="connsiteX2" fmla="*/ 89 w 3290"/>
                        <a:gd name="connsiteY2" fmla="*/ 1123 h 3292"/>
                        <a:gd name="connsiteX3" fmla="*/ 2177 w 3290"/>
                        <a:gd name="connsiteY3" fmla="*/ 92 h 3292"/>
                        <a:gd name="connsiteX4" fmla="*/ 3202 w 3290"/>
                        <a:gd name="connsiteY4" fmla="*/ 2185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85"/>
                          </a:moveTo>
                          <a:cubicBezTo>
                            <a:pt x="2909" y="3041"/>
                            <a:pt x="1974" y="3501"/>
                            <a:pt x="1114" y="3200"/>
                          </a:cubicBezTo>
                          <a:cubicBezTo>
                            <a:pt x="254" y="2914"/>
                            <a:pt x="-205" y="1979"/>
                            <a:pt x="89" y="1123"/>
                          </a:cubicBezTo>
                          <a:cubicBezTo>
                            <a:pt x="382" y="251"/>
                            <a:pt x="1317" y="-209"/>
                            <a:pt x="2177" y="92"/>
                          </a:cubicBezTo>
                          <a:cubicBezTo>
                            <a:pt x="3036" y="378"/>
                            <a:pt x="3495" y="1313"/>
                            <a:pt x="3202" y="218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51" name="Freeform: Shape 450">
                      <a:extLst>
                        <a:ext uri="{FF2B5EF4-FFF2-40B4-BE49-F238E27FC236}">
                          <a16:creationId xmlns:a16="http://schemas.microsoft.com/office/drawing/2014/main" id="{86B61F18-D900-4DA0-6AF7-34C0A53D28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5882" y="4624020"/>
                      <a:ext cx="3291" cy="3292"/>
                    </a:xfrm>
                    <a:custGeom>
                      <a:avLst/>
                      <a:gdLst>
                        <a:gd name="connsiteX0" fmla="*/ 3202 w 3291"/>
                        <a:gd name="connsiteY0" fmla="*/ 2185 h 3292"/>
                        <a:gd name="connsiteX1" fmla="*/ 1114 w 3291"/>
                        <a:gd name="connsiteY1" fmla="*/ 3200 h 3292"/>
                        <a:gd name="connsiteX2" fmla="*/ 89 w 3291"/>
                        <a:gd name="connsiteY2" fmla="*/ 1107 h 3292"/>
                        <a:gd name="connsiteX3" fmla="*/ 2177 w 3291"/>
                        <a:gd name="connsiteY3" fmla="*/ 92 h 3292"/>
                        <a:gd name="connsiteX4" fmla="*/ 3202 w 3291"/>
                        <a:gd name="connsiteY4" fmla="*/ 2185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3202" y="2185"/>
                          </a:moveTo>
                          <a:cubicBezTo>
                            <a:pt x="2909" y="3041"/>
                            <a:pt x="1974" y="3501"/>
                            <a:pt x="1114" y="3200"/>
                          </a:cubicBezTo>
                          <a:cubicBezTo>
                            <a:pt x="254" y="2914"/>
                            <a:pt x="-205" y="1979"/>
                            <a:pt x="89" y="1107"/>
                          </a:cubicBezTo>
                          <a:cubicBezTo>
                            <a:pt x="382" y="251"/>
                            <a:pt x="1317" y="-209"/>
                            <a:pt x="2177" y="92"/>
                          </a:cubicBezTo>
                          <a:cubicBezTo>
                            <a:pt x="3037" y="378"/>
                            <a:pt x="3497" y="1313"/>
                            <a:pt x="3202" y="218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52" name="Freeform: Shape 451">
                      <a:extLst>
                        <a:ext uri="{FF2B5EF4-FFF2-40B4-BE49-F238E27FC236}">
                          <a16:creationId xmlns:a16="http://schemas.microsoft.com/office/drawing/2014/main" id="{31A14E96-6ED2-E744-1287-4925A65724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0919" y="4590134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8 w 3290"/>
                        <a:gd name="connsiteY2" fmla="*/ 1115 h 3292"/>
                        <a:gd name="connsiteX3" fmla="*/ 2176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3" y="3493"/>
                            <a:pt x="1114" y="3208"/>
                          </a:cubicBezTo>
                          <a:cubicBezTo>
                            <a:pt x="255" y="2906"/>
                            <a:pt x="-205" y="1971"/>
                            <a:pt x="88" y="1115"/>
                          </a:cubicBezTo>
                          <a:cubicBezTo>
                            <a:pt x="382" y="259"/>
                            <a:pt x="1317" y="-201"/>
                            <a:pt x="2176" y="85"/>
                          </a:cubicBezTo>
                          <a:cubicBezTo>
                            <a:pt x="3036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53" name="Freeform: Shape 452">
                      <a:extLst>
                        <a:ext uri="{FF2B5EF4-FFF2-40B4-BE49-F238E27FC236}">
                          <a16:creationId xmlns:a16="http://schemas.microsoft.com/office/drawing/2014/main" id="{AB0D3864-3B03-7648-2B2D-914AE6B480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6047" y="4614603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85 h 3292"/>
                        <a:gd name="connsiteX1" fmla="*/ 1114 w 3290"/>
                        <a:gd name="connsiteY1" fmla="*/ 3200 h 3292"/>
                        <a:gd name="connsiteX2" fmla="*/ 89 w 3290"/>
                        <a:gd name="connsiteY2" fmla="*/ 1123 h 3292"/>
                        <a:gd name="connsiteX3" fmla="*/ 2176 w 3290"/>
                        <a:gd name="connsiteY3" fmla="*/ 92 h 3292"/>
                        <a:gd name="connsiteX4" fmla="*/ 3202 w 3290"/>
                        <a:gd name="connsiteY4" fmla="*/ 2185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85"/>
                          </a:moveTo>
                          <a:cubicBezTo>
                            <a:pt x="2909" y="3041"/>
                            <a:pt x="1974" y="3501"/>
                            <a:pt x="1114" y="3200"/>
                          </a:cubicBezTo>
                          <a:cubicBezTo>
                            <a:pt x="254" y="2914"/>
                            <a:pt x="-205" y="1979"/>
                            <a:pt x="89" y="1123"/>
                          </a:cubicBezTo>
                          <a:cubicBezTo>
                            <a:pt x="382" y="251"/>
                            <a:pt x="1317" y="-209"/>
                            <a:pt x="2176" y="92"/>
                          </a:cubicBezTo>
                          <a:cubicBezTo>
                            <a:pt x="3037" y="378"/>
                            <a:pt x="3495" y="1313"/>
                            <a:pt x="3202" y="218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54" name="Freeform: Shape 453">
                      <a:extLst>
                        <a:ext uri="{FF2B5EF4-FFF2-40B4-BE49-F238E27FC236}">
                          <a16:creationId xmlns:a16="http://schemas.microsoft.com/office/drawing/2014/main" id="{83FD71A9-70AB-FC9A-BC66-F8471B589E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2216" y="4593986"/>
                      <a:ext cx="3290" cy="3292"/>
                    </a:xfrm>
                    <a:custGeom>
                      <a:avLst/>
                      <a:gdLst>
                        <a:gd name="connsiteX0" fmla="*/ 3202 w 3290"/>
                        <a:gd name="connsiteY0" fmla="*/ 2177 h 3292"/>
                        <a:gd name="connsiteX1" fmla="*/ 1114 w 3290"/>
                        <a:gd name="connsiteY1" fmla="*/ 3208 h 3292"/>
                        <a:gd name="connsiteX2" fmla="*/ 89 w 3290"/>
                        <a:gd name="connsiteY2" fmla="*/ 1115 h 3292"/>
                        <a:gd name="connsiteX3" fmla="*/ 2177 w 3290"/>
                        <a:gd name="connsiteY3" fmla="*/ 85 h 3292"/>
                        <a:gd name="connsiteX4" fmla="*/ 3202 w 3290"/>
                        <a:gd name="connsiteY4" fmla="*/ 2177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3202" y="2177"/>
                          </a:moveTo>
                          <a:cubicBezTo>
                            <a:pt x="2909" y="3033"/>
                            <a:pt x="1974" y="3493"/>
                            <a:pt x="1114" y="3208"/>
                          </a:cubicBezTo>
                          <a:cubicBezTo>
                            <a:pt x="254" y="2907"/>
                            <a:pt x="-205" y="1971"/>
                            <a:pt x="89" y="1115"/>
                          </a:cubicBezTo>
                          <a:cubicBezTo>
                            <a:pt x="382" y="259"/>
                            <a:pt x="1317" y="-201"/>
                            <a:pt x="2177" y="85"/>
                          </a:cubicBezTo>
                          <a:cubicBezTo>
                            <a:pt x="3037" y="386"/>
                            <a:pt x="3495" y="1321"/>
                            <a:pt x="3202" y="21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55" name="Freeform: Shape 454">
                      <a:extLst>
                        <a:ext uri="{FF2B5EF4-FFF2-40B4-BE49-F238E27FC236}">
                          <a16:creationId xmlns:a16="http://schemas.microsoft.com/office/drawing/2014/main" id="{ADB7CFAE-67E6-B711-30EF-ACB5767B02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6583" y="4602846"/>
                      <a:ext cx="3290" cy="3285"/>
                    </a:xfrm>
                    <a:custGeom>
                      <a:avLst/>
                      <a:gdLst>
                        <a:gd name="connsiteX0" fmla="*/ 3202 w 3290"/>
                        <a:gd name="connsiteY0" fmla="*/ 2179 h 3285"/>
                        <a:gd name="connsiteX1" fmla="*/ 1114 w 3290"/>
                        <a:gd name="connsiteY1" fmla="*/ 3193 h 3285"/>
                        <a:gd name="connsiteX2" fmla="*/ 89 w 3290"/>
                        <a:gd name="connsiteY2" fmla="*/ 1117 h 3285"/>
                        <a:gd name="connsiteX3" fmla="*/ 2177 w 3290"/>
                        <a:gd name="connsiteY3" fmla="*/ 86 h 3285"/>
                        <a:gd name="connsiteX4" fmla="*/ 3202 w 3290"/>
                        <a:gd name="connsiteY4" fmla="*/ 2179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5">
                          <a:moveTo>
                            <a:pt x="3202" y="2179"/>
                          </a:moveTo>
                          <a:cubicBezTo>
                            <a:pt x="2909" y="3035"/>
                            <a:pt x="1974" y="3495"/>
                            <a:pt x="1114" y="3193"/>
                          </a:cubicBezTo>
                          <a:cubicBezTo>
                            <a:pt x="254" y="2908"/>
                            <a:pt x="-205" y="1973"/>
                            <a:pt x="89" y="1117"/>
                          </a:cubicBezTo>
                          <a:cubicBezTo>
                            <a:pt x="382" y="245"/>
                            <a:pt x="1317" y="-199"/>
                            <a:pt x="2177" y="86"/>
                          </a:cubicBezTo>
                          <a:cubicBezTo>
                            <a:pt x="3036" y="387"/>
                            <a:pt x="3496" y="1323"/>
                            <a:pt x="3202" y="217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456" name="Graphic 21">
                    <a:extLst>
                      <a:ext uri="{FF2B5EF4-FFF2-40B4-BE49-F238E27FC236}">
                        <a16:creationId xmlns:a16="http://schemas.microsoft.com/office/drawing/2014/main" id="{C2A6D558-2CE3-38B2-D18E-5D30DEFFA0C5}"/>
                      </a:ext>
                    </a:extLst>
                  </p:cNvPr>
                  <p:cNvGrpSpPr/>
                  <p:nvPr/>
                </p:nvGrpSpPr>
                <p:grpSpPr>
                  <a:xfrm>
                    <a:off x="897793" y="4531964"/>
                    <a:ext cx="97807" cy="77524"/>
                    <a:chOff x="897793" y="4531964"/>
                    <a:chExt cx="97807" cy="77524"/>
                  </a:xfrm>
                  <a:solidFill>
                    <a:srgbClr val="2B2B32"/>
                  </a:solidFill>
                </p:grpSpPr>
                <p:sp>
                  <p:nvSpPr>
                    <p:cNvPr id="457" name="Freeform: Shape 456">
                      <a:extLst>
                        <a:ext uri="{FF2B5EF4-FFF2-40B4-BE49-F238E27FC236}">
                          <a16:creationId xmlns:a16="http://schemas.microsoft.com/office/drawing/2014/main" id="{0B6ED555-C108-61AF-6E7F-EF7E780184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8691" y="4571201"/>
                      <a:ext cx="3290" cy="3299"/>
                    </a:xfrm>
                    <a:custGeom>
                      <a:avLst/>
                      <a:gdLst>
                        <a:gd name="connsiteX0" fmla="*/ 3281 w 3290"/>
                        <a:gd name="connsiteY0" fmla="*/ 1816 h 3299"/>
                        <a:gd name="connsiteX1" fmla="*/ 1474 w 3290"/>
                        <a:gd name="connsiteY1" fmla="*/ 3291 h 3299"/>
                        <a:gd name="connsiteX2" fmla="*/ 9 w 3290"/>
                        <a:gd name="connsiteY2" fmla="*/ 1483 h 3299"/>
                        <a:gd name="connsiteX3" fmla="*/ 1816 w 3290"/>
                        <a:gd name="connsiteY3" fmla="*/ 9 h 3299"/>
                        <a:gd name="connsiteX4" fmla="*/ 3281 w 3290"/>
                        <a:gd name="connsiteY4" fmla="*/ 181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91"/>
                          </a:cubicBezTo>
                          <a:cubicBezTo>
                            <a:pt x="570" y="3196"/>
                            <a:pt x="-86" y="2387"/>
                            <a:pt x="9" y="1483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5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58" name="Freeform: Shape 457">
                      <a:extLst>
                        <a:ext uri="{FF2B5EF4-FFF2-40B4-BE49-F238E27FC236}">
                          <a16:creationId xmlns:a16="http://schemas.microsoft.com/office/drawing/2014/main" id="{67616375-9375-5AF3-61DD-2918F63203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1403" y="4565874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59" name="Freeform: Shape 458">
                      <a:extLst>
                        <a:ext uri="{FF2B5EF4-FFF2-40B4-BE49-F238E27FC236}">
                          <a16:creationId xmlns:a16="http://schemas.microsoft.com/office/drawing/2014/main" id="{816EB564-E284-7BCA-FDF9-C1DFA6A27F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2093" y="4575098"/>
                      <a:ext cx="3290" cy="3287"/>
                    </a:xfrm>
                    <a:custGeom>
                      <a:avLst/>
                      <a:gdLst>
                        <a:gd name="connsiteX0" fmla="*/ 3281 w 3290"/>
                        <a:gd name="connsiteY0" fmla="*/ 1803 h 3287"/>
                        <a:gd name="connsiteX1" fmla="*/ 1474 w 3290"/>
                        <a:gd name="connsiteY1" fmla="*/ 3278 h 3287"/>
                        <a:gd name="connsiteX2" fmla="*/ 9 w 3290"/>
                        <a:gd name="connsiteY2" fmla="*/ 1470 h 3287"/>
                        <a:gd name="connsiteX3" fmla="*/ 1816 w 3290"/>
                        <a:gd name="connsiteY3" fmla="*/ 12 h 3287"/>
                        <a:gd name="connsiteX4" fmla="*/ 3281 w 3290"/>
                        <a:gd name="connsiteY4" fmla="*/ 1803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7">
                          <a:moveTo>
                            <a:pt x="3281" y="1803"/>
                          </a:moveTo>
                          <a:cubicBezTo>
                            <a:pt x="3186" y="2723"/>
                            <a:pt x="2378" y="3373"/>
                            <a:pt x="1474" y="3278"/>
                          </a:cubicBezTo>
                          <a:cubicBezTo>
                            <a:pt x="570" y="3183"/>
                            <a:pt x="-86" y="2374"/>
                            <a:pt x="9" y="1470"/>
                          </a:cubicBezTo>
                          <a:cubicBezTo>
                            <a:pt x="104" y="567"/>
                            <a:pt x="913" y="-99"/>
                            <a:pt x="1816" y="12"/>
                          </a:cubicBezTo>
                          <a:cubicBezTo>
                            <a:pt x="2720" y="91"/>
                            <a:pt x="3375" y="900"/>
                            <a:pt x="3281" y="180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60" name="Freeform: Shape 459">
                      <a:extLst>
                        <a:ext uri="{FF2B5EF4-FFF2-40B4-BE49-F238E27FC236}">
                          <a16:creationId xmlns:a16="http://schemas.microsoft.com/office/drawing/2014/main" id="{808252F8-E8B6-74B5-3364-4F5870C032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9888" y="4559771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5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61" name="Freeform: Shape 460">
                      <a:extLst>
                        <a:ext uri="{FF2B5EF4-FFF2-40B4-BE49-F238E27FC236}">
                          <a16:creationId xmlns:a16="http://schemas.microsoft.com/office/drawing/2014/main" id="{5F47C56F-F33B-15F3-7872-B7CAC7BBD4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2027" y="4572390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62" name="Freeform: Shape 461">
                      <a:extLst>
                        <a:ext uri="{FF2B5EF4-FFF2-40B4-BE49-F238E27FC236}">
                          <a16:creationId xmlns:a16="http://schemas.microsoft.com/office/drawing/2014/main" id="{5F45CB55-CEC3-9504-FCC7-F272552AEC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715" y="4556648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18" y="104"/>
                            <a:pt x="3375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63" name="Freeform: Shape 462">
                      <a:extLst>
                        <a:ext uri="{FF2B5EF4-FFF2-40B4-BE49-F238E27FC236}">
                          <a16:creationId xmlns:a16="http://schemas.microsoft.com/office/drawing/2014/main" id="{E63C2BA5-6A0A-C937-A809-F7541EDC5B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9932" y="4560801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64" name="Freeform: Shape 463">
                      <a:extLst>
                        <a:ext uri="{FF2B5EF4-FFF2-40B4-BE49-F238E27FC236}">
                          <a16:creationId xmlns:a16="http://schemas.microsoft.com/office/drawing/2014/main" id="{1DCC1F66-9F59-2382-ECB0-2A85EC717B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4667" y="4579492"/>
                      <a:ext cx="3290" cy="3297"/>
                    </a:xfrm>
                    <a:custGeom>
                      <a:avLst/>
                      <a:gdLst>
                        <a:gd name="connsiteX0" fmla="*/ 3281 w 3290"/>
                        <a:gd name="connsiteY0" fmla="*/ 1816 h 3297"/>
                        <a:gd name="connsiteX1" fmla="*/ 1474 w 3290"/>
                        <a:gd name="connsiteY1" fmla="*/ 3291 h 3297"/>
                        <a:gd name="connsiteX2" fmla="*/ 9 w 3290"/>
                        <a:gd name="connsiteY2" fmla="*/ 1483 h 3297"/>
                        <a:gd name="connsiteX3" fmla="*/ 1816 w 3290"/>
                        <a:gd name="connsiteY3" fmla="*/ 9 h 3297"/>
                        <a:gd name="connsiteX4" fmla="*/ 3281 w 3290"/>
                        <a:gd name="connsiteY4" fmla="*/ 1816 h 32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7">
                          <a:moveTo>
                            <a:pt x="3281" y="1816"/>
                          </a:moveTo>
                          <a:cubicBezTo>
                            <a:pt x="3186" y="2720"/>
                            <a:pt x="2378" y="3370"/>
                            <a:pt x="1474" y="3291"/>
                          </a:cubicBezTo>
                          <a:cubicBezTo>
                            <a:pt x="570" y="3180"/>
                            <a:pt x="-86" y="2371"/>
                            <a:pt x="9" y="1483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18" y="104"/>
                            <a:pt x="3375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65" name="Freeform: Shape 464">
                      <a:extLst>
                        <a:ext uri="{FF2B5EF4-FFF2-40B4-BE49-F238E27FC236}">
                          <a16:creationId xmlns:a16="http://schemas.microsoft.com/office/drawing/2014/main" id="{B87EB171-F04A-9EC4-F3F5-7C542EDE75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379" y="4574165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5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66" name="Freeform: Shape 465">
                      <a:extLst>
                        <a:ext uri="{FF2B5EF4-FFF2-40B4-BE49-F238E27FC236}">
                          <a16:creationId xmlns:a16="http://schemas.microsoft.com/office/drawing/2014/main" id="{B1DFB563-978D-3327-E664-C058572E53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8067" y="4583389"/>
                      <a:ext cx="3290" cy="3286"/>
                    </a:xfrm>
                    <a:custGeom>
                      <a:avLst/>
                      <a:gdLst>
                        <a:gd name="connsiteX0" fmla="*/ 3281 w 3290"/>
                        <a:gd name="connsiteY0" fmla="*/ 1819 h 3286"/>
                        <a:gd name="connsiteX1" fmla="*/ 1474 w 3290"/>
                        <a:gd name="connsiteY1" fmla="*/ 3278 h 3286"/>
                        <a:gd name="connsiteX2" fmla="*/ 9 w 3290"/>
                        <a:gd name="connsiteY2" fmla="*/ 1470 h 3286"/>
                        <a:gd name="connsiteX3" fmla="*/ 1816 w 3290"/>
                        <a:gd name="connsiteY3" fmla="*/ 12 h 3286"/>
                        <a:gd name="connsiteX4" fmla="*/ 3281 w 3290"/>
                        <a:gd name="connsiteY4" fmla="*/ 1819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6">
                          <a:moveTo>
                            <a:pt x="3281" y="1819"/>
                          </a:moveTo>
                          <a:cubicBezTo>
                            <a:pt x="3186" y="2707"/>
                            <a:pt x="2378" y="3373"/>
                            <a:pt x="1474" y="3278"/>
                          </a:cubicBezTo>
                          <a:cubicBezTo>
                            <a:pt x="570" y="3183"/>
                            <a:pt x="-86" y="2374"/>
                            <a:pt x="9" y="1470"/>
                          </a:cubicBezTo>
                          <a:cubicBezTo>
                            <a:pt x="104" y="567"/>
                            <a:pt x="913" y="-99"/>
                            <a:pt x="1816" y="12"/>
                          </a:cubicBezTo>
                          <a:cubicBezTo>
                            <a:pt x="2720" y="91"/>
                            <a:pt x="3376" y="900"/>
                            <a:pt x="3281" y="181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67" name="Freeform: Shape 466">
                      <a:extLst>
                        <a:ext uri="{FF2B5EF4-FFF2-40B4-BE49-F238E27FC236}">
                          <a16:creationId xmlns:a16="http://schemas.microsoft.com/office/drawing/2014/main" id="{7F9CEDD2-0BCA-EBCE-3400-40F0CE2B6B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5862" y="4568062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68" name="Freeform: Shape 467">
                      <a:extLst>
                        <a:ext uri="{FF2B5EF4-FFF2-40B4-BE49-F238E27FC236}">
                          <a16:creationId xmlns:a16="http://schemas.microsoft.com/office/drawing/2014/main" id="{39382612-F72A-063B-5059-EA665108EE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8003" y="4580681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5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69" name="Freeform: Shape 468">
                      <a:extLst>
                        <a:ext uri="{FF2B5EF4-FFF2-40B4-BE49-F238E27FC236}">
                          <a16:creationId xmlns:a16="http://schemas.microsoft.com/office/drawing/2014/main" id="{28336636-89DC-309E-91C7-21C113F84F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689" y="4564939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70" name="Freeform: Shape 469">
                      <a:extLst>
                        <a:ext uri="{FF2B5EF4-FFF2-40B4-BE49-F238E27FC236}">
                          <a16:creationId xmlns:a16="http://schemas.microsoft.com/office/drawing/2014/main" id="{8B83780A-FBB0-0A93-4B29-46825C6F5F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5907" y="4569092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5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71" name="Freeform: Shape 470">
                      <a:extLst>
                        <a:ext uri="{FF2B5EF4-FFF2-40B4-BE49-F238E27FC236}">
                          <a16:creationId xmlns:a16="http://schemas.microsoft.com/office/drawing/2014/main" id="{84CB27ED-79BE-561D-7CE8-B2C743AE52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7831" y="4553303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6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6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6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72" name="Freeform: Shape 471">
                      <a:extLst>
                        <a:ext uri="{FF2B5EF4-FFF2-40B4-BE49-F238E27FC236}">
                          <a16:creationId xmlns:a16="http://schemas.microsoft.com/office/drawing/2014/main" id="{142A5A40-12A0-1271-06B7-65EDDA1599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0545" y="4547960"/>
                      <a:ext cx="3290" cy="3299"/>
                    </a:xfrm>
                    <a:custGeom>
                      <a:avLst/>
                      <a:gdLst>
                        <a:gd name="connsiteX0" fmla="*/ 3281 w 3290"/>
                        <a:gd name="connsiteY0" fmla="*/ 1816 h 3299"/>
                        <a:gd name="connsiteX1" fmla="*/ 1474 w 3290"/>
                        <a:gd name="connsiteY1" fmla="*/ 3291 h 3299"/>
                        <a:gd name="connsiteX2" fmla="*/ 9 w 3290"/>
                        <a:gd name="connsiteY2" fmla="*/ 1483 h 3299"/>
                        <a:gd name="connsiteX3" fmla="*/ 1816 w 3290"/>
                        <a:gd name="connsiteY3" fmla="*/ 9 h 3299"/>
                        <a:gd name="connsiteX4" fmla="*/ 3281 w 3290"/>
                        <a:gd name="connsiteY4" fmla="*/ 181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91"/>
                          </a:cubicBezTo>
                          <a:cubicBezTo>
                            <a:pt x="570" y="3196"/>
                            <a:pt x="-86" y="2387"/>
                            <a:pt x="9" y="1483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5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73" name="Freeform: Shape 472">
                      <a:extLst>
                        <a:ext uri="{FF2B5EF4-FFF2-40B4-BE49-F238E27FC236}">
                          <a16:creationId xmlns:a16="http://schemas.microsoft.com/office/drawing/2014/main" id="{4EA30243-CC7B-57BB-C69F-C650C250B1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1233" y="4557187"/>
                      <a:ext cx="3290" cy="3299"/>
                    </a:xfrm>
                    <a:custGeom>
                      <a:avLst/>
                      <a:gdLst>
                        <a:gd name="connsiteX0" fmla="*/ 3281 w 3290"/>
                        <a:gd name="connsiteY0" fmla="*/ 1816 h 3299"/>
                        <a:gd name="connsiteX1" fmla="*/ 1474 w 3290"/>
                        <a:gd name="connsiteY1" fmla="*/ 3291 h 3299"/>
                        <a:gd name="connsiteX2" fmla="*/ 9 w 3290"/>
                        <a:gd name="connsiteY2" fmla="*/ 1483 h 3299"/>
                        <a:gd name="connsiteX3" fmla="*/ 1816 w 3290"/>
                        <a:gd name="connsiteY3" fmla="*/ 9 h 3299"/>
                        <a:gd name="connsiteX4" fmla="*/ 3281 w 3290"/>
                        <a:gd name="connsiteY4" fmla="*/ 181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91"/>
                          </a:cubicBezTo>
                          <a:cubicBezTo>
                            <a:pt x="570" y="3196"/>
                            <a:pt x="-86" y="2387"/>
                            <a:pt x="9" y="1483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74" name="Freeform: Shape 473">
                      <a:extLst>
                        <a:ext uri="{FF2B5EF4-FFF2-40B4-BE49-F238E27FC236}">
                          <a16:creationId xmlns:a16="http://schemas.microsoft.com/office/drawing/2014/main" id="{BC957711-CE00-60C9-5A85-5979163B36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9028" y="4541872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75" name="Freeform: Shape 474">
                      <a:extLst>
                        <a:ext uri="{FF2B5EF4-FFF2-40B4-BE49-F238E27FC236}">
                          <a16:creationId xmlns:a16="http://schemas.microsoft.com/office/drawing/2014/main" id="{B4D43801-324E-059C-BB6D-5F81B7E495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1169" y="4554476"/>
                      <a:ext cx="3290" cy="3299"/>
                    </a:xfrm>
                    <a:custGeom>
                      <a:avLst/>
                      <a:gdLst>
                        <a:gd name="connsiteX0" fmla="*/ 3281 w 3290"/>
                        <a:gd name="connsiteY0" fmla="*/ 1816 h 3299"/>
                        <a:gd name="connsiteX1" fmla="*/ 1474 w 3290"/>
                        <a:gd name="connsiteY1" fmla="*/ 3291 h 3299"/>
                        <a:gd name="connsiteX2" fmla="*/ 9 w 3290"/>
                        <a:gd name="connsiteY2" fmla="*/ 1483 h 3299"/>
                        <a:gd name="connsiteX3" fmla="*/ 1816 w 3290"/>
                        <a:gd name="connsiteY3" fmla="*/ 9 h 3299"/>
                        <a:gd name="connsiteX4" fmla="*/ 3281 w 3290"/>
                        <a:gd name="connsiteY4" fmla="*/ 181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91"/>
                          </a:cubicBezTo>
                          <a:cubicBezTo>
                            <a:pt x="570" y="3196"/>
                            <a:pt x="-86" y="2387"/>
                            <a:pt x="9" y="1483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5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76" name="Freeform: Shape 475">
                      <a:extLst>
                        <a:ext uri="{FF2B5EF4-FFF2-40B4-BE49-F238E27FC236}">
                          <a16:creationId xmlns:a16="http://schemas.microsoft.com/office/drawing/2014/main" id="{75188B43-9974-20B6-7D17-EB7058E100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9318" y="4540556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77" name="Freeform: Shape 476">
                      <a:extLst>
                        <a:ext uri="{FF2B5EF4-FFF2-40B4-BE49-F238E27FC236}">
                          <a16:creationId xmlns:a16="http://schemas.microsoft.com/office/drawing/2014/main" id="{213192E3-6385-5C15-285C-161B276725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3003" y="4549434"/>
                      <a:ext cx="3290" cy="3299"/>
                    </a:xfrm>
                    <a:custGeom>
                      <a:avLst/>
                      <a:gdLst>
                        <a:gd name="connsiteX0" fmla="*/ 3281 w 3290"/>
                        <a:gd name="connsiteY0" fmla="*/ 1816 h 3299"/>
                        <a:gd name="connsiteX1" fmla="*/ 1474 w 3290"/>
                        <a:gd name="connsiteY1" fmla="*/ 3291 h 3299"/>
                        <a:gd name="connsiteX2" fmla="*/ 9 w 3290"/>
                        <a:gd name="connsiteY2" fmla="*/ 1483 h 3299"/>
                        <a:gd name="connsiteX3" fmla="*/ 1816 w 3290"/>
                        <a:gd name="connsiteY3" fmla="*/ 9 h 3299"/>
                        <a:gd name="connsiteX4" fmla="*/ 3281 w 3290"/>
                        <a:gd name="connsiteY4" fmla="*/ 181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91"/>
                          </a:cubicBezTo>
                          <a:cubicBezTo>
                            <a:pt x="570" y="3196"/>
                            <a:pt x="-86" y="2387"/>
                            <a:pt x="9" y="1483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78" name="Freeform: Shape 477">
                      <a:extLst>
                        <a:ext uri="{FF2B5EF4-FFF2-40B4-BE49-F238E27FC236}">
                          <a16:creationId xmlns:a16="http://schemas.microsoft.com/office/drawing/2014/main" id="{0AC43684-E3D4-FF12-AE13-C18DACBB70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4958" y="4546993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79" name="Freeform: Shape 478">
                      <a:extLst>
                        <a:ext uri="{FF2B5EF4-FFF2-40B4-BE49-F238E27FC236}">
                          <a16:creationId xmlns:a16="http://schemas.microsoft.com/office/drawing/2014/main" id="{FF161967-40EF-59E4-D901-E5A012F06A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670" y="4541650"/>
                      <a:ext cx="3290" cy="3299"/>
                    </a:xfrm>
                    <a:custGeom>
                      <a:avLst/>
                      <a:gdLst>
                        <a:gd name="connsiteX0" fmla="*/ 3281 w 3290"/>
                        <a:gd name="connsiteY0" fmla="*/ 1816 h 3299"/>
                        <a:gd name="connsiteX1" fmla="*/ 1474 w 3290"/>
                        <a:gd name="connsiteY1" fmla="*/ 3291 h 3299"/>
                        <a:gd name="connsiteX2" fmla="*/ 9 w 3290"/>
                        <a:gd name="connsiteY2" fmla="*/ 1483 h 3299"/>
                        <a:gd name="connsiteX3" fmla="*/ 1816 w 3290"/>
                        <a:gd name="connsiteY3" fmla="*/ 9 h 3299"/>
                        <a:gd name="connsiteX4" fmla="*/ 3281 w 3290"/>
                        <a:gd name="connsiteY4" fmla="*/ 181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91"/>
                          </a:cubicBezTo>
                          <a:cubicBezTo>
                            <a:pt x="570" y="3196"/>
                            <a:pt x="-86" y="2387"/>
                            <a:pt x="9" y="1483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0" name="Freeform: Shape 479">
                      <a:extLst>
                        <a:ext uri="{FF2B5EF4-FFF2-40B4-BE49-F238E27FC236}">
                          <a16:creationId xmlns:a16="http://schemas.microsoft.com/office/drawing/2014/main" id="{EE4B7F21-F97D-15F7-9C24-85CCE8A8F6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8359" y="4550877"/>
                      <a:ext cx="3290" cy="3286"/>
                    </a:xfrm>
                    <a:custGeom>
                      <a:avLst/>
                      <a:gdLst>
                        <a:gd name="connsiteX0" fmla="*/ 3281 w 3290"/>
                        <a:gd name="connsiteY0" fmla="*/ 1816 h 3286"/>
                        <a:gd name="connsiteX1" fmla="*/ 1474 w 3290"/>
                        <a:gd name="connsiteY1" fmla="*/ 3275 h 3286"/>
                        <a:gd name="connsiteX2" fmla="*/ 9 w 3290"/>
                        <a:gd name="connsiteY2" fmla="*/ 1467 h 3286"/>
                        <a:gd name="connsiteX3" fmla="*/ 1816 w 3290"/>
                        <a:gd name="connsiteY3" fmla="*/ 9 h 3286"/>
                        <a:gd name="connsiteX4" fmla="*/ 3281 w 3290"/>
                        <a:gd name="connsiteY4" fmla="*/ 1816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6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75"/>
                          </a:cubicBezTo>
                          <a:cubicBezTo>
                            <a:pt x="570" y="3196"/>
                            <a:pt x="-86" y="2387"/>
                            <a:pt x="9" y="1467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1" name="Freeform: Shape 480">
                      <a:extLst>
                        <a:ext uri="{FF2B5EF4-FFF2-40B4-BE49-F238E27FC236}">
                          <a16:creationId xmlns:a16="http://schemas.microsoft.com/office/drawing/2014/main" id="{917F1CB1-E471-40D9-BAFC-9D2C554196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6155" y="4535563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2" name="Freeform: Shape 481">
                      <a:extLst>
                        <a:ext uri="{FF2B5EF4-FFF2-40B4-BE49-F238E27FC236}">
                          <a16:creationId xmlns:a16="http://schemas.microsoft.com/office/drawing/2014/main" id="{5858D530-02EF-21DC-3DE2-E895F3128E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8294" y="4548166"/>
                      <a:ext cx="3290" cy="3299"/>
                    </a:xfrm>
                    <a:custGeom>
                      <a:avLst/>
                      <a:gdLst>
                        <a:gd name="connsiteX0" fmla="*/ 3281 w 3290"/>
                        <a:gd name="connsiteY0" fmla="*/ 1816 h 3299"/>
                        <a:gd name="connsiteX1" fmla="*/ 1474 w 3290"/>
                        <a:gd name="connsiteY1" fmla="*/ 3291 h 3299"/>
                        <a:gd name="connsiteX2" fmla="*/ 9 w 3290"/>
                        <a:gd name="connsiteY2" fmla="*/ 1483 h 3299"/>
                        <a:gd name="connsiteX3" fmla="*/ 1816 w 3290"/>
                        <a:gd name="connsiteY3" fmla="*/ 9 h 3299"/>
                        <a:gd name="connsiteX4" fmla="*/ 3281 w 3290"/>
                        <a:gd name="connsiteY4" fmla="*/ 181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91"/>
                          </a:cubicBezTo>
                          <a:cubicBezTo>
                            <a:pt x="570" y="3196"/>
                            <a:pt x="-86" y="2387"/>
                            <a:pt x="9" y="1483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3" name="Freeform: Shape 482">
                      <a:extLst>
                        <a:ext uri="{FF2B5EF4-FFF2-40B4-BE49-F238E27FC236}">
                          <a16:creationId xmlns:a16="http://schemas.microsoft.com/office/drawing/2014/main" id="{79B9A001-257D-E59A-8638-51268E811C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6758" y="4531964"/>
                      <a:ext cx="3290" cy="3299"/>
                    </a:xfrm>
                    <a:custGeom>
                      <a:avLst/>
                      <a:gdLst>
                        <a:gd name="connsiteX0" fmla="*/ 3281 w 3290"/>
                        <a:gd name="connsiteY0" fmla="*/ 1816 h 3299"/>
                        <a:gd name="connsiteX1" fmla="*/ 1474 w 3290"/>
                        <a:gd name="connsiteY1" fmla="*/ 3291 h 3299"/>
                        <a:gd name="connsiteX2" fmla="*/ 9 w 3290"/>
                        <a:gd name="connsiteY2" fmla="*/ 1483 h 3299"/>
                        <a:gd name="connsiteX3" fmla="*/ 1816 w 3290"/>
                        <a:gd name="connsiteY3" fmla="*/ 9 h 3299"/>
                        <a:gd name="connsiteX4" fmla="*/ 3281 w 3290"/>
                        <a:gd name="connsiteY4" fmla="*/ 181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91"/>
                          </a:cubicBezTo>
                          <a:cubicBezTo>
                            <a:pt x="570" y="3196"/>
                            <a:pt x="-86" y="2387"/>
                            <a:pt x="9" y="1483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4" name="Freeform: Shape 483">
                      <a:extLst>
                        <a:ext uri="{FF2B5EF4-FFF2-40B4-BE49-F238E27FC236}">
                          <a16:creationId xmlns:a16="http://schemas.microsoft.com/office/drawing/2014/main" id="{61E948DE-8D53-8805-7CF5-A1DE5BE6A9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198" y="4536577"/>
                      <a:ext cx="3290" cy="3299"/>
                    </a:xfrm>
                    <a:custGeom>
                      <a:avLst/>
                      <a:gdLst>
                        <a:gd name="connsiteX0" fmla="*/ 3281 w 3290"/>
                        <a:gd name="connsiteY0" fmla="*/ 1816 h 3299"/>
                        <a:gd name="connsiteX1" fmla="*/ 1474 w 3290"/>
                        <a:gd name="connsiteY1" fmla="*/ 3291 h 3299"/>
                        <a:gd name="connsiteX2" fmla="*/ 9 w 3290"/>
                        <a:gd name="connsiteY2" fmla="*/ 1483 h 3299"/>
                        <a:gd name="connsiteX3" fmla="*/ 1816 w 3290"/>
                        <a:gd name="connsiteY3" fmla="*/ 9 h 3299"/>
                        <a:gd name="connsiteX4" fmla="*/ 3281 w 3290"/>
                        <a:gd name="connsiteY4" fmla="*/ 181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91"/>
                          </a:cubicBezTo>
                          <a:cubicBezTo>
                            <a:pt x="570" y="3196"/>
                            <a:pt x="-86" y="2387"/>
                            <a:pt x="9" y="1483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5" name="Freeform: Shape 484">
                      <a:extLst>
                        <a:ext uri="{FF2B5EF4-FFF2-40B4-BE49-F238E27FC236}">
                          <a16:creationId xmlns:a16="http://schemas.microsoft.com/office/drawing/2014/main" id="{D0613203-06E2-BE1F-EBEE-DEAA503553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3221" y="4595916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2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6" name="Freeform: Shape 485">
                      <a:extLst>
                        <a:ext uri="{FF2B5EF4-FFF2-40B4-BE49-F238E27FC236}">
                          <a16:creationId xmlns:a16="http://schemas.microsoft.com/office/drawing/2014/main" id="{2D9F8A1B-911D-CC73-3D82-22D3B38EEB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5934" y="4590574"/>
                      <a:ext cx="3290" cy="3299"/>
                    </a:xfrm>
                    <a:custGeom>
                      <a:avLst/>
                      <a:gdLst>
                        <a:gd name="connsiteX0" fmla="*/ 3281 w 3290"/>
                        <a:gd name="connsiteY0" fmla="*/ 1816 h 3299"/>
                        <a:gd name="connsiteX1" fmla="*/ 1474 w 3290"/>
                        <a:gd name="connsiteY1" fmla="*/ 3291 h 3299"/>
                        <a:gd name="connsiteX2" fmla="*/ 9 w 3290"/>
                        <a:gd name="connsiteY2" fmla="*/ 1483 h 3299"/>
                        <a:gd name="connsiteX3" fmla="*/ 1816 w 3290"/>
                        <a:gd name="connsiteY3" fmla="*/ 9 h 3299"/>
                        <a:gd name="connsiteX4" fmla="*/ 3281 w 3290"/>
                        <a:gd name="connsiteY4" fmla="*/ 181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91"/>
                          </a:cubicBezTo>
                          <a:cubicBezTo>
                            <a:pt x="570" y="3196"/>
                            <a:pt x="-86" y="2387"/>
                            <a:pt x="9" y="1483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7" name="Freeform: Shape 486">
                      <a:extLst>
                        <a:ext uri="{FF2B5EF4-FFF2-40B4-BE49-F238E27FC236}">
                          <a16:creationId xmlns:a16="http://schemas.microsoft.com/office/drawing/2014/main" id="{F76664F6-A1D9-C751-8A95-41306D5940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7234" y="4605713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5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8" name="Freeform: Shape 487">
                      <a:extLst>
                        <a:ext uri="{FF2B5EF4-FFF2-40B4-BE49-F238E27FC236}">
                          <a16:creationId xmlns:a16="http://schemas.microsoft.com/office/drawing/2014/main" id="{662743CA-B1F1-3536-304A-0597EC5FC0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4418" y="4584473"/>
                      <a:ext cx="3290" cy="3297"/>
                    </a:xfrm>
                    <a:custGeom>
                      <a:avLst/>
                      <a:gdLst>
                        <a:gd name="connsiteX0" fmla="*/ 3281 w 3290"/>
                        <a:gd name="connsiteY0" fmla="*/ 1814 h 3297"/>
                        <a:gd name="connsiteX1" fmla="*/ 1474 w 3290"/>
                        <a:gd name="connsiteY1" fmla="*/ 3288 h 3297"/>
                        <a:gd name="connsiteX2" fmla="*/ 9 w 3290"/>
                        <a:gd name="connsiteY2" fmla="*/ 1481 h 3297"/>
                        <a:gd name="connsiteX3" fmla="*/ 1816 w 3290"/>
                        <a:gd name="connsiteY3" fmla="*/ 7 h 3297"/>
                        <a:gd name="connsiteX4" fmla="*/ 3281 w 3290"/>
                        <a:gd name="connsiteY4" fmla="*/ 1814 h 32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7">
                          <a:moveTo>
                            <a:pt x="3281" y="1814"/>
                          </a:moveTo>
                          <a:cubicBezTo>
                            <a:pt x="3186" y="2733"/>
                            <a:pt x="2378" y="3383"/>
                            <a:pt x="1474" y="3288"/>
                          </a:cubicBezTo>
                          <a:cubicBezTo>
                            <a:pt x="570" y="3193"/>
                            <a:pt x="-86" y="2385"/>
                            <a:pt x="9" y="1481"/>
                          </a:cubicBezTo>
                          <a:cubicBezTo>
                            <a:pt x="104" y="577"/>
                            <a:pt x="913" y="-73"/>
                            <a:pt x="1816" y="7"/>
                          </a:cubicBezTo>
                          <a:cubicBezTo>
                            <a:pt x="2720" y="118"/>
                            <a:pt x="3376" y="926"/>
                            <a:pt x="3281" y="181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9" name="Freeform: Shape 488">
                      <a:extLst>
                        <a:ext uri="{FF2B5EF4-FFF2-40B4-BE49-F238E27FC236}">
                          <a16:creationId xmlns:a16="http://schemas.microsoft.com/office/drawing/2014/main" id="{1B18080B-8111-FBB0-5739-3CC5A0F284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6560" y="4597090"/>
                      <a:ext cx="3290" cy="3299"/>
                    </a:xfrm>
                    <a:custGeom>
                      <a:avLst/>
                      <a:gdLst>
                        <a:gd name="connsiteX0" fmla="*/ 3281 w 3290"/>
                        <a:gd name="connsiteY0" fmla="*/ 1816 h 3299"/>
                        <a:gd name="connsiteX1" fmla="*/ 1474 w 3290"/>
                        <a:gd name="connsiteY1" fmla="*/ 3291 h 3299"/>
                        <a:gd name="connsiteX2" fmla="*/ 9 w 3290"/>
                        <a:gd name="connsiteY2" fmla="*/ 1483 h 3299"/>
                        <a:gd name="connsiteX3" fmla="*/ 1816 w 3290"/>
                        <a:gd name="connsiteY3" fmla="*/ 9 h 3299"/>
                        <a:gd name="connsiteX4" fmla="*/ 3281 w 3290"/>
                        <a:gd name="connsiteY4" fmla="*/ 181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91"/>
                          </a:cubicBezTo>
                          <a:cubicBezTo>
                            <a:pt x="570" y="3195"/>
                            <a:pt x="-86" y="2387"/>
                            <a:pt x="9" y="1483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18" y="104"/>
                            <a:pt x="3375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90" name="Freeform: Shape 489">
                      <a:extLst>
                        <a:ext uri="{FF2B5EF4-FFF2-40B4-BE49-F238E27FC236}">
                          <a16:creationId xmlns:a16="http://schemas.microsoft.com/office/drawing/2014/main" id="{68D5EDA2-76D0-CFF5-16AF-C246E68ACB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5246" y="4581347"/>
                      <a:ext cx="3290" cy="3299"/>
                    </a:xfrm>
                    <a:custGeom>
                      <a:avLst/>
                      <a:gdLst>
                        <a:gd name="connsiteX0" fmla="*/ 3281 w 3290"/>
                        <a:gd name="connsiteY0" fmla="*/ 1816 h 3299"/>
                        <a:gd name="connsiteX1" fmla="*/ 1474 w 3290"/>
                        <a:gd name="connsiteY1" fmla="*/ 3291 h 3299"/>
                        <a:gd name="connsiteX2" fmla="*/ 9 w 3290"/>
                        <a:gd name="connsiteY2" fmla="*/ 1484 h 3299"/>
                        <a:gd name="connsiteX3" fmla="*/ 1816 w 3290"/>
                        <a:gd name="connsiteY3" fmla="*/ 9 h 3299"/>
                        <a:gd name="connsiteX4" fmla="*/ 3281 w 3290"/>
                        <a:gd name="connsiteY4" fmla="*/ 181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91"/>
                          </a:cubicBezTo>
                          <a:cubicBezTo>
                            <a:pt x="570" y="3196"/>
                            <a:pt x="-86" y="2387"/>
                            <a:pt x="9" y="1484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91" name="Freeform: Shape 490">
                      <a:extLst>
                        <a:ext uri="{FF2B5EF4-FFF2-40B4-BE49-F238E27FC236}">
                          <a16:creationId xmlns:a16="http://schemas.microsoft.com/office/drawing/2014/main" id="{F3E9EA17-9A40-A373-08EC-C61A3FB6CD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4462" y="4585501"/>
                      <a:ext cx="3290" cy="3299"/>
                    </a:xfrm>
                    <a:custGeom>
                      <a:avLst/>
                      <a:gdLst>
                        <a:gd name="connsiteX0" fmla="*/ 3281 w 3290"/>
                        <a:gd name="connsiteY0" fmla="*/ 1816 h 3299"/>
                        <a:gd name="connsiteX1" fmla="*/ 1474 w 3290"/>
                        <a:gd name="connsiteY1" fmla="*/ 3291 h 3299"/>
                        <a:gd name="connsiteX2" fmla="*/ 9 w 3290"/>
                        <a:gd name="connsiteY2" fmla="*/ 1483 h 3299"/>
                        <a:gd name="connsiteX3" fmla="*/ 1816 w 3290"/>
                        <a:gd name="connsiteY3" fmla="*/ 9 h 3299"/>
                        <a:gd name="connsiteX4" fmla="*/ 3281 w 3290"/>
                        <a:gd name="connsiteY4" fmla="*/ 181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91"/>
                          </a:cubicBezTo>
                          <a:cubicBezTo>
                            <a:pt x="570" y="3196"/>
                            <a:pt x="-86" y="2387"/>
                            <a:pt x="9" y="1483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92" name="Freeform: Shape 491">
                      <a:extLst>
                        <a:ext uri="{FF2B5EF4-FFF2-40B4-BE49-F238E27FC236}">
                          <a16:creationId xmlns:a16="http://schemas.microsoft.com/office/drawing/2014/main" id="{3119A2E9-8F99-4AA6-C280-4B2ED51253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6552" y="4567396"/>
                      <a:ext cx="3290" cy="3299"/>
                    </a:xfrm>
                    <a:custGeom>
                      <a:avLst/>
                      <a:gdLst>
                        <a:gd name="connsiteX0" fmla="*/ 3281 w 3290"/>
                        <a:gd name="connsiteY0" fmla="*/ 1816 h 3299"/>
                        <a:gd name="connsiteX1" fmla="*/ 1474 w 3290"/>
                        <a:gd name="connsiteY1" fmla="*/ 3291 h 3299"/>
                        <a:gd name="connsiteX2" fmla="*/ 9 w 3290"/>
                        <a:gd name="connsiteY2" fmla="*/ 1483 h 3299"/>
                        <a:gd name="connsiteX3" fmla="*/ 1816 w 3290"/>
                        <a:gd name="connsiteY3" fmla="*/ 9 h 3299"/>
                        <a:gd name="connsiteX4" fmla="*/ 3281 w 3290"/>
                        <a:gd name="connsiteY4" fmla="*/ 181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91"/>
                          </a:cubicBezTo>
                          <a:cubicBezTo>
                            <a:pt x="570" y="3196"/>
                            <a:pt x="-86" y="2387"/>
                            <a:pt x="9" y="1483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18" y="104"/>
                            <a:pt x="3375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93" name="Freeform: Shape 492">
                      <a:extLst>
                        <a:ext uri="{FF2B5EF4-FFF2-40B4-BE49-F238E27FC236}">
                          <a16:creationId xmlns:a16="http://schemas.microsoft.com/office/drawing/2014/main" id="{BB995249-1C53-A094-60FE-E81ACB49BD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9265" y="4562069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94" name="Freeform: Shape 493">
                      <a:extLst>
                        <a:ext uri="{FF2B5EF4-FFF2-40B4-BE49-F238E27FC236}">
                          <a16:creationId xmlns:a16="http://schemas.microsoft.com/office/drawing/2014/main" id="{AB9A216A-1B68-DC4E-905C-9D550C95D8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9953" y="4571296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88"/>
                            <a:pt x="3376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95" name="Freeform: Shape 494">
                      <a:extLst>
                        <a:ext uri="{FF2B5EF4-FFF2-40B4-BE49-F238E27FC236}">
                          <a16:creationId xmlns:a16="http://schemas.microsoft.com/office/drawing/2014/main" id="{91593831-1883-5428-2B25-C04D0A52FE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5161" y="4560421"/>
                      <a:ext cx="3290" cy="3286"/>
                    </a:xfrm>
                    <a:custGeom>
                      <a:avLst/>
                      <a:gdLst>
                        <a:gd name="connsiteX0" fmla="*/ 3281 w 3290"/>
                        <a:gd name="connsiteY0" fmla="*/ 1816 h 3286"/>
                        <a:gd name="connsiteX1" fmla="*/ 1474 w 3290"/>
                        <a:gd name="connsiteY1" fmla="*/ 3275 h 3286"/>
                        <a:gd name="connsiteX2" fmla="*/ 9 w 3290"/>
                        <a:gd name="connsiteY2" fmla="*/ 1467 h 3286"/>
                        <a:gd name="connsiteX3" fmla="*/ 1816 w 3290"/>
                        <a:gd name="connsiteY3" fmla="*/ 9 h 3286"/>
                        <a:gd name="connsiteX4" fmla="*/ 3281 w 3290"/>
                        <a:gd name="connsiteY4" fmla="*/ 1816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6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75"/>
                          </a:cubicBezTo>
                          <a:cubicBezTo>
                            <a:pt x="570" y="3196"/>
                            <a:pt x="-86" y="2387"/>
                            <a:pt x="9" y="1467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19" y="104"/>
                            <a:pt x="3375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96" name="Freeform: Shape 495">
                      <a:extLst>
                        <a:ext uri="{FF2B5EF4-FFF2-40B4-BE49-F238E27FC236}">
                          <a16:creationId xmlns:a16="http://schemas.microsoft.com/office/drawing/2014/main" id="{A4761ED6-D4E8-6038-F2A7-79486D0E6E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7391" y="4579968"/>
                      <a:ext cx="3290" cy="3299"/>
                    </a:xfrm>
                    <a:custGeom>
                      <a:avLst/>
                      <a:gdLst>
                        <a:gd name="connsiteX0" fmla="*/ 3281 w 3290"/>
                        <a:gd name="connsiteY0" fmla="*/ 1816 h 3299"/>
                        <a:gd name="connsiteX1" fmla="*/ 1474 w 3290"/>
                        <a:gd name="connsiteY1" fmla="*/ 3291 h 3299"/>
                        <a:gd name="connsiteX2" fmla="*/ 9 w 3290"/>
                        <a:gd name="connsiteY2" fmla="*/ 1484 h 3299"/>
                        <a:gd name="connsiteX3" fmla="*/ 1816 w 3290"/>
                        <a:gd name="connsiteY3" fmla="*/ 9 h 3299"/>
                        <a:gd name="connsiteX4" fmla="*/ 3281 w 3290"/>
                        <a:gd name="connsiteY4" fmla="*/ 181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91"/>
                          </a:cubicBezTo>
                          <a:cubicBezTo>
                            <a:pt x="570" y="3196"/>
                            <a:pt x="-86" y="2387"/>
                            <a:pt x="9" y="1484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5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97" name="Freeform: Shape 496">
                      <a:extLst>
                        <a:ext uri="{FF2B5EF4-FFF2-40B4-BE49-F238E27FC236}">
                          <a16:creationId xmlns:a16="http://schemas.microsoft.com/office/drawing/2014/main" id="{67A729DA-B937-306C-7A6F-58DE72FCBC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8575" y="4552843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98" name="Freeform: Shape 497">
                      <a:extLst>
                        <a:ext uri="{FF2B5EF4-FFF2-40B4-BE49-F238E27FC236}">
                          <a16:creationId xmlns:a16="http://schemas.microsoft.com/office/drawing/2014/main" id="{EBC335EB-92F3-4B62-AE64-16319C262F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7793" y="4556996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5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99" name="Freeform: Shape 498">
                      <a:extLst>
                        <a:ext uri="{FF2B5EF4-FFF2-40B4-BE49-F238E27FC236}">
                          <a16:creationId xmlns:a16="http://schemas.microsoft.com/office/drawing/2014/main" id="{59624BE0-655D-DB01-1A75-F2A840DBF0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8508" y="4594981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0" name="Freeform: Shape 499">
                      <a:extLst>
                        <a:ext uri="{FF2B5EF4-FFF2-40B4-BE49-F238E27FC236}">
                          <a16:creationId xmlns:a16="http://schemas.microsoft.com/office/drawing/2014/main" id="{2D9BDD2C-E799-E9F2-CCDF-21BBFCA272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3479" y="4596328"/>
                      <a:ext cx="3290" cy="3299"/>
                    </a:xfrm>
                    <a:custGeom>
                      <a:avLst/>
                      <a:gdLst>
                        <a:gd name="connsiteX0" fmla="*/ 3281 w 3290"/>
                        <a:gd name="connsiteY0" fmla="*/ 1816 h 3299"/>
                        <a:gd name="connsiteX1" fmla="*/ 1474 w 3290"/>
                        <a:gd name="connsiteY1" fmla="*/ 3291 h 3299"/>
                        <a:gd name="connsiteX2" fmla="*/ 9 w 3290"/>
                        <a:gd name="connsiteY2" fmla="*/ 1483 h 3299"/>
                        <a:gd name="connsiteX3" fmla="*/ 1816 w 3290"/>
                        <a:gd name="connsiteY3" fmla="*/ 9 h 3299"/>
                        <a:gd name="connsiteX4" fmla="*/ 3281 w 3290"/>
                        <a:gd name="connsiteY4" fmla="*/ 181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91"/>
                          </a:cubicBezTo>
                          <a:cubicBezTo>
                            <a:pt x="570" y="3196"/>
                            <a:pt x="-86" y="2387"/>
                            <a:pt x="9" y="1483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1" name="Freeform: Shape 500">
                      <a:extLst>
                        <a:ext uri="{FF2B5EF4-FFF2-40B4-BE49-F238E27FC236}">
                          <a16:creationId xmlns:a16="http://schemas.microsoft.com/office/drawing/2014/main" id="{DB60019D-57C9-6323-1EB8-2D769DA436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7335" y="4596297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6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6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6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2" name="Freeform: Shape 501">
                      <a:extLst>
                        <a:ext uri="{FF2B5EF4-FFF2-40B4-BE49-F238E27FC236}">
                          <a16:creationId xmlns:a16="http://schemas.microsoft.com/office/drawing/2014/main" id="{7AD13FC7-2D08-985C-776E-C665C49BC0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1963" y="4590227"/>
                      <a:ext cx="3290" cy="3297"/>
                    </a:xfrm>
                    <a:custGeom>
                      <a:avLst/>
                      <a:gdLst>
                        <a:gd name="connsiteX0" fmla="*/ 3281 w 3290"/>
                        <a:gd name="connsiteY0" fmla="*/ 1814 h 3297"/>
                        <a:gd name="connsiteX1" fmla="*/ 1474 w 3290"/>
                        <a:gd name="connsiteY1" fmla="*/ 3288 h 3297"/>
                        <a:gd name="connsiteX2" fmla="*/ 9 w 3290"/>
                        <a:gd name="connsiteY2" fmla="*/ 1481 h 3297"/>
                        <a:gd name="connsiteX3" fmla="*/ 1816 w 3290"/>
                        <a:gd name="connsiteY3" fmla="*/ 7 h 3297"/>
                        <a:gd name="connsiteX4" fmla="*/ 3281 w 3290"/>
                        <a:gd name="connsiteY4" fmla="*/ 1814 h 32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7">
                          <a:moveTo>
                            <a:pt x="3281" y="1814"/>
                          </a:moveTo>
                          <a:cubicBezTo>
                            <a:pt x="3186" y="2718"/>
                            <a:pt x="2378" y="3383"/>
                            <a:pt x="1474" y="3288"/>
                          </a:cubicBezTo>
                          <a:cubicBezTo>
                            <a:pt x="570" y="3193"/>
                            <a:pt x="-86" y="2385"/>
                            <a:pt x="9" y="1481"/>
                          </a:cubicBezTo>
                          <a:cubicBezTo>
                            <a:pt x="104" y="577"/>
                            <a:pt x="913" y="-73"/>
                            <a:pt x="1816" y="7"/>
                          </a:cubicBezTo>
                          <a:cubicBezTo>
                            <a:pt x="2720" y="102"/>
                            <a:pt x="3376" y="926"/>
                            <a:pt x="3281" y="1814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3" name="Freeform: Shape 502">
                      <a:extLst>
                        <a:ext uri="{FF2B5EF4-FFF2-40B4-BE49-F238E27FC236}">
                          <a16:creationId xmlns:a16="http://schemas.microsoft.com/office/drawing/2014/main" id="{51D82054-74F2-E5C7-2D85-7AE756671B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0292" y="4606189"/>
                      <a:ext cx="3290" cy="3299"/>
                    </a:xfrm>
                    <a:custGeom>
                      <a:avLst/>
                      <a:gdLst>
                        <a:gd name="connsiteX0" fmla="*/ 3281 w 3290"/>
                        <a:gd name="connsiteY0" fmla="*/ 1816 h 3299"/>
                        <a:gd name="connsiteX1" fmla="*/ 1474 w 3290"/>
                        <a:gd name="connsiteY1" fmla="*/ 3291 h 3299"/>
                        <a:gd name="connsiteX2" fmla="*/ 9 w 3290"/>
                        <a:gd name="connsiteY2" fmla="*/ 1483 h 3299"/>
                        <a:gd name="connsiteX3" fmla="*/ 1816 w 3290"/>
                        <a:gd name="connsiteY3" fmla="*/ 9 h 3299"/>
                        <a:gd name="connsiteX4" fmla="*/ 3281 w 3290"/>
                        <a:gd name="connsiteY4" fmla="*/ 181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91"/>
                          </a:cubicBezTo>
                          <a:cubicBezTo>
                            <a:pt x="570" y="3196"/>
                            <a:pt x="-86" y="2387"/>
                            <a:pt x="9" y="1483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4" name="Freeform: Shape 503">
                      <a:extLst>
                        <a:ext uri="{FF2B5EF4-FFF2-40B4-BE49-F238E27FC236}">
                          <a16:creationId xmlns:a16="http://schemas.microsoft.com/office/drawing/2014/main" id="{F9DB0010-1BA9-3D16-2E09-DA8950AF5B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2791" y="4587102"/>
                      <a:ext cx="3290" cy="3299"/>
                    </a:xfrm>
                    <a:custGeom>
                      <a:avLst/>
                      <a:gdLst>
                        <a:gd name="connsiteX0" fmla="*/ 3281 w 3290"/>
                        <a:gd name="connsiteY0" fmla="*/ 1816 h 3299"/>
                        <a:gd name="connsiteX1" fmla="*/ 1474 w 3290"/>
                        <a:gd name="connsiteY1" fmla="*/ 3291 h 3299"/>
                        <a:gd name="connsiteX2" fmla="*/ 9 w 3290"/>
                        <a:gd name="connsiteY2" fmla="*/ 1484 h 3299"/>
                        <a:gd name="connsiteX3" fmla="*/ 1816 w 3290"/>
                        <a:gd name="connsiteY3" fmla="*/ 9 h 3299"/>
                        <a:gd name="connsiteX4" fmla="*/ 3281 w 3290"/>
                        <a:gd name="connsiteY4" fmla="*/ 181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91"/>
                          </a:cubicBezTo>
                          <a:cubicBezTo>
                            <a:pt x="570" y="3196"/>
                            <a:pt x="-86" y="2387"/>
                            <a:pt x="9" y="1484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5" name="Freeform: Shape 504">
                      <a:extLst>
                        <a:ext uri="{FF2B5EF4-FFF2-40B4-BE49-F238E27FC236}">
                          <a16:creationId xmlns:a16="http://schemas.microsoft.com/office/drawing/2014/main" id="{11BB43A3-DA46-019E-C5A8-5A477A137C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8490" y="4576750"/>
                      <a:ext cx="3290" cy="3299"/>
                    </a:xfrm>
                    <a:custGeom>
                      <a:avLst/>
                      <a:gdLst>
                        <a:gd name="connsiteX0" fmla="*/ 3281 w 3290"/>
                        <a:gd name="connsiteY0" fmla="*/ 1816 h 3299"/>
                        <a:gd name="connsiteX1" fmla="*/ 1474 w 3290"/>
                        <a:gd name="connsiteY1" fmla="*/ 3291 h 3299"/>
                        <a:gd name="connsiteX2" fmla="*/ 9 w 3290"/>
                        <a:gd name="connsiteY2" fmla="*/ 1483 h 3299"/>
                        <a:gd name="connsiteX3" fmla="*/ 1816 w 3290"/>
                        <a:gd name="connsiteY3" fmla="*/ 9 h 3299"/>
                        <a:gd name="connsiteX4" fmla="*/ 3281 w 3290"/>
                        <a:gd name="connsiteY4" fmla="*/ 181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91"/>
                          </a:cubicBezTo>
                          <a:cubicBezTo>
                            <a:pt x="570" y="3196"/>
                            <a:pt x="-86" y="2387"/>
                            <a:pt x="9" y="1483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6" name="Freeform: Shape 505">
                      <a:extLst>
                        <a:ext uri="{FF2B5EF4-FFF2-40B4-BE49-F238E27FC236}">
                          <a16:creationId xmlns:a16="http://schemas.microsoft.com/office/drawing/2014/main" id="{CB248954-5B68-F59F-FAEA-C42285E703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8409" y="4592318"/>
                      <a:ext cx="3290" cy="3299"/>
                    </a:xfrm>
                    <a:custGeom>
                      <a:avLst/>
                      <a:gdLst>
                        <a:gd name="connsiteX0" fmla="*/ 3281 w 3290"/>
                        <a:gd name="connsiteY0" fmla="*/ 1816 h 3299"/>
                        <a:gd name="connsiteX1" fmla="*/ 1474 w 3290"/>
                        <a:gd name="connsiteY1" fmla="*/ 3291 h 3299"/>
                        <a:gd name="connsiteX2" fmla="*/ 9 w 3290"/>
                        <a:gd name="connsiteY2" fmla="*/ 1483 h 3299"/>
                        <a:gd name="connsiteX3" fmla="*/ 1816 w 3290"/>
                        <a:gd name="connsiteY3" fmla="*/ 9 h 3299"/>
                        <a:gd name="connsiteX4" fmla="*/ 3281 w 3290"/>
                        <a:gd name="connsiteY4" fmla="*/ 181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91"/>
                          </a:cubicBezTo>
                          <a:cubicBezTo>
                            <a:pt x="570" y="3196"/>
                            <a:pt x="-86" y="2387"/>
                            <a:pt x="9" y="1483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19" y="104"/>
                            <a:pt x="3375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7" name="Freeform: Shape 506">
                      <a:extLst>
                        <a:ext uri="{FF2B5EF4-FFF2-40B4-BE49-F238E27FC236}">
                          <a16:creationId xmlns:a16="http://schemas.microsoft.com/office/drawing/2014/main" id="{A07D4F39-7E32-4FA5-2BC2-6D0965DBDD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0511" y="4572231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8" name="Freeform: Shape 507">
                      <a:extLst>
                        <a:ext uri="{FF2B5EF4-FFF2-40B4-BE49-F238E27FC236}">
                          <a16:creationId xmlns:a16="http://schemas.microsoft.com/office/drawing/2014/main" id="{F3689D94-A7AD-C1AC-9C72-89AD4FECF8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3322" y="4590177"/>
                      <a:ext cx="3290" cy="3299"/>
                    </a:xfrm>
                    <a:custGeom>
                      <a:avLst/>
                      <a:gdLst>
                        <a:gd name="connsiteX0" fmla="*/ 3281 w 3290"/>
                        <a:gd name="connsiteY0" fmla="*/ 1816 h 3299"/>
                        <a:gd name="connsiteX1" fmla="*/ 1474 w 3290"/>
                        <a:gd name="connsiteY1" fmla="*/ 3291 h 3299"/>
                        <a:gd name="connsiteX2" fmla="*/ 9 w 3290"/>
                        <a:gd name="connsiteY2" fmla="*/ 1483 h 3299"/>
                        <a:gd name="connsiteX3" fmla="*/ 1816 w 3290"/>
                        <a:gd name="connsiteY3" fmla="*/ 9 h 3299"/>
                        <a:gd name="connsiteX4" fmla="*/ 3281 w 3290"/>
                        <a:gd name="connsiteY4" fmla="*/ 181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91"/>
                          </a:cubicBezTo>
                          <a:cubicBezTo>
                            <a:pt x="570" y="3196"/>
                            <a:pt x="-86" y="2387"/>
                            <a:pt x="9" y="1483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9" name="Freeform: Shape 508">
                      <a:extLst>
                        <a:ext uri="{FF2B5EF4-FFF2-40B4-BE49-F238E27FC236}">
                          <a16:creationId xmlns:a16="http://schemas.microsoft.com/office/drawing/2014/main" id="{7940971A-6662-60D2-2E1E-E7E29E0240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0438" y="4553794"/>
                      <a:ext cx="3290" cy="3299"/>
                    </a:xfrm>
                    <a:custGeom>
                      <a:avLst/>
                      <a:gdLst>
                        <a:gd name="connsiteX0" fmla="*/ 3281 w 3290"/>
                        <a:gd name="connsiteY0" fmla="*/ 1816 h 3299"/>
                        <a:gd name="connsiteX1" fmla="*/ 1474 w 3290"/>
                        <a:gd name="connsiteY1" fmla="*/ 3291 h 3299"/>
                        <a:gd name="connsiteX2" fmla="*/ 9 w 3290"/>
                        <a:gd name="connsiteY2" fmla="*/ 1483 h 3299"/>
                        <a:gd name="connsiteX3" fmla="*/ 1816 w 3290"/>
                        <a:gd name="connsiteY3" fmla="*/ 9 h 3299"/>
                        <a:gd name="connsiteX4" fmla="*/ 3281 w 3290"/>
                        <a:gd name="connsiteY4" fmla="*/ 181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9">
                          <a:moveTo>
                            <a:pt x="3281" y="1816"/>
                          </a:moveTo>
                          <a:cubicBezTo>
                            <a:pt x="3186" y="2720"/>
                            <a:pt x="2378" y="3386"/>
                            <a:pt x="1474" y="3291"/>
                          </a:cubicBezTo>
                          <a:cubicBezTo>
                            <a:pt x="570" y="3196"/>
                            <a:pt x="-86" y="2387"/>
                            <a:pt x="9" y="1483"/>
                          </a:cubicBezTo>
                          <a:cubicBezTo>
                            <a:pt x="104" y="580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10" name="Freeform: Shape 509">
                      <a:extLst>
                        <a:ext uri="{FF2B5EF4-FFF2-40B4-BE49-F238E27FC236}">
                          <a16:creationId xmlns:a16="http://schemas.microsoft.com/office/drawing/2014/main" id="{539578BB-55FB-C47E-A8DB-D7C9F2FCE1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1136" y="4578747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11" name="Freeform: Shape 510">
                      <a:extLst>
                        <a:ext uri="{FF2B5EF4-FFF2-40B4-BE49-F238E27FC236}">
                          <a16:creationId xmlns:a16="http://schemas.microsoft.com/office/drawing/2014/main" id="{833656BB-CAC7-2F2D-F83E-939491FD63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2311" y="4555046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7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7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7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88"/>
                            <a:pt x="3376" y="913"/>
                            <a:pt x="3281" y="181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12" name="Freeform: Shape 511">
                      <a:extLst>
                        <a:ext uri="{FF2B5EF4-FFF2-40B4-BE49-F238E27FC236}">
                          <a16:creationId xmlns:a16="http://schemas.microsoft.com/office/drawing/2014/main" id="{BBDA4458-4A82-9A70-18C0-68B2C50A35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9040" y="4567158"/>
                      <a:ext cx="3290" cy="3284"/>
                    </a:xfrm>
                    <a:custGeom>
                      <a:avLst/>
                      <a:gdLst>
                        <a:gd name="connsiteX0" fmla="*/ 3281 w 3290"/>
                        <a:gd name="connsiteY0" fmla="*/ 1816 h 3284"/>
                        <a:gd name="connsiteX1" fmla="*/ 1474 w 3290"/>
                        <a:gd name="connsiteY1" fmla="*/ 3275 h 3284"/>
                        <a:gd name="connsiteX2" fmla="*/ 9 w 3290"/>
                        <a:gd name="connsiteY2" fmla="*/ 1468 h 3284"/>
                        <a:gd name="connsiteX3" fmla="*/ 1816 w 3290"/>
                        <a:gd name="connsiteY3" fmla="*/ 9 h 3284"/>
                        <a:gd name="connsiteX4" fmla="*/ 3281 w 3290"/>
                        <a:gd name="connsiteY4" fmla="*/ 1816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3281" y="1816"/>
                          </a:moveTo>
                          <a:cubicBezTo>
                            <a:pt x="3186" y="2720"/>
                            <a:pt x="2378" y="3370"/>
                            <a:pt x="1474" y="3275"/>
                          </a:cubicBezTo>
                          <a:cubicBezTo>
                            <a:pt x="570" y="3180"/>
                            <a:pt x="-86" y="2371"/>
                            <a:pt x="9" y="1468"/>
                          </a:cubicBezTo>
                          <a:cubicBezTo>
                            <a:pt x="104" y="564"/>
                            <a:pt x="913" y="-86"/>
                            <a:pt x="1816" y="9"/>
                          </a:cubicBezTo>
                          <a:cubicBezTo>
                            <a:pt x="2720" y="104"/>
                            <a:pt x="3376" y="913"/>
                            <a:pt x="3281" y="181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</p:grpSp>
          </p:grpSp>
          <p:grpSp>
            <p:nvGrpSpPr>
              <p:cNvPr id="513" name="Graphic 21">
                <a:extLst>
                  <a:ext uri="{FF2B5EF4-FFF2-40B4-BE49-F238E27FC236}">
                    <a16:creationId xmlns:a16="http://schemas.microsoft.com/office/drawing/2014/main" id="{09FC6B1A-DA28-D5F5-62AB-607215253A74}"/>
                  </a:ext>
                </a:extLst>
              </p:cNvPr>
              <p:cNvGrpSpPr/>
              <p:nvPr/>
            </p:nvGrpSpPr>
            <p:grpSpPr>
              <a:xfrm>
                <a:off x="900477" y="5291219"/>
                <a:ext cx="133787" cy="83673"/>
                <a:chOff x="900477" y="5291219"/>
                <a:chExt cx="133787" cy="83673"/>
              </a:xfrm>
            </p:grpSpPr>
            <p:sp>
              <p:nvSpPr>
                <p:cNvPr id="514" name="Freeform: Shape 513">
                  <a:extLst>
                    <a:ext uri="{FF2B5EF4-FFF2-40B4-BE49-F238E27FC236}">
                      <a16:creationId xmlns:a16="http://schemas.microsoft.com/office/drawing/2014/main" id="{D0103211-36AF-A5ED-BAEA-EB5F470B1EC3}"/>
                    </a:ext>
                  </a:extLst>
                </p:cNvPr>
                <p:cNvSpPr/>
                <p:nvPr/>
              </p:nvSpPr>
              <p:spPr>
                <a:xfrm>
                  <a:off x="900477" y="5291219"/>
                  <a:ext cx="133787" cy="83673"/>
                </a:xfrm>
                <a:custGeom>
                  <a:avLst/>
                  <a:gdLst>
                    <a:gd name="connsiteX0" fmla="*/ 67265 w 133787"/>
                    <a:gd name="connsiteY0" fmla="*/ 6088 h 83673"/>
                    <a:gd name="connsiteX1" fmla="*/ 67265 w 133787"/>
                    <a:gd name="connsiteY1" fmla="*/ 33641 h 83673"/>
                    <a:gd name="connsiteX2" fmla="*/ 71346 w 133787"/>
                    <a:gd name="connsiteY2" fmla="*/ 33530 h 83673"/>
                    <a:gd name="connsiteX3" fmla="*/ 133787 w 133787"/>
                    <a:gd name="connsiteY3" fmla="*/ 83674 h 83673"/>
                    <a:gd name="connsiteX4" fmla="*/ 67265 w 133787"/>
                    <a:gd name="connsiteY4" fmla="*/ 83674 h 83673"/>
                    <a:gd name="connsiteX5" fmla="*/ 8905 w 133787"/>
                    <a:gd name="connsiteY5" fmla="*/ 83674 h 83673"/>
                    <a:gd name="connsiteX6" fmla="*/ 8905 w 133787"/>
                    <a:gd name="connsiteY6" fmla="*/ 6088 h 83673"/>
                    <a:gd name="connsiteX7" fmla="*/ 67265 w 133787"/>
                    <a:gd name="connsiteY7" fmla="*/ 6088 h 836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3787" h="83673">
                      <a:moveTo>
                        <a:pt x="67265" y="6088"/>
                      </a:moveTo>
                      <a:lnTo>
                        <a:pt x="67265" y="33641"/>
                      </a:lnTo>
                      <a:cubicBezTo>
                        <a:pt x="68616" y="33577"/>
                        <a:pt x="69973" y="33530"/>
                        <a:pt x="71346" y="33530"/>
                      </a:cubicBezTo>
                      <a:cubicBezTo>
                        <a:pt x="105833" y="33530"/>
                        <a:pt x="133787" y="55978"/>
                        <a:pt x="133787" y="83674"/>
                      </a:cubicBezTo>
                      <a:lnTo>
                        <a:pt x="67265" y="83674"/>
                      </a:lnTo>
                      <a:lnTo>
                        <a:pt x="8905" y="83674"/>
                      </a:lnTo>
                      <a:cubicBezTo>
                        <a:pt x="8905" y="83674"/>
                        <a:pt x="-11131" y="58974"/>
                        <a:pt x="8905" y="6088"/>
                      </a:cubicBezTo>
                      <a:cubicBezTo>
                        <a:pt x="14097" y="-7610"/>
                        <a:pt x="67265" y="6088"/>
                        <a:pt x="67265" y="6088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5" name="Freeform: Shape 514">
                  <a:extLst>
                    <a:ext uri="{FF2B5EF4-FFF2-40B4-BE49-F238E27FC236}">
                      <a16:creationId xmlns:a16="http://schemas.microsoft.com/office/drawing/2014/main" id="{24B03815-1D93-670C-F95D-CE2038D9A4F7}"/>
                    </a:ext>
                  </a:extLst>
                </p:cNvPr>
                <p:cNvSpPr/>
                <p:nvPr/>
              </p:nvSpPr>
              <p:spPr>
                <a:xfrm>
                  <a:off x="938558" y="5323921"/>
                  <a:ext cx="30127" cy="23625"/>
                </a:xfrm>
                <a:custGeom>
                  <a:avLst/>
                  <a:gdLst>
                    <a:gd name="connsiteX0" fmla="*/ 944 w 30127"/>
                    <a:gd name="connsiteY0" fmla="*/ 23625 h 23625"/>
                    <a:gd name="connsiteX1" fmla="*/ 547 w 30127"/>
                    <a:gd name="connsiteY1" fmla="*/ 23546 h 23625"/>
                    <a:gd name="connsiteX2" fmla="*/ 87 w 30127"/>
                    <a:gd name="connsiteY2" fmla="*/ 22293 h 23625"/>
                    <a:gd name="connsiteX3" fmla="*/ 18271 w 30127"/>
                    <a:gd name="connsiteY3" fmla="*/ 3158 h 23625"/>
                    <a:gd name="connsiteX4" fmla="*/ 29137 w 30127"/>
                    <a:gd name="connsiteY4" fmla="*/ 4 h 23625"/>
                    <a:gd name="connsiteX5" fmla="*/ 30126 w 30127"/>
                    <a:gd name="connsiteY5" fmla="*/ 891 h 23625"/>
                    <a:gd name="connsiteX6" fmla="*/ 29232 w 30127"/>
                    <a:gd name="connsiteY6" fmla="*/ 1890 h 23625"/>
                    <a:gd name="connsiteX7" fmla="*/ 1800 w 30127"/>
                    <a:gd name="connsiteY7" fmla="*/ 23086 h 23625"/>
                    <a:gd name="connsiteX8" fmla="*/ 944 w 30127"/>
                    <a:gd name="connsiteY8" fmla="*/ 23625 h 23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127" h="23625">
                      <a:moveTo>
                        <a:pt x="944" y="23625"/>
                      </a:moveTo>
                      <a:cubicBezTo>
                        <a:pt x="810" y="23625"/>
                        <a:pt x="676" y="23609"/>
                        <a:pt x="547" y="23546"/>
                      </a:cubicBezTo>
                      <a:cubicBezTo>
                        <a:pt x="75" y="23324"/>
                        <a:pt x="-131" y="22769"/>
                        <a:pt x="87" y="22293"/>
                      </a:cubicBezTo>
                      <a:cubicBezTo>
                        <a:pt x="5189" y="11291"/>
                        <a:pt x="12792" y="5806"/>
                        <a:pt x="18271" y="3158"/>
                      </a:cubicBezTo>
                      <a:cubicBezTo>
                        <a:pt x="24229" y="273"/>
                        <a:pt x="28940" y="4"/>
                        <a:pt x="29137" y="4"/>
                      </a:cubicBezTo>
                      <a:cubicBezTo>
                        <a:pt x="29649" y="-44"/>
                        <a:pt x="30099" y="384"/>
                        <a:pt x="30126" y="891"/>
                      </a:cubicBezTo>
                      <a:cubicBezTo>
                        <a:pt x="30153" y="1415"/>
                        <a:pt x="29752" y="1858"/>
                        <a:pt x="29232" y="1890"/>
                      </a:cubicBezTo>
                      <a:cubicBezTo>
                        <a:pt x="29051" y="1890"/>
                        <a:pt x="11079" y="3063"/>
                        <a:pt x="1800" y="23086"/>
                      </a:cubicBezTo>
                      <a:cubicBezTo>
                        <a:pt x="1641" y="23435"/>
                        <a:pt x="1300" y="23625"/>
                        <a:pt x="944" y="23625"/>
                      </a:cubicBezTo>
                      <a:close/>
                    </a:path>
                  </a:pathLst>
                </a:custGeom>
                <a:solidFill>
                  <a:srgbClr val="ECEFF2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16" name="Graphic 21">
                <a:extLst>
                  <a:ext uri="{FF2B5EF4-FFF2-40B4-BE49-F238E27FC236}">
                    <a16:creationId xmlns:a16="http://schemas.microsoft.com/office/drawing/2014/main" id="{FDF30950-8C36-93BD-8E95-DCB2EBC42B9F}"/>
                  </a:ext>
                </a:extLst>
              </p:cNvPr>
              <p:cNvGrpSpPr/>
              <p:nvPr/>
            </p:nvGrpSpPr>
            <p:grpSpPr>
              <a:xfrm>
                <a:off x="649361" y="5290959"/>
                <a:ext cx="130751" cy="83934"/>
                <a:chOff x="649361" y="5290959"/>
                <a:chExt cx="130751" cy="83934"/>
              </a:xfrm>
            </p:grpSpPr>
            <p:sp>
              <p:nvSpPr>
                <p:cNvPr id="517" name="Freeform: Shape 516">
                  <a:extLst>
                    <a:ext uri="{FF2B5EF4-FFF2-40B4-BE49-F238E27FC236}">
                      <a16:creationId xmlns:a16="http://schemas.microsoft.com/office/drawing/2014/main" id="{F671A5C8-A019-CD51-066A-C9C226738A0C}"/>
                    </a:ext>
                  </a:extLst>
                </p:cNvPr>
                <p:cNvSpPr/>
                <p:nvPr/>
              </p:nvSpPr>
              <p:spPr>
                <a:xfrm>
                  <a:off x="649361" y="5290959"/>
                  <a:ext cx="130751" cy="83934"/>
                </a:xfrm>
                <a:custGeom>
                  <a:avLst/>
                  <a:gdLst>
                    <a:gd name="connsiteX0" fmla="*/ 66522 w 130751"/>
                    <a:gd name="connsiteY0" fmla="*/ 6348 h 83934"/>
                    <a:gd name="connsiteX1" fmla="*/ 66522 w 130751"/>
                    <a:gd name="connsiteY1" fmla="*/ 33901 h 83934"/>
                    <a:gd name="connsiteX2" fmla="*/ 62441 w 130751"/>
                    <a:gd name="connsiteY2" fmla="*/ 33791 h 83934"/>
                    <a:gd name="connsiteX3" fmla="*/ 0 w 130751"/>
                    <a:gd name="connsiteY3" fmla="*/ 83935 h 83934"/>
                    <a:gd name="connsiteX4" fmla="*/ 66522 w 130751"/>
                    <a:gd name="connsiteY4" fmla="*/ 83935 h 83934"/>
                    <a:gd name="connsiteX5" fmla="*/ 124883 w 130751"/>
                    <a:gd name="connsiteY5" fmla="*/ 83935 h 83934"/>
                    <a:gd name="connsiteX6" fmla="*/ 124883 w 130751"/>
                    <a:gd name="connsiteY6" fmla="*/ 6348 h 83934"/>
                    <a:gd name="connsiteX7" fmla="*/ 66522 w 130751"/>
                    <a:gd name="connsiteY7" fmla="*/ 6348 h 83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0751" h="83934">
                      <a:moveTo>
                        <a:pt x="66522" y="6348"/>
                      </a:moveTo>
                      <a:lnTo>
                        <a:pt x="66522" y="33901"/>
                      </a:lnTo>
                      <a:cubicBezTo>
                        <a:pt x="65171" y="33838"/>
                        <a:pt x="63814" y="33791"/>
                        <a:pt x="62441" y="33791"/>
                      </a:cubicBezTo>
                      <a:cubicBezTo>
                        <a:pt x="27954" y="33791"/>
                        <a:pt x="0" y="56239"/>
                        <a:pt x="0" y="83935"/>
                      </a:cubicBezTo>
                      <a:lnTo>
                        <a:pt x="66522" y="83935"/>
                      </a:lnTo>
                      <a:lnTo>
                        <a:pt x="124883" y="83935"/>
                      </a:lnTo>
                      <a:cubicBezTo>
                        <a:pt x="124883" y="83935"/>
                        <a:pt x="138087" y="64261"/>
                        <a:pt x="124883" y="6348"/>
                      </a:cubicBezTo>
                      <a:cubicBezTo>
                        <a:pt x="121623" y="-7935"/>
                        <a:pt x="66522" y="6348"/>
                        <a:pt x="66522" y="6348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8" name="Freeform: Shape 517">
                  <a:extLst>
                    <a:ext uri="{FF2B5EF4-FFF2-40B4-BE49-F238E27FC236}">
                      <a16:creationId xmlns:a16="http://schemas.microsoft.com/office/drawing/2014/main" id="{EF6F4087-3897-668F-C001-C9A3AD19D24A}"/>
                    </a:ext>
                  </a:extLst>
                </p:cNvPr>
                <p:cNvSpPr/>
                <p:nvPr/>
              </p:nvSpPr>
              <p:spPr>
                <a:xfrm>
                  <a:off x="714938" y="5323919"/>
                  <a:ext cx="30127" cy="23627"/>
                </a:xfrm>
                <a:custGeom>
                  <a:avLst/>
                  <a:gdLst>
                    <a:gd name="connsiteX0" fmla="*/ 29185 w 30127"/>
                    <a:gd name="connsiteY0" fmla="*/ 23628 h 23627"/>
                    <a:gd name="connsiteX1" fmla="*/ 28328 w 30127"/>
                    <a:gd name="connsiteY1" fmla="*/ 23088 h 23627"/>
                    <a:gd name="connsiteX2" fmla="*/ 897 w 30127"/>
                    <a:gd name="connsiteY2" fmla="*/ 1893 h 23627"/>
                    <a:gd name="connsiteX3" fmla="*/ 1 w 30127"/>
                    <a:gd name="connsiteY3" fmla="*/ 894 h 23627"/>
                    <a:gd name="connsiteX4" fmla="*/ 990 w 30127"/>
                    <a:gd name="connsiteY4" fmla="*/ 6 h 23627"/>
                    <a:gd name="connsiteX5" fmla="*/ 11856 w 30127"/>
                    <a:gd name="connsiteY5" fmla="*/ 3161 h 23627"/>
                    <a:gd name="connsiteX6" fmla="*/ 30040 w 30127"/>
                    <a:gd name="connsiteY6" fmla="*/ 22296 h 23627"/>
                    <a:gd name="connsiteX7" fmla="*/ 29580 w 30127"/>
                    <a:gd name="connsiteY7" fmla="*/ 23548 h 23627"/>
                    <a:gd name="connsiteX8" fmla="*/ 29185 w 30127"/>
                    <a:gd name="connsiteY8" fmla="*/ 23628 h 236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127" h="23627">
                      <a:moveTo>
                        <a:pt x="29185" y="23628"/>
                      </a:moveTo>
                      <a:cubicBezTo>
                        <a:pt x="28829" y="23628"/>
                        <a:pt x="28488" y="23437"/>
                        <a:pt x="28328" y="23088"/>
                      </a:cubicBezTo>
                      <a:cubicBezTo>
                        <a:pt x="19027" y="3018"/>
                        <a:pt x="1078" y="1893"/>
                        <a:pt x="897" y="1893"/>
                      </a:cubicBezTo>
                      <a:cubicBezTo>
                        <a:pt x="377" y="1861"/>
                        <a:pt x="-24" y="1417"/>
                        <a:pt x="1" y="894"/>
                      </a:cubicBezTo>
                      <a:cubicBezTo>
                        <a:pt x="26" y="387"/>
                        <a:pt x="466" y="-57"/>
                        <a:pt x="990" y="6"/>
                      </a:cubicBezTo>
                      <a:cubicBezTo>
                        <a:pt x="1187" y="22"/>
                        <a:pt x="5899" y="275"/>
                        <a:pt x="11856" y="3161"/>
                      </a:cubicBezTo>
                      <a:cubicBezTo>
                        <a:pt x="17335" y="5808"/>
                        <a:pt x="24938" y="11294"/>
                        <a:pt x="30040" y="22296"/>
                      </a:cubicBezTo>
                      <a:cubicBezTo>
                        <a:pt x="30259" y="22771"/>
                        <a:pt x="30053" y="23326"/>
                        <a:pt x="29580" y="23548"/>
                      </a:cubicBezTo>
                      <a:cubicBezTo>
                        <a:pt x="29453" y="23612"/>
                        <a:pt x="29319" y="23628"/>
                        <a:pt x="29185" y="23628"/>
                      </a:cubicBezTo>
                      <a:close/>
                    </a:path>
                  </a:pathLst>
                </a:custGeom>
                <a:solidFill>
                  <a:srgbClr val="ECEFF2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19" name="Graphic 21">
                <a:extLst>
                  <a:ext uri="{FF2B5EF4-FFF2-40B4-BE49-F238E27FC236}">
                    <a16:creationId xmlns:a16="http://schemas.microsoft.com/office/drawing/2014/main" id="{F99B1CEE-7122-62D3-FC9A-8216AD18317A}"/>
                  </a:ext>
                </a:extLst>
              </p:cNvPr>
              <p:cNvGrpSpPr/>
              <p:nvPr/>
            </p:nvGrpSpPr>
            <p:grpSpPr>
              <a:xfrm>
                <a:off x="677841" y="4700399"/>
                <a:ext cx="306512" cy="614472"/>
                <a:chOff x="677841" y="4700399"/>
                <a:chExt cx="306512" cy="614472"/>
              </a:xfrm>
            </p:grpSpPr>
            <p:sp>
              <p:nvSpPr>
                <p:cNvPr id="520" name="Freeform: Shape 519">
                  <a:extLst>
                    <a:ext uri="{FF2B5EF4-FFF2-40B4-BE49-F238E27FC236}">
                      <a16:creationId xmlns:a16="http://schemas.microsoft.com/office/drawing/2014/main" id="{9928C3F9-9A7A-EC2A-7D2C-0B7F14B5FF48}"/>
                    </a:ext>
                  </a:extLst>
                </p:cNvPr>
                <p:cNvSpPr/>
                <p:nvPr/>
              </p:nvSpPr>
              <p:spPr>
                <a:xfrm>
                  <a:off x="677841" y="4700399"/>
                  <a:ext cx="306512" cy="608956"/>
                </a:xfrm>
                <a:custGeom>
                  <a:avLst/>
                  <a:gdLst>
                    <a:gd name="connsiteX0" fmla="*/ 293996 w 306512"/>
                    <a:gd name="connsiteY0" fmla="*/ 0 h 608956"/>
                    <a:gd name="connsiteX1" fmla="*/ 300808 w 306512"/>
                    <a:gd name="connsiteY1" fmla="*/ 608957 h 608956"/>
                    <a:gd name="connsiteX2" fmla="*/ 196609 w 306512"/>
                    <a:gd name="connsiteY2" fmla="*/ 608957 h 608956"/>
                    <a:gd name="connsiteX3" fmla="*/ 161122 w 306512"/>
                    <a:gd name="connsiteY3" fmla="*/ 188845 h 608956"/>
                    <a:gd name="connsiteX4" fmla="*/ 111894 w 306512"/>
                    <a:gd name="connsiteY4" fmla="*/ 608957 h 608956"/>
                    <a:gd name="connsiteX5" fmla="*/ 0 w 306512"/>
                    <a:gd name="connsiteY5" fmla="*/ 608957 h 608956"/>
                    <a:gd name="connsiteX6" fmla="*/ 44820 w 306512"/>
                    <a:gd name="connsiteY6" fmla="*/ 19357 h 608956"/>
                    <a:gd name="connsiteX7" fmla="*/ 293996 w 306512"/>
                    <a:gd name="connsiteY7" fmla="*/ 0 h 608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06512" h="608956">
                      <a:moveTo>
                        <a:pt x="293996" y="0"/>
                      </a:moveTo>
                      <a:cubicBezTo>
                        <a:pt x="293996" y="0"/>
                        <a:pt x="316838" y="242730"/>
                        <a:pt x="300808" y="608957"/>
                      </a:cubicBezTo>
                      <a:lnTo>
                        <a:pt x="196609" y="608957"/>
                      </a:lnTo>
                      <a:cubicBezTo>
                        <a:pt x="196609" y="608957"/>
                        <a:pt x="183034" y="302386"/>
                        <a:pt x="161122" y="188845"/>
                      </a:cubicBezTo>
                      <a:lnTo>
                        <a:pt x="111894" y="608957"/>
                      </a:lnTo>
                      <a:lnTo>
                        <a:pt x="0" y="608957"/>
                      </a:lnTo>
                      <a:cubicBezTo>
                        <a:pt x="13369" y="251957"/>
                        <a:pt x="44820" y="19357"/>
                        <a:pt x="44820" y="19357"/>
                      </a:cubicBezTo>
                      <a:lnTo>
                        <a:pt x="293996" y="0"/>
                      </a:lnTo>
                      <a:close/>
                    </a:path>
                  </a:pathLst>
                </a:custGeom>
                <a:solidFill>
                  <a:srgbClr val="FFD47D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521" name="Graphic 21">
                  <a:extLst>
                    <a:ext uri="{FF2B5EF4-FFF2-40B4-BE49-F238E27FC236}">
                      <a16:creationId xmlns:a16="http://schemas.microsoft.com/office/drawing/2014/main" id="{44ED01E0-04D1-6799-8209-B4C2859D78C1}"/>
                    </a:ext>
                  </a:extLst>
                </p:cNvPr>
                <p:cNvGrpSpPr/>
                <p:nvPr/>
              </p:nvGrpSpPr>
              <p:grpSpPr>
                <a:xfrm>
                  <a:off x="836161" y="4863149"/>
                  <a:ext cx="86617" cy="451722"/>
                  <a:chOff x="836161" y="4863149"/>
                  <a:chExt cx="86617" cy="451722"/>
                </a:xfrm>
                <a:solidFill>
                  <a:srgbClr val="F0BB74"/>
                </a:solidFill>
              </p:grpSpPr>
              <p:grpSp>
                <p:nvGrpSpPr>
                  <p:cNvPr id="522" name="Graphic 21">
                    <a:extLst>
                      <a:ext uri="{FF2B5EF4-FFF2-40B4-BE49-F238E27FC236}">
                        <a16:creationId xmlns:a16="http://schemas.microsoft.com/office/drawing/2014/main" id="{03C53A8E-5076-494C-C6E9-37A203687988}"/>
                      </a:ext>
                    </a:extLst>
                  </p:cNvPr>
                  <p:cNvGrpSpPr/>
                  <p:nvPr/>
                </p:nvGrpSpPr>
                <p:grpSpPr>
                  <a:xfrm>
                    <a:off x="871679" y="5253336"/>
                    <a:ext cx="47457" cy="61534"/>
                    <a:chOff x="871679" y="5253336"/>
                    <a:chExt cx="47457" cy="61534"/>
                  </a:xfrm>
                  <a:solidFill>
                    <a:srgbClr val="F0BB74"/>
                  </a:solidFill>
                </p:grpSpPr>
                <p:sp>
                  <p:nvSpPr>
                    <p:cNvPr id="523" name="Freeform: Shape 522">
                      <a:extLst>
                        <a:ext uri="{FF2B5EF4-FFF2-40B4-BE49-F238E27FC236}">
                          <a16:creationId xmlns:a16="http://schemas.microsoft.com/office/drawing/2014/main" id="{E014417D-BAE6-5579-D549-0A89891CF6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9868" y="5271072"/>
                      <a:ext cx="2073" cy="2069"/>
                    </a:xfrm>
                    <a:custGeom>
                      <a:avLst/>
                      <a:gdLst>
                        <a:gd name="connsiteX0" fmla="*/ 1554 w 2073"/>
                        <a:gd name="connsiteY0" fmla="*/ 141 h 2069"/>
                        <a:gd name="connsiteX1" fmla="*/ 1936 w 2073"/>
                        <a:gd name="connsiteY1" fmla="*/ 1552 h 2069"/>
                        <a:gd name="connsiteX2" fmla="*/ 520 w 2073"/>
                        <a:gd name="connsiteY2" fmla="*/ 1932 h 2069"/>
                        <a:gd name="connsiteX3" fmla="*/ 138 w 2073"/>
                        <a:gd name="connsiteY3" fmla="*/ 521 h 2069"/>
                        <a:gd name="connsiteX4" fmla="*/ 1554 w 2073"/>
                        <a:gd name="connsiteY4" fmla="*/ 141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1554" y="141"/>
                          </a:moveTo>
                          <a:cubicBezTo>
                            <a:pt x="2050" y="426"/>
                            <a:pt x="2221" y="1060"/>
                            <a:pt x="1936" y="1552"/>
                          </a:cubicBezTo>
                          <a:cubicBezTo>
                            <a:pt x="1650" y="2043"/>
                            <a:pt x="1016" y="2218"/>
                            <a:pt x="520" y="1932"/>
                          </a:cubicBezTo>
                          <a:cubicBezTo>
                            <a:pt x="24" y="1647"/>
                            <a:pt x="-147" y="1013"/>
                            <a:pt x="138" y="521"/>
                          </a:cubicBezTo>
                          <a:cubicBezTo>
                            <a:pt x="423" y="14"/>
                            <a:pt x="1058" y="-144"/>
                            <a:pt x="1554" y="14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4" name="Freeform: Shape 523">
                      <a:extLst>
                        <a:ext uri="{FF2B5EF4-FFF2-40B4-BE49-F238E27FC236}">
                          <a16:creationId xmlns:a16="http://schemas.microsoft.com/office/drawing/2014/main" id="{BA985C39-2E53-BC25-B478-3AA7D74E66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934" y="5273898"/>
                      <a:ext cx="2073" cy="2081"/>
                    </a:xfrm>
                    <a:custGeom>
                      <a:avLst/>
                      <a:gdLst>
                        <a:gd name="connsiteX0" fmla="*/ 1554 w 2073"/>
                        <a:gd name="connsiteY0" fmla="*/ 137 h 2081"/>
                        <a:gd name="connsiteX1" fmla="*/ 1936 w 2073"/>
                        <a:gd name="connsiteY1" fmla="*/ 1564 h 2081"/>
                        <a:gd name="connsiteX2" fmla="*/ 520 w 2073"/>
                        <a:gd name="connsiteY2" fmla="*/ 1944 h 2081"/>
                        <a:gd name="connsiteX3" fmla="*/ 138 w 2073"/>
                        <a:gd name="connsiteY3" fmla="*/ 533 h 2081"/>
                        <a:gd name="connsiteX4" fmla="*/ 1554 w 2073"/>
                        <a:gd name="connsiteY4" fmla="*/ 137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1554" y="137"/>
                          </a:moveTo>
                          <a:cubicBezTo>
                            <a:pt x="2050" y="422"/>
                            <a:pt x="2221" y="1056"/>
                            <a:pt x="1936" y="1564"/>
                          </a:cubicBezTo>
                          <a:cubicBezTo>
                            <a:pt x="1650" y="2055"/>
                            <a:pt x="1016" y="2230"/>
                            <a:pt x="520" y="1944"/>
                          </a:cubicBezTo>
                          <a:cubicBezTo>
                            <a:pt x="24" y="1659"/>
                            <a:pt x="-147" y="1025"/>
                            <a:pt x="138" y="533"/>
                          </a:cubicBezTo>
                          <a:cubicBezTo>
                            <a:pt x="425" y="26"/>
                            <a:pt x="1059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5" name="Freeform: Shape 524">
                      <a:extLst>
                        <a:ext uri="{FF2B5EF4-FFF2-40B4-BE49-F238E27FC236}">
                          <a16:creationId xmlns:a16="http://schemas.microsoft.com/office/drawing/2014/main" id="{58CDCC75-F694-32DD-319B-E6AC5AD031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0423" y="5275863"/>
                      <a:ext cx="2072" cy="2069"/>
                    </a:xfrm>
                    <a:custGeom>
                      <a:avLst/>
                      <a:gdLst>
                        <a:gd name="connsiteX0" fmla="*/ 1552 w 2072"/>
                        <a:gd name="connsiteY0" fmla="*/ 138 h 2069"/>
                        <a:gd name="connsiteX1" fmla="*/ 1934 w 2072"/>
                        <a:gd name="connsiteY1" fmla="*/ 1548 h 2069"/>
                        <a:gd name="connsiteX2" fmla="*/ 520 w 2072"/>
                        <a:gd name="connsiteY2" fmla="*/ 1929 h 2069"/>
                        <a:gd name="connsiteX3" fmla="*/ 138 w 2072"/>
                        <a:gd name="connsiteY3" fmla="*/ 518 h 2069"/>
                        <a:gd name="connsiteX4" fmla="*/ 1552 w 2072"/>
                        <a:gd name="connsiteY4" fmla="*/ 138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9">
                          <a:moveTo>
                            <a:pt x="1552" y="138"/>
                          </a:moveTo>
                          <a:cubicBezTo>
                            <a:pt x="2048" y="423"/>
                            <a:pt x="2220" y="1057"/>
                            <a:pt x="1934" y="1548"/>
                          </a:cubicBezTo>
                          <a:cubicBezTo>
                            <a:pt x="1649" y="2056"/>
                            <a:pt x="1015" y="2214"/>
                            <a:pt x="520" y="1929"/>
                          </a:cubicBezTo>
                          <a:cubicBezTo>
                            <a:pt x="24" y="1643"/>
                            <a:pt x="-147" y="1009"/>
                            <a:pt x="138" y="518"/>
                          </a:cubicBezTo>
                          <a:cubicBezTo>
                            <a:pt x="422" y="26"/>
                            <a:pt x="1056" y="-148"/>
                            <a:pt x="1552" y="13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6" name="Freeform: Shape 525">
                      <a:extLst>
                        <a:ext uri="{FF2B5EF4-FFF2-40B4-BE49-F238E27FC236}">
                          <a16:creationId xmlns:a16="http://schemas.microsoft.com/office/drawing/2014/main" id="{22161219-F08F-8AA2-58F3-09F3574875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592" y="5267461"/>
                      <a:ext cx="2073" cy="2066"/>
                    </a:xfrm>
                    <a:custGeom>
                      <a:avLst/>
                      <a:gdLst>
                        <a:gd name="connsiteX0" fmla="*/ 1554 w 2073"/>
                        <a:gd name="connsiteY0" fmla="*/ 137 h 2066"/>
                        <a:gd name="connsiteX1" fmla="*/ 1936 w 2073"/>
                        <a:gd name="connsiteY1" fmla="*/ 1548 h 2066"/>
                        <a:gd name="connsiteX2" fmla="*/ 520 w 2073"/>
                        <a:gd name="connsiteY2" fmla="*/ 1929 h 2066"/>
                        <a:gd name="connsiteX3" fmla="*/ 138 w 2073"/>
                        <a:gd name="connsiteY3" fmla="*/ 518 h 2066"/>
                        <a:gd name="connsiteX4" fmla="*/ 1554 w 2073"/>
                        <a:gd name="connsiteY4" fmla="*/ 137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6">
                          <a:moveTo>
                            <a:pt x="1554" y="137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0" y="2040"/>
                            <a:pt x="1016" y="2214"/>
                            <a:pt x="520" y="1929"/>
                          </a:cubicBezTo>
                          <a:cubicBezTo>
                            <a:pt x="24" y="1643"/>
                            <a:pt x="-147" y="1009"/>
                            <a:pt x="138" y="518"/>
                          </a:cubicBezTo>
                          <a:cubicBezTo>
                            <a:pt x="423" y="27"/>
                            <a:pt x="1058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7" name="Freeform: Shape 526">
                      <a:extLst>
                        <a:ext uri="{FF2B5EF4-FFF2-40B4-BE49-F238E27FC236}">
                          <a16:creationId xmlns:a16="http://schemas.microsoft.com/office/drawing/2014/main" id="{9F62AF34-C0DB-F44B-61BE-D9ABECF1FC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6291" y="5280964"/>
                      <a:ext cx="2073" cy="2069"/>
                    </a:xfrm>
                    <a:custGeom>
                      <a:avLst/>
                      <a:gdLst>
                        <a:gd name="connsiteX0" fmla="*/ 1554 w 2073"/>
                        <a:gd name="connsiteY0" fmla="*/ 141 h 2069"/>
                        <a:gd name="connsiteX1" fmla="*/ 1936 w 2073"/>
                        <a:gd name="connsiteY1" fmla="*/ 1552 h 2069"/>
                        <a:gd name="connsiteX2" fmla="*/ 520 w 2073"/>
                        <a:gd name="connsiteY2" fmla="*/ 1932 h 2069"/>
                        <a:gd name="connsiteX3" fmla="*/ 138 w 2073"/>
                        <a:gd name="connsiteY3" fmla="*/ 521 h 2069"/>
                        <a:gd name="connsiteX4" fmla="*/ 1554 w 2073"/>
                        <a:gd name="connsiteY4" fmla="*/ 141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1554" y="141"/>
                          </a:moveTo>
                          <a:cubicBezTo>
                            <a:pt x="2050" y="426"/>
                            <a:pt x="2221" y="1060"/>
                            <a:pt x="1936" y="1552"/>
                          </a:cubicBezTo>
                          <a:cubicBezTo>
                            <a:pt x="1650" y="2043"/>
                            <a:pt x="1016" y="2218"/>
                            <a:pt x="520" y="1932"/>
                          </a:cubicBezTo>
                          <a:cubicBezTo>
                            <a:pt x="24" y="1647"/>
                            <a:pt x="-147" y="1013"/>
                            <a:pt x="138" y="521"/>
                          </a:cubicBezTo>
                          <a:cubicBezTo>
                            <a:pt x="423" y="14"/>
                            <a:pt x="1058" y="-145"/>
                            <a:pt x="1554" y="14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8" name="Freeform: Shape 527">
                      <a:extLst>
                        <a:ext uri="{FF2B5EF4-FFF2-40B4-BE49-F238E27FC236}">
                          <a16:creationId xmlns:a16="http://schemas.microsoft.com/office/drawing/2014/main" id="{1077B315-ECAF-4984-7EEA-88CC1B344B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449" y="5271944"/>
                      <a:ext cx="2073" cy="2069"/>
                    </a:xfrm>
                    <a:custGeom>
                      <a:avLst/>
                      <a:gdLst>
                        <a:gd name="connsiteX0" fmla="*/ 1554 w 2073"/>
                        <a:gd name="connsiteY0" fmla="*/ 141 h 2069"/>
                        <a:gd name="connsiteX1" fmla="*/ 1936 w 2073"/>
                        <a:gd name="connsiteY1" fmla="*/ 1552 h 2069"/>
                        <a:gd name="connsiteX2" fmla="*/ 520 w 2073"/>
                        <a:gd name="connsiteY2" fmla="*/ 1932 h 2069"/>
                        <a:gd name="connsiteX3" fmla="*/ 138 w 2073"/>
                        <a:gd name="connsiteY3" fmla="*/ 521 h 2069"/>
                        <a:gd name="connsiteX4" fmla="*/ 1554 w 2073"/>
                        <a:gd name="connsiteY4" fmla="*/ 141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1554" y="141"/>
                          </a:moveTo>
                          <a:cubicBezTo>
                            <a:pt x="2050" y="426"/>
                            <a:pt x="2221" y="1060"/>
                            <a:pt x="1936" y="1552"/>
                          </a:cubicBezTo>
                          <a:cubicBezTo>
                            <a:pt x="1651" y="2043"/>
                            <a:pt x="1016" y="2218"/>
                            <a:pt x="520" y="1932"/>
                          </a:cubicBezTo>
                          <a:cubicBezTo>
                            <a:pt x="24" y="1647"/>
                            <a:pt x="-147" y="1013"/>
                            <a:pt x="138" y="521"/>
                          </a:cubicBezTo>
                          <a:cubicBezTo>
                            <a:pt x="424" y="14"/>
                            <a:pt x="1058" y="-144"/>
                            <a:pt x="1554" y="14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9" name="Freeform: Shape 528">
                      <a:extLst>
                        <a:ext uri="{FF2B5EF4-FFF2-40B4-BE49-F238E27FC236}">
                          <a16:creationId xmlns:a16="http://schemas.microsoft.com/office/drawing/2014/main" id="{5B51B45B-8CAA-4252-100C-58B300B790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085" y="5279208"/>
                      <a:ext cx="2073" cy="2069"/>
                    </a:xfrm>
                    <a:custGeom>
                      <a:avLst/>
                      <a:gdLst>
                        <a:gd name="connsiteX0" fmla="*/ 1554 w 2073"/>
                        <a:gd name="connsiteY0" fmla="*/ 138 h 2069"/>
                        <a:gd name="connsiteX1" fmla="*/ 1936 w 2073"/>
                        <a:gd name="connsiteY1" fmla="*/ 1548 h 2069"/>
                        <a:gd name="connsiteX2" fmla="*/ 520 w 2073"/>
                        <a:gd name="connsiteY2" fmla="*/ 1929 h 2069"/>
                        <a:gd name="connsiteX3" fmla="*/ 138 w 2073"/>
                        <a:gd name="connsiteY3" fmla="*/ 518 h 2069"/>
                        <a:gd name="connsiteX4" fmla="*/ 1554 w 2073"/>
                        <a:gd name="connsiteY4" fmla="*/ 138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1554" y="138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0" y="2056"/>
                            <a:pt x="1016" y="2214"/>
                            <a:pt x="520" y="1929"/>
                          </a:cubicBezTo>
                          <a:cubicBezTo>
                            <a:pt x="24" y="1643"/>
                            <a:pt x="-147" y="1009"/>
                            <a:pt x="138" y="518"/>
                          </a:cubicBezTo>
                          <a:cubicBezTo>
                            <a:pt x="425" y="26"/>
                            <a:pt x="1058" y="-148"/>
                            <a:pt x="1554" y="13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30" name="Freeform: Shape 529">
                      <a:extLst>
                        <a:ext uri="{FF2B5EF4-FFF2-40B4-BE49-F238E27FC236}">
                          <a16:creationId xmlns:a16="http://schemas.microsoft.com/office/drawing/2014/main" id="{29627228-758E-E667-8816-37FF8E93F3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505" y="5287020"/>
                      <a:ext cx="2072" cy="2069"/>
                    </a:xfrm>
                    <a:custGeom>
                      <a:avLst/>
                      <a:gdLst>
                        <a:gd name="connsiteX0" fmla="*/ 1552 w 2072"/>
                        <a:gd name="connsiteY0" fmla="*/ 141 h 2069"/>
                        <a:gd name="connsiteX1" fmla="*/ 1934 w 2072"/>
                        <a:gd name="connsiteY1" fmla="*/ 1552 h 2069"/>
                        <a:gd name="connsiteX2" fmla="*/ 520 w 2072"/>
                        <a:gd name="connsiteY2" fmla="*/ 1932 h 2069"/>
                        <a:gd name="connsiteX3" fmla="*/ 138 w 2072"/>
                        <a:gd name="connsiteY3" fmla="*/ 521 h 2069"/>
                        <a:gd name="connsiteX4" fmla="*/ 1552 w 2072"/>
                        <a:gd name="connsiteY4" fmla="*/ 141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9">
                          <a:moveTo>
                            <a:pt x="1552" y="141"/>
                          </a:moveTo>
                          <a:cubicBezTo>
                            <a:pt x="2048" y="426"/>
                            <a:pt x="2220" y="1060"/>
                            <a:pt x="1934" y="1552"/>
                          </a:cubicBezTo>
                          <a:cubicBezTo>
                            <a:pt x="1649" y="2043"/>
                            <a:pt x="1015" y="2218"/>
                            <a:pt x="520" y="1932"/>
                          </a:cubicBezTo>
                          <a:cubicBezTo>
                            <a:pt x="24" y="1647"/>
                            <a:pt x="-147" y="1013"/>
                            <a:pt x="138" y="521"/>
                          </a:cubicBezTo>
                          <a:cubicBezTo>
                            <a:pt x="423" y="14"/>
                            <a:pt x="1056" y="-144"/>
                            <a:pt x="1552" y="14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31" name="Freeform: Shape 530">
                      <a:extLst>
                        <a:ext uri="{FF2B5EF4-FFF2-40B4-BE49-F238E27FC236}">
                          <a16:creationId xmlns:a16="http://schemas.microsoft.com/office/drawing/2014/main" id="{7C2D33ED-F1EE-ABBD-209F-92CFBB0758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571" y="5289845"/>
                      <a:ext cx="2073" cy="2082"/>
                    </a:xfrm>
                    <a:custGeom>
                      <a:avLst/>
                      <a:gdLst>
                        <a:gd name="connsiteX0" fmla="*/ 1554 w 2073"/>
                        <a:gd name="connsiteY0" fmla="*/ 137 h 2082"/>
                        <a:gd name="connsiteX1" fmla="*/ 1936 w 2073"/>
                        <a:gd name="connsiteY1" fmla="*/ 1564 h 2082"/>
                        <a:gd name="connsiteX2" fmla="*/ 520 w 2073"/>
                        <a:gd name="connsiteY2" fmla="*/ 1945 h 2082"/>
                        <a:gd name="connsiteX3" fmla="*/ 138 w 2073"/>
                        <a:gd name="connsiteY3" fmla="*/ 518 h 2082"/>
                        <a:gd name="connsiteX4" fmla="*/ 1554 w 2073"/>
                        <a:gd name="connsiteY4" fmla="*/ 137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1554" y="137"/>
                          </a:moveTo>
                          <a:cubicBezTo>
                            <a:pt x="2050" y="423"/>
                            <a:pt x="2221" y="1057"/>
                            <a:pt x="1936" y="1564"/>
                          </a:cubicBezTo>
                          <a:cubicBezTo>
                            <a:pt x="1650" y="2056"/>
                            <a:pt x="1016" y="2230"/>
                            <a:pt x="520" y="1945"/>
                          </a:cubicBezTo>
                          <a:cubicBezTo>
                            <a:pt x="24" y="1659"/>
                            <a:pt x="-147" y="1025"/>
                            <a:pt x="138" y="518"/>
                          </a:cubicBezTo>
                          <a:cubicBezTo>
                            <a:pt x="423" y="26"/>
                            <a:pt x="1058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32" name="Freeform: Shape 531">
                      <a:extLst>
                        <a:ext uri="{FF2B5EF4-FFF2-40B4-BE49-F238E27FC236}">
                          <a16:creationId xmlns:a16="http://schemas.microsoft.com/office/drawing/2014/main" id="{C50679D6-7BA7-FD76-45DC-A1742CC6B1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9056" y="5291811"/>
                      <a:ext cx="2073" cy="2069"/>
                    </a:xfrm>
                    <a:custGeom>
                      <a:avLst/>
                      <a:gdLst>
                        <a:gd name="connsiteX0" fmla="*/ 1554 w 2073"/>
                        <a:gd name="connsiteY0" fmla="*/ 137 h 2069"/>
                        <a:gd name="connsiteX1" fmla="*/ 1936 w 2073"/>
                        <a:gd name="connsiteY1" fmla="*/ 1548 h 2069"/>
                        <a:gd name="connsiteX2" fmla="*/ 520 w 2073"/>
                        <a:gd name="connsiteY2" fmla="*/ 1929 h 2069"/>
                        <a:gd name="connsiteX3" fmla="*/ 138 w 2073"/>
                        <a:gd name="connsiteY3" fmla="*/ 518 h 2069"/>
                        <a:gd name="connsiteX4" fmla="*/ 1554 w 2073"/>
                        <a:gd name="connsiteY4" fmla="*/ 137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1554" y="137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1" y="2056"/>
                            <a:pt x="1016" y="2214"/>
                            <a:pt x="520" y="1929"/>
                          </a:cubicBezTo>
                          <a:cubicBezTo>
                            <a:pt x="24" y="1644"/>
                            <a:pt x="-147" y="1009"/>
                            <a:pt x="138" y="518"/>
                          </a:cubicBezTo>
                          <a:cubicBezTo>
                            <a:pt x="425" y="26"/>
                            <a:pt x="1058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33" name="Freeform: Shape 532">
                      <a:extLst>
                        <a:ext uri="{FF2B5EF4-FFF2-40B4-BE49-F238E27FC236}">
                          <a16:creationId xmlns:a16="http://schemas.microsoft.com/office/drawing/2014/main" id="{C9E76497-5F80-9F00-959A-E2CE0078E7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227" y="5283409"/>
                      <a:ext cx="2073" cy="2069"/>
                    </a:xfrm>
                    <a:custGeom>
                      <a:avLst/>
                      <a:gdLst>
                        <a:gd name="connsiteX0" fmla="*/ 1554 w 2073"/>
                        <a:gd name="connsiteY0" fmla="*/ 138 h 2069"/>
                        <a:gd name="connsiteX1" fmla="*/ 1936 w 2073"/>
                        <a:gd name="connsiteY1" fmla="*/ 1548 h 2069"/>
                        <a:gd name="connsiteX2" fmla="*/ 520 w 2073"/>
                        <a:gd name="connsiteY2" fmla="*/ 1929 h 2069"/>
                        <a:gd name="connsiteX3" fmla="*/ 138 w 2073"/>
                        <a:gd name="connsiteY3" fmla="*/ 518 h 2069"/>
                        <a:gd name="connsiteX4" fmla="*/ 1554 w 2073"/>
                        <a:gd name="connsiteY4" fmla="*/ 138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1554" y="138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0" y="2056"/>
                            <a:pt x="1016" y="2214"/>
                            <a:pt x="520" y="1929"/>
                          </a:cubicBezTo>
                          <a:cubicBezTo>
                            <a:pt x="24" y="1643"/>
                            <a:pt x="-147" y="1009"/>
                            <a:pt x="138" y="518"/>
                          </a:cubicBezTo>
                          <a:cubicBezTo>
                            <a:pt x="425" y="26"/>
                            <a:pt x="1058" y="-148"/>
                            <a:pt x="1554" y="13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34" name="Freeform: Shape 533">
                      <a:extLst>
                        <a:ext uri="{FF2B5EF4-FFF2-40B4-BE49-F238E27FC236}">
                          <a16:creationId xmlns:a16="http://schemas.microsoft.com/office/drawing/2014/main" id="{9AB66316-8C0F-1274-F790-1C8C761442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926" y="5296916"/>
                      <a:ext cx="2073" cy="2066"/>
                    </a:xfrm>
                    <a:custGeom>
                      <a:avLst/>
                      <a:gdLst>
                        <a:gd name="connsiteX0" fmla="*/ 1554 w 2073"/>
                        <a:gd name="connsiteY0" fmla="*/ 137 h 2066"/>
                        <a:gd name="connsiteX1" fmla="*/ 1936 w 2073"/>
                        <a:gd name="connsiteY1" fmla="*/ 1548 h 2066"/>
                        <a:gd name="connsiteX2" fmla="*/ 520 w 2073"/>
                        <a:gd name="connsiteY2" fmla="*/ 1929 h 2066"/>
                        <a:gd name="connsiteX3" fmla="*/ 138 w 2073"/>
                        <a:gd name="connsiteY3" fmla="*/ 518 h 2066"/>
                        <a:gd name="connsiteX4" fmla="*/ 1554 w 2073"/>
                        <a:gd name="connsiteY4" fmla="*/ 137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6">
                          <a:moveTo>
                            <a:pt x="1554" y="137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0" y="2040"/>
                            <a:pt x="1016" y="2214"/>
                            <a:pt x="520" y="1929"/>
                          </a:cubicBezTo>
                          <a:cubicBezTo>
                            <a:pt x="24" y="1644"/>
                            <a:pt x="-147" y="1009"/>
                            <a:pt x="138" y="518"/>
                          </a:cubicBezTo>
                          <a:cubicBezTo>
                            <a:pt x="423" y="26"/>
                            <a:pt x="1058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35" name="Freeform: Shape 534">
                      <a:extLst>
                        <a:ext uri="{FF2B5EF4-FFF2-40B4-BE49-F238E27FC236}">
                          <a16:creationId xmlns:a16="http://schemas.microsoft.com/office/drawing/2014/main" id="{26B52FBE-209B-7F14-F5FA-DB9E22F0F7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086" y="5287895"/>
                      <a:ext cx="2073" cy="2066"/>
                    </a:xfrm>
                    <a:custGeom>
                      <a:avLst/>
                      <a:gdLst>
                        <a:gd name="connsiteX0" fmla="*/ 1554 w 2073"/>
                        <a:gd name="connsiteY0" fmla="*/ 138 h 2066"/>
                        <a:gd name="connsiteX1" fmla="*/ 1936 w 2073"/>
                        <a:gd name="connsiteY1" fmla="*/ 1548 h 2066"/>
                        <a:gd name="connsiteX2" fmla="*/ 520 w 2073"/>
                        <a:gd name="connsiteY2" fmla="*/ 1929 h 2066"/>
                        <a:gd name="connsiteX3" fmla="*/ 138 w 2073"/>
                        <a:gd name="connsiteY3" fmla="*/ 518 h 2066"/>
                        <a:gd name="connsiteX4" fmla="*/ 1554 w 2073"/>
                        <a:gd name="connsiteY4" fmla="*/ 138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6">
                          <a:moveTo>
                            <a:pt x="1554" y="138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0" y="2040"/>
                            <a:pt x="1016" y="2214"/>
                            <a:pt x="520" y="1929"/>
                          </a:cubicBezTo>
                          <a:cubicBezTo>
                            <a:pt x="24" y="1643"/>
                            <a:pt x="-147" y="1010"/>
                            <a:pt x="138" y="518"/>
                          </a:cubicBezTo>
                          <a:cubicBezTo>
                            <a:pt x="423" y="26"/>
                            <a:pt x="1056" y="-148"/>
                            <a:pt x="1554" y="13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36" name="Freeform: Shape 535">
                      <a:extLst>
                        <a:ext uri="{FF2B5EF4-FFF2-40B4-BE49-F238E27FC236}">
                          <a16:creationId xmlns:a16="http://schemas.microsoft.com/office/drawing/2014/main" id="{1AC56C2B-8501-7ADC-1EC9-B4BF92087D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7721" y="5295156"/>
                      <a:ext cx="2073" cy="2076"/>
                    </a:xfrm>
                    <a:custGeom>
                      <a:avLst/>
                      <a:gdLst>
                        <a:gd name="connsiteX0" fmla="*/ 1554 w 2073"/>
                        <a:gd name="connsiteY0" fmla="*/ 137 h 2076"/>
                        <a:gd name="connsiteX1" fmla="*/ 1936 w 2073"/>
                        <a:gd name="connsiteY1" fmla="*/ 1548 h 2076"/>
                        <a:gd name="connsiteX2" fmla="*/ 520 w 2073"/>
                        <a:gd name="connsiteY2" fmla="*/ 1929 h 2076"/>
                        <a:gd name="connsiteX3" fmla="*/ 138 w 2073"/>
                        <a:gd name="connsiteY3" fmla="*/ 518 h 2076"/>
                        <a:gd name="connsiteX4" fmla="*/ 1554 w 2073"/>
                        <a:gd name="connsiteY4" fmla="*/ 137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6">
                          <a:moveTo>
                            <a:pt x="1554" y="137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0" y="2056"/>
                            <a:pt x="1016" y="2230"/>
                            <a:pt x="520" y="1929"/>
                          </a:cubicBezTo>
                          <a:cubicBezTo>
                            <a:pt x="24" y="1659"/>
                            <a:pt x="-147" y="1025"/>
                            <a:pt x="138" y="518"/>
                          </a:cubicBezTo>
                          <a:cubicBezTo>
                            <a:pt x="423" y="26"/>
                            <a:pt x="1058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37" name="Freeform: Shape 536">
                      <a:extLst>
                        <a:ext uri="{FF2B5EF4-FFF2-40B4-BE49-F238E27FC236}">
                          <a16:creationId xmlns:a16="http://schemas.microsoft.com/office/drawing/2014/main" id="{A9A7A65C-7450-0CBE-31AB-B6FD232D43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232" y="5278507"/>
                      <a:ext cx="2073" cy="2069"/>
                    </a:xfrm>
                    <a:custGeom>
                      <a:avLst/>
                      <a:gdLst>
                        <a:gd name="connsiteX0" fmla="*/ 1554 w 2073"/>
                        <a:gd name="connsiteY0" fmla="*/ 141 h 2069"/>
                        <a:gd name="connsiteX1" fmla="*/ 1936 w 2073"/>
                        <a:gd name="connsiteY1" fmla="*/ 1552 h 2069"/>
                        <a:gd name="connsiteX2" fmla="*/ 520 w 2073"/>
                        <a:gd name="connsiteY2" fmla="*/ 1932 h 2069"/>
                        <a:gd name="connsiteX3" fmla="*/ 138 w 2073"/>
                        <a:gd name="connsiteY3" fmla="*/ 521 h 2069"/>
                        <a:gd name="connsiteX4" fmla="*/ 1554 w 2073"/>
                        <a:gd name="connsiteY4" fmla="*/ 141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1554" y="141"/>
                          </a:moveTo>
                          <a:cubicBezTo>
                            <a:pt x="2050" y="426"/>
                            <a:pt x="2221" y="1060"/>
                            <a:pt x="1936" y="1552"/>
                          </a:cubicBezTo>
                          <a:cubicBezTo>
                            <a:pt x="1650" y="2043"/>
                            <a:pt x="1016" y="2218"/>
                            <a:pt x="520" y="1932"/>
                          </a:cubicBezTo>
                          <a:cubicBezTo>
                            <a:pt x="24" y="1647"/>
                            <a:pt x="-147" y="1013"/>
                            <a:pt x="138" y="521"/>
                          </a:cubicBezTo>
                          <a:cubicBezTo>
                            <a:pt x="425" y="14"/>
                            <a:pt x="1058" y="-144"/>
                            <a:pt x="1554" y="14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38" name="Freeform: Shape 537">
                      <a:extLst>
                        <a:ext uri="{FF2B5EF4-FFF2-40B4-BE49-F238E27FC236}">
                          <a16:creationId xmlns:a16="http://schemas.microsoft.com/office/drawing/2014/main" id="{4C0310B8-BBFD-C20C-51E3-320173797F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300" y="5281332"/>
                      <a:ext cx="2073" cy="2082"/>
                    </a:xfrm>
                    <a:custGeom>
                      <a:avLst/>
                      <a:gdLst>
                        <a:gd name="connsiteX0" fmla="*/ 1554 w 2073"/>
                        <a:gd name="connsiteY0" fmla="*/ 137 h 2082"/>
                        <a:gd name="connsiteX1" fmla="*/ 1936 w 2073"/>
                        <a:gd name="connsiteY1" fmla="*/ 1564 h 2082"/>
                        <a:gd name="connsiteX2" fmla="*/ 520 w 2073"/>
                        <a:gd name="connsiteY2" fmla="*/ 1945 h 2082"/>
                        <a:gd name="connsiteX3" fmla="*/ 138 w 2073"/>
                        <a:gd name="connsiteY3" fmla="*/ 518 h 2082"/>
                        <a:gd name="connsiteX4" fmla="*/ 1554 w 2073"/>
                        <a:gd name="connsiteY4" fmla="*/ 137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1554" y="137"/>
                          </a:moveTo>
                          <a:cubicBezTo>
                            <a:pt x="2050" y="423"/>
                            <a:pt x="2221" y="1057"/>
                            <a:pt x="1936" y="1564"/>
                          </a:cubicBezTo>
                          <a:cubicBezTo>
                            <a:pt x="1650" y="2056"/>
                            <a:pt x="1016" y="2230"/>
                            <a:pt x="520" y="1945"/>
                          </a:cubicBezTo>
                          <a:cubicBezTo>
                            <a:pt x="24" y="1659"/>
                            <a:pt x="-147" y="1025"/>
                            <a:pt x="138" y="518"/>
                          </a:cubicBezTo>
                          <a:cubicBezTo>
                            <a:pt x="423" y="27"/>
                            <a:pt x="1058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39" name="Freeform: Shape 538">
                      <a:extLst>
                        <a:ext uri="{FF2B5EF4-FFF2-40B4-BE49-F238E27FC236}">
                          <a16:creationId xmlns:a16="http://schemas.microsoft.com/office/drawing/2014/main" id="{0C88718F-2E63-E8A6-ADAA-E70BCA7CCF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787" y="5283298"/>
                      <a:ext cx="2072" cy="2066"/>
                    </a:xfrm>
                    <a:custGeom>
                      <a:avLst/>
                      <a:gdLst>
                        <a:gd name="connsiteX0" fmla="*/ 1552 w 2072"/>
                        <a:gd name="connsiteY0" fmla="*/ 137 h 2066"/>
                        <a:gd name="connsiteX1" fmla="*/ 1934 w 2072"/>
                        <a:gd name="connsiteY1" fmla="*/ 1548 h 2066"/>
                        <a:gd name="connsiteX2" fmla="*/ 520 w 2072"/>
                        <a:gd name="connsiteY2" fmla="*/ 1929 h 2066"/>
                        <a:gd name="connsiteX3" fmla="*/ 138 w 2072"/>
                        <a:gd name="connsiteY3" fmla="*/ 518 h 2066"/>
                        <a:gd name="connsiteX4" fmla="*/ 1552 w 2072"/>
                        <a:gd name="connsiteY4" fmla="*/ 137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6">
                          <a:moveTo>
                            <a:pt x="1552" y="137"/>
                          </a:moveTo>
                          <a:cubicBezTo>
                            <a:pt x="2048" y="423"/>
                            <a:pt x="2220" y="1057"/>
                            <a:pt x="1934" y="1548"/>
                          </a:cubicBezTo>
                          <a:cubicBezTo>
                            <a:pt x="1649" y="2040"/>
                            <a:pt x="1015" y="2214"/>
                            <a:pt x="520" y="1929"/>
                          </a:cubicBezTo>
                          <a:cubicBezTo>
                            <a:pt x="24" y="1644"/>
                            <a:pt x="-147" y="1009"/>
                            <a:pt x="138" y="518"/>
                          </a:cubicBezTo>
                          <a:cubicBezTo>
                            <a:pt x="423" y="26"/>
                            <a:pt x="1056" y="-148"/>
                            <a:pt x="1552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40" name="Freeform: Shape 539">
                      <a:extLst>
                        <a:ext uri="{FF2B5EF4-FFF2-40B4-BE49-F238E27FC236}">
                          <a16:creationId xmlns:a16="http://schemas.microsoft.com/office/drawing/2014/main" id="{EB9AA659-0A73-55E4-8C2E-DDEBE739F1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955" y="5274896"/>
                      <a:ext cx="2073" cy="2069"/>
                    </a:xfrm>
                    <a:custGeom>
                      <a:avLst/>
                      <a:gdLst>
                        <a:gd name="connsiteX0" fmla="*/ 1554 w 2073"/>
                        <a:gd name="connsiteY0" fmla="*/ 138 h 2069"/>
                        <a:gd name="connsiteX1" fmla="*/ 1936 w 2073"/>
                        <a:gd name="connsiteY1" fmla="*/ 1548 h 2069"/>
                        <a:gd name="connsiteX2" fmla="*/ 520 w 2073"/>
                        <a:gd name="connsiteY2" fmla="*/ 1929 h 2069"/>
                        <a:gd name="connsiteX3" fmla="*/ 138 w 2073"/>
                        <a:gd name="connsiteY3" fmla="*/ 518 h 2069"/>
                        <a:gd name="connsiteX4" fmla="*/ 1554 w 2073"/>
                        <a:gd name="connsiteY4" fmla="*/ 138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1554" y="138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1" y="2056"/>
                            <a:pt x="1016" y="2214"/>
                            <a:pt x="520" y="1929"/>
                          </a:cubicBezTo>
                          <a:cubicBezTo>
                            <a:pt x="24" y="1643"/>
                            <a:pt x="-147" y="1009"/>
                            <a:pt x="138" y="518"/>
                          </a:cubicBezTo>
                          <a:cubicBezTo>
                            <a:pt x="425" y="26"/>
                            <a:pt x="1058" y="-148"/>
                            <a:pt x="1554" y="13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41" name="Freeform: Shape 540">
                      <a:extLst>
                        <a:ext uri="{FF2B5EF4-FFF2-40B4-BE49-F238E27FC236}">
                          <a16:creationId xmlns:a16="http://schemas.microsoft.com/office/drawing/2014/main" id="{878E7895-47DA-53CB-72CE-5386A36012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655" y="5288403"/>
                      <a:ext cx="2073" cy="2066"/>
                    </a:xfrm>
                    <a:custGeom>
                      <a:avLst/>
                      <a:gdLst>
                        <a:gd name="connsiteX0" fmla="*/ 1554 w 2073"/>
                        <a:gd name="connsiteY0" fmla="*/ 137 h 2066"/>
                        <a:gd name="connsiteX1" fmla="*/ 1936 w 2073"/>
                        <a:gd name="connsiteY1" fmla="*/ 1548 h 2066"/>
                        <a:gd name="connsiteX2" fmla="*/ 520 w 2073"/>
                        <a:gd name="connsiteY2" fmla="*/ 1929 h 2066"/>
                        <a:gd name="connsiteX3" fmla="*/ 138 w 2073"/>
                        <a:gd name="connsiteY3" fmla="*/ 518 h 2066"/>
                        <a:gd name="connsiteX4" fmla="*/ 1554 w 2073"/>
                        <a:gd name="connsiteY4" fmla="*/ 137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6">
                          <a:moveTo>
                            <a:pt x="1554" y="137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1" y="2040"/>
                            <a:pt x="1016" y="2214"/>
                            <a:pt x="520" y="1929"/>
                          </a:cubicBezTo>
                          <a:cubicBezTo>
                            <a:pt x="24" y="1644"/>
                            <a:pt x="-147" y="1009"/>
                            <a:pt x="138" y="518"/>
                          </a:cubicBezTo>
                          <a:cubicBezTo>
                            <a:pt x="425" y="26"/>
                            <a:pt x="1058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42" name="Freeform: Shape 541">
                      <a:extLst>
                        <a:ext uri="{FF2B5EF4-FFF2-40B4-BE49-F238E27FC236}">
                          <a16:creationId xmlns:a16="http://schemas.microsoft.com/office/drawing/2014/main" id="{00C98B92-59C3-CABB-CE04-324930790A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167" y="5285910"/>
                      <a:ext cx="2072" cy="2069"/>
                    </a:xfrm>
                    <a:custGeom>
                      <a:avLst/>
                      <a:gdLst>
                        <a:gd name="connsiteX0" fmla="*/ 1552 w 2072"/>
                        <a:gd name="connsiteY0" fmla="*/ 141 h 2069"/>
                        <a:gd name="connsiteX1" fmla="*/ 1934 w 2072"/>
                        <a:gd name="connsiteY1" fmla="*/ 1552 h 2069"/>
                        <a:gd name="connsiteX2" fmla="*/ 520 w 2072"/>
                        <a:gd name="connsiteY2" fmla="*/ 1932 h 2069"/>
                        <a:gd name="connsiteX3" fmla="*/ 138 w 2072"/>
                        <a:gd name="connsiteY3" fmla="*/ 521 h 2069"/>
                        <a:gd name="connsiteX4" fmla="*/ 1552 w 2072"/>
                        <a:gd name="connsiteY4" fmla="*/ 141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9">
                          <a:moveTo>
                            <a:pt x="1552" y="141"/>
                          </a:moveTo>
                          <a:cubicBezTo>
                            <a:pt x="2048" y="426"/>
                            <a:pt x="2220" y="1060"/>
                            <a:pt x="1934" y="1552"/>
                          </a:cubicBezTo>
                          <a:cubicBezTo>
                            <a:pt x="1649" y="2043"/>
                            <a:pt x="1015" y="2218"/>
                            <a:pt x="520" y="1932"/>
                          </a:cubicBezTo>
                          <a:cubicBezTo>
                            <a:pt x="24" y="1647"/>
                            <a:pt x="-147" y="1013"/>
                            <a:pt x="138" y="521"/>
                          </a:cubicBezTo>
                          <a:cubicBezTo>
                            <a:pt x="424" y="14"/>
                            <a:pt x="1056" y="-145"/>
                            <a:pt x="1552" y="14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43" name="Freeform: Shape 542">
                      <a:extLst>
                        <a:ext uri="{FF2B5EF4-FFF2-40B4-BE49-F238E27FC236}">
                          <a16:creationId xmlns:a16="http://schemas.microsoft.com/office/drawing/2014/main" id="{2BCA443B-BA2D-E9ED-AC8D-24912D29E9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5666" y="5291811"/>
                      <a:ext cx="2073" cy="2069"/>
                    </a:xfrm>
                    <a:custGeom>
                      <a:avLst/>
                      <a:gdLst>
                        <a:gd name="connsiteX0" fmla="*/ 1554 w 2073"/>
                        <a:gd name="connsiteY0" fmla="*/ 137 h 2069"/>
                        <a:gd name="connsiteX1" fmla="*/ 1936 w 2073"/>
                        <a:gd name="connsiteY1" fmla="*/ 1548 h 2069"/>
                        <a:gd name="connsiteX2" fmla="*/ 520 w 2073"/>
                        <a:gd name="connsiteY2" fmla="*/ 1929 h 2069"/>
                        <a:gd name="connsiteX3" fmla="*/ 138 w 2073"/>
                        <a:gd name="connsiteY3" fmla="*/ 518 h 2069"/>
                        <a:gd name="connsiteX4" fmla="*/ 1554 w 2073"/>
                        <a:gd name="connsiteY4" fmla="*/ 137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1554" y="137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0" y="2056"/>
                            <a:pt x="1016" y="2214"/>
                            <a:pt x="520" y="1929"/>
                          </a:cubicBezTo>
                          <a:cubicBezTo>
                            <a:pt x="24" y="1644"/>
                            <a:pt x="-147" y="1009"/>
                            <a:pt x="138" y="518"/>
                          </a:cubicBezTo>
                          <a:cubicBezTo>
                            <a:pt x="425" y="26"/>
                            <a:pt x="1058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44" name="Freeform: Shape 543">
                      <a:extLst>
                        <a:ext uri="{FF2B5EF4-FFF2-40B4-BE49-F238E27FC236}">
                          <a16:creationId xmlns:a16="http://schemas.microsoft.com/office/drawing/2014/main" id="{9492D26C-D4C7-B22D-FDA4-5327DD67C6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7528" y="5261278"/>
                      <a:ext cx="2073" cy="2066"/>
                    </a:xfrm>
                    <a:custGeom>
                      <a:avLst/>
                      <a:gdLst>
                        <a:gd name="connsiteX0" fmla="*/ 1554 w 2073"/>
                        <a:gd name="connsiteY0" fmla="*/ 137 h 2066"/>
                        <a:gd name="connsiteX1" fmla="*/ 1936 w 2073"/>
                        <a:gd name="connsiteY1" fmla="*/ 1548 h 2066"/>
                        <a:gd name="connsiteX2" fmla="*/ 520 w 2073"/>
                        <a:gd name="connsiteY2" fmla="*/ 1929 h 2066"/>
                        <a:gd name="connsiteX3" fmla="*/ 138 w 2073"/>
                        <a:gd name="connsiteY3" fmla="*/ 518 h 2066"/>
                        <a:gd name="connsiteX4" fmla="*/ 1554 w 2073"/>
                        <a:gd name="connsiteY4" fmla="*/ 137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6">
                          <a:moveTo>
                            <a:pt x="1554" y="137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0" y="2040"/>
                            <a:pt x="1016" y="2214"/>
                            <a:pt x="520" y="1929"/>
                          </a:cubicBezTo>
                          <a:cubicBezTo>
                            <a:pt x="24" y="1644"/>
                            <a:pt x="-147" y="1009"/>
                            <a:pt x="138" y="518"/>
                          </a:cubicBezTo>
                          <a:cubicBezTo>
                            <a:pt x="425" y="26"/>
                            <a:pt x="1058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45" name="Freeform: Shape 544">
                      <a:extLst>
                        <a:ext uri="{FF2B5EF4-FFF2-40B4-BE49-F238E27FC236}">
                          <a16:creationId xmlns:a16="http://schemas.microsoft.com/office/drawing/2014/main" id="{3F4DD07E-E55A-EC0E-3747-66FE842D42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596" y="5264104"/>
                      <a:ext cx="2073" cy="2077"/>
                    </a:xfrm>
                    <a:custGeom>
                      <a:avLst/>
                      <a:gdLst>
                        <a:gd name="connsiteX0" fmla="*/ 1554 w 2073"/>
                        <a:gd name="connsiteY0" fmla="*/ 149 h 2077"/>
                        <a:gd name="connsiteX1" fmla="*/ 1936 w 2073"/>
                        <a:gd name="connsiteY1" fmla="*/ 1560 h 2077"/>
                        <a:gd name="connsiteX2" fmla="*/ 520 w 2073"/>
                        <a:gd name="connsiteY2" fmla="*/ 1940 h 2077"/>
                        <a:gd name="connsiteX3" fmla="*/ 138 w 2073"/>
                        <a:gd name="connsiteY3" fmla="*/ 513 h 2077"/>
                        <a:gd name="connsiteX4" fmla="*/ 1554 w 2073"/>
                        <a:gd name="connsiteY4" fmla="*/ 149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1554" y="149"/>
                          </a:moveTo>
                          <a:cubicBezTo>
                            <a:pt x="2050" y="434"/>
                            <a:pt x="2221" y="1052"/>
                            <a:pt x="1936" y="1560"/>
                          </a:cubicBezTo>
                          <a:cubicBezTo>
                            <a:pt x="1651" y="2051"/>
                            <a:pt x="1016" y="2225"/>
                            <a:pt x="520" y="1940"/>
                          </a:cubicBezTo>
                          <a:cubicBezTo>
                            <a:pt x="24" y="1655"/>
                            <a:pt x="-147" y="1021"/>
                            <a:pt x="138" y="513"/>
                          </a:cubicBezTo>
                          <a:cubicBezTo>
                            <a:pt x="423" y="22"/>
                            <a:pt x="1058" y="-153"/>
                            <a:pt x="1554" y="14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46" name="Freeform: Shape 545">
                      <a:extLst>
                        <a:ext uri="{FF2B5EF4-FFF2-40B4-BE49-F238E27FC236}">
                          <a16:creationId xmlns:a16="http://schemas.microsoft.com/office/drawing/2014/main" id="{1ABED00D-50BC-14E2-DA9B-82999BA6B2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081" y="5266065"/>
                      <a:ext cx="2073" cy="2076"/>
                    </a:xfrm>
                    <a:custGeom>
                      <a:avLst/>
                      <a:gdLst>
                        <a:gd name="connsiteX0" fmla="*/ 1554 w 2073"/>
                        <a:gd name="connsiteY0" fmla="*/ 137 h 2076"/>
                        <a:gd name="connsiteX1" fmla="*/ 1936 w 2073"/>
                        <a:gd name="connsiteY1" fmla="*/ 1548 h 2076"/>
                        <a:gd name="connsiteX2" fmla="*/ 520 w 2073"/>
                        <a:gd name="connsiteY2" fmla="*/ 1929 h 2076"/>
                        <a:gd name="connsiteX3" fmla="*/ 138 w 2073"/>
                        <a:gd name="connsiteY3" fmla="*/ 518 h 2076"/>
                        <a:gd name="connsiteX4" fmla="*/ 1554 w 2073"/>
                        <a:gd name="connsiteY4" fmla="*/ 137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6">
                          <a:moveTo>
                            <a:pt x="1554" y="137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0" y="2056"/>
                            <a:pt x="1016" y="2230"/>
                            <a:pt x="520" y="1929"/>
                          </a:cubicBezTo>
                          <a:cubicBezTo>
                            <a:pt x="24" y="1643"/>
                            <a:pt x="-147" y="1025"/>
                            <a:pt x="138" y="518"/>
                          </a:cubicBezTo>
                          <a:cubicBezTo>
                            <a:pt x="423" y="26"/>
                            <a:pt x="1058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47" name="Freeform: Shape 546">
                      <a:extLst>
                        <a:ext uri="{FF2B5EF4-FFF2-40B4-BE49-F238E27FC236}">
                          <a16:creationId xmlns:a16="http://schemas.microsoft.com/office/drawing/2014/main" id="{A7C0776F-D4CF-0D04-F278-B3918F2A58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253" y="5257663"/>
                      <a:ext cx="2072" cy="2069"/>
                    </a:xfrm>
                    <a:custGeom>
                      <a:avLst/>
                      <a:gdLst>
                        <a:gd name="connsiteX0" fmla="*/ 1552 w 2072"/>
                        <a:gd name="connsiteY0" fmla="*/ 137 h 2069"/>
                        <a:gd name="connsiteX1" fmla="*/ 1934 w 2072"/>
                        <a:gd name="connsiteY1" fmla="*/ 1548 h 2069"/>
                        <a:gd name="connsiteX2" fmla="*/ 520 w 2072"/>
                        <a:gd name="connsiteY2" fmla="*/ 1929 h 2069"/>
                        <a:gd name="connsiteX3" fmla="*/ 138 w 2072"/>
                        <a:gd name="connsiteY3" fmla="*/ 518 h 2069"/>
                        <a:gd name="connsiteX4" fmla="*/ 1552 w 2072"/>
                        <a:gd name="connsiteY4" fmla="*/ 137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9">
                          <a:moveTo>
                            <a:pt x="1552" y="137"/>
                          </a:moveTo>
                          <a:cubicBezTo>
                            <a:pt x="2048" y="423"/>
                            <a:pt x="2220" y="1057"/>
                            <a:pt x="1934" y="1548"/>
                          </a:cubicBezTo>
                          <a:cubicBezTo>
                            <a:pt x="1649" y="2056"/>
                            <a:pt x="1015" y="2214"/>
                            <a:pt x="520" y="1929"/>
                          </a:cubicBezTo>
                          <a:cubicBezTo>
                            <a:pt x="24" y="1644"/>
                            <a:pt x="-147" y="1009"/>
                            <a:pt x="138" y="518"/>
                          </a:cubicBezTo>
                          <a:cubicBezTo>
                            <a:pt x="423" y="26"/>
                            <a:pt x="1056" y="-148"/>
                            <a:pt x="1552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48" name="Freeform: Shape 547">
                      <a:extLst>
                        <a:ext uri="{FF2B5EF4-FFF2-40B4-BE49-F238E27FC236}">
                          <a16:creationId xmlns:a16="http://schemas.microsoft.com/office/drawing/2014/main" id="{018A6408-30B7-7862-CF79-E8E97E43C3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951" y="5271170"/>
                      <a:ext cx="2073" cy="2069"/>
                    </a:xfrm>
                    <a:custGeom>
                      <a:avLst/>
                      <a:gdLst>
                        <a:gd name="connsiteX0" fmla="*/ 1554 w 2073"/>
                        <a:gd name="connsiteY0" fmla="*/ 137 h 2069"/>
                        <a:gd name="connsiteX1" fmla="*/ 1936 w 2073"/>
                        <a:gd name="connsiteY1" fmla="*/ 1548 h 2069"/>
                        <a:gd name="connsiteX2" fmla="*/ 520 w 2073"/>
                        <a:gd name="connsiteY2" fmla="*/ 1929 h 2069"/>
                        <a:gd name="connsiteX3" fmla="*/ 138 w 2073"/>
                        <a:gd name="connsiteY3" fmla="*/ 518 h 2069"/>
                        <a:gd name="connsiteX4" fmla="*/ 1554 w 2073"/>
                        <a:gd name="connsiteY4" fmla="*/ 137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1554" y="137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0" y="2056"/>
                            <a:pt x="1016" y="2214"/>
                            <a:pt x="520" y="1929"/>
                          </a:cubicBezTo>
                          <a:cubicBezTo>
                            <a:pt x="24" y="1644"/>
                            <a:pt x="-147" y="1009"/>
                            <a:pt x="138" y="518"/>
                          </a:cubicBezTo>
                          <a:cubicBezTo>
                            <a:pt x="423" y="26"/>
                            <a:pt x="1058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49" name="Freeform: Shape 548">
                      <a:extLst>
                        <a:ext uri="{FF2B5EF4-FFF2-40B4-BE49-F238E27FC236}">
                          <a16:creationId xmlns:a16="http://schemas.microsoft.com/office/drawing/2014/main" id="{A61F700E-4B8C-18D1-69FF-F4F5D8B885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679" y="5273675"/>
                      <a:ext cx="2072" cy="2066"/>
                    </a:xfrm>
                    <a:custGeom>
                      <a:avLst/>
                      <a:gdLst>
                        <a:gd name="connsiteX0" fmla="*/ 1552 w 2072"/>
                        <a:gd name="connsiteY0" fmla="*/ 138 h 2066"/>
                        <a:gd name="connsiteX1" fmla="*/ 1934 w 2072"/>
                        <a:gd name="connsiteY1" fmla="*/ 1548 h 2066"/>
                        <a:gd name="connsiteX2" fmla="*/ 520 w 2072"/>
                        <a:gd name="connsiteY2" fmla="*/ 1929 h 2066"/>
                        <a:gd name="connsiteX3" fmla="*/ 138 w 2072"/>
                        <a:gd name="connsiteY3" fmla="*/ 518 h 2066"/>
                        <a:gd name="connsiteX4" fmla="*/ 1552 w 2072"/>
                        <a:gd name="connsiteY4" fmla="*/ 138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6">
                          <a:moveTo>
                            <a:pt x="1552" y="138"/>
                          </a:moveTo>
                          <a:cubicBezTo>
                            <a:pt x="2048" y="423"/>
                            <a:pt x="2220" y="1057"/>
                            <a:pt x="1934" y="1548"/>
                          </a:cubicBezTo>
                          <a:cubicBezTo>
                            <a:pt x="1649" y="2040"/>
                            <a:pt x="1015" y="2214"/>
                            <a:pt x="520" y="1929"/>
                          </a:cubicBezTo>
                          <a:cubicBezTo>
                            <a:pt x="24" y="1643"/>
                            <a:pt x="-147" y="1009"/>
                            <a:pt x="138" y="518"/>
                          </a:cubicBezTo>
                          <a:cubicBezTo>
                            <a:pt x="422" y="26"/>
                            <a:pt x="1056" y="-148"/>
                            <a:pt x="1552" y="13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50" name="Freeform: Shape 549">
                      <a:extLst>
                        <a:ext uri="{FF2B5EF4-FFF2-40B4-BE49-F238E27FC236}">
                          <a16:creationId xmlns:a16="http://schemas.microsoft.com/office/drawing/2014/main" id="{3E837956-42AC-6636-B36C-BE02251421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746" y="5269411"/>
                      <a:ext cx="2073" cy="2082"/>
                    </a:xfrm>
                    <a:custGeom>
                      <a:avLst/>
                      <a:gdLst>
                        <a:gd name="connsiteX0" fmla="*/ 1554 w 2073"/>
                        <a:gd name="connsiteY0" fmla="*/ 137 h 2082"/>
                        <a:gd name="connsiteX1" fmla="*/ 1936 w 2073"/>
                        <a:gd name="connsiteY1" fmla="*/ 1564 h 2082"/>
                        <a:gd name="connsiteX2" fmla="*/ 520 w 2073"/>
                        <a:gd name="connsiteY2" fmla="*/ 1945 h 2082"/>
                        <a:gd name="connsiteX3" fmla="*/ 138 w 2073"/>
                        <a:gd name="connsiteY3" fmla="*/ 518 h 2082"/>
                        <a:gd name="connsiteX4" fmla="*/ 1554 w 2073"/>
                        <a:gd name="connsiteY4" fmla="*/ 137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1554" y="137"/>
                          </a:moveTo>
                          <a:cubicBezTo>
                            <a:pt x="2050" y="423"/>
                            <a:pt x="2221" y="1057"/>
                            <a:pt x="1936" y="1564"/>
                          </a:cubicBezTo>
                          <a:cubicBezTo>
                            <a:pt x="1651" y="2056"/>
                            <a:pt x="1016" y="2230"/>
                            <a:pt x="520" y="1945"/>
                          </a:cubicBezTo>
                          <a:cubicBezTo>
                            <a:pt x="24" y="1659"/>
                            <a:pt x="-147" y="1025"/>
                            <a:pt x="138" y="518"/>
                          </a:cubicBezTo>
                          <a:cubicBezTo>
                            <a:pt x="424" y="26"/>
                            <a:pt x="1058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51" name="Freeform: Shape 550">
                      <a:extLst>
                        <a:ext uri="{FF2B5EF4-FFF2-40B4-BE49-F238E27FC236}">
                          <a16:creationId xmlns:a16="http://schemas.microsoft.com/office/drawing/2014/main" id="{777914B4-7789-B35F-9039-8C70C62ED0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2695" y="5280524"/>
                      <a:ext cx="2073" cy="2082"/>
                    </a:xfrm>
                    <a:custGeom>
                      <a:avLst/>
                      <a:gdLst>
                        <a:gd name="connsiteX0" fmla="*/ 1554 w 2073"/>
                        <a:gd name="connsiteY0" fmla="*/ 137 h 2082"/>
                        <a:gd name="connsiteX1" fmla="*/ 1936 w 2073"/>
                        <a:gd name="connsiteY1" fmla="*/ 1564 h 2082"/>
                        <a:gd name="connsiteX2" fmla="*/ 520 w 2073"/>
                        <a:gd name="connsiteY2" fmla="*/ 1945 h 2082"/>
                        <a:gd name="connsiteX3" fmla="*/ 138 w 2073"/>
                        <a:gd name="connsiteY3" fmla="*/ 518 h 2082"/>
                        <a:gd name="connsiteX4" fmla="*/ 1554 w 2073"/>
                        <a:gd name="connsiteY4" fmla="*/ 137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1554" y="137"/>
                          </a:moveTo>
                          <a:cubicBezTo>
                            <a:pt x="2050" y="423"/>
                            <a:pt x="2221" y="1057"/>
                            <a:pt x="1936" y="1564"/>
                          </a:cubicBezTo>
                          <a:cubicBezTo>
                            <a:pt x="1650" y="2056"/>
                            <a:pt x="1016" y="2230"/>
                            <a:pt x="520" y="1945"/>
                          </a:cubicBezTo>
                          <a:cubicBezTo>
                            <a:pt x="24" y="1659"/>
                            <a:pt x="-147" y="1025"/>
                            <a:pt x="138" y="518"/>
                          </a:cubicBezTo>
                          <a:cubicBezTo>
                            <a:pt x="423" y="26"/>
                            <a:pt x="1058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52" name="Freeform: Shape 551">
                      <a:extLst>
                        <a:ext uri="{FF2B5EF4-FFF2-40B4-BE49-F238E27FC236}">
                          <a16:creationId xmlns:a16="http://schemas.microsoft.com/office/drawing/2014/main" id="{DF6B2A3B-A837-BBB6-BA02-2640767806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7763" y="5283361"/>
                      <a:ext cx="2073" cy="2069"/>
                    </a:xfrm>
                    <a:custGeom>
                      <a:avLst/>
                      <a:gdLst>
                        <a:gd name="connsiteX0" fmla="*/ 1554 w 2073"/>
                        <a:gd name="connsiteY0" fmla="*/ 138 h 2069"/>
                        <a:gd name="connsiteX1" fmla="*/ 1936 w 2073"/>
                        <a:gd name="connsiteY1" fmla="*/ 1548 h 2069"/>
                        <a:gd name="connsiteX2" fmla="*/ 520 w 2073"/>
                        <a:gd name="connsiteY2" fmla="*/ 1929 h 2069"/>
                        <a:gd name="connsiteX3" fmla="*/ 138 w 2073"/>
                        <a:gd name="connsiteY3" fmla="*/ 518 h 2069"/>
                        <a:gd name="connsiteX4" fmla="*/ 1554 w 2073"/>
                        <a:gd name="connsiteY4" fmla="*/ 138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1554" y="138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1" y="2056"/>
                            <a:pt x="1016" y="2214"/>
                            <a:pt x="520" y="1929"/>
                          </a:cubicBezTo>
                          <a:cubicBezTo>
                            <a:pt x="24" y="1643"/>
                            <a:pt x="-147" y="1009"/>
                            <a:pt x="138" y="518"/>
                          </a:cubicBezTo>
                          <a:cubicBezTo>
                            <a:pt x="423" y="26"/>
                            <a:pt x="1058" y="-148"/>
                            <a:pt x="1554" y="13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53" name="Freeform: Shape 552">
                      <a:extLst>
                        <a:ext uri="{FF2B5EF4-FFF2-40B4-BE49-F238E27FC236}">
                          <a16:creationId xmlns:a16="http://schemas.microsoft.com/office/drawing/2014/main" id="{76AAD9EF-06AD-3D1F-0551-9DE97532D1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6804" y="5286481"/>
                      <a:ext cx="2073" cy="2069"/>
                    </a:xfrm>
                    <a:custGeom>
                      <a:avLst/>
                      <a:gdLst>
                        <a:gd name="connsiteX0" fmla="*/ 1554 w 2073"/>
                        <a:gd name="connsiteY0" fmla="*/ 141 h 2069"/>
                        <a:gd name="connsiteX1" fmla="*/ 1936 w 2073"/>
                        <a:gd name="connsiteY1" fmla="*/ 1552 h 2069"/>
                        <a:gd name="connsiteX2" fmla="*/ 520 w 2073"/>
                        <a:gd name="connsiteY2" fmla="*/ 1932 h 2069"/>
                        <a:gd name="connsiteX3" fmla="*/ 138 w 2073"/>
                        <a:gd name="connsiteY3" fmla="*/ 521 h 2069"/>
                        <a:gd name="connsiteX4" fmla="*/ 1554 w 2073"/>
                        <a:gd name="connsiteY4" fmla="*/ 141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1554" y="141"/>
                          </a:moveTo>
                          <a:cubicBezTo>
                            <a:pt x="2050" y="426"/>
                            <a:pt x="2221" y="1060"/>
                            <a:pt x="1936" y="1552"/>
                          </a:cubicBezTo>
                          <a:cubicBezTo>
                            <a:pt x="1651" y="2043"/>
                            <a:pt x="1016" y="2218"/>
                            <a:pt x="520" y="1932"/>
                          </a:cubicBezTo>
                          <a:cubicBezTo>
                            <a:pt x="24" y="1647"/>
                            <a:pt x="-147" y="1013"/>
                            <a:pt x="138" y="521"/>
                          </a:cubicBezTo>
                          <a:cubicBezTo>
                            <a:pt x="423" y="14"/>
                            <a:pt x="1058" y="-145"/>
                            <a:pt x="1554" y="14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54" name="Freeform: Shape 553">
                      <a:extLst>
                        <a:ext uri="{FF2B5EF4-FFF2-40B4-BE49-F238E27FC236}">
                          <a16:creationId xmlns:a16="http://schemas.microsoft.com/office/drawing/2014/main" id="{82BB237F-FAA9-7ADE-F645-1FF578A560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6419" y="5276921"/>
                      <a:ext cx="2073" cy="2069"/>
                    </a:xfrm>
                    <a:custGeom>
                      <a:avLst/>
                      <a:gdLst>
                        <a:gd name="connsiteX0" fmla="*/ 1554 w 2073"/>
                        <a:gd name="connsiteY0" fmla="*/ 141 h 2069"/>
                        <a:gd name="connsiteX1" fmla="*/ 1936 w 2073"/>
                        <a:gd name="connsiteY1" fmla="*/ 1552 h 2069"/>
                        <a:gd name="connsiteX2" fmla="*/ 520 w 2073"/>
                        <a:gd name="connsiteY2" fmla="*/ 1932 h 2069"/>
                        <a:gd name="connsiteX3" fmla="*/ 138 w 2073"/>
                        <a:gd name="connsiteY3" fmla="*/ 521 h 2069"/>
                        <a:gd name="connsiteX4" fmla="*/ 1554 w 2073"/>
                        <a:gd name="connsiteY4" fmla="*/ 141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1554" y="141"/>
                          </a:moveTo>
                          <a:cubicBezTo>
                            <a:pt x="2050" y="426"/>
                            <a:pt x="2221" y="1060"/>
                            <a:pt x="1936" y="1552"/>
                          </a:cubicBezTo>
                          <a:cubicBezTo>
                            <a:pt x="1650" y="2043"/>
                            <a:pt x="1016" y="2218"/>
                            <a:pt x="520" y="1932"/>
                          </a:cubicBezTo>
                          <a:cubicBezTo>
                            <a:pt x="24" y="1647"/>
                            <a:pt x="-147" y="1013"/>
                            <a:pt x="138" y="521"/>
                          </a:cubicBezTo>
                          <a:cubicBezTo>
                            <a:pt x="423" y="14"/>
                            <a:pt x="1058" y="-144"/>
                            <a:pt x="1554" y="14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55" name="Freeform: Shape 554">
                      <a:extLst>
                        <a:ext uri="{FF2B5EF4-FFF2-40B4-BE49-F238E27FC236}">
                          <a16:creationId xmlns:a16="http://schemas.microsoft.com/office/drawing/2014/main" id="{2F0B2905-4113-798A-A93D-BAA75E7573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9118" y="5290424"/>
                      <a:ext cx="2073" cy="2074"/>
                    </a:xfrm>
                    <a:custGeom>
                      <a:avLst/>
                      <a:gdLst>
                        <a:gd name="connsiteX0" fmla="*/ 1554 w 2073"/>
                        <a:gd name="connsiteY0" fmla="*/ 130 h 2074"/>
                        <a:gd name="connsiteX1" fmla="*/ 1936 w 2073"/>
                        <a:gd name="connsiteY1" fmla="*/ 1557 h 2074"/>
                        <a:gd name="connsiteX2" fmla="*/ 520 w 2073"/>
                        <a:gd name="connsiteY2" fmla="*/ 1937 h 2074"/>
                        <a:gd name="connsiteX3" fmla="*/ 138 w 2073"/>
                        <a:gd name="connsiteY3" fmla="*/ 526 h 2074"/>
                        <a:gd name="connsiteX4" fmla="*/ 1554 w 2073"/>
                        <a:gd name="connsiteY4" fmla="*/ 130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1554" y="130"/>
                          </a:moveTo>
                          <a:cubicBezTo>
                            <a:pt x="2050" y="431"/>
                            <a:pt x="2221" y="1065"/>
                            <a:pt x="1936" y="1557"/>
                          </a:cubicBezTo>
                          <a:cubicBezTo>
                            <a:pt x="1650" y="2048"/>
                            <a:pt x="1016" y="2223"/>
                            <a:pt x="520" y="1937"/>
                          </a:cubicBezTo>
                          <a:cubicBezTo>
                            <a:pt x="24" y="1652"/>
                            <a:pt x="-147" y="1018"/>
                            <a:pt x="138" y="526"/>
                          </a:cubicBezTo>
                          <a:cubicBezTo>
                            <a:pt x="423" y="19"/>
                            <a:pt x="1058" y="-140"/>
                            <a:pt x="1554" y="1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56" name="Freeform: Shape 555">
                      <a:extLst>
                        <a:ext uri="{FF2B5EF4-FFF2-40B4-BE49-F238E27FC236}">
                          <a16:creationId xmlns:a16="http://schemas.microsoft.com/office/drawing/2014/main" id="{E9214A6F-14EE-46DD-CF92-2AAD27E30A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2276" y="5281396"/>
                      <a:ext cx="2073" cy="2081"/>
                    </a:xfrm>
                    <a:custGeom>
                      <a:avLst/>
                      <a:gdLst>
                        <a:gd name="connsiteX0" fmla="*/ 1554 w 2073"/>
                        <a:gd name="connsiteY0" fmla="*/ 137 h 2081"/>
                        <a:gd name="connsiteX1" fmla="*/ 1936 w 2073"/>
                        <a:gd name="connsiteY1" fmla="*/ 1564 h 2081"/>
                        <a:gd name="connsiteX2" fmla="*/ 520 w 2073"/>
                        <a:gd name="connsiteY2" fmla="*/ 1944 h 2081"/>
                        <a:gd name="connsiteX3" fmla="*/ 138 w 2073"/>
                        <a:gd name="connsiteY3" fmla="*/ 533 h 2081"/>
                        <a:gd name="connsiteX4" fmla="*/ 1554 w 2073"/>
                        <a:gd name="connsiteY4" fmla="*/ 137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1554" y="137"/>
                          </a:moveTo>
                          <a:cubicBezTo>
                            <a:pt x="2050" y="422"/>
                            <a:pt x="2221" y="1056"/>
                            <a:pt x="1936" y="1564"/>
                          </a:cubicBezTo>
                          <a:cubicBezTo>
                            <a:pt x="1651" y="2055"/>
                            <a:pt x="1016" y="2230"/>
                            <a:pt x="520" y="1944"/>
                          </a:cubicBezTo>
                          <a:cubicBezTo>
                            <a:pt x="24" y="1659"/>
                            <a:pt x="-147" y="1025"/>
                            <a:pt x="138" y="533"/>
                          </a:cubicBezTo>
                          <a:cubicBezTo>
                            <a:pt x="425" y="26"/>
                            <a:pt x="1058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57" name="Freeform: Shape 556">
                      <a:extLst>
                        <a:ext uri="{FF2B5EF4-FFF2-40B4-BE49-F238E27FC236}">
                          <a16:creationId xmlns:a16="http://schemas.microsoft.com/office/drawing/2014/main" id="{FA341E6A-4A36-3D2C-6B8D-4ECD7C9B20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1911" y="5288672"/>
                      <a:ext cx="2073" cy="2066"/>
                    </a:xfrm>
                    <a:custGeom>
                      <a:avLst/>
                      <a:gdLst>
                        <a:gd name="connsiteX0" fmla="*/ 1554 w 2073"/>
                        <a:gd name="connsiteY0" fmla="*/ 137 h 2066"/>
                        <a:gd name="connsiteX1" fmla="*/ 1936 w 2073"/>
                        <a:gd name="connsiteY1" fmla="*/ 1548 h 2066"/>
                        <a:gd name="connsiteX2" fmla="*/ 520 w 2073"/>
                        <a:gd name="connsiteY2" fmla="*/ 1929 h 2066"/>
                        <a:gd name="connsiteX3" fmla="*/ 138 w 2073"/>
                        <a:gd name="connsiteY3" fmla="*/ 518 h 2066"/>
                        <a:gd name="connsiteX4" fmla="*/ 1554 w 2073"/>
                        <a:gd name="connsiteY4" fmla="*/ 137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6">
                          <a:moveTo>
                            <a:pt x="1554" y="137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0" y="2040"/>
                            <a:pt x="1016" y="2214"/>
                            <a:pt x="520" y="1929"/>
                          </a:cubicBezTo>
                          <a:cubicBezTo>
                            <a:pt x="24" y="1643"/>
                            <a:pt x="-147" y="1009"/>
                            <a:pt x="138" y="518"/>
                          </a:cubicBezTo>
                          <a:cubicBezTo>
                            <a:pt x="425" y="27"/>
                            <a:pt x="1059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58" name="Freeform: Shape 557">
                      <a:extLst>
                        <a:ext uri="{FF2B5EF4-FFF2-40B4-BE49-F238E27FC236}">
                          <a16:creationId xmlns:a16="http://schemas.microsoft.com/office/drawing/2014/main" id="{609A23D1-2607-04D0-DA78-EB56B7B030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359" y="5300118"/>
                      <a:ext cx="2073" cy="2066"/>
                    </a:xfrm>
                    <a:custGeom>
                      <a:avLst/>
                      <a:gdLst>
                        <a:gd name="connsiteX0" fmla="*/ 1554 w 2073"/>
                        <a:gd name="connsiteY0" fmla="*/ 137 h 2066"/>
                        <a:gd name="connsiteX1" fmla="*/ 1936 w 2073"/>
                        <a:gd name="connsiteY1" fmla="*/ 1548 h 2066"/>
                        <a:gd name="connsiteX2" fmla="*/ 520 w 2073"/>
                        <a:gd name="connsiteY2" fmla="*/ 1929 h 2066"/>
                        <a:gd name="connsiteX3" fmla="*/ 138 w 2073"/>
                        <a:gd name="connsiteY3" fmla="*/ 518 h 2066"/>
                        <a:gd name="connsiteX4" fmla="*/ 1554 w 2073"/>
                        <a:gd name="connsiteY4" fmla="*/ 137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6">
                          <a:moveTo>
                            <a:pt x="1554" y="137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1" y="2040"/>
                            <a:pt x="1016" y="2214"/>
                            <a:pt x="520" y="1929"/>
                          </a:cubicBezTo>
                          <a:cubicBezTo>
                            <a:pt x="24" y="1644"/>
                            <a:pt x="-147" y="1009"/>
                            <a:pt x="138" y="518"/>
                          </a:cubicBezTo>
                          <a:cubicBezTo>
                            <a:pt x="423" y="26"/>
                            <a:pt x="1058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59" name="Freeform: Shape 558">
                      <a:extLst>
                        <a:ext uri="{FF2B5EF4-FFF2-40B4-BE49-F238E27FC236}">
                          <a16:creationId xmlns:a16="http://schemas.microsoft.com/office/drawing/2014/main" id="{AC112988-264E-9E31-A451-DF2E98C6D2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427" y="5302941"/>
                      <a:ext cx="2073" cy="2081"/>
                    </a:xfrm>
                    <a:custGeom>
                      <a:avLst/>
                      <a:gdLst>
                        <a:gd name="connsiteX0" fmla="*/ 1554 w 2073"/>
                        <a:gd name="connsiteY0" fmla="*/ 137 h 2081"/>
                        <a:gd name="connsiteX1" fmla="*/ 1936 w 2073"/>
                        <a:gd name="connsiteY1" fmla="*/ 1564 h 2081"/>
                        <a:gd name="connsiteX2" fmla="*/ 520 w 2073"/>
                        <a:gd name="connsiteY2" fmla="*/ 1944 h 2081"/>
                        <a:gd name="connsiteX3" fmla="*/ 138 w 2073"/>
                        <a:gd name="connsiteY3" fmla="*/ 533 h 2081"/>
                        <a:gd name="connsiteX4" fmla="*/ 1554 w 2073"/>
                        <a:gd name="connsiteY4" fmla="*/ 137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1554" y="137"/>
                          </a:moveTo>
                          <a:cubicBezTo>
                            <a:pt x="2050" y="422"/>
                            <a:pt x="2221" y="1056"/>
                            <a:pt x="1936" y="1564"/>
                          </a:cubicBezTo>
                          <a:cubicBezTo>
                            <a:pt x="1650" y="2055"/>
                            <a:pt x="1016" y="2229"/>
                            <a:pt x="520" y="1944"/>
                          </a:cubicBezTo>
                          <a:cubicBezTo>
                            <a:pt x="24" y="1659"/>
                            <a:pt x="-147" y="1025"/>
                            <a:pt x="138" y="533"/>
                          </a:cubicBezTo>
                          <a:cubicBezTo>
                            <a:pt x="423" y="26"/>
                            <a:pt x="1058" y="-149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0" name="Freeform: Shape 559">
                      <a:extLst>
                        <a:ext uri="{FF2B5EF4-FFF2-40B4-BE49-F238E27FC236}">
                          <a16:creationId xmlns:a16="http://schemas.microsoft.com/office/drawing/2014/main" id="{BD198915-EA27-7D60-4389-FC75127180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912" y="5304906"/>
                      <a:ext cx="2073" cy="2069"/>
                    </a:xfrm>
                    <a:custGeom>
                      <a:avLst/>
                      <a:gdLst>
                        <a:gd name="connsiteX0" fmla="*/ 1554 w 2073"/>
                        <a:gd name="connsiteY0" fmla="*/ 137 h 2069"/>
                        <a:gd name="connsiteX1" fmla="*/ 1936 w 2073"/>
                        <a:gd name="connsiteY1" fmla="*/ 1548 h 2069"/>
                        <a:gd name="connsiteX2" fmla="*/ 520 w 2073"/>
                        <a:gd name="connsiteY2" fmla="*/ 1929 h 2069"/>
                        <a:gd name="connsiteX3" fmla="*/ 138 w 2073"/>
                        <a:gd name="connsiteY3" fmla="*/ 518 h 2069"/>
                        <a:gd name="connsiteX4" fmla="*/ 1554 w 2073"/>
                        <a:gd name="connsiteY4" fmla="*/ 137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1554" y="137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1" y="2056"/>
                            <a:pt x="1016" y="2214"/>
                            <a:pt x="520" y="1929"/>
                          </a:cubicBezTo>
                          <a:cubicBezTo>
                            <a:pt x="24" y="1643"/>
                            <a:pt x="-147" y="1009"/>
                            <a:pt x="138" y="518"/>
                          </a:cubicBezTo>
                          <a:cubicBezTo>
                            <a:pt x="424" y="26"/>
                            <a:pt x="1058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1" name="Freeform: Shape 560">
                      <a:extLst>
                        <a:ext uri="{FF2B5EF4-FFF2-40B4-BE49-F238E27FC236}">
                          <a16:creationId xmlns:a16="http://schemas.microsoft.com/office/drawing/2014/main" id="{53DB2060-842A-D982-A705-780D6A5104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540" y="5293377"/>
                      <a:ext cx="2073" cy="2069"/>
                    </a:xfrm>
                    <a:custGeom>
                      <a:avLst/>
                      <a:gdLst>
                        <a:gd name="connsiteX0" fmla="*/ 1554 w 2073"/>
                        <a:gd name="connsiteY0" fmla="*/ 141 h 2069"/>
                        <a:gd name="connsiteX1" fmla="*/ 1936 w 2073"/>
                        <a:gd name="connsiteY1" fmla="*/ 1552 h 2069"/>
                        <a:gd name="connsiteX2" fmla="*/ 520 w 2073"/>
                        <a:gd name="connsiteY2" fmla="*/ 1932 h 2069"/>
                        <a:gd name="connsiteX3" fmla="*/ 138 w 2073"/>
                        <a:gd name="connsiteY3" fmla="*/ 521 h 2069"/>
                        <a:gd name="connsiteX4" fmla="*/ 1554 w 2073"/>
                        <a:gd name="connsiteY4" fmla="*/ 141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1554" y="141"/>
                          </a:moveTo>
                          <a:cubicBezTo>
                            <a:pt x="2050" y="426"/>
                            <a:pt x="2221" y="1060"/>
                            <a:pt x="1936" y="1552"/>
                          </a:cubicBezTo>
                          <a:cubicBezTo>
                            <a:pt x="1650" y="2043"/>
                            <a:pt x="1016" y="2218"/>
                            <a:pt x="520" y="1932"/>
                          </a:cubicBezTo>
                          <a:cubicBezTo>
                            <a:pt x="24" y="1647"/>
                            <a:pt x="-147" y="1013"/>
                            <a:pt x="138" y="521"/>
                          </a:cubicBezTo>
                          <a:cubicBezTo>
                            <a:pt x="423" y="14"/>
                            <a:pt x="1058" y="-144"/>
                            <a:pt x="1554" y="14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2" name="Freeform: Shape 561">
                      <a:extLst>
                        <a:ext uri="{FF2B5EF4-FFF2-40B4-BE49-F238E27FC236}">
                          <a16:creationId xmlns:a16="http://schemas.microsoft.com/office/drawing/2014/main" id="{30EE07DF-787E-268A-8192-A72AC7F2C1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256" y="5308600"/>
                      <a:ext cx="2073" cy="2069"/>
                    </a:xfrm>
                    <a:custGeom>
                      <a:avLst/>
                      <a:gdLst>
                        <a:gd name="connsiteX0" fmla="*/ 1554 w 2073"/>
                        <a:gd name="connsiteY0" fmla="*/ 137 h 2069"/>
                        <a:gd name="connsiteX1" fmla="*/ 1936 w 2073"/>
                        <a:gd name="connsiteY1" fmla="*/ 1548 h 2069"/>
                        <a:gd name="connsiteX2" fmla="*/ 520 w 2073"/>
                        <a:gd name="connsiteY2" fmla="*/ 1929 h 2069"/>
                        <a:gd name="connsiteX3" fmla="*/ 138 w 2073"/>
                        <a:gd name="connsiteY3" fmla="*/ 518 h 2069"/>
                        <a:gd name="connsiteX4" fmla="*/ 1554 w 2073"/>
                        <a:gd name="connsiteY4" fmla="*/ 137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1554" y="137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0" y="2056"/>
                            <a:pt x="1016" y="2214"/>
                            <a:pt x="520" y="1929"/>
                          </a:cubicBezTo>
                          <a:cubicBezTo>
                            <a:pt x="24" y="1644"/>
                            <a:pt x="-147" y="1009"/>
                            <a:pt x="138" y="518"/>
                          </a:cubicBezTo>
                          <a:cubicBezTo>
                            <a:pt x="423" y="26"/>
                            <a:pt x="1058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3" name="Freeform: Shape 562">
                      <a:extLst>
                        <a:ext uri="{FF2B5EF4-FFF2-40B4-BE49-F238E27FC236}">
                          <a16:creationId xmlns:a16="http://schemas.microsoft.com/office/drawing/2014/main" id="{CC2CC595-10D3-CC53-0845-6D6E772CB9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940" y="5300990"/>
                      <a:ext cx="2073" cy="2066"/>
                    </a:xfrm>
                    <a:custGeom>
                      <a:avLst/>
                      <a:gdLst>
                        <a:gd name="connsiteX0" fmla="*/ 1554 w 2073"/>
                        <a:gd name="connsiteY0" fmla="*/ 138 h 2066"/>
                        <a:gd name="connsiteX1" fmla="*/ 1936 w 2073"/>
                        <a:gd name="connsiteY1" fmla="*/ 1548 h 2066"/>
                        <a:gd name="connsiteX2" fmla="*/ 520 w 2073"/>
                        <a:gd name="connsiteY2" fmla="*/ 1929 h 2066"/>
                        <a:gd name="connsiteX3" fmla="*/ 138 w 2073"/>
                        <a:gd name="connsiteY3" fmla="*/ 518 h 2066"/>
                        <a:gd name="connsiteX4" fmla="*/ 1554 w 2073"/>
                        <a:gd name="connsiteY4" fmla="*/ 138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6">
                          <a:moveTo>
                            <a:pt x="1554" y="138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0" y="2040"/>
                            <a:pt x="1016" y="2214"/>
                            <a:pt x="520" y="1929"/>
                          </a:cubicBezTo>
                          <a:cubicBezTo>
                            <a:pt x="24" y="1643"/>
                            <a:pt x="-147" y="1009"/>
                            <a:pt x="138" y="518"/>
                          </a:cubicBezTo>
                          <a:cubicBezTo>
                            <a:pt x="425" y="26"/>
                            <a:pt x="1058" y="-148"/>
                            <a:pt x="1554" y="13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4" name="Freeform: Shape 563">
                      <a:extLst>
                        <a:ext uri="{FF2B5EF4-FFF2-40B4-BE49-F238E27FC236}">
                          <a16:creationId xmlns:a16="http://schemas.microsoft.com/office/drawing/2014/main" id="{9FED7395-3D0B-A8FC-8FA7-6E14406AA8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575" y="5308251"/>
                      <a:ext cx="2073" cy="2081"/>
                    </a:xfrm>
                    <a:custGeom>
                      <a:avLst/>
                      <a:gdLst>
                        <a:gd name="connsiteX0" fmla="*/ 1554 w 2073"/>
                        <a:gd name="connsiteY0" fmla="*/ 137 h 2081"/>
                        <a:gd name="connsiteX1" fmla="*/ 1936 w 2073"/>
                        <a:gd name="connsiteY1" fmla="*/ 1548 h 2081"/>
                        <a:gd name="connsiteX2" fmla="*/ 520 w 2073"/>
                        <a:gd name="connsiteY2" fmla="*/ 1945 h 2081"/>
                        <a:gd name="connsiteX3" fmla="*/ 138 w 2073"/>
                        <a:gd name="connsiteY3" fmla="*/ 518 h 2081"/>
                        <a:gd name="connsiteX4" fmla="*/ 1554 w 2073"/>
                        <a:gd name="connsiteY4" fmla="*/ 137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1554" y="137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1" y="2056"/>
                            <a:pt x="1016" y="2230"/>
                            <a:pt x="520" y="1945"/>
                          </a:cubicBezTo>
                          <a:cubicBezTo>
                            <a:pt x="24" y="1659"/>
                            <a:pt x="-147" y="1025"/>
                            <a:pt x="138" y="518"/>
                          </a:cubicBezTo>
                          <a:cubicBezTo>
                            <a:pt x="424" y="26"/>
                            <a:pt x="1059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5" name="Freeform: Shape 564">
                      <a:extLst>
                        <a:ext uri="{FF2B5EF4-FFF2-40B4-BE49-F238E27FC236}">
                          <a16:creationId xmlns:a16="http://schemas.microsoft.com/office/drawing/2014/main" id="{74A83479-0845-0955-0331-5DC9D5C78F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5846" y="5294519"/>
                      <a:ext cx="2072" cy="2069"/>
                    </a:xfrm>
                    <a:custGeom>
                      <a:avLst/>
                      <a:gdLst>
                        <a:gd name="connsiteX0" fmla="*/ 1552 w 2072"/>
                        <a:gd name="connsiteY0" fmla="*/ 141 h 2069"/>
                        <a:gd name="connsiteX1" fmla="*/ 1934 w 2072"/>
                        <a:gd name="connsiteY1" fmla="*/ 1552 h 2069"/>
                        <a:gd name="connsiteX2" fmla="*/ 520 w 2072"/>
                        <a:gd name="connsiteY2" fmla="*/ 1932 h 2069"/>
                        <a:gd name="connsiteX3" fmla="*/ 138 w 2072"/>
                        <a:gd name="connsiteY3" fmla="*/ 522 h 2069"/>
                        <a:gd name="connsiteX4" fmla="*/ 1552 w 2072"/>
                        <a:gd name="connsiteY4" fmla="*/ 141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9">
                          <a:moveTo>
                            <a:pt x="1552" y="141"/>
                          </a:moveTo>
                          <a:cubicBezTo>
                            <a:pt x="2048" y="426"/>
                            <a:pt x="2220" y="1060"/>
                            <a:pt x="1934" y="1552"/>
                          </a:cubicBezTo>
                          <a:cubicBezTo>
                            <a:pt x="1649" y="2043"/>
                            <a:pt x="1015" y="2218"/>
                            <a:pt x="520" y="1932"/>
                          </a:cubicBezTo>
                          <a:cubicBezTo>
                            <a:pt x="24" y="1647"/>
                            <a:pt x="-147" y="1013"/>
                            <a:pt x="138" y="522"/>
                          </a:cubicBezTo>
                          <a:cubicBezTo>
                            <a:pt x="422" y="14"/>
                            <a:pt x="1056" y="-144"/>
                            <a:pt x="1552" y="14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6" name="Freeform: Shape 565">
                      <a:extLst>
                        <a:ext uri="{FF2B5EF4-FFF2-40B4-BE49-F238E27FC236}">
                          <a16:creationId xmlns:a16="http://schemas.microsoft.com/office/drawing/2014/main" id="{D017044C-0696-4115-FBAC-C2B11B8E3F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2783" y="5303511"/>
                      <a:ext cx="2073" cy="2082"/>
                    </a:xfrm>
                    <a:custGeom>
                      <a:avLst/>
                      <a:gdLst>
                        <a:gd name="connsiteX0" fmla="*/ 1554 w 2073"/>
                        <a:gd name="connsiteY0" fmla="*/ 137 h 2082"/>
                        <a:gd name="connsiteX1" fmla="*/ 1936 w 2073"/>
                        <a:gd name="connsiteY1" fmla="*/ 1564 h 2082"/>
                        <a:gd name="connsiteX2" fmla="*/ 520 w 2073"/>
                        <a:gd name="connsiteY2" fmla="*/ 1945 h 2082"/>
                        <a:gd name="connsiteX3" fmla="*/ 138 w 2073"/>
                        <a:gd name="connsiteY3" fmla="*/ 518 h 2082"/>
                        <a:gd name="connsiteX4" fmla="*/ 1554 w 2073"/>
                        <a:gd name="connsiteY4" fmla="*/ 137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1554" y="137"/>
                          </a:moveTo>
                          <a:cubicBezTo>
                            <a:pt x="2050" y="423"/>
                            <a:pt x="2221" y="1057"/>
                            <a:pt x="1936" y="1564"/>
                          </a:cubicBezTo>
                          <a:cubicBezTo>
                            <a:pt x="1651" y="2056"/>
                            <a:pt x="1016" y="2230"/>
                            <a:pt x="520" y="1945"/>
                          </a:cubicBezTo>
                          <a:cubicBezTo>
                            <a:pt x="24" y="1659"/>
                            <a:pt x="-147" y="1025"/>
                            <a:pt x="138" y="518"/>
                          </a:cubicBezTo>
                          <a:cubicBezTo>
                            <a:pt x="425" y="26"/>
                            <a:pt x="1058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7" name="Freeform: Shape 566">
                      <a:extLst>
                        <a:ext uri="{FF2B5EF4-FFF2-40B4-BE49-F238E27FC236}">
                          <a16:creationId xmlns:a16="http://schemas.microsoft.com/office/drawing/2014/main" id="{2D62113C-F356-2663-33DE-0D3B4CE83B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641" y="5312801"/>
                      <a:ext cx="2072" cy="2069"/>
                    </a:xfrm>
                    <a:custGeom>
                      <a:avLst/>
                      <a:gdLst>
                        <a:gd name="connsiteX0" fmla="*/ 1552 w 2072"/>
                        <a:gd name="connsiteY0" fmla="*/ 137 h 2069"/>
                        <a:gd name="connsiteX1" fmla="*/ 1934 w 2072"/>
                        <a:gd name="connsiteY1" fmla="*/ 1548 h 2069"/>
                        <a:gd name="connsiteX2" fmla="*/ 520 w 2072"/>
                        <a:gd name="connsiteY2" fmla="*/ 1929 h 2069"/>
                        <a:gd name="connsiteX3" fmla="*/ 138 w 2072"/>
                        <a:gd name="connsiteY3" fmla="*/ 518 h 2069"/>
                        <a:gd name="connsiteX4" fmla="*/ 1552 w 2072"/>
                        <a:gd name="connsiteY4" fmla="*/ 137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9">
                          <a:moveTo>
                            <a:pt x="1552" y="137"/>
                          </a:moveTo>
                          <a:cubicBezTo>
                            <a:pt x="2048" y="423"/>
                            <a:pt x="2220" y="1057"/>
                            <a:pt x="1934" y="1548"/>
                          </a:cubicBezTo>
                          <a:cubicBezTo>
                            <a:pt x="1649" y="2056"/>
                            <a:pt x="1015" y="2214"/>
                            <a:pt x="520" y="1929"/>
                          </a:cubicBezTo>
                          <a:cubicBezTo>
                            <a:pt x="24" y="1644"/>
                            <a:pt x="-147" y="1009"/>
                            <a:pt x="138" y="518"/>
                          </a:cubicBezTo>
                          <a:cubicBezTo>
                            <a:pt x="422" y="26"/>
                            <a:pt x="1056" y="-148"/>
                            <a:pt x="1552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8" name="Freeform: Shape 567">
                      <a:extLst>
                        <a:ext uri="{FF2B5EF4-FFF2-40B4-BE49-F238E27FC236}">
                          <a16:creationId xmlns:a16="http://schemas.microsoft.com/office/drawing/2014/main" id="{B1B90064-7AC1-3F9E-859E-7DBDF64FA0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1441" y="5297075"/>
                      <a:ext cx="2073" cy="2069"/>
                    </a:xfrm>
                    <a:custGeom>
                      <a:avLst/>
                      <a:gdLst>
                        <a:gd name="connsiteX0" fmla="*/ 1554 w 2073"/>
                        <a:gd name="connsiteY0" fmla="*/ 138 h 2069"/>
                        <a:gd name="connsiteX1" fmla="*/ 1936 w 2073"/>
                        <a:gd name="connsiteY1" fmla="*/ 1548 h 2069"/>
                        <a:gd name="connsiteX2" fmla="*/ 520 w 2073"/>
                        <a:gd name="connsiteY2" fmla="*/ 1929 h 2069"/>
                        <a:gd name="connsiteX3" fmla="*/ 138 w 2073"/>
                        <a:gd name="connsiteY3" fmla="*/ 518 h 2069"/>
                        <a:gd name="connsiteX4" fmla="*/ 1554 w 2073"/>
                        <a:gd name="connsiteY4" fmla="*/ 138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1554" y="138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0" y="2056"/>
                            <a:pt x="1016" y="2214"/>
                            <a:pt x="520" y="1929"/>
                          </a:cubicBezTo>
                          <a:cubicBezTo>
                            <a:pt x="24" y="1643"/>
                            <a:pt x="-147" y="1009"/>
                            <a:pt x="138" y="518"/>
                          </a:cubicBezTo>
                          <a:cubicBezTo>
                            <a:pt x="423" y="26"/>
                            <a:pt x="1058" y="-148"/>
                            <a:pt x="1554" y="13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9" name="Freeform: Shape 568">
                      <a:extLst>
                        <a:ext uri="{FF2B5EF4-FFF2-40B4-BE49-F238E27FC236}">
                          <a16:creationId xmlns:a16="http://schemas.microsoft.com/office/drawing/2014/main" id="{093F59DE-3E80-D9AE-6C9A-84F419419D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0203" y="5302116"/>
                      <a:ext cx="2073" cy="2066"/>
                    </a:xfrm>
                    <a:custGeom>
                      <a:avLst/>
                      <a:gdLst>
                        <a:gd name="connsiteX0" fmla="*/ 1554 w 2073"/>
                        <a:gd name="connsiteY0" fmla="*/ 137 h 2066"/>
                        <a:gd name="connsiteX1" fmla="*/ 1936 w 2073"/>
                        <a:gd name="connsiteY1" fmla="*/ 1548 h 2066"/>
                        <a:gd name="connsiteX2" fmla="*/ 520 w 2073"/>
                        <a:gd name="connsiteY2" fmla="*/ 1929 h 2066"/>
                        <a:gd name="connsiteX3" fmla="*/ 138 w 2073"/>
                        <a:gd name="connsiteY3" fmla="*/ 518 h 2066"/>
                        <a:gd name="connsiteX4" fmla="*/ 1554 w 2073"/>
                        <a:gd name="connsiteY4" fmla="*/ 137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6">
                          <a:moveTo>
                            <a:pt x="1554" y="137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1" y="2040"/>
                            <a:pt x="1016" y="2214"/>
                            <a:pt x="520" y="1929"/>
                          </a:cubicBezTo>
                          <a:cubicBezTo>
                            <a:pt x="24" y="1644"/>
                            <a:pt x="-147" y="1009"/>
                            <a:pt x="138" y="518"/>
                          </a:cubicBezTo>
                          <a:cubicBezTo>
                            <a:pt x="423" y="26"/>
                            <a:pt x="1058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70" name="Freeform: Shape 569">
                      <a:extLst>
                        <a:ext uri="{FF2B5EF4-FFF2-40B4-BE49-F238E27FC236}">
                          <a16:creationId xmlns:a16="http://schemas.microsoft.com/office/drawing/2014/main" id="{6D6FA9D6-00E9-0550-B466-1309EAD1C4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7298" y="5301561"/>
                      <a:ext cx="2073" cy="2066"/>
                    </a:xfrm>
                    <a:custGeom>
                      <a:avLst/>
                      <a:gdLst>
                        <a:gd name="connsiteX0" fmla="*/ 1554 w 2073"/>
                        <a:gd name="connsiteY0" fmla="*/ 137 h 2066"/>
                        <a:gd name="connsiteX1" fmla="*/ 1936 w 2073"/>
                        <a:gd name="connsiteY1" fmla="*/ 1548 h 2066"/>
                        <a:gd name="connsiteX2" fmla="*/ 520 w 2073"/>
                        <a:gd name="connsiteY2" fmla="*/ 1929 h 2066"/>
                        <a:gd name="connsiteX3" fmla="*/ 138 w 2073"/>
                        <a:gd name="connsiteY3" fmla="*/ 518 h 2066"/>
                        <a:gd name="connsiteX4" fmla="*/ 1554 w 2073"/>
                        <a:gd name="connsiteY4" fmla="*/ 137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6">
                          <a:moveTo>
                            <a:pt x="1554" y="137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0" y="2040"/>
                            <a:pt x="1016" y="2214"/>
                            <a:pt x="520" y="1929"/>
                          </a:cubicBezTo>
                          <a:cubicBezTo>
                            <a:pt x="24" y="1643"/>
                            <a:pt x="-147" y="1009"/>
                            <a:pt x="138" y="518"/>
                          </a:cubicBezTo>
                          <a:cubicBezTo>
                            <a:pt x="423" y="27"/>
                            <a:pt x="1058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71" name="Freeform: Shape 570">
                      <a:extLst>
                        <a:ext uri="{FF2B5EF4-FFF2-40B4-BE49-F238E27FC236}">
                          <a16:creationId xmlns:a16="http://schemas.microsoft.com/office/drawing/2014/main" id="{F7200FAB-8487-1233-8403-E167B56805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239" y="5301387"/>
                      <a:ext cx="2073" cy="2074"/>
                    </a:xfrm>
                    <a:custGeom>
                      <a:avLst/>
                      <a:gdLst>
                        <a:gd name="connsiteX0" fmla="*/ 1554 w 2073"/>
                        <a:gd name="connsiteY0" fmla="*/ 138 h 2074"/>
                        <a:gd name="connsiteX1" fmla="*/ 1936 w 2073"/>
                        <a:gd name="connsiteY1" fmla="*/ 1548 h 2074"/>
                        <a:gd name="connsiteX2" fmla="*/ 520 w 2073"/>
                        <a:gd name="connsiteY2" fmla="*/ 1945 h 2074"/>
                        <a:gd name="connsiteX3" fmla="*/ 138 w 2073"/>
                        <a:gd name="connsiteY3" fmla="*/ 518 h 2074"/>
                        <a:gd name="connsiteX4" fmla="*/ 1554 w 2073"/>
                        <a:gd name="connsiteY4" fmla="*/ 138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1554" y="138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0" y="2056"/>
                            <a:pt x="1016" y="2214"/>
                            <a:pt x="520" y="1945"/>
                          </a:cubicBezTo>
                          <a:cubicBezTo>
                            <a:pt x="24" y="1643"/>
                            <a:pt x="-147" y="1009"/>
                            <a:pt x="138" y="518"/>
                          </a:cubicBezTo>
                          <a:cubicBezTo>
                            <a:pt x="423" y="26"/>
                            <a:pt x="1058" y="-148"/>
                            <a:pt x="1554" y="13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72" name="Freeform: Shape 571">
                      <a:extLst>
                        <a:ext uri="{FF2B5EF4-FFF2-40B4-BE49-F238E27FC236}">
                          <a16:creationId xmlns:a16="http://schemas.microsoft.com/office/drawing/2014/main" id="{5B82CAE3-9A24-8583-21C5-23A08FA6FF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7062" y="5265114"/>
                      <a:ext cx="2073" cy="2066"/>
                    </a:xfrm>
                    <a:custGeom>
                      <a:avLst/>
                      <a:gdLst>
                        <a:gd name="connsiteX0" fmla="*/ 1554 w 2073"/>
                        <a:gd name="connsiteY0" fmla="*/ 138 h 2066"/>
                        <a:gd name="connsiteX1" fmla="*/ 1936 w 2073"/>
                        <a:gd name="connsiteY1" fmla="*/ 1548 h 2066"/>
                        <a:gd name="connsiteX2" fmla="*/ 520 w 2073"/>
                        <a:gd name="connsiteY2" fmla="*/ 1929 h 2066"/>
                        <a:gd name="connsiteX3" fmla="*/ 138 w 2073"/>
                        <a:gd name="connsiteY3" fmla="*/ 518 h 2066"/>
                        <a:gd name="connsiteX4" fmla="*/ 1554 w 2073"/>
                        <a:gd name="connsiteY4" fmla="*/ 138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6">
                          <a:moveTo>
                            <a:pt x="1554" y="138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0" y="2040"/>
                            <a:pt x="1016" y="2214"/>
                            <a:pt x="520" y="1929"/>
                          </a:cubicBezTo>
                          <a:cubicBezTo>
                            <a:pt x="24" y="1643"/>
                            <a:pt x="-147" y="1009"/>
                            <a:pt x="138" y="518"/>
                          </a:cubicBezTo>
                          <a:cubicBezTo>
                            <a:pt x="423" y="26"/>
                            <a:pt x="1058" y="-148"/>
                            <a:pt x="1554" y="13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73" name="Freeform: Shape 572">
                      <a:extLst>
                        <a:ext uri="{FF2B5EF4-FFF2-40B4-BE49-F238E27FC236}">
                          <a16:creationId xmlns:a16="http://schemas.microsoft.com/office/drawing/2014/main" id="{4A344945-8AFE-25DF-6465-D2D81CBF4B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6030" y="5258769"/>
                      <a:ext cx="2073" cy="2069"/>
                    </a:xfrm>
                    <a:custGeom>
                      <a:avLst/>
                      <a:gdLst>
                        <a:gd name="connsiteX0" fmla="*/ 1554 w 2073"/>
                        <a:gd name="connsiteY0" fmla="*/ 141 h 2069"/>
                        <a:gd name="connsiteX1" fmla="*/ 1936 w 2073"/>
                        <a:gd name="connsiteY1" fmla="*/ 1552 h 2069"/>
                        <a:gd name="connsiteX2" fmla="*/ 520 w 2073"/>
                        <a:gd name="connsiteY2" fmla="*/ 1932 h 2069"/>
                        <a:gd name="connsiteX3" fmla="*/ 138 w 2073"/>
                        <a:gd name="connsiteY3" fmla="*/ 521 h 2069"/>
                        <a:gd name="connsiteX4" fmla="*/ 1554 w 2073"/>
                        <a:gd name="connsiteY4" fmla="*/ 141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1554" y="141"/>
                          </a:moveTo>
                          <a:cubicBezTo>
                            <a:pt x="2050" y="426"/>
                            <a:pt x="2221" y="1060"/>
                            <a:pt x="1936" y="1552"/>
                          </a:cubicBezTo>
                          <a:cubicBezTo>
                            <a:pt x="1650" y="2043"/>
                            <a:pt x="1016" y="2218"/>
                            <a:pt x="520" y="1932"/>
                          </a:cubicBezTo>
                          <a:cubicBezTo>
                            <a:pt x="24" y="1647"/>
                            <a:pt x="-147" y="1013"/>
                            <a:pt x="138" y="521"/>
                          </a:cubicBezTo>
                          <a:cubicBezTo>
                            <a:pt x="423" y="14"/>
                            <a:pt x="1058" y="-145"/>
                            <a:pt x="1554" y="14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74" name="Freeform: Shape 573">
                      <a:extLst>
                        <a:ext uri="{FF2B5EF4-FFF2-40B4-BE49-F238E27FC236}">
                          <a16:creationId xmlns:a16="http://schemas.microsoft.com/office/drawing/2014/main" id="{36589494-D0C7-763E-2AC6-8223905696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1975" y="5273247"/>
                      <a:ext cx="2073" cy="2082"/>
                    </a:xfrm>
                    <a:custGeom>
                      <a:avLst/>
                      <a:gdLst>
                        <a:gd name="connsiteX0" fmla="*/ 1554 w 2073"/>
                        <a:gd name="connsiteY0" fmla="*/ 138 h 2082"/>
                        <a:gd name="connsiteX1" fmla="*/ 1936 w 2073"/>
                        <a:gd name="connsiteY1" fmla="*/ 1564 h 2082"/>
                        <a:gd name="connsiteX2" fmla="*/ 520 w 2073"/>
                        <a:gd name="connsiteY2" fmla="*/ 1945 h 2082"/>
                        <a:gd name="connsiteX3" fmla="*/ 138 w 2073"/>
                        <a:gd name="connsiteY3" fmla="*/ 518 h 2082"/>
                        <a:gd name="connsiteX4" fmla="*/ 1554 w 2073"/>
                        <a:gd name="connsiteY4" fmla="*/ 138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1554" y="138"/>
                          </a:moveTo>
                          <a:cubicBezTo>
                            <a:pt x="2050" y="423"/>
                            <a:pt x="2221" y="1057"/>
                            <a:pt x="1936" y="1564"/>
                          </a:cubicBezTo>
                          <a:cubicBezTo>
                            <a:pt x="1650" y="2056"/>
                            <a:pt x="1016" y="2230"/>
                            <a:pt x="520" y="1945"/>
                          </a:cubicBezTo>
                          <a:cubicBezTo>
                            <a:pt x="24" y="1659"/>
                            <a:pt x="-147" y="1025"/>
                            <a:pt x="138" y="518"/>
                          </a:cubicBezTo>
                          <a:cubicBezTo>
                            <a:pt x="425" y="26"/>
                            <a:pt x="1058" y="-148"/>
                            <a:pt x="1554" y="13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75" name="Freeform: Shape 574">
                      <a:extLst>
                        <a:ext uri="{FF2B5EF4-FFF2-40B4-BE49-F238E27FC236}">
                          <a16:creationId xmlns:a16="http://schemas.microsoft.com/office/drawing/2014/main" id="{828E6ED5-925D-DF56-E8AE-2B84DE40F4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848" y="5259859"/>
                      <a:ext cx="2073" cy="2074"/>
                    </a:xfrm>
                    <a:custGeom>
                      <a:avLst/>
                      <a:gdLst>
                        <a:gd name="connsiteX0" fmla="*/ 1554 w 2073"/>
                        <a:gd name="connsiteY0" fmla="*/ 130 h 2074"/>
                        <a:gd name="connsiteX1" fmla="*/ 1936 w 2073"/>
                        <a:gd name="connsiteY1" fmla="*/ 1557 h 2074"/>
                        <a:gd name="connsiteX2" fmla="*/ 520 w 2073"/>
                        <a:gd name="connsiteY2" fmla="*/ 1937 h 2074"/>
                        <a:gd name="connsiteX3" fmla="*/ 138 w 2073"/>
                        <a:gd name="connsiteY3" fmla="*/ 526 h 2074"/>
                        <a:gd name="connsiteX4" fmla="*/ 1554 w 2073"/>
                        <a:gd name="connsiteY4" fmla="*/ 130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1554" y="130"/>
                          </a:moveTo>
                          <a:cubicBezTo>
                            <a:pt x="2050" y="431"/>
                            <a:pt x="2221" y="1065"/>
                            <a:pt x="1936" y="1557"/>
                          </a:cubicBezTo>
                          <a:cubicBezTo>
                            <a:pt x="1650" y="2048"/>
                            <a:pt x="1016" y="2223"/>
                            <a:pt x="520" y="1937"/>
                          </a:cubicBezTo>
                          <a:cubicBezTo>
                            <a:pt x="24" y="1652"/>
                            <a:pt x="-147" y="1018"/>
                            <a:pt x="138" y="526"/>
                          </a:cubicBezTo>
                          <a:cubicBezTo>
                            <a:pt x="423" y="19"/>
                            <a:pt x="1058" y="-140"/>
                            <a:pt x="1554" y="1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76" name="Freeform: Shape 575">
                      <a:extLst>
                        <a:ext uri="{FF2B5EF4-FFF2-40B4-BE49-F238E27FC236}">
                          <a16:creationId xmlns:a16="http://schemas.microsoft.com/office/drawing/2014/main" id="{876D82DD-6E2F-7920-F5B4-913F9F8A20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7386" y="5265828"/>
                      <a:ext cx="2073" cy="2076"/>
                    </a:xfrm>
                    <a:custGeom>
                      <a:avLst/>
                      <a:gdLst>
                        <a:gd name="connsiteX0" fmla="*/ 1554 w 2073"/>
                        <a:gd name="connsiteY0" fmla="*/ 137 h 2076"/>
                        <a:gd name="connsiteX1" fmla="*/ 1936 w 2073"/>
                        <a:gd name="connsiteY1" fmla="*/ 1548 h 2076"/>
                        <a:gd name="connsiteX2" fmla="*/ 520 w 2073"/>
                        <a:gd name="connsiteY2" fmla="*/ 1929 h 2076"/>
                        <a:gd name="connsiteX3" fmla="*/ 138 w 2073"/>
                        <a:gd name="connsiteY3" fmla="*/ 518 h 2076"/>
                        <a:gd name="connsiteX4" fmla="*/ 1554 w 2073"/>
                        <a:gd name="connsiteY4" fmla="*/ 137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6">
                          <a:moveTo>
                            <a:pt x="1554" y="137"/>
                          </a:moveTo>
                          <a:cubicBezTo>
                            <a:pt x="2050" y="423"/>
                            <a:pt x="2221" y="1057"/>
                            <a:pt x="1936" y="1548"/>
                          </a:cubicBezTo>
                          <a:cubicBezTo>
                            <a:pt x="1650" y="2056"/>
                            <a:pt x="1016" y="2230"/>
                            <a:pt x="520" y="1929"/>
                          </a:cubicBezTo>
                          <a:cubicBezTo>
                            <a:pt x="24" y="1659"/>
                            <a:pt x="-147" y="1025"/>
                            <a:pt x="138" y="518"/>
                          </a:cubicBezTo>
                          <a:cubicBezTo>
                            <a:pt x="425" y="26"/>
                            <a:pt x="1058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77" name="Freeform: Shape 576">
                      <a:extLst>
                        <a:ext uri="{FF2B5EF4-FFF2-40B4-BE49-F238E27FC236}">
                          <a16:creationId xmlns:a16="http://schemas.microsoft.com/office/drawing/2014/main" id="{DFCB7A68-67B5-02AD-A6C8-BB34242B3E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6596" y="5253336"/>
                      <a:ext cx="2073" cy="2081"/>
                    </a:xfrm>
                    <a:custGeom>
                      <a:avLst/>
                      <a:gdLst>
                        <a:gd name="connsiteX0" fmla="*/ 1554 w 2073"/>
                        <a:gd name="connsiteY0" fmla="*/ 137 h 2081"/>
                        <a:gd name="connsiteX1" fmla="*/ 1936 w 2073"/>
                        <a:gd name="connsiteY1" fmla="*/ 1564 h 2081"/>
                        <a:gd name="connsiteX2" fmla="*/ 520 w 2073"/>
                        <a:gd name="connsiteY2" fmla="*/ 1944 h 2081"/>
                        <a:gd name="connsiteX3" fmla="*/ 138 w 2073"/>
                        <a:gd name="connsiteY3" fmla="*/ 533 h 2081"/>
                        <a:gd name="connsiteX4" fmla="*/ 1554 w 2073"/>
                        <a:gd name="connsiteY4" fmla="*/ 137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1554" y="137"/>
                          </a:moveTo>
                          <a:cubicBezTo>
                            <a:pt x="2050" y="422"/>
                            <a:pt x="2221" y="1056"/>
                            <a:pt x="1936" y="1564"/>
                          </a:cubicBezTo>
                          <a:cubicBezTo>
                            <a:pt x="1651" y="2055"/>
                            <a:pt x="1016" y="2230"/>
                            <a:pt x="520" y="1944"/>
                          </a:cubicBezTo>
                          <a:cubicBezTo>
                            <a:pt x="24" y="1659"/>
                            <a:pt x="-147" y="1025"/>
                            <a:pt x="138" y="533"/>
                          </a:cubicBezTo>
                          <a:cubicBezTo>
                            <a:pt x="424" y="26"/>
                            <a:pt x="1058" y="-148"/>
                            <a:pt x="1554" y="1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78" name="Freeform: Shape 577">
                      <a:extLst>
                        <a:ext uri="{FF2B5EF4-FFF2-40B4-BE49-F238E27FC236}">
                          <a16:creationId xmlns:a16="http://schemas.microsoft.com/office/drawing/2014/main" id="{2231FD96-1425-6B62-202D-42EB8CDB58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0180" y="5264076"/>
                      <a:ext cx="2073" cy="2074"/>
                    </a:xfrm>
                    <a:custGeom>
                      <a:avLst/>
                      <a:gdLst>
                        <a:gd name="connsiteX0" fmla="*/ 1554 w 2073"/>
                        <a:gd name="connsiteY0" fmla="*/ 130 h 2074"/>
                        <a:gd name="connsiteX1" fmla="*/ 1936 w 2073"/>
                        <a:gd name="connsiteY1" fmla="*/ 1557 h 2074"/>
                        <a:gd name="connsiteX2" fmla="*/ 520 w 2073"/>
                        <a:gd name="connsiteY2" fmla="*/ 1937 h 2074"/>
                        <a:gd name="connsiteX3" fmla="*/ 138 w 2073"/>
                        <a:gd name="connsiteY3" fmla="*/ 526 h 2074"/>
                        <a:gd name="connsiteX4" fmla="*/ 1554 w 2073"/>
                        <a:gd name="connsiteY4" fmla="*/ 130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1554" y="130"/>
                          </a:moveTo>
                          <a:cubicBezTo>
                            <a:pt x="2050" y="431"/>
                            <a:pt x="2221" y="1049"/>
                            <a:pt x="1936" y="1557"/>
                          </a:cubicBezTo>
                          <a:cubicBezTo>
                            <a:pt x="1650" y="2048"/>
                            <a:pt x="1016" y="2223"/>
                            <a:pt x="520" y="1937"/>
                          </a:cubicBezTo>
                          <a:cubicBezTo>
                            <a:pt x="24" y="1652"/>
                            <a:pt x="-147" y="1018"/>
                            <a:pt x="138" y="526"/>
                          </a:cubicBezTo>
                          <a:cubicBezTo>
                            <a:pt x="423" y="19"/>
                            <a:pt x="1058" y="-140"/>
                            <a:pt x="1554" y="1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579" name="Graphic 21">
                    <a:extLst>
                      <a:ext uri="{FF2B5EF4-FFF2-40B4-BE49-F238E27FC236}">
                        <a16:creationId xmlns:a16="http://schemas.microsoft.com/office/drawing/2014/main" id="{ED53C969-50C0-0396-45D3-76D2FF407D16}"/>
                      </a:ext>
                    </a:extLst>
                  </p:cNvPr>
                  <p:cNvGrpSpPr/>
                  <p:nvPr/>
                </p:nvGrpSpPr>
                <p:grpSpPr>
                  <a:xfrm>
                    <a:off x="867293" y="5233940"/>
                    <a:ext cx="49080" cy="61561"/>
                    <a:chOff x="867293" y="5233940"/>
                    <a:chExt cx="49080" cy="61561"/>
                  </a:xfrm>
                  <a:solidFill>
                    <a:srgbClr val="F0BB74"/>
                  </a:solidFill>
                </p:grpSpPr>
                <p:sp>
                  <p:nvSpPr>
                    <p:cNvPr id="580" name="Freeform: Shape 579">
                      <a:extLst>
                        <a:ext uri="{FF2B5EF4-FFF2-40B4-BE49-F238E27FC236}">
                          <a16:creationId xmlns:a16="http://schemas.microsoft.com/office/drawing/2014/main" id="{5D1A40AC-1F61-5485-8253-3AE45DBF0C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631" y="5248555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5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35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5"/>
                          </a:cubicBezTo>
                          <a:cubicBezTo>
                            <a:pt x="385" y="2017"/>
                            <a:pt x="-41" y="1525"/>
                            <a:pt x="3" y="955"/>
                          </a:cubicBezTo>
                          <a:cubicBezTo>
                            <a:pt x="48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81" name="Freeform: Shape 580">
                      <a:extLst>
                        <a:ext uri="{FF2B5EF4-FFF2-40B4-BE49-F238E27FC236}">
                          <a16:creationId xmlns:a16="http://schemas.microsoft.com/office/drawing/2014/main" id="{AAF12B35-B8EC-B37B-EF4A-E738AC8044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393" y="5253231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4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35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4"/>
                          </a:cubicBezTo>
                          <a:cubicBezTo>
                            <a:pt x="385" y="2017"/>
                            <a:pt x="-41" y="1525"/>
                            <a:pt x="3" y="955"/>
                          </a:cubicBezTo>
                          <a:cubicBezTo>
                            <a:pt x="48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82" name="Freeform: Shape 581">
                      <a:extLst>
                        <a:ext uri="{FF2B5EF4-FFF2-40B4-BE49-F238E27FC236}">
                          <a16:creationId xmlns:a16="http://schemas.microsoft.com/office/drawing/2014/main" id="{DFB28BF6-C572-7435-4E9D-9FE8897709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191" y="5252645"/>
                      <a:ext cx="2072" cy="2068"/>
                    </a:xfrm>
                    <a:custGeom>
                      <a:avLst/>
                      <a:gdLst>
                        <a:gd name="connsiteX0" fmla="*/ 1116 w 2072"/>
                        <a:gd name="connsiteY0" fmla="*/ 4 h 2068"/>
                        <a:gd name="connsiteX1" fmla="*/ 2069 w 2072"/>
                        <a:gd name="connsiteY1" fmla="*/ 1113 h 2068"/>
                        <a:gd name="connsiteX2" fmla="*/ 956 w 2072"/>
                        <a:gd name="connsiteY2" fmla="*/ 2065 h 2068"/>
                        <a:gd name="connsiteX3" fmla="*/ 3 w 2072"/>
                        <a:gd name="connsiteY3" fmla="*/ 955 h 2068"/>
                        <a:gd name="connsiteX4" fmla="*/ 1116 w 2072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8">
                          <a:moveTo>
                            <a:pt x="1116" y="4"/>
                          </a:moveTo>
                          <a:cubicBezTo>
                            <a:pt x="1687" y="35"/>
                            <a:pt x="2113" y="543"/>
                            <a:pt x="2069" y="1113"/>
                          </a:cubicBezTo>
                          <a:cubicBezTo>
                            <a:pt x="2024" y="1684"/>
                            <a:pt x="1525" y="2112"/>
                            <a:pt x="956" y="2065"/>
                          </a:cubicBezTo>
                          <a:cubicBezTo>
                            <a:pt x="385" y="2017"/>
                            <a:pt x="-41" y="1526"/>
                            <a:pt x="3" y="955"/>
                          </a:cubicBezTo>
                          <a:cubicBezTo>
                            <a:pt x="46" y="384"/>
                            <a:pt x="545" y="-44"/>
                            <a:pt x="1116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83" name="Freeform: Shape 582">
                      <a:extLst>
                        <a:ext uri="{FF2B5EF4-FFF2-40B4-BE49-F238E27FC236}">
                          <a16:creationId xmlns:a16="http://schemas.microsoft.com/office/drawing/2014/main" id="{3F41A7A3-B187-4A51-6A67-8B35037AD7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413" y="5247984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5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5"/>
                          </a:cubicBezTo>
                          <a:cubicBezTo>
                            <a:pt x="385" y="2033"/>
                            <a:pt x="-41" y="1525"/>
                            <a:pt x="3" y="955"/>
                          </a:cubicBezTo>
                          <a:cubicBezTo>
                            <a:pt x="48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84" name="Freeform: Shape 583">
                      <a:extLst>
                        <a:ext uri="{FF2B5EF4-FFF2-40B4-BE49-F238E27FC236}">
                          <a16:creationId xmlns:a16="http://schemas.microsoft.com/office/drawing/2014/main" id="{5C19885C-CEF6-ABEC-EBE5-4F13943CC6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652" y="5259018"/>
                      <a:ext cx="2073" cy="2082"/>
                    </a:xfrm>
                    <a:custGeom>
                      <a:avLst/>
                      <a:gdLst>
                        <a:gd name="connsiteX0" fmla="*/ 1118 w 2073"/>
                        <a:gd name="connsiteY0" fmla="*/ 4 h 2082"/>
                        <a:gd name="connsiteX1" fmla="*/ 2070 w 2073"/>
                        <a:gd name="connsiteY1" fmla="*/ 1113 h 2082"/>
                        <a:gd name="connsiteX2" fmla="*/ 956 w 2073"/>
                        <a:gd name="connsiteY2" fmla="*/ 2080 h 2082"/>
                        <a:gd name="connsiteX3" fmla="*/ 3 w 2073"/>
                        <a:gd name="connsiteY3" fmla="*/ 955 h 2082"/>
                        <a:gd name="connsiteX4" fmla="*/ 1118 w 2073"/>
                        <a:gd name="connsiteY4" fmla="*/ 4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80"/>
                          </a:cubicBezTo>
                          <a:cubicBezTo>
                            <a:pt x="385" y="2033"/>
                            <a:pt x="-41" y="1526"/>
                            <a:pt x="3" y="955"/>
                          </a:cubicBezTo>
                          <a:cubicBezTo>
                            <a:pt x="48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85" name="Freeform: Shape 584">
                      <a:extLst>
                        <a:ext uri="{FF2B5EF4-FFF2-40B4-BE49-F238E27FC236}">
                          <a16:creationId xmlns:a16="http://schemas.microsoft.com/office/drawing/2014/main" id="{42673FCA-32D7-B5B7-B5C4-5BFCA8B945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597" y="5253818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4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35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4"/>
                          </a:cubicBezTo>
                          <a:cubicBezTo>
                            <a:pt x="385" y="2017"/>
                            <a:pt x="-41" y="1525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86" name="Freeform: Shape 585">
                      <a:extLst>
                        <a:ext uri="{FF2B5EF4-FFF2-40B4-BE49-F238E27FC236}">
                          <a16:creationId xmlns:a16="http://schemas.microsoft.com/office/drawing/2014/main" id="{102BBD67-BD72-E0E1-62F1-93B75F03E2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391" y="5260540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4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35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4"/>
                          </a:cubicBezTo>
                          <a:cubicBezTo>
                            <a:pt x="385" y="2017"/>
                            <a:pt x="-41" y="1525"/>
                            <a:pt x="3" y="955"/>
                          </a:cubicBezTo>
                          <a:cubicBezTo>
                            <a:pt x="47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87" name="Freeform: Shape 586">
                      <a:extLst>
                        <a:ext uri="{FF2B5EF4-FFF2-40B4-BE49-F238E27FC236}">
                          <a16:creationId xmlns:a16="http://schemas.microsoft.com/office/drawing/2014/main" id="{2EBC7AF2-3664-6DBF-3176-05E249ACB5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7249" y="5263536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4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4"/>
                          </a:cubicBezTo>
                          <a:cubicBezTo>
                            <a:pt x="385" y="2033"/>
                            <a:pt x="-41" y="1525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88" name="Freeform: Shape 587">
                      <a:extLst>
                        <a:ext uri="{FF2B5EF4-FFF2-40B4-BE49-F238E27FC236}">
                          <a16:creationId xmlns:a16="http://schemas.microsoft.com/office/drawing/2014/main" id="{51802FAC-BE44-B96C-7A59-DA731705F4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012" y="5268213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5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5"/>
                          </a:cubicBezTo>
                          <a:cubicBezTo>
                            <a:pt x="385" y="2033"/>
                            <a:pt x="-41" y="1525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89" name="Freeform: Shape 588">
                      <a:extLst>
                        <a:ext uri="{FF2B5EF4-FFF2-40B4-BE49-F238E27FC236}">
                          <a16:creationId xmlns:a16="http://schemas.microsoft.com/office/drawing/2014/main" id="{8B67E41D-522A-3829-E3A1-7A47AF3538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9808" y="5267626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4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4"/>
                          </a:cubicBezTo>
                          <a:cubicBezTo>
                            <a:pt x="385" y="2033"/>
                            <a:pt x="-41" y="1525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0" name="Freeform: Shape 589">
                      <a:extLst>
                        <a:ext uri="{FF2B5EF4-FFF2-40B4-BE49-F238E27FC236}">
                          <a16:creationId xmlns:a16="http://schemas.microsoft.com/office/drawing/2014/main" id="{CB6FDF6F-1090-28AF-8FBB-E87464155E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031" y="5262967"/>
                      <a:ext cx="2073" cy="2082"/>
                    </a:xfrm>
                    <a:custGeom>
                      <a:avLst/>
                      <a:gdLst>
                        <a:gd name="connsiteX0" fmla="*/ 1118 w 2073"/>
                        <a:gd name="connsiteY0" fmla="*/ 2 h 2082"/>
                        <a:gd name="connsiteX1" fmla="*/ 2070 w 2073"/>
                        <a:gd name="connsiteY1" fmla="*/ 1127 h 2082"/>
                        <a:gd name="connsiteX2" fmla="*/ 956 w 2073"/>
                        <a:gd name="connsiteY2" fmla="*/ 2079 h 2082"/>
                        <a:gd name="connsiteX3" fmla="*/ 3 w 2073"/>
                        <a:gd name="connsiteY3" fmla="*/ 969 h 2082"/>
                        <a:gd name="connsiteX4" fmla="*/ 1118 w 2073"/>
                        <a:gd name="connsiteY4" fmla="*/ 2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1118" y="2"/>
                          </a:moveTo>
                          <a:cubicBezTo>
                            <a:pt x="1688" y="49"/>
                            <a:pt x="2115" y="557"/>
                            <a:pt x="2070" y="1127"/>
                          </a:cubicBezTo>
                          <a:cubicBezTo>
                            <a:pt x="2026" y="1698"/>
                            <a:pt x="1527" y="2126"/>
                            <a:pt x="956" y="2079"/>
                          </a:cubicBezTo>
                          <a:cubicBezTo>
                            <a:pt x="385" y="2031"/>
                            <a:pt x="-41" y="1540"/>
                            <a:pt x="3" y="969"/>
                          </a:cubicBezTo>
                          <a:cubicBezTo>
                            <a:pt x="49" y="398"/>
                            <a:pt x="547" y="-30"/>
                            <a:pt x="1118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1" name="Freeform: Shape 590">
                      <a:extLst>
                        <a:ext uri="{FF2B5EF4-FFF2-40B4-BE49-F238E27FC236}">
                          <a16:creationId xmlns:a16="http://schemas.microsoft.com/office/drawing/2014/main" id="{8DC72587-A33F-B33D-C150-86FD866BBA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270" y="5274015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4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35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4"/>
                          </a:cubicBezTo>
                          <a:cubicBezTo>
                            <a:pt x="385" y="2017"/>
                            <a:pt x="-41" y="1525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2" name="Freeform: Shape 591">
                      <a:extLst>
                        <a:ext uri="{FF2B5EF4-FFF2-40B4-BE49-F238E27FC236}">
                          <a16:creationId xmlns:a16="http://schemas.microsoft.com/office/drawing/2014/main" id="{9D4EED13-1E62-BDDE-CFC6-85521490C2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216" y="5268799"/>
                      <a:ext cx="2073" cy="2081"/>
                    </a:xfrm>
                    <a:custGeom>
                      <a:avLst/>
                      <a:gdLst>
                        <a:gd name="connsiteX0" fmla="*/ 1118 w 2073"/>
                        <a:gd name="connsiteY0" fmla="*/ 4 h 2081"/>
                        <a:gd name="connsiteX1" fmla="*/ 2070 w 2073"/>
                        <a:gd name="connsiteY1" fmla="*/ 1113 h 2081"/>
                        <a:gd name="connsiteX2" fmla="*/ 956 w 2073"/>
                        <a:gd name="connsiteY2" fmla="*/ 2080 h 2081"/>
                        <a:gd name="connsiteX3" fmla="*/ 3 w 2073"/>
                        <a:gd name="connsiteY3" fmla="*/ 955 h 2081"/>
                        <a:gd name="connsiteX4" fmla="*/ 1118 w 2073"/>
                        <a:gd name="connsiteY4" fmla="*/ 4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80"/>
                          </a:cubicBezTo>
                          <a:cubicBezTo>
                            <a:pt x="385" y="2033"/>
                            <a:pt x="-41" y="1525"/>
                            <a:pt x="3" y="955"/>
                          </a:cubicBezTo>
                          <a:cubicBezTo>
                            <a:pt x="49" y="384"/>
                            <a:pt x="549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3" name="Freeform: Shape 592">
                      <a:extLst>
                        <a:ext uri="{FF2B5EF4-FFF2-40B4-BE49-F238E27FC236}">
                          <a16:creationId xmlns:a16="http://schemas.microsoft.com/office/drawing/2014/main" id="{0FF53B54-8D40-8FBA-F98B-E22AB86B24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009" y="5275521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5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5"/>
                          </a:cubicBezTo>
                          <a:cubicBezTo>
                            <a:pt x="385" y="2033"/>
                            <a:pt x="-41" y="1525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4" name="Freeform: Shape 593">
                      <a:extLst>
                        <a:ext uri="{FF2B5EF4-FFF2-40B4-BE49-F238E27FC236}">
                          <a16:creationId xmlns:a16="http://schemas.microsoft.com/office/drawing/2014/main" id="{19083727-D750-CF0F-6448-9E401F1BE1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705" y="5261982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5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35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5"/>
                          </a:cubicBezTo>
                          <a:cubicBezTo>
                            <a:pt x="385" y="2017"/>
                            <a:pt x="-41" y="1526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5" name="Freeform: Shape 594">
                      <a:extLst>
                        <a:ext uri="{FF2B5EF4-FFF2-40B4-BE49-F238E27FC236}">
                          <a16:creationId xmlns:a16="http://schemas.microsoft.com/office/drawing/2014/main" id="{BACD11A6-7E72-06D2-1F56-DE2E157B72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467" y="5266659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4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4"/>
                          </a:cubicBezTo>
                          <a:cubicBezTo>
                            <a:pt x="385" y="2017"/>
                            <a:pt x="-41" y="1525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6" name="Freeform: Shape 595">
                      <a:extLst>
                        <a:ext uri="{FF2B5EF4-FFF2-40B4-BE49-F238E27FC236}">
                          <a16:creationId xmlns:a16="http://schemas.microsoft.com/office/drawing/2014/main" id="{15CAF574-8BAE-7EB4-9D0C-5D0F21C451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263" y="5266072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4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4"/>
                          </a:cubicBezTo>
                          <a:cubicBezTo>
                            <a:pt x="385" y="2017"/>
                            <a:pt x="-41" y="1525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7" name="Freeform: Shape 596">
                      <a:extLst>
                        <a:ext uri="{FF2B5EF4-FFF2-40B4-BE49-F238E27FC236}">
                          <a16:creationId xmlns:a16="http://schemas.microsoft.com/office/drawing/2014/main" id="{077B2EBB-B088-3EF4-CB94-2E16B885A4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487" y="5261412"/>
                      <a:ext cx="2073" cy="2082"/>
                    </a:xfrm>
                    <a:custGeom>
                      <a:avLst/>
                      <a:gdLst>
                        <a:gd name="connsiteX0" fmla="*/ 1118 w 2073"/>
                        <a:gd name="connsiteY0" fmla="*/ 4 h 2082"/>
                        <a:gd name="connsiteX1" fmla="*/ 2070 w 2073"/>
                        <a:gd name="connsiteY1" fmla="*/ 1129 h 2082"/>
                        <a:gd name="connsiteX2" fmla="*/ 956 w 2073"/>
                        <a:gd name="connsiteY2" fmla="*/ 2080 h 2082"/>
                        <a:gd name="connsiteX3" fmla="*/ 3 w 2073"/>
                        <a:gd name="connsiteY3" fmla="*/ 955 h 2082"/>
                        <a:gd name="connsiteX4" fmla="*/ 1118 w 2073"/>
                        <a:gd name="connsiteY4" fmla="*/ 4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29"/>
                          </a:cubicBezTo>
                          <a:cubicBezTo>
                            <a:pt x="2026" y="1700"/>
                            <a:pt x="1527" y="2112"/>
                            <a:pt x="956" y="2080"/>
                          </a:cubicBezTo>
                          <a:cubicBezTo>
                            <a:pt x="385" y="2033"/>
                            <a:pt x="-41" y="1526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8" name="Freeform: Shape 597">
                      <a:extLst>
                        <a:ext uri="{FF2B5EF4-FFF2-40B4-BE49-F238E27FC236}">
                          <a16:creationId xmlns:a16="http://schemas.microsoft.com/office/drawing/2014/main" id="{D4202610-A1B2-90EA-6FA7-82A8A123B0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726" y="5272447"/>
                      <a:ext cx="2073" cy="2082"/>
                    </a:xfrm>
                    <a:custGeom>
                      <a:avLst/>
                      <a:gdLst>
                        <a:gd name="connsiteX0" fmla="*/ 1118 w 2073"/>
                        <a:gd name="connsiteY0" fmla="*/ 2 h 2082"/>
                        <a:gd name="connsiteX1" fmla="*/ 2070 w 2073"/>
                        <a:gd name="connsiteY1" fmla="*/ 1127 h 2082"/>
                        <a:gd name="connsiteX2" fmla="*/ 956 w 2073"/>
                        <a:gd name="connsiteY2" fmla="*/ 2078 h 2082"/>
                        <a:gd name="connsiteX3" fmla="*/ 3 w 2073"/>
                        <a:gd name="connsiteY3" fmla="*/ 953 h 2082"/>
                        <a:gd name="connsiteX4" fmla="*/ 1118 w 2073"/>
                        <a:gd name="connsiteY4" fmla="*/ 2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1118" y="2"/>
                          </a:moveTo>
                          <a:cubicBezTo>
                            <a:pt x="1688" y="49"/>
                            <a:pt x="2115" y="557"/>
                            <a:pt x="2070" y="1127"/>
                          </a:cubicBezTo>
                          <a:cubicBezTo>
                            <a:pt x="2026" y="1698"/>
                            <a:pt x="1527" y="2126"/>
                            <a:pt x="956" y="2078"/>
                          </a:cubicBezTo>
                          <a:cubicBezTo>
                            <a:pt x="385" y="2031"/>
                            <a:pt x="-41" y="1524"/>
                            <a:pt x="3" y="953"/>
                          </a:cubicBezTo>
                          <a:cubicBezTo>
                            <a:pt x="49" y="382"/>
                            <a:pt x="547" y="-30"/>
                            <a:pt x="1118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9" name="Freeform: Shape 598">
                      <a:extLst>
                        <a:ext uri="{FF2B5EF4-FFF2-40B4-BE49-F238E27FC236}">
                          <a16:creationId xmlns:a16="http://schemas.microsoft.com/office/drawing/2014/main" id="{3A4D9785-2C20-627B-9552-8B0B8234F6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989" y="5273843"/>
                      <a:ext cx="2073" cy="2081"/>
                    </a:xfrm>
                    <a:custGeom>
                      <a:avLst/>
                      <a:gdLst>
                        <a:gd name="connsiteX0" fmla="*/ 1118 w 2073"/>
                        <a:gd name="connsiteY0" fmla="*/ 2 h 2081"/>
                        <a:gd name="connsiteX1" fmla="*/ 2070 w 2073"/>
                        <a:gd name="connsiteY1" fmla="*/ 1127 h 2081"/>
                        <a:gd name="connsiteX2" fmla="*/ 956 w 2073"/>
                        <a:gd name="connsiteY2" fmla="*/ 2078 h 2081"/>
                        <a:gd name="connsiteX3" fmla="*/ 3 w 2073"/>
                        <a:gd name="connsiteY3" fmla="*/ 969 h 2081"/>
                        <a:gd name="connsiteX4" fmla="*/ 1118 w 2073"/>
                        <a:gd name="connsiteY4" fmla="*/ 2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1118" y="2"/>
                          </a:moveTo>
                          <a:cubicBezTo>
                            <a:pt x="1688" y="49"/>
                            <a:pt x="2115" y="556"/>
                            <a:pt x="2070" y="1127"/>
                          </a:cubicBezTo>
                          <a:cubicBezTo>
                            <a:pt x="2026" y="1698"/>
                            <a:pt x="1527" y="2126"/>
                            <a:pt x="956" y="2078"/>
                          </a:cubicBezTo>
                          <a:cubicBezTo>
                            <a:pt x="385" y="2031"/>
                            <a:pt x="-41" y="1539"/>
                            <a:pt x="3" y="969"/>
                          </a:cubicBezTo>
                          <a:cubicBezTo>
                            <a:pt x="49" y="398"/>
                            <a:pt x="547" y="-30"/>
                            <a:pt x="1118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00" name="Freeform: Shape 599">
                      <a:extLst>
                        <a:ext uri="{FF2B5EF4-FFF2-40B4-BE49-F238E27FC236}">
                          <a16:creationId xmlns:a16="http://schemas.microsoft.com/office/drawing/2014/main" id="{BF54D4A6-FF1D-1579-6D26-F5BF40A3A3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687" y="5277677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5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5"/>
                          </a:cubicBezTo>
                          <a:cubicBezTo>
                            <a:pt x="385" y="2033"/>
                            <a:pt x="-41" y="1525"/>
                            <a:pt x="3" y="955"/>
                          </a:cubicBezTo>
                          <a:cubicBezTo>
                            <a:pt x="48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01" name="Freeform: Shape 600">
                      <a:extLst>
                        <a:ext uri="{FF2B5EF4-FFF2-40B4-BE49-F238E27FC236}">
                          <a16:creationId xmlns:a16="http://schemas.microsoft.com/office/drawing/2014/main" id="{A870709B-9FE0-3B49-0AEB-E2284AEDC2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280" y="5245003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5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5"/>
                          </a:cubicBezTo>
                          <a:cubicBezTo>
                            <a:pt x="385" y="2033"/>
                            <a:pt x="-41" y="1525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02" name="Freeform: Shape 601">
                      <a:extLst>
                        <a:ext uri="{FF2B5EF4-FFF2-40B4-BE49-F238E27FC236}">
                          <a16:creationId xmlns:a16="http://schemas.microsoft.com/office/drawing/2014/main" id="{75B169B8-3CAD-56A3-89A4-B4366F984B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044" y="5249680"/>
                      <a:ext cx="2072" cy="2082"/>
                    </a:xfrm>
                    <a:custGeom>
                      <a:avLst/>
                      <a:gdLst>
                        <a:gd name="connsiteX0" fmla="*/ 1116 w 2072"/>
                        <a:gd name="connsiteY0" fmla="*/ 4 h 2082"/>
                        <a:gd name="connsiteX1" fmla="*/ 2069 w 2072"/>
                        <a:gd name="connsiteY1" fmla="*/ 1113 h 2082"/>
                        <a:gd name="connsiteX2" fmla="*/ 956 w 2072"/>
                        <a:gd name="connsiteY2" fmla="*/ 2080 h 2082"/>
                        <a:gd name="connsiteX3" fmla="*/ 3 w 2072"/>
                        <a:gd name="connsiteY3" fmla="*/ 955 h 2082"/>
                        <a:gd name="connsiteX4" fmla="*/ 1116 w 2072"/>
                        <a:gd name="connsiteY4" fmla="*/ 4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2">
                          <a:moveTo>
                            <a:pt x="1116" y="4"/>
                          </a:moveTo>
                          <a:cubicBezTo>
                            <a:pt x="1687" y="51"/>
                            <a:pt x="2113" y="543"/>
                            <a:pt x="2069" y="1113"/>
                          </a:cubicBezTo>
                          <a:cubicBezTo>
                            <a:pt x="2025" y="1684"/>
                            <a:pt x="1525" y="2112"/>
                            <a:pt x="956" y="2080"/>
                          </a:cubicBezTo>
                          <a:cubicBezTo>
                            <a:pt x="385" y="2033"/>
                            <a:pt x="-41" y="1526"/>
                            <a:pt x="3" y="955"/>
                          </a:cubicBezTo>
                          <a:cubicBezTo>
                            <a:pt x="48" y="384"/>
                            <a:pt x="545" y="-44"/>
                            <a:pt x="1116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03" name="Freeform: Shape 602">
                      <a:extLst>
                        <a:ext uri="{FF2B5EF4-FFF2-40B4-BE49-F238E27FC236}">
                          <a16:creationId xmlns:a16="http://schemas.microsoft.com/office/drawing/2014/main" id="{F686D1EF-B733-302E-CE92-6BC8C14DAE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839" y="5249094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5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5"/>
                          </a:cubicBezTo>
                          <a:cubicBezTo>
                            <a:pt x="385" y="2033"/>
                            <a:pt x="-41" y="1526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04" name="Freeform: Shape 603">
                      <a:extLst>
                        <a:ext uri="{FF2B5EF4-FFF2-40B4-BE49-F238E27FC236}">
                          <a16:creationId xmlns:a16="http://schemas.microsoft.com/office/drawing/2014/main" id="{C4EA7F2D-29C3-125A-3688-B5DCBEF61E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062" y="5244449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4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35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4"/>
                          </a:cubicBezTo>
                          <a:cubicBezTo>
                            <a:pt x="385" y="2017"/>
                            <a:pt x="-41" y="1525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05" name="Freeform: Shape 604">
                      <a:extLst>
                        <a:ext uri="{FF2B5EF4-FFF2-40B4-BE49-F238E27FC236}">
                          <a16:creationId xmlns:a16="http://schemas.microsoft.com/office/drawing/2014/main" id="{8EB43495-E545-23DE-FBD3-CA795B7F11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301" y="5255482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5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35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5"/>
                          </a:cubicBezTo>
                          <a:cubicBezTo>
                            <a:pt x="385" y="2017"/>
                            <a:pt x="-41" y="1525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06" name="Freeform: Shape 605">
                      <a:extLst>
                        <a:ext uri="{FF2B5EF4-FFF2-40B4-BE49-F238E27FC236}">
                          <a16:creationId xmlns:a16="http://schemas.microsoft.com/office/drawing/2014/main" id="{4DC4D4A2-2DFC-0A6D-5A2A-9B18B18F45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293" y="5263013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5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5"/>
                          </a:cubicBezTo>
                          <a:cubicBezTo>
                            <a:pt x="385" y="2017"/>
                            <a:pt x="-41" y="1525"/>
                            <a:pt x="3" y="955"/>
                          </a:cubicBezTo>
                          <a:cubicBezTo>
                            <a:pt x="48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07" name="Freeform: Shape 606">
                      <a:extLst>
                        <a:ext uri="{FF2B5EF4-FFF2-40B4-BE49-F238E27FC236}">
                          <a16:creationId xmlns:a16="http://schemas.microsoft.com/office/drawing/2014/main" id="{74070334-56A4-C7A0-A79C-F35A7848F2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040" y="5256989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4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4"/>
                          </a:cubicBezTo>
                          <a:cubicBezTo>
                            <a:pt x="385" y="2017"/>
                            <a:pt x="-41" y="1525"/>
                            <a:pt x="3" y="955"/>
                          </a:cubicBezTo>
                          <a:cubicBezTo>
                            <a:pt x="49" y="384"/>
                            <a:pt x="549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08" name="Freeform: Shape 607">
                      <a:extLst>
                        <a:ext uri="{FF2B5EF4-FFF2-40B4-BE49-F238E27FC236}">
                          <a16:creationId xmlns:a16="http://schemas.microsoft.com/office/drawing/2014/main" id="{6137F1A6-B9EC-C0EF-1B24-55DD3AB50E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7278" y="5251583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4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4"/>
                          </a:cubicBezTo>
                          <a:cubicBezTo>
                            <a:pt x="385" y="2033"/>
                            <a:pt x="-41" y="1525"/>
                            <a:pt x="3" y="955"/>
                          </a:cubicBezTo>
                          <a:cubicBezTo>
                            <a:pt x="48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09" name="Freeform: Shape 608">
                      <a:extLst>
                        <a:ext uri="{FF2B5EF4-FFF2-40B4-BE49-F238E27FC236}">
                          <a16:creationId xmlns:a16="http://schemas.microsoft.com/office/drawing/2014/main" id="{38EE42BC-5C6F-4E8F-3CE4-52F9F43531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4041" y="5256259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5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5"/>
                          </a:cubicBezTo>
                          <a:cubicBezTo>
                            <a:pt x="385" y="2017"/>
                            <a:pt x="-41" y="1526"/>
                            <a:pt x="3" y="955"/>
                          </a:cubicBezTo>
                          <a:cubicBezTo>
                            <a:pt x="48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0" name="Freeform: Shape 609">
                      <a:extLst>
                        <a:ext uri="{FF2B5EF4-FFF2-40B4-BE49-F238E27FC236}">
                          <a16:creationId xmlns:a16="http://schemas.microsoft.com/office/drawing/2014/main" id="{9F2B3682-D7C8-C1E1-E3FA-B661A5F7DB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3545" y="5255197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4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35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4"/>
                          </a:cubicBezTo>
                          <a:cubicBezTo>
                            <a:pt x="385" y="2017"/>
                            <a:pt x="-41" y="1525"/>
                            <a:pt x="3" y="955"/>
                          </a:cubicBezTo>
                          <a:cubicBezTo>
                            <a:pt x="48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1" name="Freeform: Shape 610">
                      <a:extLst>
                        <a:ext uri="{FF2B5EF4-FFF2-40B4-BE49-F238E27FC236}">
                          <a16:creationId xmlns:a16="http://schemas.microsoft.com/office/drawing/2014/main" id="{29858FD6-0B9F-32EC-1874-74CC05B87E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0060" y="5251014"/>
                      <a:ext cx="2073" cy="2080"/>
                    </a:xfrm>
                    <a:custGeom>
                      <a:avLst/>
                      <a:gdLst>
                        <a:gd name="connsiteX0" fmla="*/ 1118 w 2073"/>
                        <a:gd name="connsiteY0" fmla="*/ 2 h 2080"/>
                        <a:gd name="connsiteX1" fmla="*/ 2070 w 2073"/>
                        <a:gd name="connsiteY1" fmla="*/ 1127 h 2080"/>
                        <a:gd name="connsiteX2" fmla="*/ 956 w 2073"/>
                        <a:gd name="connsiteY2" fmla="*/ 2078 h 2080"/>
                        <a:gd name="connsiteX3" fmla="*/ 3 w 2073"/>
                        <a:gd name="connsiteY3" fmla="*/ 953 h 2080"/>
                        <a:gd name="connsiteX4" fmla="*/ 1118 w 2073"/>
                        <a:gd name="connsiteY4" fmla="*/ 2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0">
                          <a:moveTo>
                            <a:pt x="1118" y="2"/>
                          </a:moveTo>
                          <a:cubicBezTo>
                            <a:pt x="1688" y="49"/>
                            <a:pt x="2115" y="557"/>
                            <a:pt x="2070" y="1127"/>
                          </a:cubicBezTo>
                          <a:cubicBezTo>
                            <a:pt x="2026" y="1698"/>
                            <a:pt x="1527" y="2110"/>
                            <a:pt x="956" y="2078"/>
                          </a:cubicBezTo>
                          <a:cubicBezTo>
                            <a:pt x="385" y="2031"/>
                            <a:pt x="-41" y="1524"/>
                            <a:pt x="3" y="953"/>
                          </a:cubicBezTo>
                          <a:cubicBezTo>
                            <a:pt x="48" y="382"/>
                            <a:pt x="547" y="-30"/>
                            <a:pt x="1118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2" name="Freeform: Shape 611">
                      <a:extLst>
                        <a:ext uri="{FF2B5EF4-FFF2-40B4-BE49-F238E27FC236}">
                          <a16:creationId xmlns:a16="http://schemas.microsoft.com/office/drawing/2014/main" id="{08B7DC64-2D41-B621-2EAC-DDBE5C9A63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8299" y="5262048"/>
                      <a:ext cx="2073" cy="2082"/>
                    </a:xfrm>
                    <a:custGeom>
                      <a:avLst/>
                      <a:gdLst>
                        <a:gd name="connsiteX0" fmla="*/ 1118 w 2073"/>
                        <a:gd name="connsiteY0" fmla="*/ 2 h 2082"/>
                        <a:gd name="connsiteX1" fmla="*/ 2070 w 2073"/>
                        <a:gd name="connsiteY1" fmla="*/ 1127 h 2082"/>
                        <a:gd name="connsiteX2" fmla="*/ 956 w 2073"/>
                        <a:gd name="connsiteY2" fmla="*/ 2079 h 2082"/>
                        <a:gd name="connsiteX3" fmla="*/ 3 w 2073"/>
                        <a:gd name="connsiteY3" fmla="*/ 953 h 2082"/>
                        <a:gd name="connsiteX4" fmla="*/ 1118 w 2073"/>
                        <a:gd name="connsiteY4" fmla="*/ 2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1118" y="2"/>
                          </a:moveTo>
                          <a:cubicBezTo>
                            <a:pt x="1688" y="49"/>
                            <a:pt x="2115" y="557"/>
                            <a:pt x="2070" y="1127"/>
                          </a:cubicBezTo>
                          <a:cubicBezTo>
                            <a:pt x="2026" y="1698"/>
                            <a:pt x="1527" y="2126"/>
                            <a:pt x="956" y="2079"/>
                          </a:cubicBezTo>
                          <a:cubicBezTo>
                            <a:pt x="385" y="2031"/>
                            <a:pt x="-41" y="1524"/>
                            <a:pt x="3" y="953"/>
                          </a:cubicBezTo>
                          <a:cubicBezTo>
                            <a:pt x="47" y="382"/>
                            <a:pt x="547" y="-30"/>
                            <a:pt x="1118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3" name="Freeform: Shape 612">
                      <a:extLst>
                        <a:ext uri="{FF2B5EF4-FFF2-40B4-BE49-F238E27FC236}">
                          <a16:creationId xmlns:a16="http://schemas.microsoft.com/office/drawing/2014/main" id="{1277FA33-B375-B901-8816-80BE099DDC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245" y="5256846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5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5"/>
                          </a:cubicBezTo>
                          <a:cubicBezTo>
                            <a:pt x="385" y="2017"/>
                            <a:pt x="-41" y="1526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4" name="Freeform: Shape 613">
                      <a:extLst>
                        <a:ext uri="{FF2B5EF4-FFF2-40B4-BE49-F238E27FC236}">
                          <a16:creationId xmlns:a16="http://schemas.microsoft.com/office/drawing/2014/main" id="{D39FA293-0095-E2FA-CF40-2C91A63B4A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1038" y="5263568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5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5"/>
                          </a:cubicBezTo>
                          <a:cubicBezTo>
                            <a:pt x="385" y="2017"/>
                            <a:pt x="-41" y="1526"/>
                            <a:pt x="3" y="955"/>
                          </a:cubicBezTo>
                          <a:cubicBezTo>
                            <a:pt x="48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5" name="Freeform: Shape 614">
                      <a:extLst>
                        <a:ext uri="{FF2B5EF4-FFF2-40B4-BE49-F238E27FC236}">
                          <a16:creationId xmlns:a16="http://schemas.microsoft.com/office/drawing/2014/main" id="{419A12CD-A8AD-64D7-B955-53B9AEB81C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104" y="5281434"/>
                      <a:ext cx="2072" cy="2084"/>
                    </a:xfrm>
                    <a:custGeom>
                      <a:avLst/>
                      <a:gdLst>
                        <a:gd name="connsiteX0" fmla="*/ 1116 w 2072"/>
                        <a:gd name="connsiteY0" fmla="*/ 4 h 2084"/>
                        <a:gd name="connsiteX1" fmla="*/ 2069 w 2072"/>
                        <a:gd name="connsiteY1" fmla="*/ 1129 h 2084"/>
                        <a:gd name="connsiteX2" fmla="*/ 956 w 2072"/>
                        <a:gd name="connsiteY2" fmla="*/ 2080 h 2084"/>
                        <a:gd name="connsiteX3" fmla="*/ 3 w 2072"/>
                        <a:gd name="connsiteY3" fmla="*/ 955 h 2084"/>
                        <a:gd name="connsiteX4" fmla="*/ 1116 w 2072"/>
                        <a:gd name="connsiteY4" fmla="*/ 4 h 20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4">
                          <a:moveTo>
                            <a:pt x="1116" y="4"/>
                          </a:moveTo>
                          <a:cubicBezTo>
                            <a:pt x="1687" y="51"/>
                            <a:pt x="2113" y="558"/>
                            <a:pt x="2069" y="1129"/>
                          </a:cubicBezTo>
                          <a:cubicBezTo>
                            <a:pt x="2024" y="1700"/>
                            <a:pt x="1525" y="2128"/>
                            <a:pt x="956" y="2080"/>
                          </a:cubicBezTo>
                          <a:cubicBezTo>
                            <a:pt x="385" y="2033"/>
                            <a:pt x="-41" y="1526"/>
                            <a:pt x="3" y="955"/>
                          </a:cubicBezTo>
                          <a:cubicBezTo>
                            <a:pt x="46" y="384"/>
                            <a:pt x="545" y="-44"/>
                            <a:pt x="1116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6" name="Freeform: Shape 615">
                      <a:extLst>
                        <a:ext uri="{FF2B5EF4-FFF2-40B4-BE49-F238E27FC236}">
                          <a16:creationId xmlns:a16="http://schemas.microsoft.com/office/drawing/2014/main" id="{62CBDAA4-B8DE-CE2B-D4D4-98ADCF2572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865" y="5286113"/>
                      <a:ext cx="2073" cy="2082"/>
                    </a:xfrm>
                    <a:custGeom>
                      <a:avLst/>
                      <a:gdLst>
                        <a:gd name="connsiteX0" fmla="*/ 1118 w 2073"/>
                        <a:gd name="connsiteY0" fmla="*/ 2 h 2082"/>
                        <a:gd name="connsiteX1" fmla="*/ 2070 w 2073"/>
                        <a:gd name="connsiteY1" fmla="*/ 1127 h 2082"/>
                        <a:gd name="connsiteX2" fmla="*/ 956 w 2073"/>
                        <a:gd name="connsiteY2" fmla="*/ 2078 h 2082"/>
                        <a:gd name="connsiteX3" fmla="*/ 3 w 2073"/>
                        <a:gd name="connsiteY3" fmla="*/ 953 h 2082"/>
                        <a:gd name="connsiteX4" fmla="*/ 1118 w 2073"/>
                        <a:gd name="connsiteY4" fmla="*/ 2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1118" y="2"/>
                          </a:moveTo>
                          <a:cubicBezTo>
                            <a:pt x="1688" y="49"/>
                            <a:pt x="2115" y="557"/>
                            <a:pt x="2070" y="1127"/>
                          </a:cubicBezTo>
                          <a:cubicBezTo>
                            <a:pt x="2026" y="1698"/>
                            <a:pt x="1527" y="2126"/>
                            <a:pt x="956" y="2078"/>
                          </a:cubicBezTo>
                          <a:cubicBezTo>
                            <a:pt x="385" y="2031"/>
                            <a:pt x="-41" y="1524"/>
                            <a:pt x="3" y="953"/>
                          </a:cubicBezTo>
                          <a:cubicBezTo>
                            <a:pt x="48" y="382"/>
                            <a:pt x="547" y="-30"/>
                            <a:pt x="1118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7" name="Freeform: Shape 616">
                      <a:extLst>
                        <a:ext uri="{FF2B5EF4-FFF2-40B4-BE49-F238E27FC236}">
                          <a16:creationId xmlns:a16="http://schemas.microsoft.com/office/drawing/2014/main" id="{A1E4534E-4BEE-56F8-75A6-8454D235EC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660" y="5285525"/>
                      <a:ext cx="2073" cy="2081"/>
                    </a:xfrm>
                    <a:custGeom>
                      <a:avLst/>
                      <a:gdLst>
                        <a:gd name="connsiteX0" fmla="*/ 1118 w 2073"/>
                        <a:gd name="connsiteY0" fmla="*/ 4 h 2081"/>
                        <a:gd name="connsiteX1" fmla="*/ 2070 w 2073"/>
                        <a:gd name="connsiteY1" fmla="*/ 1129 h 2081"/>
                        <a:gd name="connsiteX2" fmla="*/ 956 w 2073"/>
                        <a:gd name="connsiteY2" fmla="*/ 2080 h 2081"/>
                        <a:gd name="connsiteX3" fmla="*/ 3 w 2073"/>
                        <a:gd name="connsiteY3" fmla="*/ 955 h 2081"/>
                        <a:gd name="connsiteX4" fmla="*/ 1118 w 2073"/>
                        <a:gd name="connsiteY4" fmla="*/ 4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1118" y="4"/>
                          </a:moveTo>
                          <a:cubicBezTo>
                            <a:pt x="1688" y="51"/>
                            <a:pt x="2115" y="558"/>
                            <a:pt x="2070" y="1129"/>
                          </a:cubicBezTo>
                          <a:cubicBezTo>
                            <a:pt x="2026" y="1684"/>
                            <a:pt x="1527" y="2112"/>
                            <a:pt x="956" y="2080"/>
                          </a:cubicBezTo>
                          <a:cubicBezTo>
                            <a:pt x="385" y="2033"/>
                            <a:pt x="-41" y="1525"/>
                            <a:pt x="3" y="955"/>
                          </a:cubicBezTo>
                          <a:cubicBezTo>
                            <a:pt x="49" y="384"/>
                            <a:pt x="549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8" name="Freeform: Shape 617">
                      <a:extLst>
                        <a:ext uri="{FF2B5EF4-FFF2-40B4-BE49-F238E27FC236}">
                          <a16:creationId xmlns:a16="http://schemas.microsoft.com/office/drawing/2014/main" id="{6E411703-6C70-F6E8-CE27-B4384940B7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565" y="5276139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5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5"/>
                          </a:cubicBezTo>
                          <a:cubicBezTo>
                            <a:pt x="385" y="2017"/>
                            <a:pt x="-41" y="1525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9" name="Freeform: Shape 618">
                      <a:extLst>
                        <a:ext uri="{FF2B5EF4-FFF2-40B4-BE49-F238E27FC236}">
                          <a16:creationId xmlns:a16="http://schemas.microsoft.com/office/drawing/2014/main" id="{6769EB8D-9964-7E53-0689-4FB782392C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169" y="5286999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5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5"/>
                          </a:cubicBezTo>
                          <a:cubicBezTo>
                            <a:pt x="385" y="2033"/>
                            <a:pt x="-41" y="1525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0" name="Freeform: Shape 619">
                      <a:extLst>
                        <a:ext uri="{FF2B5EF4-FFF2-40B4-BE49-F238E27FC236}">
                          <a16:creationId xmlns:a16="http://schemas.microsoft.com/office/drawing/2014/main" id="{2A13CB28-36A4-0112-95AD-C91B9DD294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071" y="5286700"/>
                      <a:ext cx="2072" cy="2082"/>
                    </a:xfrm>
                    <a:custGeom>
                      <a:avLst/>
                      <a:gdLst>
                        <a:gd name="connsiteX0" fmla="*/ 1116 w 2072"/>
                        <a:gd name="connsiteY0" fmla="*/ 2 h 2082"/>
                        <a:gd name="connsiteX1" fmla="*/ 2069 w 2072"/>
                        <a:gd name="connsiteY1" fmla="*/ 1127 h 2082"/>
                        <a:gd name="connsiteX2" fmla="*/ 956 w 2072"/>
                        <a:gd name="connsiteY2" fmla="*/ 2078 h 2082"/>
                        <a:gd name="connsiteX3" fmla="*/ 3 w 2072"/>
                        <a:gd name="connsiteY3" fmla="*/ 953 h 2082"/>
                        <a:gd name="connsiteX4" fmla="*/ 1116 w 2072"/>
                        <a:gd name="connsiteY4" fmla="*/ 2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2">
                          <a:moveTo>
                            <a:pt x="1116" y="2"/>
                          </a:moveTo>
                          <a:cubicBezTo>
                            <a:pt x="1687" y="49"/>
                            <a:pt x="2113" y="557"/>
                            <a:pt x="2069" y="1127"/>
                          </a:cubicBezTo>
                          <a:cubicBezTo>
                            <a:pt x="2024" y="1698"/>
                            <a:pt x="1525" y="2126"/>
                            <a:pt x="956" y="2078"/>
                          </a:cubicBezTo>
                          <a:cubicBezTo>
                            <a:pt x="385" y="2031"/>
                            <a:pt x="-41" y="1524"/>
                            <a:pt x="3" y="953"/>
                          </a:cubicBezTo>
                          <a:cubicBezTo>
                            <a:pt x="46" y="382"/>
                            <a:pt x="545" y="-30"/>
                            <a:pt x="1116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1" name="Freeform: Shape 620">
                      <a:extLst>
                        <a:ext uri="{FF2B5EF4-FFF2-40B4-BE49-F238E27FC236}">
                          <a16:creationId xmlns:a16="http://schemas.microsoft.com/office/drawing/2014/main" id="{A608AFFE-746E-37DD-13BF-6789104E1F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863" y="5293419"/>
                      <a:ext cx="2073" cy="2081"/>
                    </a:xfrm>
                    <a:custGeom>
                      <a:avLst/>
                      <a:gdLst>
                        <a:gd name="connsiteX0" fmla="*/ 1118 w 2073"/>
                        <a:gd name="connsiteY0" fmla="*/ 4 h 2081"/>
                        <a:gd name="connsiteX1" fmla="*/ 2070 w 2073"/>
                        <a:gd name="connsiteY1" fmla="*/ 1113 h 2081"/>
                        <a:gd name="connsiteX2" fmla="*/ 956 w 2073"/>
                        <a:gd name="connsiteY2" fmla="*/ 2080 h 2081"/>
                        <a:gd name="connsiteX3" fmla="*/ 3 w 2073"/>
                        <a:gd name="connsiteY3" fmla="*/ 955 h 2081"/>
                        <a:gd name="connsiteX4" fmla="*/ 1118 w 2073"/>
                        <a:gd name="connsiteY4" fmla="*/ 4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1118" y="4"/>
                          </a:moveTo>
                          <a:cubicBezTo>
                            <a:pt x="1688" y="51"/>
                            <a:pt x="2115" y="558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80"/>
                          </a:cubicBezTo>
                          <a:cubicBezTo>
                            <a:pt x="385" y="2033"/>
                            <a:pt x="-41" y="1525"/>
                            <a:pt x="3" y="955"/>
                          </a:cubicBezTo>
                          <a:cubicBezTo>
                            <a:pt x="47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2" name="Freeform: Shape 621">
                      <a:extLst>
                        <a:ext uri="{FF2B5EF4-FFF2-40B4-BE49-F238E27FC236}">
                          <a16:creationId xmlns:a16="http://schemas.microsoft.com/office/drawing/2014/main" id="{C2ABF438-6EFF-2EC8-A8C6-CFAD655A37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7100" y="5267152"/>
                      <a:ext cx="2073" cy="2082"/>
                    </a:xfrm>
                    <a:custGeom>
                      <a:avLst/>
                      <a:gdLst>
                        <a:gd name="connsiteX0" fmla="*/ 1118 w 2073"/>
                        <a:gd name="connsiteY0" fmla="*/ 2 h 2082"/>
                        <a:gd name="connsiteX1" fmla="*/ 2070 w 2073"/>
                        <a:gd name="connsiteY1" fmla="*/ 1127 h 2082"/>
                        <a:gd name="connsiteX2" fmla="*/ 956 w 2073"/>
                        <a:gd name="connsiteY2" fmla="*/ 2079 h 2082"/>
                        <a:gd name="connsiteX3" fmla="*/ 3 w 2073"/>
                        <a:gd name="connsiteY3" fmla="*/ 953 h 2082"/>
                        <a:gd name="connsiteX4" fmla="*/ 1118 w 2073"/>
                        <a:gd name="connsiteY4" fmla="*/ 2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1118" y="2"/>
                          </a:moveTo>
                          <a:cubicBezTo>
                            <a:pt x="1688" y="49"/>
                            <a:pt x="2115" y="557"/>
                            <a:pt x="2070" y="1127"/>
                          </a:cubicBezTo>
                          <a:cubicBezTo>
                            <a:pt x="2026" y="1698"/>
                            <a:pt x="1527" y="2126"/>
                            <a:pt x="956" y="2079"/>
                          </a:cubicBezTo>
                          <a:cubicBezTo>
                            <a:pt x="385" y="2031"/>
                            <a:pt x="-41" y="1540"/>
                            <a:pt x="3" y="953"/>
                          </a:cubicBezTo>
                          <a:cubicBezTo>
                            <a:pt x="49" y="382"/>
                            <a:pt x="547" y="-30"/>
                            <a:pt x="1118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3" name="Freeform: Shape 622">
                      <a:extLst>
                        <a:ext uri="{FF2B5EF4-FFF2-40B4-BE49-F238E27FC236}">
                          <a16:creationId xmlns:a16="http://schemas.microsoft.com/office/drawing/2014/main" id="{7C053ADB-2739-07B3-1113-7AEF2E7CB2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8202" y="5276599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4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4"/>
                          </a:cubicBezTo>
                          <a:cubicBezTo>
                            <a:pt x="385" y="2017"/>
                            <a:pt x="-41" y="1525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4" name="Freeform: Shape 623">
                      <a:extLst>
                        <a:ext uri="{FF2B5EF4-FFF2-40B4-BE49-F238E27FC236}">
                          <a16:creationId xmlns:a16="http://schemas.microsoft.com/office/drawing/2014/main" id="{E6A0791D-ED48-7DAA-43AC-58819983C3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8448" y="5286761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5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5"/>
                          </a:cubicBezTo>
                          <a:cubicBezTo>
                            <a:pt x="385" y="2033"/>
                            <a:pt x="-41" y="1526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5" name="Freeform: Shape 624">
                      <a:extLst>
                        <a:ext uri="{FF2B5EF4-FFF2-40B4-BE49-F238E27FC236}">
                          <a16:creationId xmlns:a16="http://schemas.microsoft.com/office/drawing/2014/main" id="{4B0C3348-FE0E-F8BA-829D-76AC1C5F56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4221" y="5271352"/>
                      <a:ext cx="2073" cy="2082"/>
                    </a:xfrm>
                    <a:custGeom>
                      <a:avLst/>
                      <a:gdLst>
                        <a:gd name="connsiteX0" fmla="*/ 1118 w 2073"/>
                        <a:gd name="connsiteY0" fmla="*/ 4 h 2082"/>
                        <a:gd name="connsiteX1" fmla="*/ 2070 w 2073"/>
                        <a:gd name="connsiteY1" fmla="*/ 1129 h 2082"/>
                        <a:gd name="connsiteX2" fmla="*/ 956 w 2073"/>
                        <a:gd name="connsiteY2" fmla="*/ 2080 h 2082"/>
                        <a:gd name="connsiteX3" fmla="*/ 3 w 2073"/>
                        <a:gd name="connsiteY3" fmla="*/ 955 h 2082"/>
                        <a:gd name="connsiteX4" fmla="*/ 1118 w 2073"/>
                        <a:gd name="connsiteY4" fmla="*/ 4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1118" y="4"/>
                          </a:moveTo>
                          <a:cubicBezTo>
                            <a:pt x="1688" y="51"/>
                            <a:pt x="2115" y="558"/>
                            <a:pt x="2070" y="1129"/>
                          </a:cubicBezTo>
                          <a:cubicBezTo>
                            <a:pt x="2026" y="1700"/>
                            <a:pt x="1527" y="2112"/>
                            <a:pt x="956" y="2080"/>
                          </a:cubicBezTo>
                          <a:cubicBezTo>
                            <a:pt x="385" y="2033"/>
                            <a:pt x="-41" y="1525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6" name="Freeform: Shape 625">
                      <a:extLst>
                        <a:ext uri="{FF2B5EF4-FFF2-40B4-BE49-F238E27FC236}">
                          <a16:creationId xmlns:a16="http://schemas.microsoft.com/office/drawing/2014/main" id="{9CA810BD-33E5-71A1-9269-0337BF604D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4299" y="5272144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5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5"/>
                          </a:cubicBezTo>
                          <a:cubicBezTo>
                            <a:pt x="385" y="2033"/>
                            <a:pt x="-41" y="1525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7" name="Freeform: Shape 626">
                      <a:extLst>
                        <a:ext uri="{FF2B5EF4-FFF2-40B4-BE49-F238E27FC236}">
                          <a16:creationId xmlns:a16="http://schemas.microsoft.com/office/drawing/2014/main" id="{9B109642-5B51-02EA-7945-E05CC93ED2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2406" y="5277186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4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4"/>
                          </a:cubicBezTo>
                          <a:cubicBezTo>
                            <a:pt x="385" y="2017"/>
                            <a:pt x="-41" y="1525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8" name="Freeform: Shape 627">
                      <a:extLst>
                        <a:ext uri="{FF2B5EF4-FFF2-40B4-BE49-F238E27FC236}">
                          <a16:creationId xmlns:a16="http://schemas.microsoft.com/office/drawing/2014/main" id="{79BE4109-C76C-C83D-A3D6-021E92F9C0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959" y="5280057"/>
                      <a:ext cx="2073" cy="2082"/>
                    </a:xfrm>
                    <a:custGeom>
                      <a:avLst/>
                      <a:gdLst>
                        <a:gd name="connsiteX0" fmla="*/ 1118 w 2073"/>
                        <a:gd name="connsiteY0" fmla="*/ 2 h 2082"/>
                        <a:gd name="connsiteX1" fmla="*/ 2070 w 2073"/>
                        <a:gd name="connsiteY1" fmla="*/ 1127 h 2082"/>
                        <a:gd name="connsiteX2" fmla="*/ 956 w 2073"/>
                        <a:gd name="connsiteY2" fmla="*/ 2079 h 2082"/>
                        <a:gd name="connsiteX3" fmla="*/ 3 w 2073"/>
                        <a:gd name="connsiteY3" fmla="*/ 969 h 2082"/>
                        <a:gd name="connsiteX4" fmla="*/ 1118 w 2073"/>
                        <a:gd name="connsiteY4" fmla="*/ 2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1118" y="2"/>
                          </a:moveTo>
                          <a:cubicBezTo>
                            <a:pt x="1688" y="49"/>
                            <a:pt x="2115" y="556"/>
                            <a:pt x="2070" y="1127"/>
                          </a:cubicBezTo>
                          <a:cubicBezTo>
                            <a:pt x="2026" y="1698"/>
                            <a:pt x="1527" y="2126"/>
                            <a:pt x="956" y="2079"/>
                          </a:cubicBezTo>
                          <a:cubicBezTo>
                            <a:pt x="385" y="2031"/>
                            <a:pt x="-41" y="1539"/>
                            <a:pt x="3" y="969"/>
                          </a:cubicBezTo>
                          <a:cubicBezTo>
                            <a:pt x="49" y="398"/>
                            <a:pt x="547" y="-30"/>
                            <a:pt x="1118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9" name="Freeform: Shape 628">
                      <a:extLst>
                        <a:ext uri="{FF2B5EF4-FFF2-40B4-BE49-F238E27FC236}">
                          <a16:creationId xmlns:a16="http://schemas.microsoft.com/office/drawing/2014/main" id="{A3CB1C87-E161-A9CB-3831-305F494F7D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4600" y="5235779"/>
                      <a:ext cx="2073" cy="2081"/>
                    </a:xfrm>
                    <a:custGeom>
                      <a:avLst/>
                      <a:gdLst>
                        <a:gd name="connsiteX0" fmla="*/ 1118 w 2073"/>
                        <a:gd name="connsiteY0" fmla="*/ 2 h 2081"/>
                        <a:gd name="connsiteX1" fmla="*/ 2070 w 2073"/>
                        <a:gd name="connsiteY1" fmla="*/ 1127 h 2081"/>
                        <a:gd name="connsiteX2" fmla="*/ 956 w 2073"/>
                        <a:gd name="connsiteY2" fmla="*/ 2078 h 2081"/>
                        <a:gd name="connsiteX3" fmla="*/ 3 w 2073"/>
                        <a:gd name="connsiteY3" fmla="*/ 969 h 2081"/>
                        <a:gd name="connsiteX4" fmla="*/ 1118 w 2073"/>
                        <a:gd name="connsiteY4" fmla="*/ 2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1118" y="2"/>
                          </a:moveTo>
                          <a:cubicBezTo>
                            <a:pt x="1688" y="49"/>
                            <a:pt x="2115" y="556"/>
                            <a:pt x="2070" y="1127"/>
                          </a:cubicBezTo>
                          <a:cubicBezTo>
                            <a:pt x="2026" y="1698"/>
                            <a:pt x="1527" y="2126"/>
                            <a:pt x="956" y="2078"/>
                          </a:cubicBezTo>
                          <a:cubicBezTo>
                            <a:pt x="385" y="2031"/>
                            <a:pt x="-41" y="1539"/>
                            <a:pt x="3" y="969"/>
                          </a:cubicBezTo>
                          <a:cubicBezTo>
                            <a:pt x="47" y="398"/>
                            <a:pt x="547" y="-30"/>
                            <a:pt x="1118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30" name="Freeform: Shape 629">
                      <a:extLst>
                        <a:ext uri="{FF2B5EF4-FFF2-40B4-BE49-F238E27FC236}">
                          <a16:creationId xmlns:a16="http://schemas.microsoft.com/office/drawing/2014/main" id="{84E9736C-C8B0-643E-D453-9FBD8A432C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5234794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4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4"/>
                          </a:cubicBezTo>
                          <a:cubicBezTo>
                            <a:pt x="385" y="2017"/>
                            <a:pt x="-41" y="1525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31" name="Freeform: Shape 630">
                      <a:extLst>
                        <a:ext uri="{FF2B5EF4-FFF2-40B4-BE49-F238E27FC236}">
                          <a16:creationId xmlns:a16="http://schemas.microsoft.com/office/drawing/2014/main" id="{5B86B5C6-40EF-0EAF-DD80-F4654FD91B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3502" y="5245320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5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5"/>
                          </a:cubicBezTo>
                          <a:cubicBezTo>
                            <a:pt x="385" y="2017"/>
                            <a:pt x="-41" y="1526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32" name="Freeform: Shape 631">
                      <a:extLst>
                        <a:ext uri="{FF2B5EF4-FFF2-40B4-BE49-F238E27FC236}">
                          <a16:creationId xmlns:a16="http://schemas.microsoft.com/office/drawing/2014/main" id="{438C3430-77BA-CF51-82FC-D7B8E57F89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476" y="5241436"/>
                      <a:ext cx="2073" cy="2082"/>
                    </a:xfrm>
                    <a:custGeom>
                      <a:avLst/>
                      <a:gdLst>
                        <a:gd name="connsiteX0" fmla="*/ 1118 w 2073"/>
                        <a:gd name="connsiteY0" fmla="*/ 4 h 2082"/>
                        <a:gd name="connsiteX1" fmla="*/ 2070 w 2073"/>
                        <a:gd name="connsiteY1" fmla="*/ 1113 h 2082"/>
                        <a:gd name="connsiteX2" fmla="*/ 956 w 2073"/>
                        <a:gd name="connsiteY2" fmla="*/ 2080 h 2082"/>
                        <a:gd name="connsiteX3" fmla="*/ 3 w 2073"/>
                        <a:gd name="connsiteY3" fmla="*/ 955 h 2082"/>
                        <a:gd name="connsiteX4" fmla="*/ 1118 w 2073"/>
                        <a:gd name="connsiteY4" fmla="*/ 4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700"/>
                            <a:pt x="1527" y="2112"/>
                            <a:pt x="956" y="2080"/>
                          </a:cubicBezTo>
                          <a:cubicBezTo>
                            <a:pt x="385" y="2033"/>
                            <a:pt x="-41" y="1525"/>
                            <a:pt x="3" y="955"/>
                          </a:cubicBezTo>
                          <a:cubicBezTo>
                            <a:pt x="48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33" name="Freeform: Shape 632">
                      <a:extLst>
                        <a:ext uri="{FF2B5EF4-FFF2-40B4-BE49-F238E27FC236}">
                          <a16:creationId xmlns:a16="http://schemas.microsoft.com/office/drawing/2014/main" id="{7B2A0AC9-7E27-A980-2BBE-A9056F7BF5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6170" y="5240582"/>
                      <a:ext cx="2073" cy="2082"/>
                    </a:xfrm>
                    <a:custGeom>
                      <a:avLst/>
                      <a:gdLst>
                        <a:gd name="connsiteX0" fmla="*/ 1118 w 2073"/>
                        <a:gd name="connsiteY0" fmla="*/ 2 h 2082"/>
                        <a:gd name="connsiteX1" fmla="*/ 2070 w 2073"/>
                        <a:gd name="connsiteY1" fmla="*/ 1127 h 2082"/>
                        <a:gd name="connsiteX2" fmla="*/ 956 w 2073"/>
                        <a:gd name="connsiteY2" fmla="*/ 2079 h 2082"/>
                        <a:gd name="connsiteX3" fmla="*/ 3 w 2073"/>
                        <a:gd name="connsiteY3" fmla="*/ 969 h 2082"/>
                        <a:gd name="connsiteX4" fmla="*/ 1118 w 2073"/>
                        <a:gd name="connsiteY4" fmla="*/ 2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1118" y="2"/>
                          </a:moveTo>
                          <a:cubicBezTo>
                            <a:pt x="1688" y="49"/>
                            <a:pt x="2115" y="557"/>
                            <a:pt x="2070" y="1127"/>
                          </a:cubicBezTo>
                          <a:cubicBezTo>
                            <a:pt x="2026" y="1698"/>
                            <a:pt x="1527" y="2126"/>
                            <a:pt x="956" y="2079"/>
                          </a:cubicBezTo>
                          <a:cubicBezTo>
                            <a:pt x="385" y="2031"/>
                            <a:pt x="-41" y="1540"/>
                            <a:pt x="3" y="969"/>
                          </a:cubicBezTo>
                          <a:cubicBezTo>
                            <a:pt x="47" y="382"/>
                            <a:pt x="547" y="-30"/>
                            <a:pt x="1118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34" name="Freeform: Shape 633">
                      <a:extLst>
                        <a:ext uri="{FF2B5EF4-FFF2-40B4-BE49-F238E27FC236}">
                          <a16:creationId xmlns:a16="http://schemas.microsoft.com/office/drawing/2014/main" id="{D67B4F25-A8FD-856A-930A-09366D5034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061" y="5233940"/>
                      <a:ext cx="2073" cy="2081"/>
                    </a:xfrm>
                    <a:custGeom>
                      <a:avLst/>
                      <a:gdLst>
                        <a:gd name="connsiteX0" fmla="*/ 1118 w 2073"/>
                        <a:gd name="connsiteY0" fmla="*/ 2 h 2081"/>
                        <a:gd name="connsiteX1" fmla="*/ 2070 w 2073"/>
                        <a:gd name="connsiteY1" fmla="*/ 1127 h 2081"/>
                        <a:gd name="connsiteX2" fmla="*/ 956 w 2073"/>
                        <a:gd name="connsiteY2" fmla="*/ 2078 h 2081"/>
                        <a:gd name="connsiteX3" fmla="*/ 3 w 2073"/>
                        <a:gd name="connsiteY3" fmla="*/ 953 h 2081"/>
                        <a:gd name="connsiteX4" fmla="*/ 1118 w 2073"/>
                        <a:gd name="connsiteY4" fmla="*/ 2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1118" y="2"/>
                          </a:moveTo>
                          <a:cubicBezTo>
                            <a:pt x="1688" y="49"/>
                            <a:pt x="2115" y="556"/>
                            <a:pt x="2070" y="1127"/>
                          </a:cubicBezTo>
                          <a:cubicBezTo>
                            <a:pt x="2026" y="1698"/>
                            <a:pt x="1527" y="2126"/>
                            <a:pt x="956" y="2078"/>
                          </a:cubicBezTo>
                          <a:cubicBezTo>
                            <a:pt x="385" y="2031"/>
                            <a:pt x="-41" y="1524"/>
                            <a:pt x="3" y="953"/>
                          </a:cubicBezTo>
                          <a:cubicBezTo>
                            <a:pt x="49" y="398"/>
                            <a:pt x="547" y="-30"/>
                            <a:pt x="1118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35" name="Freeform: Shape 634">
                      <a:extLst>
                        <a:ext uri="{FF2B5EF4-FFF2-40B4-BE49-F238E27FC236}">
                          <a16:creationId xmlns:a16="http://schemas.microsoft.com/office/drawing/2014/main" id="{CA3E5C53-FC92-F03A-B0C8-BC654DCD78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909" y="5242102"/>
                      <a:ext cx="2073" cy="2068"/>
                    </a:xfrm>
                    <a:custGeom>
                      <a:avLst/>
                      <a:gdLst>
                        <a:gd name="connsiteX0" fmla="*/ 1118 w 2073"/>
                        <a:gd name="connsiteY0" fmla="*/ 4 h 2068"/>
                        <a:gd name="connsiteX1" fmla="*/ 2070 w 2073"/>
                        <a:gd name="connsiteY1" fmla="*/ 1113 h 2068"/>
                        <a:gd name="connsiteX2" fmla="*/ 956 w 2073"/>
                        <a:gd name="connsiteY2" fmla="*/ 2064 h 2068"/>
                        <a:gd name="connsiteX3" fmla="*/ 3 w 2073"/>
                        <a:gd name="connsiteY3" fmla="*/ 955 h 2068"/>
                        <a:gd name="connsiteX4" fmla="*/ 111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1118" y="4"/>
                          </a:moveTo>
                          <a:cubicBezTo>
                            <a:pt x="1688" y="51"/>
                            <a:pt x="2115" y="543"/>
                            <a:pt x="2070" y="1113"/>
                          </a:cubicBezTo>
                          <a:cubicBezTo>
                            <a:pt x="2026" y="1684"/>
                            <a:pt x="1527" y="2112"/>
                            <a:pt x="956" y="2064"/>
                          </a:cubicBezTo>
                          <a:cubicBezTo>
                            <a:pt x="385" y="2017"/>
                            <a:pt x="-41" y="1525"/>
                            <a:pt x="3" y="955"/>
                          </a:cubicBezTo>
                          <a:cubicBezTo>
                            <a:pt x="49" y="384"/>
                            <a:pt x="547" y="-44"/>
                            <a:pt x="111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636" name="Graphic 21">
                    <a:extLst>
                      <a:ext uri="{FF2B5EF4-FFF2-40B4-BE49-F238E27FC236}">
                        <a16:creationId xmlns:a16="http://schemas.microsoft.com/office/drawing/2014/main" id="{4559383B-47F4-4EDF-D197-3257822876BC}"/>
                      </a:ext>
                    </a:extLst>
                  </p:cNvPr>
                  <p:cNvGrpSpPr/>
                  <p:nvPr/>
                </p:nvGrpSpPr>
                <p:grpSpPr>
                  <a:xfrm>
                    <a:off x="861354" y="5222346"/>
                    <a:ext cx="61424" cy="49793"/>
                    <a:chOff x="861354" y="5222346"/>
                    <a:chExt cx="61424" cy="49793"/>
                  </a:xfrm>
                  <a:solidFill>
                    <a:srgbClr val="F0BB74"/>
                  </a:solidFill>
                </p:grpSpPr>
                <p:sp>
                  <p:nvSpPr>
                    <p:cNvPr id="637" name="Freeform: Shape 636">
                      <a:extLst>
                        <a:ext uri="{FF2B5EF4-FFF2-40B4-BE49-F238E27FC236}">
                          <a16:creationId xmlns:a16="http://schemas.microsoft.com/office/drawing/2014/main" id="{E45994FA-FA38-7407-EF2A-2F8F71F39F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2734" y="5252345"/>
                      <a:ext cx="2073" cy="2071"/>
                    </a:xfrm>
                    <a:custGeom>
                      <a:avLst/>
                      <a:gdLst>
                        <a:gd name="connsiteX0" fmla="*/ 1877 w 2073"/>
                        <a:gd name="connsiteY0" fmla="*/ 1651 h 2071"/>
                        <a:gd name="connsiteX1" fmla="*/ 430 w 2073"/>
                        <a:gd name="connsiteY1" fmla="*/ 1873 h 2071"/>
                        <a:gd name="connsiteX2" fmla="*/ 197 w 2073"/>
                        <a:gd name="connsiteY2" fmla="*/ 430 h 2071"/>
                        <a:gd name="connsiteX3" fmla="*/ 1644 w 2073"/>
                        <a:gd name="connsiteY3" fmla="*/ 193 h 2071"/>
                        <a:gd name="connsiteX4" fmla="*/ 1877 w 2073"/>
                        <a:gd name="connsiteY4" fmla="*/ 1651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877" y="1651"/>
                          </a:moveTo>
                          <a:cubicBezTo>
                            <a:pt x="1543" y="2111"/>
                            <a:pt x="894" y="2206"/>
                            <a:pt x="430" y="1873"/>
                          </a:cubicBezTo>
                          <a:cubicBezTo>
                            <a:pt x="-35" y="1540"/>
                            <a:pt x="-139" y="890"/>
                            <a:pt x="197" y="430"/>
                          </a:cubicBezTo>
                          <a:cubicBezTo>
                            <a:pt x="532" y="-29"/>
                            <a:pt x="1180" y="-140"/>
                            <a:pt x="1644" y="193"/>
                          </a:cubicBezTo>
                          <a:cubicBezTo>
                            <a:pt x="2107" y="525"/>
                            <a:pt x="2212" y="1175"/>
                            <a:pt x="1877" y="1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38" name="Freeform: Shape 637">
                      <a:extLst>
                        <a:ext uri="{FF2B5EF4-FFF2-40B4-BE49-F238E27FC236}">
                          <a16:creationId xmlns:a16="http://schemas.microsoft.com/office/drawing/2014/main" id="{403C5AF8-9739-7938-EA35-56F4C8B75F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0427" y="5247145"/>
                      <a:ext cx="2073" cy="2071"/>
                    </a:xfrm>
                    <a:custGeom>
                      <a:avLst/>
                      <a:gdLst>
                        <a:gd name="connsiteX0" fmla="*/ 1877 w 2073"/>
                        <a:gd name="connsiteY0" fmla="*/ 1651 h 2071"/>
                        <a:gd name="connsiteX1" fmla="*/ 430 w 2073"/>
                        <a:gd name="connsiteY1" fmla="*/ 1873 h 2071"/>
                        <a:gd name="connsiteX2" fmla="*/ 197 w 2073"/>
                        <a:gd name="connsiteY2" fmla="*/ 430 h 2071"/>
                        <a:gd name="connsiteX3" fmla="*/ 1644 w 2073"/>
                        <a:gd name="connsiteY3" fmla="*/ 193 h 2071"/>
                        <a:gd name="connsiteX4" fmla="*/ 1877 w 2073"/>
                        <a:gd name="connsiteY4" fmla="*/ 1651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877" y="1651"/>
                          </a:moveTo>
                          <a:cubicBezTo>
                            <a:pt x="1543" y="2111"/>
                            <a:pt x="895" y="2206"/>
                            <a:pt x="430" y="1873"/>
                          </a:cubicBezTo>
                          <a:cubicBezTo>
                            <a:pt x="-34" y="1540"/>
                            <a:pt x="-139" y="890"/>
                            <a:pt x="197" y="430"/>
                          </a:cubicBezTo>
                          <a:cubicBezTo>
                            <a:pt x="531" y="-29"/>
                            <a:pt x="1180" y="-140"/>
                            <a:pt x="1644" y="193"/>
                          </a:cubicBezTo>
                          <a:cubicBezTo>
                            <a:pt x="2107" y="542"/>
                            <a:pt x="2212" y="1175"/>
                            <a:pt x="1877" y="1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39" name="Freeform: Shape 638">
                      <a:extLst>
                        <a:ext uri="{FF2B5EF4-FFF2-40B4-BE49-F238E27FC236}">
                          <a16:creationId xmlns:a16="http://schemas.microsoft.com/office/drawing/2014/main" id="{10B327C1-10A2-6C2C-F689-CD686996FA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7911" y="5252396"/>
                      <a:ext cx="2072" cy="2078"/>
                    </a:xfrm>
                    <a:custGeom>
                      <a:avLst/>
                      <a:gdLst>
                        <a:gd name="connsiteX0" fmla="*/ 1877 w 2072"/>
                        <a:gd name="connsiteY0" fmla="*/ 1648 h 2078"/>
                        <a:gd name="connsiteX1" fmla="*/ 429 w 2072"/>
                        <a:gd name="connsiteY1" fmla="*/ 1885 h 2078"/>
                        <a:gd name="connsiteX2" fmla="*/ 196 w 2072"/>
                        <a:gd name="connsiteY2" fmla="*/ 427 h 2078"/>
                        <a:gd name="connsiteX3" fmla="*/ 1644 w 2072"/>
                        <a:gd name="connsiteY3" fmla="*/ 205 h 2078"/>
                        <a:gd name="connsiteX4" fmla="*/ 1877 w 2072"/>
                        <a:gd name="connsiteY4" fmla="*/ 1648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8">
                          <a:moveTo>
                            <a:pt x="1877" y="1648"/>
                          </a:moveTo>
                          <a:cubicBezTo>
                            <a:pt x="1542" y="2107"/>
                            <a:pt x="894" y="2218"/>
                            <a:pt x="429" y="1885"/>
                          </a:cubicBezTo>
                          <a:cubicBezTo>
                            <a:pt x="-35" y="1553"/>
                            <a:pt x="-138" y="902"/>
                            <a:pt x="196" y="427"/>
                          </a:cubicBezTo>
                          <a:cubicBezTo>
                            <a:pt x="531" y="-33"/>
                            <a:pt x="1179" y="-144"/>
                            <a:pt x="1644" y="205"/>
                          </a:cubicBezTo>
                          <a:cubicBezTo>
                            <a:pt x="2108" y="538"/>
                            <a:pt x="2211" y="1188"/>
                            <a:pt x="1877" y="164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40" name="Freeform: Shape 639">
                      <a:extLst>
                        <a:ext uri="{FF2B5EF4-FFF2-40B4-BE49-F238E27FC236}">
                          <a16:creationId xmlns:a16="http://schemas.microsoft.com/office/drawing/2014/main" id="{15FD2E2F-D2EA-AE89-1FB5-EC21709FD0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6974" y="5246475"/>
                      <a:ext cx="2073" cy="2074"/>
                    </a:xfrm>
                    <a:custGeom>
                      <a:avLst/>
                      <a:gdLst>
                        <a:gd name="connsiteX0" fmla="*/ 1877 w 2073"/>
                        <a:gd name="connsiteY0" fmla="*/ 1640 h 2074"/>
                        <a:gd name="connsiteX1" fmla="*/ 429 w 2073"/>
                        <a:gd name="connsiteY1" fmla="*/ 1878 h 2074"/>
                        <a:gd name="connsiteX2" fmla="*/ 196 w 2073"/>
                        <a:gd name="connsiteY2" fmla="*/ 435 h 2074"/>
                        <a:gd name="connsiteX3" fmla="*/ 1644 w 2073"/>
                        <a:gd name="connsiteY3" fmla="*/ 197 h 2074"/>
                        <a:gd name="connsiteX4" fmla="*/ 1877 w 2073"/>
                        <a:gd name="connsiteY4" fmla="*/ 1640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1877" y="1640"/>
                          </a:moveTo>
                          <a:cubicBezTo>
                            <a:pt x="1542" y="2115"/>
                            <a:pt x="894" y="2210"/>
                            <a:pt x="429" y="1878"/>
                          </a:cubicBezTo>
                          <a:cubicBezTo>
                            <a:pt x="-35" y="1545"/>
                            <a:pt x="-138" y="895"/>
                            <a:pt x="196" y="435"/>
                          </a:cubicBezTo>
                          <a:cubicBezTo>
                            <a:pt x="531" y="-41"/>
                            <a:pt x="1179" y="-136"/>
                            <a:pt x="1644" y="197"/>
                          </a:cubicBezTo>
                          <a:cubicBezTo>
                            <a:pt x="2108" y="530"/>
                            <a:pt x="2213" y="1180"/>
                            <a:pt x="1877" y="16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41" name="Freeform: Shape 640">
                      <a:extLst>
                        <a:ext uri="{FF2B5EF4-FFF2-40B4-BE49-F238E27FC236}">
                          <a16:creationId xmlns:a16="http://schemas.microsoft.com/office/drawing/2014/main" id="{BF9F83B0-232A-B5B1-B750-096434E796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262" y="5247763"/>
                      <a:ext cx="2073" cy="2071"/>
                    </a:xfrm>
                    <a:custGeom>
                      <a:avLst/>
                      <a:gdLst>
                        <a:gd name="connsiteX0" fmla="*/ 1877 w 2073"/>
                        <a:gd name="connsiteY0" fmla="*/ 1651 h 2071"/>
                        <a:gd name="connsiteX1" fmla="*/ 429 w 2073"/>
                        <a:gd name="connsiteY1" fmla="*/ 1873 h 2071"/>
                        <a:gd name="connsiteX2" fmla="*/ 196 w 2073"/>
                        <a:gd name="connsiteY2" fmla="*/ 430 h 2071"/>
                        <a:gd name="connsiteX3" fmla="*/ 1644 w 2073"/>
                        <a:gd name="connsiteY3" fmla="*/ 193 h 2071"/>
                        <a:gd name="connsiteX4" fmla="*/ 1877 w 2073"/>
                        <a:gd name="connsiteY4" fmla="*/ 1651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877" y="1651"/>
                          </a:moveTo>
                          <a:cubicBezTo>
                            <a:pt x="1542" y="2111"/>
                            <a:pt x="894" y="2206"/>
                            <a:pt x="429" y="1873"/>
                          </a:cubicBezTo>
                          <a:cubicBezTo>
                            <a:pt x="-35" y="1540"/>
                            <a:pt x="-138" y="890"/>
                            <a:pt x="196" y="430"/>
                          </a:cubicBezTo>
                          <a:cubicBezTo>
                            <a:pt x="531" y="-29"/>
                            <a:pt x="1179" y="-140"/>
                            <a:pt x="1644" y="193"/>
                          </a:cubicBezTo>
                          <a:cubicBezTo>
                            <a:pt x="2108" y="525"/>
                            <a:pt x="2213" y="1175"/>
                            <a:pt x="1877" y="1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42" name="Freeform: Shape 641">
                      <a:extLst>
                        <a:ext uri="{FF2B5EF4-FFF2-40B4-BE49-F238E27FC236}">
                          <a16:creationId xmlns:a16="http://schemas.microsoft.com/office/drawing/2014/main" id="{A089C48B-AAA5-12D1-0894-3FF75E89BD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2943" y="5241893"/>
                      <a:ext cx="2074" cy="2070"/>
                    </a:xfrm>
                    <a:custGeom>
                      <a:avLst/>
                      <a:gdLst>
                        <a:gd name="connsiteX0" fmla="*/ 1877 w 2074"/>
                        <a:gd name="connsiteY0" fmla="*/ 1640 h 2070"/>
                        <a:gd name="connsiteX1" fmla="*/ 430 w 2074"/>
                        <a:gd name="connsiteY1" fmla="*/ 1878 h 2070"/>
                        <a:gd name="connsiteX2" fmla="*/ 197 w 2074"/>
                        <a:gd name="connsiteY2" fmla="*/ 435 h 2070"/>
                        <a:gd name="connsiteX3" fmla="*/ 1644 w 2074"/>
                        <a:gd name="connsiteY3" fmla="*/ 197 h 2070"/>
                        <a:gd name="connsiteX4" fmla="*/ 1877 w 2074"/>
                        <a:gd name="connsiteY4" fmla="*/ 1640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0">
                          <a:moveTo>
                            <a:pt x="1877" y="1640"/>
                          </a:moveTo>
                          <a:cubicBezTo>
                            <a:pt x="1543" y="2099"/>
                            <a:pt x="894" y="2211"/>
                            <a:pt x="430" y="1878"/>
                          </a:cubicBezTo>
                          <a:cubicBezTo>
                            <a:pt x="-35" y="1545"/>
                            <a:pt x="-139" y="895"/>
                            <a:pt x="197" y="435"/>
                          </a:cubicBezTo>
                          <a:cubicBezTo>
                            <a:pt x="531" y="-41"/>
                            <a:pt x="1180" y="-136"/>
                            <a:pt x="1644" y="197"/>
                          </a:cubicBezTo>
                          <a:cubicBezTo>
                            <a:pt x="2109" y="530"/>
                            <a:pt x="2214" y="1180"/>
                            <a:pt x="1877" y="16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43" name="Freeform: Shape 642">
                      <a:extLst>
                        <a:ext uri="{FF2B5EF4-FFF2-40B4-BE49-F238E27FC236}">
                          <a16:creationId xmlns:a16="http://schemas.microsoft.com/office/drawing/2014/main" id="{9823C283-A3C1-E69B-134C-1CF64035B0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752" y="5240775"/>
                      <a:ext cx="2073" cy="2078"/>
                    </a:xfrm>
                    <a:custGeom>
                      <a:avLst/>
                      <a:gdLst>
                        <a:gd name="connsiteX0" fmla="*/ 1877 w 2073"/>
                        <a:gd name="connsiteY0" fmla="*/ 1648 h 2078"/>
                        <a:gd name="connsiteX1" fmla="*/ 430 w 2073"/>
                        <a:gd name="connsiteY1" fmla="*/ 1885 h 2078"/>
                        <a:gd name="connsiteX2" fmla="*/ 197 w 2073"/>
                        <a:gd name="connsiteY2" fmla="*/ 427 h 2078"/>
                        <a:gd name="connsiteX3" fmla="*/ 1644 w 2073"/>
                        <a:gd name="connsiteY3" fmla="*/ 205 h 2078"/>
                        <a:gd name="connsiteX4" fmla="*/ 1877 w 2073"/>
                        <a:gd name="connsiteY4" fmla="*/ 1648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1877" y="1648"/>
                          </a:moveTo>
                          <a:cubicBezTo>
                            <a:pt x="1543" y="2107"/>
                            <a:pt x="894" y="2218"/>
                            <a:pt x="430" y="1885"/>
                          </a:cubicBezTo>
                          <a:cubicBezTo>
                            <a:pt x="-35" y="1553"/>
                            <a:pt x="-139" y="903"/>
                            <a:pt x="197" y="427"/>
                          </a:cubicBezTo>
                          <a:cubicBezTo>
                            <a:pt x="533" y="-33"/>
                            <a:pt x="1180" y="-144"/>
                            <a:pt x="1644" y="205"/>
                          </a:cubicBezTo>
                          <a:cubicBezTo>
                            <a:pt x="2109" y="538"/>
                            <a:pt x="2212" y="1188"/>
                            <a:pt x="1877" y="164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44" name="Freeform: Shape 643">
                      <a:extLst>
                        <a:ext uri="{FF2B5EF4-FFF2-40B4-BE49-F238E27FC236}">
                          <a16:creationId xmlns:a16="http://schemas.microsoft.com/office/drawing/2014/main" id="{F7D76426-DC0D-2E08-C4EA-8EFA1937D1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7012" y="5249333"/>
                      <a:ext cx="2073" cy="2081"/>
                    </a:xfrm>
                    <a:custGeom>
                      <a:avLst/>
                      <a:gdLst>
                        <a:gd name="connsiteX0" fmla="*/ 1877 w 2073"/>
                        <a:gd name="connsiteY0" fmla="*/ 1651 h 2081"/>
                        <a:gd name="connsiteX1" fmla="*/ 430 w 2073"/>
                        <a:gd name="connsiteY1" fmla="*/ 1889 h 2081"/>
                        <a:gd name="connsiteX2" fmla="*/ 197 w 2073"/>
                        <a:gd name="connsiteY2" fmla="*/ 430 h 2081"/>
                        <a:gd name="connsiteX3" fmla="*/ 1644 w 2073"/>
                        <a:gd name="connsiteY3" fmla="*/ 193 h 2081"/>
                        <a:gd name="connsiteX4" fmla="*/ 1877 w 2073"/>
                        <a:gd name="connsiteY4" fmla="*/ 1651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1877" y="1651"/>
                          </a:moveTo>
                          <a:cubicBezTo>
                            <a:pt x="1543" y="2111"/>
                            <a:pt x="894" y="2222"/>
                            <a:pt x="430" y="1889"/>
                          </a:cubicBezTo>
                          <a:cubicBezTo>
                            <a:pt x="-35" y="1540"/>
                            <a:pt x="-139" y="906"/>
                            <a:pt x="197" y="430"/>
                          </a:cubicBezTo>
                          <a:cubicBezTo>
                            <a:pt x="531" y="-29"/>
                            <a:pt x="1180" y="-140"/>
                            <a:pt x="1644" y="193"/>
                          </a:cubicBezTo>
                          <a:cubicBezTo>
                            <a:pt x="2107" y="541"/>
                            <a:pt x="2212" y="1175"/>
                            <a:pt x="1877" y="1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45" name="Freeform: Shape 644">
                      <a:extLst>
                        <a:ext uri="{FF2B5EF4-FFF2-40B4-BE49-F238E27FC236}">
                          <a16:creationId xmlns:a16="http://schemas.microsoft.com/office/drawing/2014/main" id="{61E12111-4D2F-572A-977F-C0C57A335B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705" y="5244136"/>
                      <a:ext cx="2073" cy="2078"/>
                    </a:xfrm>
                    <a:custGeom>
                      <a:avLst/>
                      <a:gdLst>
                        <a:gd name="connsiteX0" fmla="*/ 1877 w 2073"/>
                        <a:gd name="connsiteY0" fmla="*/ 1648 h 2078"/>
                        <a:gd name="connsiteX1" fmla="*/ 429 w 2073"/>
                        <a:gd name="connsiteY1" fmla="*/ 1885 h 2078"/>
                        <a:gd name="connsiteX2" fmla="*/ 196 w 2073"/>
                        <a:gd name="connsiteY2" fmla="*/ 427 h 2078"/>
                        <a:gd name="connsiteX3" fmla="*/ 1644 w 2073"/>
                        <a:gd name="connsiteY3" fmla="*/ 205 h 2078"/>
                        <a:gd name="connsiteX4" fmla="*/ 1877 w 2073"/>
                        <a:gd name="connsiteY4" fmla="*/ 1648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1877" y="1648"/>
                          </a:moveTo>
                          <a:cubicBezTo>
                            <a:pt x="1542" y="2107"/>
                            <a:pt x="894" y="2218"/>
                            <a:pt x="429" y="1885"/>
                          </a:cubicBezTo>
                          <a:cubicBezTo>
                            <a:pt x="-35" y="1553"/>
                            <a:pt x="-138" y="903"/>
                            <a:pt x="196" y="427"/>
                          </a:cubicBezTo>
                          <a:cubicBezTo>
                            <a:pt x="531" y="-33"/>
                            <a:pt x="1179" y="-144"/>
                            <a:pt x="1644" y="205"/>
                          </a:cubicBezTo>
                          <a:cubicBezTo>
                            <a:pt x="2108" y="538"/>
                            <a:pt x="2213" y="1188"/>
                            <a:pt x="1877" y="164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46" name="Freeform: Shape 645">
                      <a:extLst>
                        <a:ext uri="{FF2B5EF4-FFF2-40B4-BE49-F238E27FC236}">
                          <a16:creationId xmlns:a16="http://schemas.microsoft.com/office/drawing/2014/main" id="{A77151A6-4342-2BA0-53ED-264B08E8AB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189" y="5249392"/>
                      <a:ext cx="2072" cy="2070"/>
                    </a:xfrm>
                    <a:custGeom>
                      <a:avLst/>
                      <a:gdLst>
                        <a:gd name="connsiteX0" fmla="*/ 1877 w 2072"/>
                        <a:gd name="connsiteY0" fmla="*/ 1640 h 2070"/>
                        <a:gd name="connsiteX1" fmla="*/ 429 w 2072"/>
                        <a:gd name="connsiteY1" fmla="*/ 1877 h 2070"/>
                        <a:gd name="connsiteX2" fmla="*/ 196 w 2072"/>
                        <a:gd name="connsiteY2" fmla="*/ 435 h 2070"/>
                        <a:gd name="connsiteX3" fmla="*/ 1644 w 2072"/>
                        <a:gd name="connsiteY3" fmla="*/ 197 h 2070"/>
                        <a:gd name="connsiteX4" fmla="*/ 1877 w 2072"/>
                        <a:gd name="connsiteY4" fmla="*/ 1640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0">
                          <a:moveTo>
                            <a:pt x="1877" y="1640"/>
                          </a:moveTo>
                          <a:cubicBezTo>
                            <a:pt x="1542" y="2099"/>
                            <a:pt x="894" y="2210"/>
                            <a:pt x="429" y="1877"/>
                          </a:cubicBezTo>
                          <a:cubicBezTo>
                            <a:pt x="-35" y="1545"/>
                            <a:pt x="-138" y="895"/>
                            <a:pt x="196" y="435"/>
                          </a:cubicBezTo>
                          <a:cubicBezTo>
                            <a:pt x="531" y="-41"/>
                            <a:pt x="1179" y="-136"/>
                            <a:pt x="1644" y="197"/>
                          </a:cubicBezTo>
                          <a:cubicBezTo>
                            <a:pt x="2107" y="530"/>
                            <a:pt x="2211" y="1180"/>
                            <a:pt x="1877" y="16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47" name="Freeform: Shape 646">
                      <a:extLst>
                        <a:ext uri="{FF2B5EF4-FFF2-40B4-BE49-F238E27FC236}">
                          <a16:creationId xmlns:a16="http://schemas.microsoft.com/office/drawing/2014/main" id="{7C9D0D2A-232F-9F5C-0D40-A846A83FA4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251" y="5243467"/>
                      <a:ext cx="2073" cy="2071"/>
                    </a:xfrm>
                    <a:custGeom>
                      <a:avLst/>
                      <a:gdLst>
                        <a:gd name="connsiteX0" fmla="*/ 1877 w 2073"/>
                        <a:gd name="connsiteY0" fmla="*/ 1651 h 2071"/>
                        <a:gd name="connsiteX1" fmla="*/ 430 w 2073"/>
                        <a:gd name="connsiteY1" fmla="*/ 1873 h 2071"/>
                        <a:gd name="connsiteX2" fmla="*/ 197 w 2073"/>
                        <a:gd name="connsiteY2" fmla="*/ 430 h 2071"/>
                        <a:gd name="connsiteX3" fmla="*/ 1644 w 2073"/>
                        <a:gd name="connsiteY3" fmla="*/ 193 h 2071"/>
                        <a:gd name="connsiteX4" fmla="*/ 1877 w 2073"/>
                        <a:gd name="connsiteY4" fmla="*/ 1651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877" y="1651"/>
                          </a:moveTo>
                          <a:cubicBezTo>
                            <a:pt x="1541" y="2111"/>
                            <a:pt x="894" y="2206"/>
                            <a:pt x="430" y="1873"/>
                          </a:cubicBezTo>
                          <a:cubicBezTo>
                            <a:pt x="-35" y="1540"/>
                            <a:pt x="-139" y="890"/>
                            <a:pt x="197" y="430"/>
                          </a:cubicBezTo>
                          <a:cubicBezTo>
                            <a:pt x="531" y="-29"/>
                            <a:pt x="1180" y="-140"/>
                            <a:pt x="1644" y="193"/>
                          </a:cubicBezTo>
                          <a:cubicBezTo>
                            <a:pt x="2109" y="525"/>
                            <a:pt x="2212" y="1175"/>
                            <a:pt x="1877" y="1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48" name="Freeform: Shape 647">
                      <a:extLst>
                        <a:ext uri="{FF2B5EF4-FFF2-40B4-BE49-F238E27FC236}">
                          <a16:creationId xmlns:a16="http://schemas.microsoft.com/office/drawing/2014/main" id="{126EF527-A4C7-8D96-BD77-FA5D25A960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540" y="5244751"/>
                      <a:ext cx="2074" cy="2081"/>
                    </a:xfrm>
                    <a:custGeom>
                      <a:avLst/>
                      <a:gdLst>
                        <a:gd name="connsiteX0" fmla="*/ 1877 w 2074"/>
                        <a:gd name="connsiteY0" fmla="*/ 1651 h 2081"/>
                        <a:gd name="connsiteX1" fmla="*/ 430 w 2074"/>
                        <a:gd name="connsiteY1" fmla="*/ 1889 h 2081"/>
                        <a:gd name="connsiteX2" fmla="*/ 197 w 2074"/>
                        <a:gd name="connsiteY2" fmla="*/ 430 h 2081"/>
                        <a:gd name="connsiteX3" fmla="*/ 1644 w 2074"/>
                        <a:gd name="connsiteY3" fmla="*/ 193 h 2081"/>
                        <a:gd name="connsiteX4" fmla="*/ 1877 w 2074"/>
                        <a:gd name="connsiteY4" fmla="*/ 1651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81">
                          <a:moveTo>
                            <a:pt x="1877" y="1651"/>
                          </a:moveTo>
                          <a:cubicBezTo>
                            <a:pt x="1543" y="2111"/>
                            <a:pt x="894" y="2222"/>
                            <a:pt x="430" y="1889"/>
                          </a:cubicBezTo>
                          <a:cubicBezTo>
                            <a:pt x="-35" y="1540"/>
                            <a:pt x="-139" y="906"/>
                            <a:pt x="197" y="430"/>
                          </a:cubicBezTo>
                          <a:cubicBezTo>
                            <a:pt x="531" y="-29"/>
                            <a:pt x="1180" y="-140"/>
                            <a:pt x="1644" y="193"/>
                          </a:cubicBezTo>
                          <a:cubicBezTo>
                            <a:pt x="2109" y="542"/>
                            <a:pt x="2213" y="1175"/>
                            <a:pt x="1877" y="1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49" name="Freeform: Shape 648">
                      <a:extLst>
                        <a:ext uri="{FF2B5EF4-FFF2-40B4-BE49-F238E27FC236}">
                          <a16:creationId xmlns:a16="http://schemas.microsoft.com/office/drawing/2014/main" id="{B6105D45-437C-EAB0-ACF0-E32AA4B696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7222" y="5238885"/>
                      <a:ext cx="2073" cy="2071"/>
                    </a:xfrm>
                    <a:custGeom>
                      <a:avLst/>
                      <a:gdLst>
                        <a:gd name="connsiteX0" fmla="*/ 1877 w 2073"/>
                        <a:gd name="connsiteY0" fmla="*/ 1651 h 2071"/>
                        <a:gd name="connsiteX1" fmla="*/ 430 w 2073"/>
                        <a:gd name="connsiteY1" fmla="*/ 1873 h 2071"/>
                        <a:gd name="connsiteX2" fmla="*/ 197 w 2073"/>
                        <a:gd name="connsiteY2" fmla="*/ 430 h 2071"/>
                        <a:gd name="connsiteX3" fmla="*/ 1644 w 2073"/>
                        <a:gd name="connsiteY3" fmla="*/ 193 h 2071"/>
                        <a:gd name="connsiteX4" fmla="*/ 1877 w 2073"/>
                        <a:gd name="connsiteY4" fmla="*/ 1651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877" y="1651"/>
                          </a:moveTo>
                          <a:cubicBezTo>
                            <a:pt x="1543" y="2111"/>
                            <a:pt x="894" y="2206"/>
                            <a:pt x="430" y="1873"/>
                          </a:cubicBezTo>
                          <a:cubicBezTo>
                            <a:pt x="-35" y="1540"/>
                            <a:pt x="-139" y="890"/>
                            <a:pt x="197" y="430"/>
                          </a:cubicBezTo>
                          <a:cubicBezTo>
                            <a:pt x="531" y="-29"/>
                            <a:pt x="1180" y="-140"/>
                            <a:pt x="1644" y="193"/>
                          </a:cubicBezTo>
                          <a:cubicBezTo>
                            <a:pt x="2109" y="525"/>
                            <a:pt x="2212" y="1175"/>
                            <a:pt x="1877" y="1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50" name="Freeform: Shape 649">
                      <a:extLst>
                        <a:ext uri="{FF2B5EF4-FFF2-40B4-BE49-F238E27FC236}">
                          <a16:creationId xmlns:a16="http://schemas.microsoft.com/office/drawing/2014/main" id="{14057D8D-F650-DB40-75CD-253A880A73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030" y="5237771"/>
                      <a:ext cx="2073" cy="2074"/>
                    </a:xfrm>
                    <a:custGeom>
                      <a:avLst/>
                      <a:gdLst>
                        <a:gd name="connsiteX0" fmla="*/ 1877 w 2073"/>
                        <a:gd name="connsiteY0" fmla="*/ 1640 h 2074"/>
                        <a:gd name="connsiteX1" fmla="*/ 430 w 2073"/>
                        <a:gd name="connsiteY1" fmla="*/ 1878 h 2074"/>
                        <a:gd name="connsiteX2" fmla="*/ 197 w 2073"/>
                        <a:gd name="connsiteY2" fmla="*/ 435 h 2074"/>
                        <a:gd name="connsiteX3" fmla="*/ 1644 w 2073"/>
                        <a:gd name="connsiteY3" fmla="*/ 197 h 2074"/>
                        <a:gd name="connsiteX4" fmla="*/ 1877 w 2073"/>
                        <a:gd name="connsiteY4" fmla="*/ 1640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1877" y="1640"/>
                          </a:moveTo>
                          <a:cubicBezTo>
                            <a:pt x="1543" y="2115"/>
                            <a:pt x="894" y="2210"/>
                            <a:pt x="430" y="1878"/>
                          </a:cubicBezTo>
                          <a:cubicBezTo>
                            <a:pt x="-35" y="1545"/>
                            <a:pt x="-139" y="895"/>
                            <a:pt x="197" y="435"/>
                          </a:cubicBezTo>
                          <a:cubicBezTo>
                            <a:pt x="531" y="-41"/>
                            <a:pt x="1180" y="-136"/>
                            <a:pt x="1644" y="197"/>
                          </a:cubicBezTo>
                          <a:cubicBezTo>
                            <a:pt x="2107" y="530"/>
                            <a:pt x="2212" y="1180"/>
                            <a:pt x="1877" y="16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51" name="Freeform: Shape 650">
                      <a:extLst>
                        <a:ext uri="{FF2B5EF4-FFF2-40B4-BE49-F238E27FC236}">
                          <a16:creationId xmlns:a16="http://schemas.microsoft.com/office/drawing/2014/main" id="{730A861F-1553-9721-EFEF-922295E655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6957" y="5236019"/>
                      <a:ext cx="2073" cy="2078"/>
                    </a:xfrm>
                    <a:custGeom>
                      <a:avLst/>
                      <a:gdLst>
                        <a:gd name="connsiteX0" fmla="*/ 1877 w 2073"/>
                        <a:gd name="connsiteY0" fmla="*/ 1648 h 2078"/>
                        <a:gd name="connsiteX1" fmla="*/ 430 w 2073"/>
                        <a:gd name="connsiteY1" fmla="*/ 1885 h 2078"/>
                        <a:gd name="connsiteX2" fmla="*/ 197 w 2073"/>
                        <a:gd name="connsiteY2" fmla="*/ 427 h 2078"/>
                        <a:gd name="connsiteX3" fmla="*/ 1644 w 2073"/>
                        <a:gd name="connsiteY3" fmla="*/ 205 h 2078"/>
                        <a:gd name="connsiteX4" fmla="*/ 1877 w 2073"/>
                        <a:gd name="connsiteY4" fmla="*/ 1648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1877" y="1648"/>
                          </a:moveTo>
                          <a:cubicBezTo>
                            <a:pt x="1543" y="2107"/>
                            <a:pt x="894" y="2218"/>
                            <a:pt x="430" y="1885"/>
                          </a:cubicBezTo>
                          <a:cubicBezTo>
                            <a:pt x="-35" y="1553"/>
                            <a:pt x="-139" y="903"/>
                            <a:pt x="197" y="427"/>
                          </a:cubicBezTo>
                          <a:cubicBezTo>
                            <a:pt x="531" y="-33"/>
                            <a:pt x="1180" y="-144"/>
                            <a:pt x="1644" y="205"/>
                          </a:cubicBezTo>
                          <a:cubicBezTo>
                            <a:pt x="2109" y="538"/>
                            <a:pt x="2212" y="1188"/>
                            <a:pt x="1877" y="164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52" name="Freeform: Shape 651">
                      <a:extLst>
                        <a:ext uri="{FF2B5EF4-FFF2-40B4-BE49-F238E27FC236}">
                          <a16:creationId xmlns:a16="http://schemas.microsoft.com/office/drawing/2014/main" id="{E362BE3C-47F9-7330-D549-5A8C3B482E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650" y="5230826"/>
                      <a:ext cx="2073" cy="2071"/>
                    </a:xfrm>
                    <a:custGeom>
                      <a:avLst/>
                      <a:gdLst>
                        <a:gd name="connsiteX0" fmla="*/ 1877 w 2073"/>
                        <a:gd name="connsiteY0" fmla="*/ 1641 h 2071"/>
                        <a:gd name="connsiteX1" fmla="*/ 430 w 2073"/>
                        <a:gd name="connsiteY1" fmla="*/ 1879 h 2071"/>
                        <a:gd name="connsiteX2" fmla="*/ 197 w 2073"/>
                        <a:gd name="connsiteY2" fmla="*/ 420 h 2071"/>
                        <a:gd name="connsiteX3" fmla="*/ 1644 w 2073"/>
                        <a:gd name="connsiteY3" fmla="*/ 198 h 2071"/>
                        <a:gd name="connsiteX4" fmla="*/ 1877 w 2073"/>
                        <a:gd name="connsiteY4" fmla="*/ 1641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877" y="1641"/>
                          </a:moveTo>
                          <a:cubicBezTo>
                            <a:pt x="1543" y="2101"/>
                            <a:pt x="894" y="2211"/>
                            <a:pt x="430" y="1879"/>
                          </a:cubicBezTo>
                          <a:cubicBezTo>
                            <a:pt x="-35" y="1546"/>
                            <a:pt x="-139" y="896"/>
                            <a:pt x="197" y="420"/>
                          </a:cubicBezTo>
                          <a:cubicBezTo>
                            <a:pt x="532" y="-40"/>
                            <a:pt x="1180" y="-135"/>
                            <a:pt x="1644" y="198"/>
                          </a:cubicBezTo>
                          <a:cubicBezTo>
                            <a:pt x="2107" y="531"/>
                            <a:pt x="2212" y="1181"/>
                            <a:pt x="1877" y="164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53" name="Freeform: Shape 652">
                      <a:extLst>
                        <a:ext uri="{FF2B5EF4-FFF2-40B4-BE49-F238E27FC236}">
                          <a16:creationId xmlns:a16="http://schemas.microsoft.com/office/drawing/2014/main" id="{64237C7D-EBF7-F61E-AA20-BB433E011B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133" y="5236079"/>
                      <a:ext cx="2074" cy="2071"/>
                    </a:xfrm>
                    <a:custGeom>
                      <a:avLst/>
                      <a:gdLst>
                        <a:gd name="connsiteX0" fmla="*/ 1877 w 2074"/>
                        <a:gd name="connsiteY0" fmla="*/ 1651 h 2071"/>
                        <a:gd name="connsiteX1" fmla="*/ 430 w 2074"/>
                        <a:gd name="connsiteY1" fmla="*/ 1873 h 2071"/>
                        <a:gd name="connsiteX2" fmla="*/ 197 w 2074"/>
                        <a:gd name="connsiteY2" fmla="*/ 430 h 2071"/>
                        <a:gd name="connsiteX3" fmla="*/ 1644 w 2074"/>
                        <a:gd name="connsiteY3" fmla="*/ 193 h 2071"/>
                        <a:gd name="connsiteX4" fmla="*/ 1877 w 2074"/>
                        <a:gd name="connsiteY4" fmla="*/ 1651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1">
                          <a:moveTo>
                            <a:pt x="1877" y="1651"/>
                          </a:moveTo>
                          <a:cubicBezTo>
                            <a:pt x="1543" y="2111"/>
                            <a:pt x="895" y="2206"/>
                            <a:pt x="430" y="1873"/>
                          </a:cubicBezTo>
                          <a:cubicBezTo>
                            <a:pt x="-34" y="1540"/>
                            <a:pt x="-139" y="890"/>
                            <a:pt x="197" y="430"/>
                          </a:cubicBezTo>
                          <a:cubicBezTo>
                            <a:pt x="531" y="-29"/>
                            <a:pt x="1180" y="-140"/>
                            <a:pt x="1644" y="193"/>
                          </a:cubicBezTo>
                          <a:cubicBezTo>
                            <a:pt x="2109" y="525"/>
                            <a:pt x="2213" y="1175"/>
                            <a:pt x="1877" y="1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54" name="Freeform: Shape 653">
                      <a:extLst>
                        <a:ext uri="{FF2B5EF4-FFF2-40B4-BE49-F238E27FC236}">
                          <a16:creationId xmlns:a16="http://schemas.microsoft.com/office/drawing/2014/main" id="{E7248781-7550-A6B4-8CFB-85B3C7311E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1197" y="5230154"/>
                      <a:ext cx="2073" cy="2077"/>
                    </a:xfrm>
                    <a:custGeom>
                      <a:avLst/>
                      <a:gdLst>
                        <a:gd name="connsiteX0" fmla="*/ 1877 w 2073"/>
                        <a:gd name="connsiteY0" fmla="*/ 1648 h 2077"/>
                        <a:gd name="connsiteX1" fmla="*/ 429 w 2073"/>
                        <a:gd name="connsiteY1" fmla="*/ 1885 h 2077"/>
                        <a:gd name="connsiteX2" fmla="*/ 196 w 2073"/>
                        <a:gd name="connsiteY2" fmla="*/ 427 h 2077"/>
                        <a:gd name="connsiteX3" fmla="*/ 1644 w 2073"/>
                        <a:gd name="connsiteY3" fmla="*/ 205 h 2077"/>
                        <a:gd name="connsiteX4" fmla="*/ 1877 w 2073"/>
                        <a:gd name="connsiteY4" fmla="*/ 1648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1877" y="1648"/>
                          </a:moveTo>
                          <a:cubicBezTo>
                            <a:pt x="1542" y="2107"/>
                            <a:pt x="894" y="2218"/>
                            <a:pt x="429" y="1885"/>
                          </a:cubicBezTo>
                          <a:cubicBezTo>
                            <a:pt x="-35" y="1537"/>
                            <a:pt x="-138" y="887"/>
                            <a:pt x="196" y="427"/>
                          </a:cubicBezTo>
                          <a:cubicBezTo>
                            <a:pt x="531" y="-33"/>
                            <a:pt x="1179" y="-144"/>
                            <a:pt x="1644" y="205"/>
                          </a:cubicBezTo>
                          <a:cubicBezTo>
                            <a:pt x="2108" y="538"/>
                            <a:pt x="2213" y="1188"/>
                            <a:pt x="1877" y="164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55" name="Freeform: Shape 654">
                      <a:extLst>
                        <a:ext uri="{FF2B5EF4-FFF2-40B4-BE49-F238E27FC236}">
                          <a16:creationId xmlns:a16="http://schemas.microsoft.com/office/drawing/2014/main" id="{3231F0EC-A67E-201D-DCBA-7C27EF9860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7486" y="5231438"/>
                      <a:ext cx="2073" cy="2078"/>
                    </a:xfrm>
                    <a:custGeom>
                      <a:avLst/>
                      <a:gdLst>
                        <a:gd name="connsiteX0" fmla="*/ 1877 w 2073"/>
                        <a:gd name="connsiteY0" fmla="*/ 1648 h 2078"/>
                        <a:gd name="connsiteX1" fmla="*/ 430 w 2073"/>
                        <a:gd name="connsiteY1" fmla="*/ 1885 h 2078"/>
                        <a:gd name="connsiteX2" fmla="*/ 197 w 2073"/>
                        <a:gd name="connsiteY2" fmla="*/ 427 h 2078"/>
                        <a:gd name="connsiteX3" fmla="*/ 1644 w 2073"/>
                        <a:gd name="connsiteY3" fmla="*/ 205 h 2078"/>
                        <a:gd name="connsiteX4" fmla="*/ 1877 w 2073"/>
                        <a:gd name="connsiteY4" fmla="*/ 1648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1877" y="1648"/>
                          </a:moveTo>
                          <a:cubicBezTo>
                            <a:pt x="1543" y="2107"/>
                            <a:pt x="894" y="2218"/>
                            <a:pt x="430" y="1885"/>
                          </a:cubicBezTo>
                          <a:cubicBezTo>
                            <a:pt x="-35" y="1553"/>
                            <a:pt x="-139" y="903"/>
                            <a:pt x="197" y="427"/>
                          </a:cubicBezTo>
                          <a:cubicBezTo>
                            <a:pt x="531" y="-33"/>
                            <a:pt x="1180" y="-144"/>
                            <a:pt x="1644" y="205"/>
                          </a:cubicBezTo>
                          <a:cubicBezTo>
                            <a:pt x="2107" y="538"/>
                            <a:pt x="2212" y="1188"/>
                            <a:pt x="1877" y="164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56" name="Freeform: Shape 655">
                      <a:extLst>
                        <a:ext uri="{FF2B5EF4-FFF2-40B4-BE49-F238E27FC236}">
                          <a16:creationId xmlns:a16="http://schemas.microsoft.com/office/drawing/2014/main" id="{55EA6EA5-192B-E0DB-DE66-E4AA9ADA6B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842" y="5223254"/>
                      <a:ext cx="2074" cy="2077"/>
                    </a:xfrm>
                    <a:custGeom>
                      <a:avLst/>
                      <a:gdLst>
                        <a:gd name="connsiteX0" fmla="*/ 1877 w 2074"/>
                        <a:gd name="connsiteY0" fmla="*/ 1651 h 2077"/>
                        <a:gd name="connsiteX1" fmla="*/ 430 w 2074"/>
                        <a:gd name="connsiteY1" fmla="*/ 1873 h 2077"/>
                        <a:gd name="connsiteX2" fmla="*/ 197 w 2074"/>
                        <a:gd name="connsiteY2" fmla="*/ 430 h 2077"/>
                        <a:gd name="connsiteX3" fmla="*/ 1644 w 2074"/>
                        <a:gd name="connsiteY3" fmla="*/ 193 h 2077"/>
                        <a:gd name="connsiteX4" fmla="*/ 1877 w 2074"/>
                        <a:gd name="connsiteY4" fmla="*/ 1651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7">
                          <a:moveTo>
                            <a:pt x="1877" y="1651"/>
                          </a:moveTo>
                          <a:cubicBezTo>
                            <a:pt x="1543" y="2111"/>
                            <a:pt x="894" y="2222"/>
                            <a:pt x="430" y="1873"/>
                          </a:cubicBezTo>
                          <a:cubicBezTo>
                            <a:pt x="-35" y="1540"/>
                            <a:pt x="-139" y="890"/>
                            <a:pt x="197" y="430"/>
                          </a:cubicBezTo>
                          <a:cubicBezTo>
                            <a:pt x="531" y="-29"/>
                            <a:pt x="1180" y="-140"/>
                            <a:pt x="1644" y="193"/>
                          </a:cubicBezTo>
                          <a:cubicBezTo>
                            <a:pt x="2109" y="541"/>
                            <a:pt x="2214" y="1175"/>
                            <a:pt x="1877" y="1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57" name="Freeform: Shape 656">
                      <a:extLst>
                        <a:ext uri="{FF2B5EF4-FFF2-40B4-BE49-F238E27FC236}">
                          <a16:creationId xmlns:a16="http://schemas.microsoft.com/office/drawing/2014/main" id="{EBFD7136-8D03-5D74-6D3D-2DB8111DF9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607" y="5226123"/>
                      <a:ext cx="2074" cy="2081"/>
                    </a:xfrm>
                    <a:custGeom>
                      <a:avLst/>
                      <a:gdLst>
                        <a:gd name="connsiteX0" fmla="*/ 1877 w 2074"/>
                        <a:gd name="connsiteY0" fmla="*/ 1651 h 2081"/>
                        <a:gd name="connsiteX1" fmla="*/ 430 w 2074"/>
                        <a:gd name="connsiteY1" fmla="*/ 1889 h 2081"/>
                        <a:gd name="connsiteX2" fmla="*/ 197 w 2074"/>
                        <a:gd name="connsiteY2" fmla="*/ 430 h 2081"/>
                        <a:gd name="connsiteX3" fmla="*/ 1644 w 2074"/>
                        <a:gd name="connsiteY3" fmla="*/ 193 h 2081"/>
                        <a:gd name="connsiteX4" fmla="*/ 1877 w 2074"/>
                        <a:gd name="connsiteY4" fmla="*/ 1651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81">
                          <a:moveTo>
                            <a:pt x="1877" y="1651"/>
                          </a:moveTo>
                          <a:cubicBezTo>
                            <a:pt x="1543" y="2111"/>
                            <a:pt x="895" y="2222"/>
                            <a:pt x="430" y="1889"/>
                          </a:cubicBezTo>
                          <a:cubicBezTo>
                            <a:pt x="-34" y="1540"/>
                            <a:pt x="-139" y="906"/>
                            <a:pt x="197" y="430"/>
                          </a:cubicBezTo>
                          <a:cubicBezTo>
                            <a:pt x="531" y="-29"/>
                            <a:pt x="1180" y="-140"/>
                            <a:pt x="1644" y="193"/>
                          </a:cubicBezTo>
                          <a:cubicBezTo>
                            <a:pt x="2109" y="542"/>
                            <a:pt x="2213" y="1175"/>
                            <a:pt x="1877" y="1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58" name="Freeform: Shape 657">
                      <a:extLst>
                        <a:ext uri="{FF2B5EF4-FFF2-40B4-BE49-F238E27FC236}">
                          <a16:creationId xmlns:a16="http://schemas.microsoft.com/office/drawing/2014/main" id="{B04720C6-3EAF-9956-617B-61E65B9F18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3752" y="5241084"/>
                      <a:ext cx="2074" cy="2074"/>
                    </a:xfrm>
                    <a:custGeom>
                      <a:avLst/>
                      <a:gdLst>
                        <a:gd name="connsiteX0" fmla="*/ 1877 w 2074"/>
                        <a:gd name="connsiteY0" fmla="*/ 1640 h 2074"/>
                        <a:gd name="connsiteX1" fmla="*/ 430 w 2074"/>
                        <a:gd name="connsiteY1" fmla="*/ 1877 h 2074"/>
                        <a:gd name="connsiteX2" fmla="*/ 197 w 2074"/>
                        <a:gd name="connsiteY2" fmla="*/ 435 h 2074"/>
                        <a:gd name="connsiteX3" fmla="*/ 1644 w 2074"/>
                        <a:gd name="connsiteY3" fmla="*/ 197 h 2074"/>
                        <a:gd name="connsiteX4" fmla="*/ 1877 w 2074"/>
                        <a:gd name="connsiteY4" fmla="*/ 1640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4">
                          <a:moveTo>
                            <a:pt x="1877" y="1640"/>
                          </a:moveTo>
                          <a:cubicBezTo>
                            <a:pt x="1543" y="2115"/>
                            <a:pt x="894" y="2210"/>
                            <a:pt x="430" y="1877"/>
                          </a:cubicBezTo>
                          <a:cubicBezTo>
                            <a:pt x="-35" y="1545"/>
                            <a:pt x="-139" y="895"/>
                            <a:pt x="197" y="435"/>
                          </a:cubicBezTo>
                          <a:cubicBezTo>
                            <a:pt x="531" y="-41"/>
                            <a:pt x="1180" y="-136"/>
                            <a:pt x="1644" y="197"/>
                          </a:cubicBezTo>
                          <a:cubicBezTo>
                            <a:pt x="2109" y="530"/>
                            <a:pt x="2214" y="1180"/>
                            <a:pt x="1877" y="16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59" name="Freeform: Shape 658">
                      <a:extLst>
                        <a:ext uri="{FF2B5EF4-FFF2-40B4-BE49-F238E27FC236}">
                          <a16:creationId xmlns:a16="http://schemas.microsoft.com/office/drawing/2014/main" id="{87D0C09B-07A2-E01E-6C9E-452F14AA72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1445" y="5235885"/>
                      <a:ext cx="2073" cy="2074"/>
                    </a:xfrm>
                    <a:custGeom>
                      <a:avLst/>
                      <a:gdLst>
                        <a:gd name="connsiteX0" fmla="*/ 1877 w 2073"/>
                        <a:gd name="connsiteY0" fmla="*/ 1640 h 2074"/>
                        <a:gd name="connsiteX1" fmla="*/ 430 w 2073"/>
                        <a:gd name="connsiteY1" fmla="*/ 1878 h 2074"/>
                        <a:gd name="connsiteX2" fmla="*/ 197 w 2073"/>
                        <a:gd name="connsiteY2" fmla="*/ 435 h 2074"/>
                        <a:gd name="connsiteX3" fmla="*/ 1644 w 2073"/>
                        <a:gd name="connsiteY3" fmla="*/ 197 h 2074"/>
                        <a:gd name="connsiteX4" fmla="*/ 1877 w 2073"/>
                        <a:gd name="connsiteY4" fmla="*/ 1640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1877" y="1640"/>
                          </a:moveTo>
                          <a:cubicBezTo>
                            <a:pt x="1543" y="2115"/>
                            <a:pt x="895" y="2210"/>
                            <a:pt x="430" y="1878"/>
                          </a:cubicBezTo>
                          <a:cubicBezTo>
                            <a:pt x="-34" y="1545"/>
                            <a:pt x="-139" y="895"/>
                            <a:pt x="197" y="435"/>
                          </a:cubicBezTo>
                          <a:cubicBezTo>
                            <a:pt x="531" y="-41"/>
                            <a:pt x="1180" y="-136"/>
                            <a:pt x="1644" y="197"/>
                          </a:cubicBezTo>
                          <a:cubicBezTo>
                            <a:pt x="2109" y="530"/>
                            <a:pt x="2212" y="1180"/>
                            <a:pt x="1877" y="16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60" name="Freeform: Shape 659">
                      <a:extLst>
                        <a:ext uri="{FF2B5EF4-FFF2-40B4-BE49-F238E27FC236}">
                          <a16:creationId xmlns:a16="http://schemas.microsoft.com/office/drawing/2014/main" id="{F1019706-172B-BD9D-2538-1CE21E7393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8929" y="5241140"/>
                      <a:ext cx="2073" cy="2074"/>
                    </a:xfrm>
                    <a:custGeom>
                      <a:avLst/>
                      <a:gdLst>
                        <a:gd name="connsiteX0" fmla="*/ 1877 w 2073"/>
                        <a:gd name="connsiteY0" fmla="*/ 1648 h 2074"/>
                        <a:gd name="connsiteX1" fmla="*/ 429 w 2073"/>
                        <a:gd name="connsiteY1" fmla="*/ 1870 h 2074"/>
                        <a:gd name="connsiteX2" fmla="*/ 196 w 2073"/>
                        <a:gd name="connsiteY2" fmla="*/ 427 h 2074"/>
                        <a:gd name="connsiteX3" fmla="*/ 1644 w 2073"/>
                        <a:gd name="connsiteY3" fmla="*/ 205 h 2074"/>
                        <a:gd name="connsiteX4" fmla="*/ 1877 w 2073"/>
                        <a:gd name="connsiteY4" fmla="*/ 1648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1877" y="1648"/>
                          </a:moveTo>
                          <a:cubicBezTo>
                            <a:pt x="1542" y="2107"/>
                            <a:pt x="894" y="2218"/>
                            <a:pt x="429" y="1870"/>
                          </a:cubicBezTo>
                          <a:cubicBezTo>
                            <a:pt x="-35" y="1537"/>
                            <a:pt x="-138" y="887"/>
                            <a:pt x="196" y="427"/>
                          </a:cubicBezTo>
                          <a:cubicBezTo>
                            <a:pt x="531" y="-33"/>
                            <a:pt x="1179" y="-144"/>
                            <a:pt x="1644" y="205"/>
                          </a:cubicBezTo>
                          <a:cubicBezTo>
                            <a:pt x="2108" y="538"/>
                            <a:pt x="2213" y="1188"/>
                            <a:pt x="1877" y="164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61" name="Freeform: Shape 660">
                      <a:extLst>
                        <a:ext uri="{FF2B5EF4-FFF2-40B4-BE49-F238E27FC236}">
                          <a16:creationId xmlns:a16="http://schemas.microsoft.com/office/drawing/2014/main" id="{7524CEB2-83E7-1A48-3A8E-D24F4D31CC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7993" y="5235218"/>
                      <a:ext cx="2073" cy="2071"/>
                    </a:xfrm>
                    <a:custGeom>
                      <a:avLst/>
                      <a:gdLst>
                        <a:gd name="connsiteX0" fmla="*/ 1877 w 2073"/>
                        <a:gd name="connsiteY0" fmla="*/ 1641 h 2071"/>
                        <a:gd name="connsiteX1" fmla="*/ 430 w 2073"/>
                        <a:gd name="connsiteY1" fmla="*/ 1879 h 2071"/>
                        <a:gd name="connsiteX2" fmla="*/ 197 w 2073"/>
                        <a:gd name="connsiteY2" fmla="*/ 420 h 2071"/>
                        <a:gd name="connsiteX3" fmla="*/ 1644 w 2073"/>
                        <a:gd name="connsiteY3" fmla="*/ 198 h 2071"/>
                        <a:gd name="connsiteX4" fmla="*/ 1877 w 2073"/>
                        <a:gd name="connsiteY4" fmla="*/ 1641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877" y="1641"/>
                          </a:moveTo>
                          <a:cubicBezTo>
                            <a:pt x="1543" y="2101"/>
                            <a:pt x="894" y="2211"/>
                            <a:pt x="430" y="1879"/>
                          </a:cubicBezTo>
                          <a:cubicBezTo>
                            <a:pt x="-35" y="1546"/>
                            <a:pt x="-139" y="896"/>
                            <a:pt x="197" y="420"/>
                          </a:cubicBezTo>
                          <a:cubicBezTo>
                            <a:pt x="532" y="-40"/>
                            <a:pt x="1180" y="-135"/>
                            <a:pt x="1644" y="198"/>
                          </a:cubicBezTo>
                          <a:cubicBezTo>
                            <a:pt x="2107" y="531"/>
                            <a:pt x="2212" y="1181"/>
                            <a:pt x="1877" y="164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62" name="Freeform: Shape 661">
                      <a:extLst>
                        <a:ext uri="{FF2B5EF4-FFF2-40B4-BE49-F238E27FC236}">
                          <a16:creationId xmlns:a16="http://schemas.microsoft.com/office/drawing/2014/main" id="{5071285E-138B-CCF0-AA0E-7F6E66D5F3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4281" y="5236503"/>
                      <a:ext cx="2073" cy="2074"/>
                    </a:xfrm>
                    <a:custGeom>
                      <a:avLst/>
                      <a:gdLst>
                        <a:gd name="connsiteX0" fmla="*/ 1877 w 2073"/>
                        <a:gd name="connsiteY0" fmla="*/ 1640 h 2074"/>
                        <a:gd name="connsiteX1" fmla="*/ 430 w 2073"/>
                        <a:gd name="connsiteY1" fmla="*/ 1877 h 2074"/>
                        <a:gd name="connsiteX2" fmla="*/ 197 w 2073"/>
                        <a:gd name="connsiteY2" fmla="*/ 435 h 2074"/>
                        <a:gd name="connsiteX3" fmla="*/ 1644 w 2073"/>
                        <a:gd name="connsiteY3" fmla="*/ 197 h 2074"/>
                        <a:gd name="connsiteX4" fmla="*/ 1877 w 2073"/>
                        <a:gd name="connsiteY4" fmla="*/ 1640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1877" y="1640"/>
                          </a:moveTo>
                          <a:cubicBezTo>
                            <a:pt x="1543" y="2115"/>
                            <a:pt x="894" y="2210"/>
                            <a:pt x="430" y="1877"/>
                          </a:cubicBezTo>
                          <a:cubicBezTo>
                            <a:pt x="-35" y="1545"/>
                            <a:pt x="-139" y="895"/>
                            <a:pt x="197" y="435"/>
                          </a:cubicBezTo>
                          <a:cubicBezTo>
                            <a:pt x="531" y="-41"/>
                            <a:pt x="1180" y="-136"/>
                            <a:pt x="1644" y="197"/>
                          </a:cubicBezTo>
                          <a:cubicBezTo>
                            <a:pt x="2107" y="530"/>
                            <a:pt x="2212" y="1180"/>
                            <a:pt x="1877" y="16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63" name="Freeform: Shape 662">
                      <a:extLst>
                        <a:ext uri="{FF2B5EF4-FFF2-40B4-BE49-F238E27FC236}">
                          <a16:creationId xmlns:a16="http://schemas.microsoft.com/office/drawing/2014/main" id="{75B3C86D-2470-B7AA-F578-1B1728A92C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3063" y="5224041"/>
                      <a:ext cx="2072" cy="2071"/>
                    </a:xfrm>
                    <a:custGeom>
                      <a:avLst/>
                      <a:gdLst>
                        <a:gd name="connsiteX0" fmla="*/ 1877 w 2072"/>
                        <a:gd name="connsiteY0" fmla="*/ 1641 h 2071"/>
                        <a:gd name="connsiteX1" fmla="*/ 429 w 2072"/>
                        <a:gd name="connsiteY1" fmla="*/ 1878 h 2071"/>
                        <a:gd name="connsiteX2" fmla="*/ 196 w 2072"/>
                        <a:gd name="connsiteY2" fmla="*/ 420 h 2071"/>
                        <a:gd name="connsiteX3" fmla="*/ 1644 w 2072"/>
                        <a:gd name="connsiteY3" fmla="*/ 198 h 2071"/>
                        <a:gd name="connsiteX4" fmla="*/ 1877 w 2072"/>
                        <a:gd name="connsiteY4" fmla="*/ 1641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877" y="1641"/>
                          </a:moveTo>
                          <a:cubicBezTo>
                            <a:pt x="1542" y="2100"/>
                            <a:pt x="894" y="2211"/>
                            <a:pt x="429" y="1878"/>
                          </a:cubicBezTo>
                          <a:cubicBezTo>
                            <a:pt x="-35" y="1530"/>
                            <a:pt x="-138" y="896"/>
                            <a:pt x="196" y="420"/>
                          </a:cubicBezTo>
                          <a:cubicBezTo>
                            <a:pt x="531" y="-40"/>
                            <a:pt x="1179" y="-135"/>
                            <a:pt x="1644" y="198"/>
                          </a:cubicBezTo>
                          <a:cubicBezTo>
                            <a:pt x="2108" y="531"/>
                            <a:pt x="2211" y="1181"/>
                            <a:pt x="1877" y="164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64" name="Freeform: Shape 663">
                      <a:extLst>
                        <a:ext uri="{FF2B5EF4-FFF2-40B4-BE49-F238E27FC236}">
                          <a16:creationId xmlns:a16="http://schemas.microsoft.com/office/drawing/2014/main" id="{89897C46-02C4-DCB6-C8F1-C70DAC7F89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6770" y="5229516"/>
                      <a:ext cx="2074" cy="2071"/>
                    </a:xfrm>
                    <a:custGeom>
                      <a:avLst/>
                      <a:gdLst>
                        <a:gd name="connsiteX0" fmla="*/ 1877 w 2074"/>
                        <a:gd name="connsiteY0" fmla="*/ 1651 h 2071"/>
                        <a:gd name="connsiteX1" fmla="*/ 430 w 2074"/>
                        <a:gd name="connsiteY1" fmla="*/ 1873 h 2071"/>
                        <a:gd name="connsiteX2" fmla="*/ 197 w 2074"/>
                        <a:gd name="connsiteY2" fmla="*/ 430 h 2071"/>
                        <a:gd name="connsiteX3" fmla="*/ 1644 w 2074"/>
                        <a:gd name="connsiteY3" fmla="*/ 193 h 2071"/>
                        <a:gd name="connsiteX4" fmla="*/ 1877 w 2074"/>
                        <a:gd name="connsiteY4" fmla="*/ 1651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1">
                          <a:moveTo>
                            <a:pt x="1877" y="1651"/>
                          </a:moveTo>
                          <a:cubicBezTo>
                            <a:pt x="1543" y="2111"/>
                            <a:pt x="894" y="2206"/>
                            <a:pt x="430" y="1873"/>
                          </a:cubicBezTo>
                          <a:cubicBezTo>
                            <a:pt x="-35" y="1540"/>
                            <a:pt x="-139" y="890"/>
                            <a:pt x="197" y="430"/>
                          </a:cubicBezTo>
                          <a:cubicBezTo>
                            <a:pt x="531" y="-29"/>
                            <a:pt x="1180" y="-140"/>
                            <a:pt x="1644" y="193"/>
                          </a:cubicBezTo>
                          <a:cubicBezTo>
                            <a:pt x="2109" y="541"/>
                            <a:pt x="2214" y="1175"/>
                            <a:pt x="1877" y="1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65" name="Freeform: Shape 664">
                      <a:extLst>
                        <a:ext uri="{FF2B5EF4-FFF2-40B4-BE49-F238E27FC236}">
                          <a16:creationId xmlns:a16="http://schemas.microsoft.com/office/drawing/2014/main" id="{624CFF6A-C499-1A31-DDFA-C2D9CD423D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97" y="5264124"/>
                      <a:ext cx="2073" cy="2070"/>
                    </a:xfrm>
                    <a:custGeom>
                      <a:avLst/>
                      <a:gdLst>
                        <a:gd name="connsiteX0" fmla="*/ 1877 w 2073"/>
                        <a:gd name="connsiteY0" fmla="*/ 1635 h 2070"/>
                        <a:gd name="connsiteX1" fmla="*/ 430 w 2073"/>
                        <a:gd name="connsiteY1" fmla="*/ 1873 h 2070"/>
                        <a:gd name="connsiteX2" fmla="*/ 197 w 2073"/>
                        <a:gd name="connsiteY2" fmla="*/ 430 h 2070"/>
                        <a:gd name="connsiteX3" fmla="*/ 1644 w 2073"/>
                        <a:gd name="connsiteY3" fmla="*/ 193 h 2070"/>
                        <a:gd name="connsiteX4" fmla="*/ 1877 w 2073"/>
                        <a:gd name="connsiteY4" fmla="*/ 1635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0">
                          <a:moveTo>
                            <a:pt x="1877" y="1635"/>
                          </a:moveTo>
                          <a:cubicBezTo>
                            <a:pt x="1543" y="2111"/>
                            <a:pt x="895" y="2206"/>
                            <a:pt x="430" y="1873"/>
                          </a:cubicBezTo>
                          <a:cubicBezTo>
                            <a:pt x="-34" y="1540"/>
                            <a:pt x="-139" y="890"/>
                            <a:pt x="197" y="430"/>
                          </a:cubicBezTo>
                          <a:cubicBezTo>
                            <a:pt x="531" y="-29"/>
                            <a:pt x="1180" y="-140"/>
                            <a:pt x="1644" y="193"/>
                          </a:cubicBezTo>
                          <a:cubicBezTo>
                            <a:pt x="2107" y="526"/>
                            <a:pt x="2212" y="1176"/>
                            <a:pt x="1877" y="1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66" name="Freeform: Shape 665">
                      <a:extLst>
                        <a:ext uri="{FF2B5EF4-FFF2-40B4-BE49-F238E27FC236}">
                          <a16:creationId xmlns:a16="http://schemas.microsoft.com/office/drawing/2014/main" id="{2A522DE9-4368-68D2-A240-9431B8E79E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690" y="5258924"/>
                      <a:ext cx="2073" cy="2077"/>
                    </a:xfrm>
                    <a:custGeom>
                      <a:avLst/>
                      <a:gdLst>
                        <a:gd name="connsiteX0" fmla="*/ 1877 w 2073"/>
                        <a:gd name="connsiteY0" fmla="*/ 1651 h 2077"/>
                        <a:gd name="connsiteX1" fmla="*/ 430 w 2073"/>
                        <a:gd name="connsiteY1" fmla="*/ 1873 h 2077"/>
                        <a:gd name="connsiteX2" fmla="*/ 197 w 2073"/>
                        <a:gd name="connsiteY2" fmla="*/ 430 h 2077"/>
                        <a:gd name="connsiteX3" fmla="*/ 1644 w 2073"/>
                        <a:gd name="connsiteY3" fmla="*/ 193 h 2077"/>
                        <a:gd name="connsiteX4" fmla="*/ 1877 w 2073"/>
                        <a:gd name="connsiteY4" fmla="*/ 1651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1877" y="1651"/>
                          </a:moveTo>
                          <a:cubicBezTo>
                            <a:pt x="1543" y="2111"/>
                            <a:pt x="894" y="2222"/>
                            <a:pt x="430" y="1873"/>
                          </a:cubicBezTo>
                          <a:cubicBezTo>
                            <a:pt x="-35" y="1540"/>
                            <a:pt x="-139" y="890"/>
                            <a:pt x="197" y="430"/>
                          </a:cubicBezTo>
                          <a:cubicBezTo>
                            <a:pt x="531" y="-29"/>
                            <a:pt x="1180" y="-140"/>
                            <a:pt x="1644" y="193"/>
                          </a:cubicBezTo>
                          <a:cubicBezTo>
                            <a:pt x="2109" y="525"/>
                            <a:pt x="2212" y="1175"/>
                            <a:pt x="1877" y="1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67" name="Freeform: Shape 666">
                      <a:extLst>
                        <a:ext uri="{FF2B5EF4-FFF2-40B4-BE49-F238E27FC236}">
                          <a16:creationId xmlns:a16="http://schemas.microsoft.com/office/drawing/2014/main" id="{10696F4E-72FB-145E-44DE-EBB3959E5E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654" y="5267596"/>
                      <a:ext cx="2073" cy="2071"/>
                    </a:xfrm>
                    <a:custGeom>
                      <a:avLst/>
                      <a:gdLst>
                        <a:gd name="connsiteX0" fmla="*/ 1877 w 2073"/>
                        <a:gd name="connsiteY0" fmla="*/ 1651 h 2071"/>
                        <a:gd name="connsiteX1" fmla="*/ 430 w 2073"/>
                        <a:gd name="connsiteY1" fmla="*/ 1873 h 2071"/>
                        <a:gd name="connsiteX2" fmla="*/ 197 w 2073"/>
                        <a:gd name="connsiteY2" fmla="*/ 430 h 2071"/>
                        <a:gd name="connsiteX3" fmla="*/ 1644 w 2073"/>
                        <a:gd name="connsiteY3" fmla="*/ 193 h 2071"/>
                        <a:gd name="connsiteX4" fmla="*/ 1877 w 2073"/>
                        <a:gd name="connsiteY4" fmla="*/ 1651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877" y="1651"/>
                          </a:moveTo>
                          <a:cubicBezTo>
                            <a:pt x="1543" y="2111"/>
                            <a:pt x="894" y="2206"/>
                            <a:pt x="430" y="1873"/>
                          </a:cubicBezTo>
                          <a:cubicBezTo>
                            <a:pt x="-35" y="1540"/>
                            <a:pt x="-139" y="890"/>
                            <a:pt x="197" y="430"/>
                          </a:cubicBezTo>
                          <a:cubicBezTo>
                            <a:pt x="531" y="-29"/>
                            <a:pt x="1180" y="-140"/>
                            <a:pt x="1644" y="193"/>
                          </a:cubicBezTo>
                          <a:cubicBezTo>
                            <a:pt x="2107" y="525"/>
                            <a:pt x="2212" y="1175"/>
                            <a:pt x="1877" y="1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68" name="Freeform: Shape 667">
                      <a:extLst>
                        <a:ext uri="{FF2B5EF4-FFF2-40B4-BE49-F238E27FC236}">
                          <a16:creationId xmlns:a16="http://schemas.microsoft.com/office/drawing/2014/main" id="{E275DF1C-2AC1-4A76-0821-A9F6D351E1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6236" y="5258254"/>
                      <a:ext cx="2074" cy="2074"/>
                    </a:xfrm>
                    <a:custGeom>
                      <a:avLst/>
                      <a:gdLst>
                        <a:gd name="connsiteX0" fmla="*/ 1877 w 2074"/>
                        <a:gd name="connsiteY0" fmla="*/ 1640 h 2074"/>
                        <a:gd name="connsiteX1" fmla="*/ 430 w 2074"/>
                        <a:gd name="connsiteY1" fmla="*/ 1878 h 2074"/>
                        <a:gd name="connsiteX2" fmla="*/ 197 w 2074"/>
                        <a:gd name="connsiteY2" fmla="*/ 435 h 2074"/>
                        <a:gd name="connsiteX3" fmla="*/ 1644 w 2074"/>
                        <a:gd name="connsiteY3" fmla="*/ 197 h 2074"/>
                        <a:gd name="connsiteX4" fmla="*/ 1877 w 2074"/>
                        <a:gd name="connsiteY4" fmla="*/ 1640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4">
                          <a:moveTo>
                            <a:pt x="1877" y="1640"/>
                          </a:moveTo>
                          <a:cubicBezTo>
                            <a:pt x="1543" y="2115"/>
                            <a:pt x="894" y="2210"/>
                            <a:pt x="430" y="1878"/>
                          </a:cubicBezTo>
                          <a:cubicBezTo>
                            <a:pt x="-35" y="1545"/>
                            <a:pt x="-139" y="895"/>
                            <a:pt x="197" y="435"/>
                          </a:cubicBezTo>
                          <a:cubicBezTo>
                            <a:pt x="532" y="-41"/>
                            <a:pt x="1180" y="-136"/>
                            <a:pt x="1644" y="197"/>
                          </a:cubicBezTo>
                          <a:cubicBezTo>
                            <a:pt x="2109" y="530"/>
                            <a:pt x="2214" y="1180"/>
                            <a:pt x="1877" y="16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69" name="Freeform: Shape 668">
                      <a:extLst>
                        <a:ext uri="{FF2B5EF4-FFF2-40B4-BE49-F238E27FC236}">
                          <a16:creationId xmlns:a16="http://schemas.microsoft.com/office/drawing/2014/main" id="{3953DFEA-09C2-1EB3-6699-F0239AF8F6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526" y="5259542"/>
                      <a:ext cx="2073" cy="2070"/>
                    </a:xfrm>
                    <a:custGeom>
                      <a:avLst/>
                      <a:gdLst>
                        <a:gd name="connsiteX0" fmla="*/ 1877 w 2073"/>
                        <a:gd name="connsiteY0" fmla="*/ 1635 h 2070"/>
                        <a:gd name="connsiteX1" fmla="*/ 430 w 2073"/>
                        <a:gd name="connsiteY1" fmla="*/ 1873 h 2070"/>
                        <a:gd name="connsiteX2" fmla="*/ 197 w 2073"/>
                        <a:gd name="connsiteY2" fmla="*/ 431 h 2070"/>
                        <a:gd name="connsiteX3" fmla="*/ 1644 w 2073"/>
                        <a:gd name="connsiteY3" fmla="*/ 193 h 2070"/>
                        <a:gd name="connsiteX4" fmla="*/ 1877 w 2073"/>
                        <a:gd name="connsiteY4" fmla="*/ 1635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0">
                          <a:moveTo>
                            <a:pt x="1877" y="1635"/>
                          </a:moveTo>
                          <a:cubicBezTo>
                            <a:pt x="1543" y="2111"/>
                            <a:pt x="895" y="2206"/>
                            <a:pt x="430" y="1873"/>
                          </a:cubicBezTo>
                          <a:cubicBezTo>
                            <a:pt x="-34" y="1540"/>
                            <a:pt x="-139" y="890"/>
                            <a:pt x="197" y="431"/>
                          </a:cubicBezTo>
                          <a:cubicBezTo>
                            <a:pt x="531" y="-29"/>
                            <a:pt x="1180" y="-140"/>
                            <a:pt x="1644" y="193"/>
                          </a:cubicBezTo>
                          <a:cubicBezTo>
                            <a:pt x="2107" y="526"/>
                            <a:pt x="2212" y="1176"/>
                            <a:pt x="1877" y="1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70" name="Freeform: Shape 669">
                      <a:extLst>
                        <a:ext uri="{FF2B5EF4-FFF2-40B4-BE49-F238E27FC236}">
                          <a16:creationId xmlns:a16="http://schemas.microsoft.com/office/drawing/2014/main" id="{D29C3F91-2DDE-0B35-8FF7-FCF8E27E2B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206" y="5253672"/>
                      <a:ext cx="2074" cy="2074"/>
                    </a:xfrm>
                    <a:custGeom>
                      <a:avLst/>
                      <a:gdLst>
                        <a:gd name="connsiteX0" fmla="*/ 1877 w 2074"/>
                        <a:gd name="connsiteY0" fmla="*/ 1640 h 2074"/>
                        <a:gd name="connsiteX1" fmla="*/ 430 w 2074"/>
                        <a:gd name="connsiteY1" fmla="*/ 1878 h 2074"/>
                        <a:gd name="connsiteX2" fmla="*/ 197 w 2074"/>
                        <a:gd name="connsiteY2" fmla="*/ 435 h 2074"/>
                        <a:gd name="connsiteX3" fmla="*/ 1644 w 2074"/>
                        <a:gd name="connsiteY3" fmla="*/ 197 h 2074"/>
                        <a:gd name="connsiteX4" fmla="*/ 1877 w 2074"/>
                        <a:gd name="connsiteY4" fmla="*/ 1640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4">
                          <a:moveTo>
                            <a:pt x="1877" y="1640"/>
                          </a:moveTo>
                          <a:cubicBezTo>
                            <a:pt x="1543" y="2115"/>
                            <a:pt x="894" y="2210"/>
                            <a:pt x="430" y="1878"/>
                          </a:cubicBezTo>
                          <a:cubicBezTo>
                            <a:pt x="-35" y="1545"/>
                            <a:pt x="-139" y="895"/>
                            <a:pt x="197" y="435"/>
                          </a:cubicBezTo>
                          <a:cubicBezTo>
                            <a:pt x="531" y="-41"/>
                            <a:pt x="1180" y="-136"/>
                            <a:pt x="1644" y="197"/>
                          </a:cubicBezTo>
                          <a:cubicBezTo>
                            <a:pt x="2109" y="530"/>
                            <a:pt x="2214" y="1180"/>
                            <a:pt x="1877" y="16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71" name="Freeform: Shape 670">
                      <a:extLst>
                        <a:ext uri="{FF2B5EF4-FFF2-40B4-BE49-F238E27FC236}">
                          <a16:creationId xmlns:a16="http://schemas.microsoft.com/office/drawing/2014/main" id="{919384A4-1671-A56A-0256-AD0C3853C1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015" y="5252554"/>
                      <a:ext cx="2073" cy="2077"/>
                    </a:xfrm>
                    <a:custGeom>
                      <a:avLst/>
                      <a:gdLst>
                        <a:gd name="connsiteX0" fmla="*/ 1877 w 2073"/>
                        <a:gd name="connsiteY0" fmla="*/ 1648 h 2077"/>
                        <a:gd name="connsiteX1" fmla="*/ 429 w 2073"/>
                        <a:gd name="connsiteY1" fmla="*/ 1885 h 2077"/>
                        <a:gd name="connsiteX2" fmla="*/ 196 w 2073"/>
                        <a:gd name="connsiteY2" fmla="*/ 427 h 2077"/>
                        <a:gd name="connsiteX3" fmla="*/ 1644 w 2073"/>
                        <a:gd name="connsiteY3" fmla="*/ 205 h 2077"/>
                        <a:gd name="connsiteX4" fmla="*/ 1877 w 2073"/>
                        <a:gd name="connsiteY4" fmla="*/ 1648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1877" y="1648"/>
                          </a:moveTo>
                          <a:cubicBezTo>
                            <a:pt x="1542" y="2107"/>
                            <a:pt x="894" y="2218"/>
                            <a:pt x="429" y="1885"/>
                          </a:cubicBezTo>
                          <a:cubicBezTo>
                            <a:pt x="-35" y="1537"/>
                            <a:pt x="-138" y="902"/>
                            <a:pt x="196" y="427"/>
                          </a:cubicBezTo>
                          <a:cubicBezTo>
                            <a:pt x="531" y="-33"/>
                            <a:pt x="1179" y="-144"/>
                            <a:pt x="1644" y="205"/>
                          </a:cubicBezTo>
                          <a:cubicBezTo>
                            <a:pt x="2108" y="538"/>
                            <a:pt x="2213" y="1188"/>
                            <a:pt x="1877" y="164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72" name="Freeform: Shape 671">
                      <a:extLst>
                        <a:ext uri="{FF2B5EF4-FFF2-40B4-BE49-F238E27FC236}">
                          <a16:creationId xmlns:a16="http://schemas.microsoft.com/office/drawing/2014/main" id="{F8482944-407B-8B72-53DC-C110340AD9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5450" y="5233911"/>
                      <a:ext cx="2073" cy="2078"/>
                    </a:xfrm>
                    <a:custGeom>
                      <a:avLst/>
                      <a:gdLst>
                        <a:gd name="connsiteX0" fmla="*/ 1877 w 2073"/>
                        <a:gd name="connsiteY0" fmla="*/ 1648 h 2078"/>
                        <a:gd name="connsiteX1" fmla="*/ 430 w 2073"/>
                        <a:gd name="connsiteY1" fmla="*/ 1885 h 2078"/>
                        <a:gd name="connsiteX2" fmla="*/ 197 w 2073"/>
                        <a:gd name="connsiteY2" fmla="*/ 427 h 2078"/>
                        <a:gd name="connsiteX3" fmla="*/ 1644 w 2073"/>
                        <a:gd name="connsiteY3" fmla="*/ 205 h 2078"/>
                        <a:gd name="connsiteX4" fmla="*/ 1877 w 2073"/>
                        <a:gd name="connsiteY4" fmla="*/ 1648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1877" y="1648"/>
                          </a:moveTo>
                          <a:cubicBezTo>
                            <a:pt x="1543" y="2107"/>
                            <a:pt x="895" y="2218"/>
                            <a:pt x="430" y="1885"/>
                          </a:cubicBezTo>
                          <a:cubicBezTo>
                            <a:pt x="-34" y="1537"/>
                            <a:pt x="-139" y="902"/>
                            <a:pt x="197" y="427"/>
                          </a:cubicBezTo>
                          <a:cubicBezTo>
                            <a:pt x="531" y="-33"/>
                            <a:pt x="1180" y="-144"/>
                            <a:pt x="1644" y="205"/>
                          </a:cubicBezTo>
                          <a:cubicBezTo>
                            <a:pt x="2107" y="538"/>
                            <a:pt x="2212" y="1188"/>
                            <a:pt x="1877" y="164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73" name="Freeform: Shape 672">
                      <a:extLst>
                        <a:ext uri="{FF2B5EF4-FFF2-40B4-BE49-F238E27FC236}">
                          <a16:creationId xmlns:a16="http://schemas.microsoft.com/office/drawing/2014/main" id="{7AB75327-FC0D-F46E-A68D-3FA3A5AF9F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144" y="5228711"/>
                      <a:ext cx="2073" cy="2078"/>
                    </a:xfrm>
                    <a:custGeom>
                      <a:avLst/>
                      <a:gdLst>
                        <a:gd name="connsiteX0" fmla="*/ 1877 w 2073"/>
                        <a:gd name="connsiteY0" fmla="*/ 1648 h 2078"/>
                        <a:gd name="connsiteX1" fmla="*/ 430 w 2073"/>
                        <a:gd name="connsiteY1" fmla="*/ 1885 h 2078"/>
                        <a:gd name="connsiteX2" fmla="*/ 197 w 2073"/>
                        <a:gd name="connsiteY2" fmla="*/ 427 h 2078"/>
                        <a:gd name="connsiteX3" fmla="*/ 1644 w 2073"/>
                        <a:gd name="connsiteY3" fmla="*/ 205 h 2078"/>
                        <a:gd name="connsiteX4" fmla="*/ 1877 w 2073"/>
                        <a:gd name="connsiteY4" fmla="*/ 1648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1877" y="1648"/>
                          </a:moveTo>
                          <a:cubicBezTo>
                            <a:pt x="1543" y="2107"/>
                            <a:pt x="894" y="2218"/>
                            <a:pt x="430" y="1885"/>
                          </a:cubicBezTo>
                          <a:cubicBezTo>
                            <a:pt x="-35" y="1537"/>
                            <a:pt x="-139" y="903"/>
                            <a:pt x="197" y="427"/>
                          </a:cubicBezTo>
                          <a:cubicBezTo>
                            <a:pt x="531" y="-33"/>
                            <a:pt x="1180" y="-144"/>
                            <a:pt x="1644" y="205"/>
                          </a:cubicBezTo>
                          <a:cubicBezTo>
                            <a:pt x="2107" y="538"/>
                            <a:pt x="2212" y="1188"/>
                            <a:pt x="1877" y="164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74" name="Freeform: Shape 673">
                      <a:extLst>
                        <a:ext uri="{FF2B5EF4-FFF2-40B4-BE49-F238E27FC236}">
                          <a16:creationId xmlns:a16="http://schemas.microsoft.com/office/drawing/2014/main" id="{07DD2036-3E86-9B2D-535D-89AB8D594C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626" y="5233966"/>
                      <a:ext cx="2074" cy="2074"/>
                    </a:xfrm>
                    <a:custGeom>
                      <a:avLst/>
                      <a:gdLst>
                        <a:gd name="connsiteX0" fmla="*/ 1877 w 2074"/>
                        <a:gd name="connsiteY0" fmla="*/ 1640 h 2074"/>
                        <a:gd name="connsiteX1" fmla="*/ 430 w 2074"/>
                        <a:gd name="connsiteY1" fmla="*/ 1878 h 2074"/>
                        <a:gd name="connsiteX2" fmla="*/ 197 w 2074"/>
                        <a:gd name="connsiteY2" fmla="*/ 435 h 2074"/>
                        <a:gd name="connsiteX3" fmla="*/ 1644 w 2074"/>
                        <a:gd name="connsiteY3" fmla="*/ 197 h 2074"/>
                        <a:gd name="connsiteX4" fmla="*/ 1877 w 2074"/>
                        <a:gd name="connsiteY4" fmla="*/ 1640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4">
                          <a:moveTo>
                            <a:pt x="1877" y="1640"/>
                          </a:moveTo>
                          <a:cubicBezTo>
                            <a:pt x="1543" y="2115"/>
                            <a:pt x="894" y="2211"/>
                            <a:pt x="430" y="1878"/>
                          </a:cubicBezTo>
                          <a:cubicBezTo>
                            <a:pt x="-35" y="1545"/>
                            <a:pt x="-139" y="895"/>
                            <a:pt x="197" y="435"/>
                          </a:cubicBezTo>
                          <a:cubicBezTo>
                            <a:pt x="531" y="-41"/>
                            <a:pt x="1180" y="-136"/>
                            <a:pt x="1644" y="197"/>
                          </a:cubicBezTo>
                          <a:cubicBezTo>
                            <a:pt x="2109" y="530"/>
                            <a:pt x="2214" y="1180"/>
                            <a:pt x="1877" y="16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75" name="Freeform: Shape 674">
                      <a:extLst>
                        <a:ext uri="{FF2B5EF4-FFF2-40B4-BE49-F238E27FC236}">
                          <a16:creationId xmlns:a16="http://schemas.microsoft.com/office/drawing/2014/main" id="{02406BC2-C01B-0B9C-736A-68ED806DAC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342" y="5232801"/>
                      <a:ext cx="2073" cy="2074"/>
                    </a:xfrm>
                    <a:custGeom>
                      <a:avLst/>
                      <a:gdLst>
                        <a:gd name="connsiteX0" fmla="*/ 1877 w 2073"/>
                        <a:gd name="connsiteY0" fmla="*/ 1648 h 2074"/>
                        <a:gd name="connsiteX1" fmla="*/ 430 w 2073"/>
                        <a:gd name="connsiteY1" fmla="*/ 1870 h 2074"/>
                        <a:gd name="connsiteX2" fmla="*/ 197 w 2073"/>
                        <a:gd name="connsiteY2" fmla="*/ 427 h 2074"/>
                        <a:gd name="connsiteX3" fmla="*/ 1644 w 2073"/>
                        <a:gd name="connsiteY3" fmla="*/ 205 h 2074"/>
                        <a:gd name="connsiteX4" fmla="*/ 1877 w 2073"/>
                        <a:gd name="connsiteY4" fmla="*/ 1648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1877" y="1648"/>
                          </a:moveTo>
                          <a:cubicBezTo>
                            <a:pt x="1543" y="2107"/>
                            <a:pt x="894" y="2218"/>
                            <a:pt x="430" y="1870"/>
                          </a:cubicBezTo>
                          <a:cubicBezTo>
                            <a:pt x="-35" y="1537"/>
                            <a:pt x="-139" y="887"/>
                            <a:pt x="197" y="427"/>
                          </a:cubicBezTo>
                          <a:cubicBezTo>
                            <a:pt x="531" y="-33"/>
                            <a:pt x="1180" y="-144"/>
                            <a:pt x="1644" y="205"/>
                          </a:cubicBezTo>
                          <a:cubicBezTo>
                            <a:pt x="2107" y="538"/>
                            <a:pt x="2212" y="1188"/>
                            <a:pt x="1877" y="164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76" name="Freeform: Shape 675">
                      <a:extLst>
                        <a:ext uri="{FF2B5EF4-FFF2-40B4-BE49-F238E27FC236}">
                          <a16:creationId xmlns:a16="http://schemas.microsoft.com/office/drawing/2014/main" id="{F007C082-F6F0-D653-CA04-46EBF1CFBD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6503" y="5237902"/>
                      <a:ext cx="2074" cy="2077"/>
                    </a:xfrm>
                    <a:custGeom>
                      <a:avLst/>
                      <a:gdLst>
                        <a:gd name="connsiteX0" fmla="*/ 1877 w 2074"/>
                        <a:gd name="connsiteY0" fmla="*/ 1651 h 2077"/>
                        <a:gd name="connsiteX1" fmla="*/ 430 w 2074"/>
                        <a:gd name="connsiteY1" fmla="*/ 1873 h 2077"/>
                        <a:gd name="connsiteX2" fmla="*/ 197 w 2074"/>
                        <a:gd name="connsiteY2" fmla="*/ 430 h 2077"/>
                        <a:gd name="connsiteX3" fmla="*/ 1644 w 2074"/>
                        <a:gd name="connsiteY3" fmla="*/ 193 h 2077"/>
                        <a:gd name="connsiteX4" fmla="*/ 1877 w 2074"/>
                        <a:gd name="connsiteY4" fmla="*/ 1651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7">
                          <a:moveTo>
                            <a:pt x="1877" y="1651"/>
                          </a:moveTo>
                          <a:cubicBezTo>
                            <a:pt x="1543" y="2111"/>
                            <a:pt x="895" y="2222"/>
                            <a:pt x="430" y="1873"/>
                          </a:cubicBezTo>
                          <a:cubicBezTo>
                            <a:pt x="-34" y="1540"/>
                            <a:pt x="-139" y="890"/>
                            <a:pt x="197" y="430"/>
                          </a:cubicBezTo>
                          <a:cubicBezTo>
                            <a:pt x="531" y="-29"/>
                            <a:pt x="1180" y="-140"/>
                            <a:pt x="1644" y="193"/>
                          </a:cubicBezTo>
                          <a:cubicBezTo>
                            <a:pt x="2109" y="525"/>
                            <a:pt x="2213" y="1175"/>
                            <a:pt x="1877" y="1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77" name="Freeform: Shape 676">
                      <a:extLst>
                        <a:ext uri="{FF2B5EF4-FFF2-40B4-BE49-F238E27FC236}">
                          <a16:creationId xmlns:a16="http://schemas.microsoft.com/office/drawing/2014/main" id="{1B2BAE0C-100B-6626-96EA-AC6657FAE7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5660" y="5223460"/>
                      <a:ext cx="2074" cy="2070"/>
                    </a:xfrm>
                    <a:custGeom>
                      <a:avLst/>
                      <a:gdLst>
                        <a:gd name="connsiteX0" fmla="*/ 1877 w 2074"/>
                        <a:gd name="connsiteY0" fmla="*/ 1635 h 2070"/>
                        <a:gd name="connsiteX1" fmla="*/ 430 w 2074"/>
                        <a:gd name="connsiteY1" fmla="*/ 1873 h 2070"/>
                        <a:gd name="connsiteX2" fmla="*/ 197 w 2074"/>
                        <a:gd name="connsiteY2" fmla="*/ 431 h 2070"/>
                        <a:gd name="connsiteX3" fmla="*/ 1644 w 2074"/>
                        <a:gd name="connsiteY3" fmla="*/ 193 h 2070"/>
                        <a:gd name="connsiteX4" fmla="*/ 1877 w 2074"/>
                        <a:gd name="connsiteY4" fmla="*/ 1635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0">
                          <a:moveTo>
                            <a:pt x="1877" y="1635"/>
                          </a:moveTo>
                          <a:cubicBezTo>
                            <a:pt x="1543" y="2111"/>
                            <a:pt x="895" y="2206"/>
                            <a:pt x="430" y="1873"/>
                          </a:cubicBezTo>
                          <a:cubicBezTo>
                            <a:pt x="-34" y="1540"/>
                            <a:pt x="-139" y="890"/>
                            <a:pt x="197" y="431"/>
                          </a:cubicBezTo>
                          <a:cubicBezTo>
                            <a:pt x="531" y="-29"/>
                            <a:pt x="1180" y="-140"/>
                            <a:pt x="1644" y="193"/>
                          </a:cubicBezTo>
                          <a:cubicBezTo>
                            <a:pt x="2109" y="526"/>
                            <a:pt x="2213" y="1176"/>
                            <a:pt x="1877" y="1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78" name="Freeform: Shape 677">
                      <a:extLst>
                        <a:ext uri="{FF2B5EF4-FFF2-40B4-BE49-F238E27FC236}">
                          <a16:creationId xmlns:a16="http://schemas.microsoft.com/office/drawing/2014/main" id="{1D115F62-A524-9F1E-0FA8-8CAA956AF9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469" y="5222346"/>
                      <a:ext cx="2073" cy="2074"/>
                    </a:xfrm>
                    <a:custGeom>
                      <a:avLst/>
                      <a:gdLst>
                        <a:gd name="connsiteX0" fmla="*/ 1877 w 2073"/>
                        <a:gd name="connsiteY0" fmla="*/ 1640 h 2074"/>
                        <a:gd name="connsiteX1" fmla="*/ 429 w 2073"/>
                        <a:gd name="connsiteY1" fmla="*/ 1878 h 2074"/>
                        <a:gd name="connsiteX2" fmla="*/ 196 w 2073"/>
                        <a:gd name="connsiteY2" fmla="*/ 435 h 2074"/>
                        <a:gd name="connsiteX3" fmla="*/ 1644 w 2073"/>
                        <a:gd name="connsiteY3" fmla="*/ 197 h 2074"/>
                        <a:gd name="connsiteX4" fmla="*/ 1877 w 2073"/>
                        <a:gd name="connsiteY4" fmla="*/ 1640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1877" y="1640"/>
                          </a:moveTo>
                          <a:cubicBezTo>
                            <a:pt x="1542" y="2115"/>
                            <a:pt x="894" y="2210"/>
                            <a:pt x="429" y="1878"/>
                          </a:cubicBezTo>
                          <a:cubicBezTo>
                            <a:pt x="-35" y="1545"/>
                            <a:pt x="-138" y="895"/>
                            <a:pt x="196" y="435"/>
                          </a:cubicBezTo>
                          <a:cubicBezTo>
                            <a:pt x="531" y="-41"/>
                            <a:pt x="1179" y="-136"/>
                            <a:pt x="1644" y="197"/>
                          </a:cubicBezTo>
                          <a:cubicBezTo>
                            <a:pt x="2108" y="530"/>
                            <a:pt x="2213" y="1180"/>
                            <a:pt x="1877" y="16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79" name="Freeform: Shape 678">
                      <a:extLst>
                        <a:ext uri="{FF2B5EF4-FFF2-40B4-BE49-F238E27FC236}">
                          <a16:creationId xmlns:a16="http://schemas.microsoft.com/office/drawing/2014/main" id="{047E24C9-5AC5-4266-5FC9-DE3850116B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791" y="5255860"/>
                      <a:ext cx="2073" cy="2074"/>
                    </a:xfrm>
                    <a:custGeom>
                      <a:avLst/>
                      <a:gdLst>
                        <a:gd name="connsiteX0" fmla="*/ 1877 w 2073"/>
                        <a:gd name="connsiteY0" fmla="*/ 1640 h 2074"/>
                        <a:gd name="connsiteX1" fmla="*/ 429 w 2073"/>
                        <a:gd name="connsiteY1" fmla="*/ 1878 h 2074"/>
                        <a:gd name="connsiteX2" fmla="*/ 196 w 2073"/>
                        <a:gd name="connsiteY2" fmla="*/ 435 h 2074"/>
                        <a:gd name="connsiteX3" fmla="*/ 1644 w 2073"/>
                        <a:gd name="connsiteY3" fmla="*/ 197 h 2074"/>
                        <a:gd name="connsiteX4" fmla="*/ 1877 w 2073"/>
                        <a:gd name="connsiteY4" fmla="*/ 1640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1877" y="1640"/>
                          </a:moveTo>
                          <a:cubicBezTo>
                            <a:pt x="1542" y="2115"/>
                            <a:pt x="894" y="2210"/>
                            <a:pt x="429" y="1878"/>
                          </a:cubicBezTo>
                          <a:cubicBezTo>
                            <a:pt x="-35" y="1545"/>
                            <a:pt x="-138" y="895"/>
                            <a:pt x="196" y="435"/>
                          </a:cubicBezTo>
                          <a:cubicBezTo>
                            <a:pt x="531" y="-41"/>
                            <a:pt x="1179" y="-136"/>
                            <a:pt x="1644" y="197"/>
                          </a:cubicBezTo>
                          <a:cubicBezTo>
                            <a:pt x="2108" y="530"/>
                            <a:pt x="2213" y="1180"/>
                            <a:pt x="1877" y="16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80" name="Freeform: Shape 679">
                      <a:extLst>
                        <a:ext uri="{FF2B5EF4-FFF2-40B4-BE49-F238E27FC236}">
                          <a16:creationId xmlns:a16="http://schemas.microsoft.com/office/drawing/2014/main" id="{55F97186-4703-E8DE-B4E9-166668970D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159" y="5251885"/>
                      <a:ext cx="2074" cy="2071"/>
                    </a:xfrm>
                    <a:custGeom>
                      <a:avLst/>
                      <a:gdLst>
                        <a:gd name="connsiteX0" fmla="*/ 1877 w 2074"/>
                        <a:gd name="connsiteY0" fmla="*/ 1651 h 2071"/>
                        <a:gd name="connsiteX1" fmla="*/ 430 w 2074"/>
                        <a:gd name="connsiteY1" fmla="*/ 1873 h 2071"/>
                        <a:gd name="connsiteX2" fmla="*/ 197 w 2074"/>
                        <a:gd name="connsiteY2" fmla="*/ 430 h 2071"/>
                        <a:gd name="connsiteX3" fmla="*/ 1644 w 2074"/>
                        <a:gd name="connsiteY3" fmla="*/ 193 h 2071"/>
                        <a:gd name="connsiteX4" fmla="*/ 1877 w 2074"/>
                        <a:gd name="connsiteY4" fmla="*/ 1651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1">
                          <a:moveTo>
                            <a:pt x="1877" y="1651"/>
                          </a:moveTo>
                          <a:cubicBezTo>
                            <a:pt x="1543" y="2111"/>
                            <a:pt x="894" y="2206"/>
                            <a:pt x="430" y="1873"/>
                          </a:cubicBezTo>
                          <a:cubicBezTo>
                            <a:pt x="-35" y="1540"/>
                            <a:pt x="-139" y="890"/>
                            <a:pt x="197" y="430"/>
                          </a:cubicBezTo>
                          <a:cubicBezTo>
                            <a:pt x="533" y="-29"/>
                            <a:pt x="1180" y="-140"/>
                            <a:pt x="1644" y="193"/>
                          </a:cubicBezTo>
                          <a:cubicBezTo>
                            <a:pt x="2109" y="542"/>
                            <a:pt x="2214" y="1175"/>
                            <a:pt x="1877" y="1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81" name="Freeform: Shape 680">
                      <a:extLst>
                        <a:ext uri="{FF2B5EF4-FFF2-40B4-BE49-F238E27FC236}">
                          <a16:creationId xmlns:a16="http://schemas.microsoft.com/office/drawing/2014/main" id="{FEBFFD2F-31B2-BF88-B2EA-9EE60B6D11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354" y="5246806"/>
                      <a:ext cx="2073" cy="2071"/>
                    </a:xfrm>
                    <a:custGeom>
                      <a:avLst/>
                      <a:gdLst>
                        <a:gd name="connsiteX0" fmla="*/ 1877 w 2073"/>
                        <a:gd name="connsiteY0" fmla="*/ 1641 h 2071"/>
                        <a:gd name="connsiteX1" fmla="*/ 430 w 2073"/>
                        <a:gd name="connsiteY1" fmla="*/ 1878 h 2071"/>
                        <a:gd name="connsiteX2" fmla="*/ 197 w 2073"/>
                        <a:gd name="connsiteY2" fmla="*/ 420 h 2071"/>
                        <a:gd name="connsiteX3" fmla="*/ 1644 w 2073"/>
                        <a:gd name="connsiteY3" fmla="*/ 198 h 2071"/>
                        <a:gd name="connsiteX4" fmla="*/ 1877 w 2073"/>
                        <a:gd name="connsiteY4" fmla="*/ 1641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877" y="1641"/>
                          </a:moveTo>
                          <a:cubicBezTo>
                            <a:pt x="1543" y="2100"/>
                            <a:pt x="894" y="2211"/>
                            <a:pt x="430" y="1878"/>
                          </a:cubicBezTo>
                          <a:cubicBezTo>
                            <a:pt x="-35" y="1530"/>
                            <a:pt x="-139" y="896"/>
                            <a:pt x="197" y="420"/>
                          </a:cubicBezTo>
                          <a:cubicBezTo>
                            <a:pt x="531" y="-40"/>
                            <a:pt x="1180" y="-135"/>
                            <a:pt x="1644" y="198"/>
                          </a:cubicBezTo>
                          <a:cubicBezTo>
                            <a:pt x="2107" y="531"/>
                            <a:pt x="2212" y="1181"/>
                            <a:pt x="1877" y="164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82" name="Freeform: Shape 681">
                      <a:extLst>
                        <a:ext uri="{FF2B5EF4-FFF2-40B4-BE49-F238E27FC236}">
                          <a16:creationId xmlns:a16="http://schemas.microsoft.com/office/drawing/2014/main" id="{C0A2940E-08B3-EFC9-6AFD-1B3A85F8FF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707" y="5251219"/>
                      <a:ext cx="2072" cy="2070"/>
                    </a:xfrm>
                    <a:custGeom>
                      <a:avLst/>
                      <a:gdLst>
                        <a:gd name="connsiteX0" fmla="*/ 1877 w 2072"/>
                        <a:gd name="connsiteY0" fmla="*/ 1635 h 2070"/>
                        <a:gd name="connsiteX1" fmla="*/ 429 w 2072"/>
                        <a:gd name="connsiteY1" fmla="*/ 1873 h 2070"/>
                        <a:gd name="connsiteX2" fmla="*/ 196 w 2072"/>
                        <a:gd name="connsiteY2" fmla="*/ 431 h 2070"/>
                        <a:gd name="connsiteX3" fmla="*/ 1644 w 2072"/>
                        <a:gd name="connsiteY3" fmla="*/ 193 h 2070"/>
                        <a:gd name="connsiteX4" fmla="*/ 1877 w 2072"/>
                        <a:gd name="connsiteY4" fmla="*/ 1635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0">
                          <a:moveTo>
                            <a:pt x="1877" y="1635"/>
                          </a:moveTo>
                          <a:cubicBezTo>
                            <a:pt x="1542" y="2111"/>
                            <a:pt x="894" y="2206"/>
                            <a:pt x="429" y="1873"/>
                          </a:cubicBezTo>
                          <a:cubicBezTo>
                            <a:pt x="-35" y="1540"/>
                            <a:pt x="-138" y="890"/>
                            <a:pt x="196" y="431"/>
                          </a:cubicBezTo>
                          <a:cubicBezTo>
                            <a:pt x="531" y="-29"/>
                            <a:pt x="1179" y="-140"/>
                            <a:pt x="1644" y="193"/>
                          </a:cubicBezTo>
                          <a:cubicBezTo>
                            <a:pt x="2107" y="526"/>
                            <a:pt x="2211" y="1176"/>
                            <a:pt x="1877" y="1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83" name="Freeform: Shape 682">
                      <a:extLst>
                        <a:ext uri="{FF2B5EF4-FFF2-40B4-BE49-F238E27FC236}">
                          <a16:creationId xmlns:a16="http://schemas.microsoft.com/office/drawing/2014/main" id="{0CF7571F-5225-0137-E7BA-255E48D097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786" y="5259411"/>
                      <a:ext cx="2073" cy="2074"/>
                    </a:xfrm>
                    <a:custGeom>
                      <a:avLst/>
                      <a:gdLst>
                        <a:gd name="connsiteX0" fmla="*/ 1877 w 2073"/>
                        <a:gd name="connsiteY0" fmla="*/ 1640 h 2074"/>
                        <a:gd name="connsiteX1" fmla="*/ 430 w 2073"/>
                        <a:gd name="connsiteY1" fmla="*/ 1878 h 2074"/>
                        <a:gd name="connsiteX2" fmla="*/ 197 w 2073"/>
                        <a:gd name="connsiteY2" fmla="*/ 435 h 2074"/>
                        <a:gd name="connsiteX3" fmla="*/ 1644 w 2073"/>
                        <a:gd name="connsiteY3" fmla="*/ 197 h 2074"/>
                        <a:gd name="connsiteX4" fmla="*/ 1877 w 2073"/>
                        <a:gd name="connsiteY4" fmla="*/ 1640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1877" y="1640"/>
                          </a:moveTo>
                          <a:cubicBezTo>
                            <a:pt x="1543" y="2115"/>
                            <a:pt x="894" y="2210"/>
                            <a:pt x="430" y="1878"/>
                          </a:cubicBezTo>
                          <a:cubicBezTo>
                            <a:pt x="-35" y="1545"/>
                            <a:pt x="-139" y="895"/>
                            <a:pt x="197" y="435"/>
                          </a:cubicBezTo>
                          <a:cubicBezTo>
                            <a:pt x="531" y="-41"/>
                            <a:pt x="1180" y="-136"/>
                            <a:pt x="1644" y="197"/>
                          </a:cubicBezTo>
                          <a:cubicBezTo>
                            <a:pt x="2107" y="530"/>
                            <a:pt x="2212" y="1180"/>
                            <a:pt x="1877" y="16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84" name="Freeform: Shape 683">
                      <a:extLst>
                        <a:ext uri="{FF2B5EF4-FFF2-40B4-BE49-F238E27FC236}">
                          <a16:creationId xmlns:a16="http://schemas.microsoft.com/office/drawing/2014/main" id="{343F76AD-3650-E7A6-0920-2C5937B27B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677" y="5246633"/>
                      <a:ext cx="2072" cy="2074"/>
                    </a:xfrm>
                    <a:custGeom>
                      <a:avLst/>
                      <a:gdLst>
                        <a:gd name="connsiteX0" fmla="*/ 1877 w 2072"/>
                        <a:gd name="connsiteY0" fmla="*/ 1640 h 2074"/>
                        <a:gd name="connsiteX1" fmla="*/ 429 w 2072"/>
                        <a:gd name="connsiteY1" fmla="*/ 1877 h 2074"/>
                        <a:gd name="connsiteX2" fmla="*/ 196 w 2072"/>
                        <a:gd name="connsiteY2" fmla="*/ 435 h 2074"/>
                        <a:gd name="connsiteX3" fmla="*/ 1644 w 2072"/>
                        <a:gd name="connsiteY3" fmla="*/ 197 h 2074"/>
                        <a:gd name="connsiteX4" fmla="*/ 1877 w 2072"/>
                        <a:gd name="connsiteY4" fmla="*/ 1640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4">
                          <a:moveTo>
                            <a:pt x="1877" y="1640"/>
                          </a:moveTo>
                          <a:cubicBezTo>
                            <a:pt x="1542" y="2115"/>
                            <a:pt x="894" y="2210"/>
                            <a:pt x="429" y="1877"/>
                          </a:cubicBezTo>
                          <a:cubicBezTo>
                            <a:pt x="-35" y="1545"/>
                            <a:pt x="-138" y="895"/>
                            <a:pt x="196" y="435"/>
                          </a:cubicBezTo>
                          <a:cubicBezTo>
                            <a:pt x="531" y="-41"/>
                            <a:pt x="1179" y="-136"/>
                            <a:pt x="1644" y="197"/>
                          </a:cubicBezTo>
                          <a:cubicBezTo>
                            <a:pt x="2108" y="530"/>
                            <a:pt x="2211" y="1180"/>
                            <a:pt x="1877" y="16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85" name="Freeform: Shape 684">
                      <a:extLst>
                        <a:ext uri="{FF2B5EF4-FFF2-40B4-BE49-F238E27FC236}">
                          <a16:creationId xmlns:a16="http://schemas.microsoft.com/office/drawing/2014/main" id="{ABEF81B7-C117-2C60-A0EC-89E214C5B6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576" y="5239630"/>
                      <a:ext cx="2072" cy="2071"/>
                    </a:xfrm>
                    <a:custGeom>
                      <a:avLst/>
                      <a:gdLst>
                        <a:gd name="connsiteX0" fmla="*/ 1877 w 2072"/>
                        <a:gd name="connsiteY0" fmla="*/ 1651 h 2071"/>
                        <a:gd name="connsiteX1" fmla="*/ 429 w 2072"/>
                        <a:gd name="connsiteY1" fmla="*/ 1873 h 2071"/>
                        <a:gd name="connsiteX2" fmla="*/ 196 w 2072"/>
                        <a:gd name="connsiteY2" fmla="*/ 430 h 2071"/>
                        <a:gd name="connsiteX3" fmla="*/ 1644 w 2072"/>
                        <a:gd name="connsiteY3" fmla="*/ 193 h 2071"/>
                        <a:gd name="connsiteX4" fmla="*/ 1877 w 2072"/>
                        <a:gd name="connsiteY4" fmla="*/ 1651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877" y="1651"/>
                          </a:moveTo>
                          <a:cubicBezTo>
                            <a:pt x="1542" y="2111"/>
                            <a:pt x="894" y="2206"/>
                            <a:pt x="429" y="1873"/>
                          </a:cubicBezTo>
                          <a:cubicBezTo>
                            <a:pt x="-35" y="1540"/>
                            <a:pt x="-138" y="890"/>
                            <a:pt x="196" y="430"/>
                          </a:cubicBezTo>
                          <a:cubicBezTo>
                            <a:pt x="531" y="-29"/>
                            <a:pt x="1179" y="-140"/>
                            <a:pt x="1644" y="193"/>
                          </a:cubicBezTo>
                          <a:cubicBezTo>
                            <a:pt x="2107" y="526"/>
                            <a:pt x="2211" y="1175"/>
                            <a:pt x="1877" y="1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86" name="Freeform: Shape 685">
                      <a:extLst>
                        <a:ext uri="{FF2B5EF4-FFF2-40B4-BE49-F238E27FC236}">
                          <a16:creationId xmlns:a16="http://schemas.microsoft.com/office/drawing/2014/main" id="{94B5A263-F2A3-32E1-EF78-7EB316C201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6879" y="5270064"/>
                      <a:ext cx="2073" cy="2074"/>
                    </a:xfrm>
                    <a:custGeom>
                      <a:avLst/>
                      <a:gdLst>
                        <a:gd name="connsiteX0" fmla="*/ 1877 w 2073"/>
                        <a:gd name="connsiteY0" fmla="*/ 1640 h 2074"/>
                        <a:gd name="connsiteX1" fmla="*/ 429 w 2073"/>
                        <a:gd name="connsiteY1" fmla="*/ 1878 h 2074"/>
                        <a:gd name="connsiteX2" fmla="*/ 196 w 2073"/>
                        <a:gd name="connsiteY2" fmla="*/ 435 h 2074"/>
                        <a:gd name="connsiteX3" fmla="*/ 1644 w 2073"/>
                        <a:gd name="connsiteY3" fmla="*/ 197 h 2074"/>
                        <a:gd name="connsiteX4" fmla="*/ 1877 w 2073"/>
                        <a:gd name="connsiteY4" fmla="*/ 1640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1877" y="1640"/>
                          </a:moveTo>
                          <a:cubicBezTo>
                            <a:pt x="1542" y="2115"/>
                            <a:pt x="894" y="2210"/>
                            <a:pt x="429" y="1878"/>
                          </a:cubicBezTo>
                          <a:cubicBezTo>
                            <a:pt x="-35" y="1545"/>
                            <a:pt x="-138" y="895"/>
                            <a:pt x="196" y="435"/>
                          </a:cubicBezTo>
                          <a:cubicBezTo>
                            <a:pt x="531" y="-41"/>
                            <a:pt x="1179" y="-136"/>
                            <a:pt x="1644" y="197"/>
                          </a:cubicBezTo>
                          <a:cubicBezTo>
                            <a:pt x="2108" y="530"/>
                            <a:pt x="2213" y="1180"/>
                            <a:pt x="1877" y="16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87" name="Freeform: Shape 686">
                      <a:extLst>
                        <a:ext uri="{FF2B5EF4-FFF2-40B4-BE49-F238E27FC236}">
                          <a16:creationId xmlns:a16="http://schemas.microsoft.com/office/drawing/2014/main" id="{780CDEED-BE15-84E4-55AE-F22CB94588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4331" y="5259748"/>
                      <a:ext cx="2074" cy="2070"/>
                    </a:xfrm>
                    <a:custGeom>
                      <a:avLst/>
                      <a:gdLst>
                        <a:gd name="connsiteX0" fmla="*/ 1877 w 2074"/>
                        <a:gd name="connsiteY0" fmla="*/ 1635 h 2070"/>
                        <a:gd name="connsiteX1" fmla="*/ 430 w 2074"/>
                        <a:gd name="connsiteY1" fmla="*/ 1873 h 2070"/>
                        <a:gd name="connsiteX2" fmla="*/ 197 w 2074"/>
                        <a:gd name="connsiteY2" fmla="*/ 430 h 2070"/>
                        <a:gd name="connsiteX3" fmla="*/ 1644 w 2074"/>
                        <a:gd name="connsiteY3" fmla="*/ 193 h 2070"/>
                        <a:gd name="connsiteX4" fmla="*/ 1877 w 2074"/>
                        <a:gd name="connsiteY4" fmla="*/ 1635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0">
                          <a:moveTo>
                            <a:pt x="1877" y="1635"/>
                          </a:moveTo>
                          <a:cubicBezTo>
                            <a:pt x="1543" y="2111"/>
                            <a:pt x="894" y="2206"/>
                            <a:pt x="430" y="1873"/>
                          </a:cubicBezTo>
                          <a:cubicBezTo>
                            <a:pt x="-35" y="1540"/>
                            <a:pt x="-139" y="890"/>
                            <a:pt x="197" y="430"/>
                          </a:cubicBezTo>
                          <a:cubicBezTo>
                            <a:pt x="532" y="-29"/>
                            <a:pt x="1180" y="-140"/>
                            <a:pt x="1644" y="193"/>
                          </a:cubicBezTo>
                          <a:cubicBezTo>
                            <a:pt x="2109" y="526"/>
                            <a:pt x="2214" y="1176"/>
                            <a:pt x="1877" y="1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88" name="Freeform: Shape 687">
                      <a:extLst>
                        <a:ext uri="{FF2B5EF4-FFF2-40B4-BE49-F238E27FC236}">
                          <a16:creationId xmlns:a16="http://schemas.microsoft.com/office/drawing/2014/main" id="{C5307F58-AF10-C351-5B41-A23D740EA7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9310" y="5264159"/>
                      <a:ext cx="2074" cy="2078"/>
                    </a:xfrm>
                    <a:custGeom>
                      <a:avLst/>
                      <a:gdLst>
                        <a:gd name="connsiteX0" fmla="*/ 1877 w 2074"/>
                        <a:gd name="connsiteY0" fmla="*/ 1648 h 2078"/>
                        <a:gd name="connsiteX1" fmla="*/ 430 w 2074"/>
                        <a:gd name="connsiteY1" fmla="*/ 1885 h 2078"/>
                        <a:gd name="connsiteX2" fmla="*/ 197 w 2074"/>
                        <a:gd name="connsiteY2" fmla="*/ 427 h 2078"/>
                        <a:gd name="connsiteX3" fmla="*/ 1644 w 2074"/>
                        <a:gd name="connsiteY3" fmla="*/ 205 h 2078"/>
                        <a:gd name="connsiteX4" fmla="*/ 1877 w 2074"/>
                        <a:gd name="connsiteY4" fmla="*/ 1648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8">
                          <a:moveTo>
                            <a:pt x="1877" y="1648"/>
                          </a:moveTo>
                          <a:cubicBezTo>
                            <a:pt x="1543" y="2107"/>
                            <a:pt x="894" y="2218"/>
                            <a:pt x="430" y="1885"/>
                          </a:cubicBezTo>
                          <a:cubicBezTo>
                            <a:pt x="-35" y="1553"/>
                            <a:pt x="-139" y="903"/>
                            <a:pt x="197" y="427"/>
                          </a:cubicBezTo>
                          <a:cubicBezTo>
                            <a:pt x="531" y="-33"/>
                            <a:pt x="1180" y="-144"/>
                            <a:pt x="1644" y="205"/>
                          </a:cubicBezTo>
                          <a:cubicBezTo>
                            <a:pt x="2109" y="538"/>
                            <a:pt x="2214" y="1188"/>
                            <a:pt x="1877" y="164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89" name="Freeform: Shape 688">
                      <a:extLst>
                        <a:ext uri="{FF2B5EF4-FFF2-40B4-BE49-F238E27FC236}">
                          <a16:creationId xmlns:a16="http://schemas.microsoft.com/office/drawing/2014/main" id="{C2EE135D-4831-D2B0-CCC2-B1E1C782AA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4610" y="5246522"/>
                      <a:ext cx="2074" cy="2074"/>
                    </a:xfrm>
                    <a:custGeom>
                      <a:avLst/>
                      <a:gdLst>
                        <a:gd name="connsiteX0" fmla="*/ 1877 w 2074"/>
                        <a:gd name="connsiteY0" fmla="*/ 1640 h 2074"/>
                        <a:gd name="connsiteX1" fmla="*/ 430 w 2074"/>
                        <a:gd name="connsiteY1" fmla="*/ 1878 h 2074"/>
                        <a:gd name="connsiteX2" fmla="*/ 197 w 2074"/>
                        <a:gd name="connsiteY2" fmla="*/ 435 h 2074"/>
                        <a:gd name="connsiteX3" fmla="*/ 1644 w 2074"/>
                        <a:gd name="connsiteY3" fmla="*/ 197 h 2074"/>
                        <a:gd name="connsiteX4" fmla="*/ 1877 w 2074"/>
                        <a:gd name="connsiteY4" fmla="*/ 1640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4">
                          <a:moveTo>
                            <a:pt x="1877" y="1640"/>
                          </a:moveTo>
                          <a:cubicBezTo>
                            <a:pt x="1543" y="2115"/>
                            <a:pt x="894" y="2210"/>
                            <a:pt x="430" y="1878"/>
                          </a:cubicBezTo>
                          <a:cubicBezTo>
                            <a:pt x="-35" y="1545"/>
                            <a:pt x="-139" y="895"/>
                            <a:pt x="197" y="435"/>
                          </a:cubicBezTo>
                          <a:cubicBezTo>
                            <a:pt x="531" y="-41"/>
                            <a:pt x="1180" y="-136"/>
                            <a:pt x="1644" y="197"/>
                          </a:cubicBezTo>
                          <a:cubicBezTo>
                            <a:pt x="2109" y="530"/>
                            <a:pt x="2214" y="1180"/>
                            <a:pt x="1877" y="16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90" name="Freeform: Shape 689">
                      <a:extLst>
                        <a:ext uri="{FF2B5EF4-FFF2-40B4-BE49-F238E27FC236}">
                          <a16:creationId xmlns:a16="http://schemas.microsoft.com/office/drawing/2014/main" id="{32777836-0545-926C-3BC8-4F12E84F13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7167" y="5260367"/>
                      <a:ext cx="2073" cy="2070"/>
                    </a:xfrm>
                    <a:custGeom>
                      <a:avLst/>
                      <a:gdLst>
                        <a:gd name="connsiteX0" fmla="*/ 1877 w 2073"/>
                        <a:gd name="connsiteY0" fmla="*/ 1635 h 2070"/>
                        <a:gd name="connsiteX1" fmla="*/ 429 w 2073"/>
                        <a:gd name="connsiteY1" fmla="*/ 1873 h 2070"/>
                        <a:gd name="connsiteX2" fmla="*/ 196 w 2073"/>
                        <a:gd name="connsiteY2" fmla="*/ 430 h 2070"/>
                        <a:gd name="connsiteX3" fmla="*/ 1644 w 2073"/>
                        <a:gd name="connsiteY3" fmla="*/ 193 h 2070"/>
                        <a:gd name="connsiteX4" fmla="*/ 1877 w 2073"/>
                        <a:gd name="connsiteY4" fmla="*/ 1635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0">
                          <a:moveTo>
                            <a:pt x="1877" y="1635"/>
                          </a:moveTo>
                          <a:cubicBezTo>
                            <a:pt x="1542" y="2111"/>
                            <a:pt x="894" y="2206"/>
                            <a:pt x="429" y="1873"/>
                          </a:cubicBezTo>
                          <a:cubicBezTo>
                            <a:pt x="-35" y="1540"/>
                            <a:pt x="-138" y="890"/>
                            <a:pt x="196" y="430"/>
                          </a:cubicBezTo>
                          <a:cubicBezTo>
                            <a:pt x="531" y="-29"/>
                            <a:pt x="1179" y="-140"/>
                            <a:pt x="1644" y="193"/>
                          </a:cubicBezTo>
                          <a:cubicBezTo>
                            <a:pt x="2108" y="526"/>
                            <a:pt x="2213" y="1176"/>
                            <a:pt x="1877" y="1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91" name="Freeform: Shape 690">
                      <a:extLst>
                        <a:ext uri="{FF2B5EF4-FFF2-40B4-BE49-F238E27FC236}">
                          <a16:creationId xmlns:a16="http://schemas.microsoft.com/office/drawing/2014/main" id="{BE0CE738-3386-6B4B-97BC-8790A94DF3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0704" y="5250928"/>
                      <a:ext cx="2073" cy="2071"/>
                    </a:xfrm>
                    <a:custGeom>
                      <a:avLst/>
                      <a:gdLst>
                        <a:gd name="connsiteX0" fmla="*/ 1877 w 2073"/>
                        <a:gd name="connsiteY0" fmla="*/ 1641 h 2071"/>
                        <a:gd name="connsiteX1" fmla="*/ 429 w 2073"/>
                        <a:gd name="connsiteY1" fmla="*/ 1879 h 2071"/>
                        <a:gd name="connsiteX2" fmla="*/ 196 w 2073"/>
                        <a:gd name="connsiteY2" fmla="*/ 420 h 2071"/>
                        <a:gd name="connsiteX3" fmla="*/ 1644 w 2073"/>
                        <a:gd name="connsiteY3" fmla="*/ 198 h 2071"/>
                        <a:gd name="connsiteX4" fmla="*/ 1877 w 2073"/>
                        <a:gd name="connsiteY4" fmla="*/ 1641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877" y="1641"/>
                          </a:moveTo>
                          <a:cubicBezTo>
                            <a:pt x="1542" y="2101"/>
                            <a:pt x="894" y="2211"/>
                            <a:pt x="429" y="1879"/>
                          </a:cubicBezTo>
                          <a:cubicBezTo>
                            <a:pt x="-35" y="1546"/>
                            <a:pt x="-138" y="896"/>
                            <a:pt x="196" y="420"/>
                          </a:cubicBezTo>
                          <a:cubicBezTo>
                            <a:pt x="531" y="-40"/>
                            <a:pt x="1179" y="-135"/>
                            <a:pt x="1644" y="198"/>
                          </a:cubicBezTo>
                          <a:cubicBezTo>
                            <a:pt x="2108" y="531"/>
                            <a:pt x="2213" y="1181"/>
                            <a:pt x="1877" y="164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92" name="Freeform: Shape 691">
                      <a:extLst>
                        <a:ext uri="{FF2B5EF4-FFF2-40B4-BE49-F238E27FC236}">
                          <a16:creationId xmlns:a16="http://schemas.microsoft.com/office/drawing/2014/main" id="{EFBEE14A-E4F0-AF5B-26CC-8754EC229A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9658" y="5253379"/>
                      <a:ext cx="2072" cy="2074"/>
                    </a:xfrm>
                    <a:custGeom>
                      <a:avLst/>
                      <a:gdLst>
                        <a:gd name="connsiteX0" fmla="*/ 1877 w 2072"/>
                        <a:gd name="connsiteY0" fmla="*/ 1647 h 2074"/>
                        <a:gd name="connsiteX1" fmla="*/ 429 w 2072"/>
                        <a:gd name="connsiteY1" fmla="*/ 1869 h 2074"/>
                        <a:gd name="connsiteX2" fmla="*/ 196 w 2072"/>
                        <a:gd name="connsiteY2" fmla="*/ 427 h 2074"/>
                        <a:gd name="connsiteX3" fmla="*/ 1644 w 2072"/>
                        <a:gd name="connsiteY3" fmla="*/ 205 h 2074"/>
                        <a:gd name="connsiteX4" fmla="*/ 1877 w 2072"/>
                        <a:gd name="connsiteY4" fmla="*/ 1647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4">
                          <a:moveTo>
                            <a:pt x="1877" y="1647"/>
                          </a:moveTo>
                          <a:cubicBezTo>
                            <a:pt x="1542" y="2107"/>
                            <a:pt x="894" y="2218"/>
                            <a:pt x="429" y="1869"/>
                          </a:cubicBezTo>
                          <a:cubicBezTo>
                            <a:pt x="-35" y="1537"/>
                            <a:pt x="-138" y="887"/>
                            <a:pt x="196" y="427"/>
                          </a:cubicBezTo>
                          <a:cubicBezTo>
                            <a:pt x="531" y="-33"/>
                            <a:pt x="1179" y="-144"/>
                            <a:pt x="1644" y="205"/>
                          </a:cubicBezTo>
                          <a:cubicBezTo>
                            <a:pt x="2107" y="538"/>
                            <a:pt x="2211" y="1188"/>
                            <a:pt x="1877" y="164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693" name="Graphic 21">
                    <a:extLst>
                      <a:ext uri="{FF2B5EF4-FFF2-40B4-BE49-F238E27FC236}">
                        <a16:creationId xmlns:a16="http://schemas.microsoft.com/office/drawing/2014/main" id="{A23EE4C4-D004-3D2D-E70A-790A76BF9102}"/>
                      </a:ext>
                    </a:extLst>
                  </p:cNvPr>
                  <p:cNvGrpSpPr/>
                  <p:nvPr/>
                </p:nvGrpSpPr>
                <p:grpSpPr>
                  <a:xfrm>
                    <a:off x="859484" y="5193740"/>
                    <a:ext cx="62078" cy="57742"/>
                    <a:chOff x="859484" y="5193740"/>
                    <a:chExt cx="62078" cy="57742"/>
                  </a:xfrm>
                  <a:solidFill>
                    <a:srgbClr val="F0BB74"/>
                  </a:solidFill>
                </p:grpSpPr>
                <p:sp>
                  <p:nvSpPr>
                    <p:cNvPr id="694" name="Freeform: Shape 693">
                      <a:extLst>
                        <a:ext uri="{FF2B5EF4-FFF2-40B4-BE49-F238E27FC236}">
                          <a16:creationId xmlns:a16="http://schemas.microsoft.com/office/drawing/2014/main" id="{005C7B0C-969D-C72A-61C2-5F2A81096A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1835" y="5215142"/>
                      <a:ext cx="2074" cy="2074"/>
                    </a:xfrm>
                    <a:custGeom>
                      <a:avLst/>
                      <a:gdLst>
                        <a:gd name="connsiteX0" fmla="*/ 1961 w 2074"/>
                        <a:gd name="connsiteY0" fmla="*/ 568 h 2074"/>
                        <a:gd name="connsiteX1" fmla="*/ 1506 w 2074"/>
                        <a:gd name="connsiteY1" fmla="*/ 1963 h 2074"/>
                        <a:gd name="connsiteX2" fmla="*/ 113 w 2074"/>
                        <a:gd name="connsiteY2" fmla="*/ 1504 h 2074"/>
                        <a:gd name="connsiteX3" fmla="*/ 568 w 2074"/>
                        <a:gd name="connsiteY3" fmla="*/ 109 h 2074"/>
                        <a:gd name="connsiteX4" fmla="*/ 1961 w 2074"/>
                        <a:gd name="connsiteY4" fmla="*/ 568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4">
                          <a:moveTo>
                            <a:pt x="1961" y="568"/>
                          </a:moveTo>
                          <a:cubicBezTo>
                            <a:pt x="2221" y="1076"/>
                            <a:pt x="2017" y="1710"/>
                            <a:pt x="1506" y="1963"/>
                          </a:cubicBezTo>
                          <a:cubicBezTo>
                            <a:pt x="996" y="2217"/>
                            <a:pt x="373" y="2027"/>
                            <a:pt x="113" y="1504"/>
                          </a:cubicBezTo>
                          <a:cubicBezTo>
                            <a:pt x="-147" y="996"/>
                            <a:pt x="57" y="378"/>
                            <a:pt x="568" y="109"/>
                          </a:cubicBezTo>
                          <a:cubicBezTo>
                            <a:pt x="1078" y="-145"/>
                            <a:pt x="1701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95" name="Freeform: Shape 694">
                      <a:extLst>
                        <a:ext uri="{FF2B5EF4-FFF2-40B4-BE49-F238E27FC236}">
                          <a16:creationId xmlns:a16="http://schemas.microsoft.com/office/drawing/2014/main" id="{293C85C4-76DB-EC08-0A86-71AC848DAE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6157" y="5214814"/>
                      <a:ext cx="2073" cy="2076"/>
                    </a:xfrm>
                    <a:custGeom>
                      <a:avLst/>
                      <a:gdLst>
                        <a:gd name="connsiteX0" fmla="*/ 1961 w 2073"/>
                        <a:gd name="connsiteY0" fmla="*/ 563 h 2076"/>
                        <a:gd name="connsiteX1" fmla="*/ 1506 w 2073"/>
                        <a:gd name="connsiteY1" fmla="*/ 1958 h 2076"/>
                        <a:gd name="connsiteX2" fmla="*/ 113 w 2073"/>
                        <a:gd name="connsiteY2" fmla="*/ 1514 h 2076"/>
                        <a:gd name="connsiteX3" fmla="*/ 568 w 2073"/>
                        <a:gd name="connsiteY3" fmla="*/ 119 h 2076"/>
                        <a:gd name="connsiteX4" fmla="*/ 1961 w 2073"/>
                        <a:gd name="connsiteY4" fmla="*/ 563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6">
                          <a:moveTo>
                            <a:pt x="1961" y="563"/>
                          </a:moveTo>
                          <a:cubicBezTo>
                            <a:pt x="2220" y="1086"/>
                            <a:pt x="2017" y="1704"/>
                            <a:pt x="1506" y="1958"/>
                          </a:cubicBezTo>
                          <a:cubicBezTo>
                            <a:pt x="996" y="2227"/>
                            <a:pt x="373" y="2021"/>
                            <a:pt x="113" y="1514"/>
                          </a:cubicBezTo>
                          <a:cubicBezTo>
                            <a:pt x="-147" y="991"/>
                            <a:pt x="57" y="373"/>
                            <a:pt x="568" y="119"/>
                          </a:cubicBezTo>
                          <a:cubicBezTo>
                            <a:pt x="1078" y="-151"/>
                            <a:pt x="1703" y="55"/>
                            <a:pt x="1961" y="5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96" name="Freeform: Shape 695">
                      <a:extLst>
                        <a:ext uri="{FF2B5EF4-FFF2-40B4-BE49-F238E27FC236}">
                          <a16:creationId xmlns:a16="http://schemas.microsoft.com/office/drawing/2014/main" id="{C78DDB95-3F2E-ED98-5301-837E522F98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9676" y="5219454"/>
                      <a:ext cx="2074" cy="2081"/>
                    </a:xfrm>
                    <a:custGeom>
                      <a:avLst/>
                      <a:gdLst>
                        <a:gd name="connsiteX0" fmla="*/ 1961 w 2074"/>
                        <a:gd name="connsiteY0" fmla="*/ 568 h 2081"/>
                        <a:gd name="connsiteX1" fmla="*/ 1506 w 2074"/>
                        <a:gd name="connsiteY1" fmla="*/ 1963 h 2081"/>
                        <a:gd name="connsiteX2" fmla="*/ 113 w 2074"/>
                        <a:gd name="connsiteY2" fmla="*/ 1504 h 2081"/>
                        <a:gd name="connsiteX3" fmla="*/ 568 w 2074"/>
                        <a:gd name="connsiteY3" fmla="*/ 108 h 2081"/>
                        <a:gd name="connsiteX4" fmla="*/ 1961 w 2074"/>
                        <a:gd name="connsiteY4" fmla="*/ 568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81">
                          <a:moveTo>
                            <a:pt x="1961" y="568"/>
                          </a:moveTo>
                          <a:cubicBezTo>
                            <a:pt x="2221" y="1076"/>
                            <a:pt x="2017" y="1710"/>
                            <a:pt x="1506" y="1963"/>
                          </a:cubicBezTo>
                          <a:cubicBezTo>
                            <a:pt x="996" y="2233"/>
                            <a:pt x="373" y="2027"/>
                            <a:pt x="113" y="1504"/>
                          </a:cubicBezTo>
                          <a:cubicBezTo>
                            <a:pt x="-147" y="996"/>
                            <a:pt x="57" y="378"/>
                            <a:pt x="568" y="108"/>
                          </a:cubicBezTo>
                          <a:cubicBezTo>
                            <a:pt x="1080" y="-145"/>
                            <a:pt x="1703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97" name="Freeform: Shape 696">
                      <a:extLst>
                        <a:ext uri="{FF2B5EF4-FFF2-40B4-BE49-F238E27FC236}">
                          <a16:creationId xmlns:a16="http://schemas.microsoft.com/office/drawing/2014/main" id="{BBD3A1D3-000F-36F5-90C8-CD6662DCCE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557" y="5208690"/>
                      <a:ext cx="2074" cy="2071"/>
                    </a:xfrm>
                    <a:custGeom>
                      <a:avLst/>
                      <a:gdLst>
                        <a:gd name="connsiteX0" fmla="*/ 1961 w 2074"/>
                        <a:gd name="connsiteY0" fmla="*/ 568 h 2071"/>
                        <a:gd name="connsiteX1" fmla="*/ 1506 w 2074"/>
                        <a:gd name="connsiteY1" fmla="*/ 1963 h 2071"/>
                        <a:gd name="connsiteX2" fmla="*/ 113 w 2074"/>
                        <a:gd name="connsiteY2" fmla="*/ 1504 h 2071"/>
                        <a:gd name="connsiteX3" fmla="*/ 568 w 2074"/>
                        <a:gd name="connsiteY3" fmla="*/ 109 h 2071"/>
                        <a:gd name="connsiteX4" fmla="*/ 1961 w 2074"/>
                        <a:gd name="connsiteY4" fmla="*/ 568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1">
                          <a:moveTo>
                            <a:pt x="1961" y="568"/>
                          </a:moveTo>
                          <a:cubicBezTo>
                            <a:pt x="2221" y="1076"/>
                            <a:pt x="2017" y="1694"/>
                            <a:pt x="1506" y="1963"/>
                          </a:cubicBezTo>
                          <a:cubicBezTo>
                            <a:pt x="996" y="2217"/>
                            <a:pt x="373" y="2011"/>
                            <a:pt x="113" y="1504"/>
                          </a:cubicBezTo>
                          <a:cubicBezTo>
                            <a:pt x="-147" y="996"/>
                            <a:pt x="57" y="378"/>
                            <a:pt x="568" y="109"/>
                          </a:cubicBezTo>
                          <a:cubicBezTo>
                            <a:pt x="1078" y="-145"/>
                            <a:pt x="1701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98" name="Freeform: Shape 697">
                      <a:extLst>
                        <a:ext uri="{FF2B5EF4-FFF2-40B4-BE49-F238E27FC236}">
                          <a16:creationId xmlns:a16="http://schemas.microsoft.com/office/drawing/2014/main" id="{736EF5C6-9E3D-85D9-40C7-00E994CE59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28" y="5221467"/>
                      <a:ext cx="2073" cy="2074"/>
                    </a:xfrm>
                    <a:custGeom>
                      <a:avLst/>
                      <a:gdLst>
                        <a:gd name="connsiteX0" fmla="*/ 1961 w 2073"/>
                        <a:gd name="connsiteY0" fmla="*/ 568 h 2074"/>
                        <a:gd name="connsiteX1" fmla="*/ 1506 w 2073"/>
                        <a:gd name="connsiteY1" fmla="*/ 1963 h 2074"/>
                        <a:gd name="connsiteX2" fmla="*/ 113 w 2073"/>
                        <a:gd name="connsiteY2" fmla="*/ 1504 h 2074"/>
                        <a:gd name="connsiteX3" fmla="*/ 568 w 2073"/>
                        <a:gd name="connsiteY3" fmla="*/ 108 h 2074"/>
                        <a:gd name="connsiteX4" fmla="*/ 1961 w 2073"/>
                        <a:gd name="connsiteY4" fmla="*/ 568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1961" y="568"/>
                          </a:moveTo>
                          <a:cubicBezTo>
                            <a:pt x="2220" y="1075"/>
                            <a:pt x="2017" y="1710"/>
                            <a:pt x="1506" y="1963"/>
                          </a:cubicBezTo>
                          <a:cubicBezTo>
                            <a:pt x="996" y="2217"/>
                            <a:pt x="373" y="2027"/>
                            <a:pt x="113" y="1504"/>
                          </a:cubicBezTo>
                          <a:cubicBezTo>
                            <a:pt x="-147" y="996"/>
                            <a:pt x="57" y="378"/>
                            <a:pt x="568" y="108"/>
                          </a:cubicBezTo>
                          <a:cubicBezTo>
                            <a:pt x="1078" y="-145"/>
                            <a:pt x="1701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99" name="Freeform: Shape 698">
                      <a:extLst>
                        <a:ext uri="{FF2B5EF4-FFF2-40B4-BE49-F238E27FC236}">
                          <a16:creationId xmlns:a16="http://schemas.microsoft.com/office/drawing/2014/main" id="{E7066907-C572-A38C-F44F-FF51BCDBB2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638" y="5210180"/>
                      <a:ext cx="2072" cy="2071"/>
                    </a:xfrm>
                    <a:custGeom>
                      <a:avLst/>
                      <a:gdLst>
                        <a:gd name="connsiteX0" fmla="*/ 1961 w 2072"/>
                        <a:gd name="connsiteY0" fmla="*/ 568 h 2071"/>
                        <a:gd name="connsiteX1" fmla="*/ 1506 w 2072"/>
                        <a:gd name="connsiteY1" fmla="*/ 1963 h 2071"/>
                        <a:gd name="connsiteX2" fmla="*/ 112 w 2072"/>
                        <a:gd name="connsiteY2" fmla="*/ 1504 h 2071"/>
                        <a:gd name="connsiteX3" fmla="*/ 567 w 2072"/>
                        <a:gd name="connsiteY3" fmla="*/ 108 h 2071"/>
                        <a:gd name="connsiteX4" fmla="*/ 1961 w 2072"/>
                        <a:gd name="connsiteY4" fmla="*/ 568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961" y="568"/>
                          </a:moveTo>
                          <a:cubicBezTo>
                            <a:pt x="2219" y="1076"/>
                            <a:pt x="2016" y="1694"/>
                            <a:pt x="1506" y="1963"/>
                          </a:cubicBezTo>
                          <a:cubicBezTo>
                            <a:pt x="995" y="2217"/>
                            <a:pt x="372" y="2011"/>
                            <a:pt x="112" y="1504"/>
                          </a:cubicBezTo>
                          <a:cubicBezTo>
                            <a:pt x="-146" y="996"/>
                            <a:pt x="57" y="362"/>
                            <a:pt x="567" y="108"/>
                          </a:cubicBezTo>
                          <a:cubicBezTo>
                            <a:pt x="1078" y="-145"/>
                            <a:pt x="1701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00" name="Freeform: Shape 699">
                      <a:extLst>
                        <a:ext uri="{FF2B5EF4-FFF2-40B4-BE49-F238E27FC236}">
                          <a16:creationId xmlns:a16="http://schemas.microsoft.com/office/drawing/2014/main" id="{C1C51821-F149-84DC-CD69-DC7E84E260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355" y="5216061"/>
                      <a:ext cx="2074" cy="2071"/>
                    </a:xfrm>
                    <a:custGeom>
                      <a:avLst/>
                      <a:gdLst>
                        <a:gd name="connsiteX0" fmla="*/ 1961 w 2074"/>
                        <a:gd name="connsiteY0" fmla="*/ 568 h 2071"/>
                        <a:gd name="connsiteX1" fmla="*/ 1506 w 2074"/>
                        <a:gd name="connsiteY1" fmla="*/ 1963 h 2071"/>
                        <a:gd name="connsiteX2" fmla="*/ 113 w 2074"/>
                        <a:gd name="connsiteY2" fmla="*/ 1504 h 2071"/>
                        <a:gd name="connsiteX3" fmla="*/ 568 w 2074"/>
                        <a:gd name="connsiteY3" fmla="*/ 109 h 2071"/>
                        <a:gd name="connsiteX4" fmla="*/ 1961 w 2074"/>
                        <a:gd name="connsiteY4" fmla="*/ 568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1">
                          <a:moveTo>
                            <a:pt x="1961" y="568"/>
                          </a:moveTo>
                          <a:cubicBezTo>
                            <a:pt x="2221" y="1076"/>
                            <a:pt x="2017" y="1694"/>
                            <a:pt x="1506" y="1963"/>
                          </a:cubicBezTo>
                          <a:cubicBezTo>
                            <a:pt x="996" y="2217"/>
                            <a:pt x="373" y="2011"/>
                            <a:pt x="113" y="1504"/>
                          </a:cubicBezTo>
                          <a:cubicBezTo>
                            <a:pt x="-147" y="996"/>
                            <a:pt x="57" y="378"/>
                            <a:pt x="568" y="109"/>
                          </a:cubicBezTo>
                          <a:cubicBezTo>
                            <a:pt x="1078" y="-145"/>
                            <a:pt x="1703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01" name="Freeform: Shape 700">
                      <a:extLst>
                        <a:ext uri="{FF2B5EF4-FFF2-40B4-BE49-F238E27FC236}">
                          <a16:creationId xmlns:a16="http://schemas.microsoft.com/office/drawing/2014/main" id="{0EB06DE4-D2BD-0411-BB5B-98076F479C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69" y="5227745"/>
                      <a:ext cx="2072" cy="2074"/>
                    </a:xfrm>
                    <a:custGeom>
                      <a:avLst/>
                      <a:gdLst>
                        <a:gd name="connsiteX0" fmla="*/ 1961 w 2072"/>
                        <a:gd name="connsiteY0" fmla="*/ 568 h 2074"/>
                        <a:gd name="connsiteX1" fmla="*/ 1506 w 2072"/>
                        <a:gd name="connsiteY1" fmla="*/ 1963 h 2074"/>
                        <a:gd name="connsiteX2" fmla="*/ 112 w 2072"/>
                        <a:gd name="connsiteY2" fmla="*/ 1504 h 2074"/>
                        <a:gd name="connsiteX3" fmla="*/ 567 w 2072"/>
                        <a:gd name="connsiteY3" fmla="*/ 109 h 2074"/>
                        <a:gd name="connsiteX4" fmla="*/ 1961 w 2072"/>
                        <a:gd name="connsiteY4" fmla="*/ 568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4">
                          <a:moveTo>
                            <a:pt x="1961" y="568"/>
                          </a:moveTo>
                          <a:cubicBezTo>
                            <a:pt x="2219" y="1076"/>
                            <a:pt x="2016" y="1710"/>
                            <a:pt x="1506" y="1963"/>
                          </a:cubicBezTo>
                          <a:cubicBezTo>
                            <a:pt x="995" y="2217"/>
                            <a:pt x="372" y="2027"/>
                            <a:pt x="112" y="1504"/>
                          </a:cubicBezTo>
                          <a:cubicBezTo>
                            <a:pt x="-146" y="996"/>
                            <a:pt x="57" y="378"/>
                            <a:pt x="567" y="109"/>
                          </a:cubicBezTo>
                          <a:cubicBezTo>
                            <a:pt x="1078" y="-145"/>
                            <a:pt x="1701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02" name="Freeform: Shape 701">
                      <a:extLst>
                        <a:ext uri="{FF2B5EF4-FFF2-40B4-BE49-F238E27FC236}">
                          <a16:creationId xmlns:a16="http://schemas.microsoft.com/office/drawing/2014/main" id="{2AED3851-547B-CCDB-338A-682341E0E6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290" y="5227418"/>
                      <a:ext cx="2072" cy="2076"/>
                    </a:xfrm>
                    <a:custGeom>
                      <a:avLst/>
                      <a:gdLst>
                        <a:gd name="connsiteX0" fmla="*/ 1961 w 2072"/>
                        <a:gd name="connsiteY0" fmla="*/ 578 h 2076"/>
                        <a:gd name="connsiteX1" fmla="*/ 1506 w 2072"/>
                        <a:gd name="connsiteY1" fmla="*/ 1957 h 2076"/>
                        <a:gd name="connsiteX2" fmla="*/ 112 w 2072"/>
                        <a:gd name="connsiteY2" fmla="*/ 1513 h 2076"/>
                        <a:gd name="connsiteX3" fmla="*/ 567 w 2072"/>
                        <a:gd name="connsiteY3" fmla="*/ 118 h 2076"/>
                        <a:gd name="connsiteX4" fmla="*/ 1961 w 2072"/>
                        <a:gd name="connsiteY4" fmla="*/ 578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1961" y="578"/>
                          </a:moveTo>
                          <a:cubicBezTo>
                            <a:pt x="2219" y="1085"/>
                            <a:pt x="2016" y="1704"/>
                            <a:pt x="1506" y="1957"/>
                          </a:cubicBezTo>
                          <a:cubicBezTo>
                            <a:pt x="995" y="2227"/>
                            <a:pt x="372" y="2021"/>
                            <a:pt x="112" y="1513"/>
                          </a:cubicBezTo>
                          <a:cubicBezTo>
                            <a:pt x="-146" y="1006"/>
                            <a:pt x="57" y="372"/>
                            <a:pt x="567" y="118"/>
                          </a:cubicBezTo>
                          <a:cubicBezTo>
                            <a:pt x="1078" y="-151"/>
                            <a:pt x="1701" y="55"/>
                            <a:pt x="1961" y="57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03" name="Freeform: Shape 702">
                      <a:extLst>
                        <a:ext uri="{FF2B5EF4-FFF2-40B4-BE49-F238E27FC236}">
                          <a16:creationId xmlns:a16="http://schemas.microsoft.com/office/drawing/2014/main" id="{8AA587C4-C8AB-C01B-549A-0ACFF8B7DB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809" y="5232063"/>
                      <a:ext cx="2073" cy="2069"/>
                    </a:xfrm>
                    <a:custGeom>
                      <a:avLst/>
                      <a:gdLst>
                        <a:gd name="connsiteX0" fmla="*/ 1961 w 2073"/>
                        <a:gd name="connsiteY0" fmla="*/ 563 h 2069"/>
                        <a:gd name="connsiteX1" fmla="*/ 1506 w 2073"/>
                        <a:gd name="connsiteY1" fmla="*/ 1958 h 2069"/>
                        <a:gd name="connsiteX2" fmla="*/ 113 w 2073"/>
                        <a:gd name="connsiteY2" fmla="*/ 1514 h 2069"/>
                        <a:gd name="connsiteX3" fmla="*/ 568 w 2073"/>
                        <a:gd name="connsiteY3" fmla="*/ 119 h 2069"/>
                        <a:gd name="connsiteX4" fmla="*/ 1961 w 2073"/>
                        <a:gd name="connsiteY4" fmla="*/ 563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1961" y="563"/>
                          </a:moveTo>
                          <a:cubicBezTo>
                            <a:pt x="2220" y="1086"/>
                            <a:pt x="2017" y="1704"/>
                            <a:pt x="1506" y="1958"/>
                          </a:cubicBezTo>
                          <a:cubicBezTo>
                            <a:pt x="996" y="2211"/>
                            <a:pt x="373" y="2021"/>
                            <a:pt x="113" y="1514"/>
                          </a:cubicBezTo>
                          <a:cubicBezTo>
                            <a:pt x="-147" y="991"/>
                            <a:pt x="57" y="372"/>
                            <a:pt x="568" y="119"/>
                          </a:cubicBezTo>
                          <a:cubicBezTo>
                            <a:pt x="1078" y="-151"/>
                            <a:pt x="1703" y="55"/>
                            <a:pt x="1961" y="5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04" name="Freeform: Shape 703">
                      <a:extLst>
                        <a:ext uri="{FF2B5EF4-FFF2-40B4-BE49-F238E27FC236}">
                          <a16:creationId xmlns:a16="http://schemas.microsoft.com/office/drawing/2014/main" id="{7A4792BB-A899-5717-F9E2-6848A4A57B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690" y="5221293"/>
                      <a:ext cx="2074" cy="2072"/>
                    </a:xfrm>
                    <a:custGeom>
                      <a:avLst/>
                      <a:gdLst>
                        <a:gd name="connsiteX0" fmla="*/ 1961 w 2074"/>
                        <a:gd name="connsiteY0" fmla="*/ 568 h 2072"/>
                        <a:gd name="connsiteX1" fmla="*/ 1506 w 2074"/>
                        <a:gd name="connsiteY1" fmla="*/ 1963 h 2072"/>
                        <a:gd name="connsiteX2" fmla="*/ 113 w 2074"/>
                        <a:gd name="connsiteY2" fmla="*/ 1504 h 2072"/>
                        <a:gd name="connsiteX3" fmla="*/ 568 w 2074"/>
                        <a:gd name="connsiteY3" fmla="*/ 109 h 2072"/>
                        <a:gd name="connsiteX4" fmla="*/ 1961 w 2074"/>
                        <a:gd name="connsiteY4" fmla="*/ 568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2">
                          <a:moveTo>
                            <a:pt x="1961" y="568"/>
                          </a:moveTo>
                          <a:cubicBezTo>
                            <a:pt x="2221" y="1076"/>
                            <a:pt x="2017" y="1694"/>
                            <a:pt x="1506" y="1963"/>
                          </a:cubicBezTo>
                          <a:cubicBezTo>
                            <a:pt x="996" y="2217"/>
                            <a:pt x="373" y="2011"/>
                            <a:pt x="113" y="1504"/>
                          </a:cubicBezTo>
                          <a:cubicBezTo>
                            <a:pt x="-147" y="996"/>
                            <a:pt x="57" y="378"/>
                            <a:pt x="568" y="109"/>
                          </a:cubicBezTo>
                          <a:cubicBezTo>
                            <a:pt x="1078" y="-145"/>
                            <a:pt x="1701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05" name="Freeform: Shape 704">
                      <a:extLst>
                        <a:ext uri="{FF2B5EF4-FFF2-40B4-BE49-F238E27FC236}">
                          <a16:creationId xmlns:a16="http://schemas.microsoft.com/office/drawing/2014/main" id="{CDAA32CB-0B3D-8989-645F-8F3181BAF4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561" y="5234076"/>
                      <a:ext cx="2074" cy="2069"/>
                    </a:xfrm>
                    <a:custGeom>
                      <a:avLst/>
                      <a:gdLst>
                        <a:gd name="connsiteX0" fmla="*/ 1961 w 2074"/>
                        <a:gd name="connsiteY0" fmla="*/ 563 h 2069"/>
                        <a:gd name="connsiteX1" fmla="*/ 1506 w 2074"/>
                        <a:gd name="connsiteY1" fmla="*/ 1958 h 2069"/>
                        <a:gd name="connsiteX2" fmla="*/ 113 w 2074"/>
                        <a:gd name="connsiteY2" fmla="*/ 1498 h 2069"/>
                        <a:gd name="connsiteX3" fmla="*/ 568 w 2074"/>
                        <a:gd name="connsiteY3" fmla="*/ 119 h 2069"/>
                        <a:gd name="connsiteX4" fmla="*/ 1961 w 2074"/>
                        <a:gd name="connsiteY4" fmla="*/ 563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69">
                          <a:moveTo>
                            <a:pt x="1961" y="563"/>
                          </a:moveTo>
                          <a:cubicBezTo>
                            <a:pt x="2221" y="1070"/>
                            <a:pt x="2017" y="1704"/>
                            <a:pt x="1506" y="1958"/>
                          </a:cubicBezTo>
                          <a:cubicBezTo>
                            <a:pt x="996" y="2211"/>
                            <a:pt x="373" y="2021"/>
                            <a:pt x="113" y="1498"/>
                          </a:cubicBezTo>
                          <a:cubicBezTo>
                            <a:pt x="-147" y="991"/>
                            <a:pt x="57" y="372"/>
                            <a:pt x="568" y="119"/>
                          </a:cubicBezTo>
                          <a:cubicBezTo>
                            <a:pt x="1078" y="-151"/>
                            <a:pt x="1701" y="55"/>
                            <a:pt x="1961" y="5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06" name="Freeform: Shape 705">
                      <a:extLst>
                        <a:ext uri="{FF2B5EF4-FFF2-40B4-BE49-F238E27FC236}">
                          <a16:creationId xmlns:a16="http://schemas.microsoft.com/office/drawing/2014/main" id="{7A80B534-EF70-B9AD-602C-645F54A5FA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770" y="5222783"/>
                      <a:ext cx="2074" cy="2071"/>
                    </a:xfrm>
                    <a:custGeom>
                      <a:avLst/>
                      <a:gdLst>
                        <a:gd name="connsiteX0" fmla="*/ 1961 w 2074"/>
                        <a:gd name="connsiteY0" fmla="*/ 568 h 2071"/>
                        <a:gd name="connsiteX1" fmla="*/ 1506 w 2074"/>
                        <a:gd name="connsiteY1" fmla="*/ 1963 h 2071"/>
                        <a:gd name="connsiteX2" fmla="*/ 113 w 2074"/>
                        <a:gd name="connsiteY2" fmla="*/ 1504 h 2071"/>
                        <a:gd name="connsiteX3" fmla="*/ 568 w 2074"/>
                        <a:gd name="connsiteY3" fmla="*/ 109 h 2071"/>
                        <a:gd name="connsiteX4" fmla="*/ 1961 w 2074"/>
                        <a:gd name="connsiteY4" fmla="*/ 568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1">
                          <a:moveTo>
                            <a:pt x="1961" y="568"/>
                          </a:moveTo>
                          <a:cubicBezTo>
                            <a:pt x="2221" y="1076"/>
                            <a:pt x="2017" y="1694"/>
                            <a:pt x="1506" y="1963"/>
                          </a:cubicBezTo>
                          <a:cubicBezTo>
                            <a:pt x="996" y="2217"/>
                            <a:pt x="373" y="2011"/>
                            <a:pt x="113" y="1504"/>
                          </a:cubicBezTo>
                          <a:cubicBezTo>
                            <a:pt x="-147" y="996"/>
                            <a:pt x="57" y="362"/>
                            <a:pt x="568" y="109"/>
                          </a:cubicBezTo>
                          <a:cubicBezTo>
                            <a:pt x="1078" y="-145"/>
                            <a:pt x="1701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07" name="Freeform: Shape 706">
                      <a:extLst>
                        <a:ext uri="{FF2B5EF4-FFF2-40B4-BE49-F238E27FC236}">
                          <a16:creationId xmlns:a16="http://schemas.microsoft.com/office/drawing/2014/main" id="{4171D087-4ADA-1541-7BD3-3EC95AF3AA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489" y="5228665"/>
                      <a:ext cx="2072" cy="2071"/>
                    </a:xfrm>
                    <a:custGeom>
                      <a:avLst/>
                      <a:gdLst>
                        <a:gd name="connsiteX0" fmla="*/ 1961 w 2072"/>
                        <a:gd name="connsiteY0" fmla="*/ 568 h 2071"/>
                        <a:gd name="connsiteX1" fmla="*/ 1506 w 2072"/>
                        <a:gd name="connsiteY1" fmla="*/ 1963 h 2071"/>
                        <a:gd name="connsiteX2" fmla="*/ 112 w 2072"/>
                        <a:gd name="connsiteY2" fmla="*/ 1504 h 2071"/>
                        <a:gd name="connsiteX3" fmla="*/ 567 w 2072"/>
                        <a:gd name="connsiteY3" fmla="*/ 109 h 2071"/>
                        <a:gd name="connsiteX4" fmla="*/ 1961 w 2072"/>
                        <a:gd name="connsiteY4" fmla="*/ 568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961" y="568"/>
                          </a:moveTo>
                          <a:cubicBezTo>
                            <a:pt x="2219" y="1076"/>
                            <a:pt x="2016" y="1694"/>
                            <a:pt x="1506" y="1963"/>
                          </a:cubicBezTo>
                          <a:cubicBezTo>
                            <a:pt x="995" y="2217"/>
                            <a:pt x="372" y="2011"/>
                            <a:pt x="112" y="1504"/>
                          </a:cubicBezTo>
                          <a:cubicBezTo>
                            <a:pt x="-146" y="996"/>
                            <a:pt x="57" y="378"/>
                            <a:pt x="567" y="109"/>
                          </a:cubicBezTo>
                          <a:cubicBezTo>
                            <a:pt x="1078" y="-145"/>
                            <a:pt x="1701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08" name="Freeform: Shape 707">
                      <a:extLst>
                        <a:ext uri="{FF2B5EF4-FFF2-40B4-BE49-F238E27FC236}">
                          <a16:creationId xmlns:a16="http://schemas.microsoft.com/office/drawing/2014/main" id="{67D8A307-6034-FDD6-1ACF-08626F8F33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681" y="5212811"/>
                      <a:ext cx="2072" cy="2071"/>
                    </a:xfrm>
                    <a:custGeom>
                      <a:avLst/>
                      <a:gdLst>
                        <a:gd name="connsiteX0" fmla="*/ 1961 w 2072"/>
                        <a:gd name="connsiteY0" fmla="*/ 568 h 2071"/>
                        <a:gd name="connsiteX1" fmla="*/ 1506 w 2072"/>
                        <a:gd name="connsiteY1" fmla="*/ 1963 h 2071"/>
                        <a:gd name="connsiteX2" fmla="*/ 112 w 2072"/>
                        <a:gd name="connsiteY2" fmla="*/ 1504 h 2071"/>
                        <a:gd name="connsiteX3" fmla="*/ 567 w 2072"/>
                        <a:gd name="connsiteY3" fmla="*/ 109 h 2071"/>
                        <a:gd name="connsiteX4" fmla="*/ 1961 w 2072"/>
                        <a:gd name="connsiteY4" fmla="*/ 568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961" y="568"/>
                          </a:moveTo>
                          <a:cubicBezTo>
                            <a:pt x="2219" y="1076"/>
                            <a:pt x="2016" y="1710"/>
                            <a:pt x="1506" y="1963"/>
                          </a:cubicBezTo>
                          <a:cubicBezTo>
                            <a:pt x="995" y="2217"/>
                            <a:pt x="372" y="2011"/>
                            <a:pt x="112" y="1504"/>
                          </a:cubicBezTo>
                          <a:cubicBezTo>
                            <a:pt x="-146" y="996"/>
                            <a:pt x="57" y="378"/>
                            <a:pt x="567" y="109"/>
                          </a:cubicBezTo>
                          <a:cubicBezTo>
                            <a:pt x="1078" y="-145"/>
                            <a:pt x="1701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09" name="Freeform: Shape 708">
                      <a:extLst>
                        <a:ext uri="{FF2B5EF4-FFF2-40B4-BE49-F238E27FC236}">
                          <a16:creationId xmlns:a16="http://schemas.microsoft.com/office/drawing/2014/main" id="{53AD5492-ECDC-09A6-7306-C419F6596D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002" y="5212484"/>
                      <a:ext cx="2074" cy="2076"/>
                    </a:xfrm>
                    <a:custGeom>
                      <a:avLst/>
                      <a:gdLst>
                        <a:gd name="connsiteX0" fmla="*/ 1961 w 2074"/>
                        <a:gd name="connsiteY0" fmla="*/ 563 h 2076"/>
                        <a:gd name="connsiteX1" fmla="*/ 1506 w 2074"/>
                        <a:gd name="connsiteY1" fmla="*/ 1958 h 2076"/>
                        <a:gd name="connsiteX2" fmla="*/ 113 w 2074"/>
                        <a:gd name="connsiteY2" fmla="*/ 1514 h 2076"/>
                        <a:gd name="connsiteX3" fmla="*/ 568 w 2074"/>
                        <a:gd name="connsiteY3" fmla="*/ 119 h 2076"/>
                        <a:gd name="connsiteX4" fmla="*/ 1961 w 2074"/>
                        <a:gd name="connsiteY4" fmla="*/ 563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6">
                          <a:moveTo>
                            <a:pt x="1961" y="563"/>
                          </a:moveTo>
                          <a:cubicBezTo>
                            <a:pt x="2221" y="1086"/>
                            <a:pt x="2017" y="1704"/>
                            <a:pt x="1506" y="1958"/>
                          </a:cubicBezTo>
                          <a:cubicBezTo>
                            <a:pt x="996" y="2227"/>
                            <a:pt x="373" y="2021"/>
                            <a:pt x="113" y="1514"/>
                          </a:cubicBezTo>
                          <a:cubicBezTo>
                            <a:pt x="-147" y="991"/>
                            <a:pt x="57" y="372"/>
                            <a:pt x="568" y="119"/>
                          </a:cubicBezTo>
                          <a:cubicBezTo>
                            <a:pt x="1078" y="-151"/>
                            <a:pt x="1701" y="55"/>
                            <a:pt x="1961" y="5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10" name="Freeform: Shape 709">
                      <a:extLst>
                        <a:ext uri="{FF2B5EF4-FFF2-40B4-BE49-F238E27FC236}">
                          <a16:creationId xmlns:a16="http://schemas.microsoft.com/office/drawing/2014/main" id="{A274561C-1B68-569F-69A4-3D6FBE5CCE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521" y="5217123"/>
                      <a:ext cx="2074" cy="2074"/>
                    </a:xfrm>
                    <a:custGeom>
                      <a:avLst/>
                      <a:gdLst>
                        <a:gd name="connsiteX0" fmla="*/ 1961 w 2074"/>
                        <a:gd name="connsiteY0" fmla="*/ 568 h 2074"/>
                        <a:gd name="connsiteX1" fmla="*/ 1506 w 2074"/>
                        <a:gd name="connsiteY1" fmla="*/ 1963 h 2074"/>
                        <a:gd name="connsiteX2" fmla="*/ 113 w 2074"/>
                        <a:gd name="connsiteY2" fmla="*/ 1504 h 2074"/>
                        <a:gd name="connsiteX3" fmla="*/ 568 w 2074"/>
                        <a:gd name="connsiteY3" fmla="*/ 109 h 2074"/>
                        <a:gd name="connsiteX4" fmla="*/ 1961 w 2074"/>
                        <a:gd name="connsiteY4" fmla="*/ 568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4">
                          <a:moveTo>
                            <a:pt x="1961" y="568"/>
                          </a:moveTo>
                          <a:cubicBezTo>
                            <a:pt x="2221" y="1076"/>
                            <a:pt x="2017" y="1710"/>
                            <a:pt x="1506" y="1963"/>
                          </a:cubicBezTo>
                          <a:cubicBezTo>
                            <a:pt x="996" y="2217"/>
                            <a:pt x="373" y="2027"/>
                            <a:pt x="113" y="1504"/>
                          </a:cubicBezTo>
                          <a:cubicBezTo>
                            <a:pt x="-147" y="996"/>
                            <a:pt x="57" y="378"/>
                            <a:pt x="568" y="109"/>
                          </a:cubicBezTo>
                          <a:cubicBezTo>
                            <a:pt x="1078" y="-145"/>
                            <a:pt x="1703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11" name="Freeform: Shape 710">
                      <a:extLst>
                        <a:ext uri="{FF2B5EF4-FFF2-40B4-BE49-F238E27FC236}">
                          <a16:creationId xmlns:a16="http://schemas.microsoft.com/office/drawing/2014/main" id="{150B9A4C-A81F-DF43-50DA-7DA6EEECF3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401" y="5206359"/>
                      <a:ext cx="2073" cy="2071"/>
                    </a:xfrm>
                    <a:custGeom>
                      <a:avLst/>
                      <a:gdLst>
                        <a:gd name="connsiteX0" fmla="*/ 1961 w 2073"/>
                        <a:gd name="connsiteY0" fmla="*/ 568 h 2071"/>
                        <a:gd name="connsiteX1" fmla="*/ 1506 w 2073"/>
                        <a:gd name="connsiteY1" fmla="*/ 1963 h 2071"/>
                        <a:gd name="connsiteX2" fmla="*/ 112 w 2073"/>
                        <a:gd name="connsiteY2" fmla="*/ 1503 h 2071"/>
                        <a:gd name="connsiteX3" fmla="*/ 567 w 2073"/>
                        <a:gd name="connsiteY3" fmla="*/ 109 h 2071"/>
                        <a:gd name="connsiteX4" fmla="*/ 1961 w 2073"/>
                        <a:gd name="connsiteY4" fmla="*/ 568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961" y="568"/>
                          </a:moveTo>
                          <a:cubicBezTo>
                            <a:pt x="2221" y="1076"/>
                            <a:pt x="2016" y="1694"/>
                            <a:pt x="1506" y="1963"/>
                          </a:cubicBezTo>
                          <a:cubicBezTo>
                            <a:pt x="995" y="2217"/>
                            <a:pt x="372" y="2011"/>
                            <a:pt x="112" y="1503"/>
                          </a:cubicBezTo>
                          <a:cubicBezTo>
                            <a:pt x="-146" y="996"/>
                            <a:pt x="57" y="378"/>
                            <a:pt x="567" y="109"/>
                          </a:cubicBezTo>
                          <a:cubicBezTo>
                            <a:pt x="1078" y="-145"/>
                            <a:pt x="1702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12" name="Freeform: Shape 711">
                      <a:extLst>
                        <a:ext uri="{FF2B5EF4-FFF2-40B4-BE49-F238E27FC236}">
                          <a16:creationId xmlns:a16="http://schemas.microsoft.com/office/drawing/2014/main" id="{AC452DD6-4F75-D0AD-1FBA-1338C22FA8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273" y="5219137"/>
                      <a:ext cx="2074" cy="2071"/>
                    </a:xfrm>
                    <a:custGeom>
                      <a:avLst/>
                      <a:gdLst>
                        <a:gd name="connsiteX0" fmla="*/ 1961 w 2074"/>
                        <a:gd name="connsiteY0" fmla="*/ 568 h 2071"/>
                        <a:gd name="connsiteX1" fmla="*/ 1506 w 2074"/>
                        <a:gd name="connsiteY1" fmla="*/ 1963 h 2071"/>
                        <a:gd name="connsiteX2" fmla="*/ 113 w 2074"/>
                        <a:gd name="connsiteY2" fmla="*/ 1504 h 2071"/>
                        <a:gd name="connsiteX3" fmla="*/ 568 w 2074"/>
                        <a:gd name="connsiteY3" fmla="*/ 109 h 2071"/>
                        <a:gd name="connsiteX4" fmla="*/ 1961 w 2074"/>
                        <a:gd name="connsiteY4" fmla="*/ 568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1">
                          <a:moveTo>
                            <a:pt x="1961" y="568"/>
                          </a:moveTo>
                          <a:cubicBezTo>
                            <a:pt x="2221" y="1076"/>
                            <a:pt x="2017" y="1710"/>
                            <a:pt x="1506" y="1963"/>
                          </a:cubicBezTo>
                          <a:cubicBezTo>
                            <a:pt x="996" y="2217"/>
                            <a:pt x="373" y="2011"/>
                            <a:pt x="113" y="1504"/>
                          </a:cubicBezTo>
                          <a:cubicBezTo>
                            <a:pt x="-147" y="996"/>
                            <a:pt x="57" y="378"/>
                            <a:pt x="568" y="109"/>
                          </a:cubicBezTo>
                          <a:cubicBezTo>
                            <a:pt x="1078" y="-145"/>
                            <a:pt x="1701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13" name="Freeform: Shape 712">
                      <a:extLst>
                        <a:ext uri="{FF2B5EF4-FFF2-40B4-BE49-F238E27FC236}">
                          <a16:creationId xmlns:a16="http://schemas.microsoft.com/office/drawing/2014/main" id="{EDC4B9B3-1FFE-A662-1EA9-427513996E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530" y="5212412"/>
                      <a:ext cx="2074" cy="2074"/>
                    </a:xfrm>
                    <a:custGeom>
                      <a:avLst/>
                      <a:gdLst>
                        <a:gd name="connsiteX0" fmla="*/ 1961 w 2074"/>
                        <a:gd name="connsiteY0" fmla="*/ 571 h 2074"/>
                        <a:gd name="connsiteX1" fmla="*/ 1506 w 2074"/>
                        <a:gd name="connsiteY1" fmla="*/ 1966 h 2074"/>
                        <a:gd name="connsiteX2" fmla="*/ 113 w 2074"/>
                        <a:gd name="connsiteY2" fmla="*/ 1507 h 2074"/>
                        <a:gd name="connsiteX3" fmla="*/ 568 w 2074"/>
                        <a:gd name="connsiteY3" fmla="*/ 111 h 2074"/>
                        <a:gd name="connsiteX4" fmla="*/ 1961 w 2074"/>
                        <a:gd name="connsiteY4" fmla="*/ 571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4">
                          <a:moveTo>
                            <a:pt x="1961" y="571"/>
                          </a:moveTo>
                          <a:cubicBezTo>
                            <a:pt x="2221" y="1079"/>
                            <a:pt x="2017" y="1697"/>
                            <a:pt x="1506" y="1966"/>
                          </a:cubicBezTo>
                          <a:cubicBezTo>
                            <a:pt x="996" y="2220"/>
                            <a:pt x="373" y="2014"/>
                            <a:pt x="113" y="1507"/>
                          </a:cubicBezTo>
                          <a:cubicBezTo>
                            <a:pt x="-147" y="999"/>
                            <a:pt x="57" y="365"/>
                            <a:pt x="568" y="111"/>
                          </a:cubicBezTo>
                          <a:cubicBezTo>
                            <a:pt x="1078" y="-142"/>
                            <a:pt x="1701" y="48"/>
                            <a:pt x="1961" y="57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14" name="Freeform: Shape 713">
                      <a:extLst>
                        <a:ext uri="{FF2B5EF4-FFF2-40B4-BE49-F238E27FC236}">
                          <a16:creationId xmlns:a16="http://schemas.microsoft.com/office/drawing/2014/main" id="{C1EF832F-13FE-8F69-ABF8-7E97C0DBEA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230" y="5219264"/>
                      <a:ext cx="2074" cy="2074"/>
                    </a:xfrm>
                    <a:custGeom>
                      <a:avLst/>
                      <a:gdLst>
                        <a:gd name="connsiteX0" fmla="*/ 1961 w 2074"/>
                        <a:gd name="connsiteY0" fmla="*/ 568 h 2074"/>
                        <a:gd name="connsiteX1" fmla="*/ 1506 w 2074"/>
                        <a:gd name="connsiteY1" fmla="*/ 1963 h 2074"/>
                        <a:gd name="connsiteX2" fmla="*/ 113 w 2074"/>
                        <a:gd name="connsiteY2" fmla="*/ 1504 h 2074"/>
                        <a:gd name="connsiteX3" fmla="*/ 568 w 2074"/>
                        <a:gd name="connsiteY3" fmla="*/ 108 h 2074"/>
                        <a:gd name="connsiteX4" fmla="*/ 1961 w 2074"/>
                        <a:gd name="connsiteY4" fmla="*/ 568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4">
                          <a:moveTo>
                            <a:pt x="1961" y="568"/>
                          </a:moveTo>
                          <a:cubicBezTo>
                            <a:pt x="2221" y="1076"/>
                            <a:pt x="2017" y="1710"/>
                            <a:pt x="1506" y="1963"/>
                          </a:cubicBezTo>
                          <a:cubicBezTo>
                            <a:pt x="996" y="2217"/>
                            <a:pt x="373" y="2027"/>
                            <a:pt x="113" y="1504"/>
                          </a:cubicBezTo>
                          <a:cubicBezTo>
                            <a:pt x="-147" y="996"/>
                            <a:pt x="57" y="378"/>
                            <a:pt x="568" y="108"/>
                          </a:cubicBezTo>
                          <a:cubicBezTo>
                            <a:pt x="1078" y="-145"/>
                            <a:pt x="1701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15" name="Freeform: Shape 714">
                      <a:extLst>
                        <a:ext uri="{FF2B5EF4-FFF2-40B4-BE49-F238E27FC236}">
                          <a16:creationId xmlns:a16="http://schemas.microsoft.com/office/drawing/2014/main" id="{CFB4D96D-B90A-0CE6-9435-B9D8C63F5A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6865" y="5200192"/>
                      <a:ext cx="2074" cy="2071"/>
                    </a:xfrm>
                    <a:custGeom>
                      <a:avLst/>
                      <a:gdLst>
                        <a:gd name="connsiteX0" fmla="*/ 1961 w 2074"/>
                        <a:gd name="connsiteY0" fmla="*/ 568 h 2071"/>
                        <a:gd name="connsiteX1" fmla="*/ 1506 w 2074"/>
                        <a:gd name="connsiteY1" fmla="*/ 1963 h 2071"/>
                        <a:gd name="connsiteX2" fmla="*/ 113 w 2074"/>
                        <a:gd name="connsiteY2" fmla="*/ 1504 h 2071"/>
                        <a:gd name="connsiteX3" fmla="*/ 568 w 2074"/>
                        <a:gd name="connsiteY3" fmla="*/ 109 h 2071"/>
                        <a:gd name="connsiteX4" fmla="*/ 1961 w 2074"/>
                        <a:gd name="connsiteY4" fmla="*/ 568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1">
                          <a:moveTo>
                            <a:pt x="1961" y="568"/>
                          </a:moveTo>
                          <a:cubicBezTo>
                            <a:pt x="2221" y="1076"/>
                            <a:pt x="2017" y="1710"/>
                            <a:pt x="1506" y="1963"/>
                          </a:cubicBezTo>
                          <a:cubicBezTo>
                            <a:pt x="996" y="2217"/>
                            <a:pt x="373" y="2011"/>
                            <a:pt x="113" y="1504"/>
                          </a:cubicBezTo>
                          <a:cubicBezTo>
                            <a:pt x="-147" y="996"/>
                            <a:pt x="57" y="378"/>
                            <a:pt x="568" y="109"/>
                          </a:cubicBezTo>
                          <a:cubicBezTo>
                            <a:pt x="1078" y="-145"/>
                            <a:pt x="1701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16" name="Freeform: Shape 715">
                      <a:extLst>
                        <a:ext uri="{FF2B5EF4-FFF2-40B4-BE49-F238E27FC236}">
                          <a16:creationId xmlns:a16="http://schemas.microsoft.com/office/drawing/2014/main" id="{17A47EC4-823A-BCF6-56C1-A6E6A7BB91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187" y="5199872"/>
                      <a:ext cx="2072" cy="2069"/>
                    </a:xfrm>
                    <a:custGeom>
                      <a:avLst/>
                      <a:gdLst>
                        <a:gd name="connsiteX0" fmla="*/ 1961 w 2072"/>
                        <a:gd name="connsiteY0" fmla="*/ 571 h 2069"/>
                        <a:gd name="connsiteX1" fmla="*/ 1506 w 2072"/>
                        <a:gd name="connsiteY1" fmla="*/ 1950 h 2069"/>
                        <a:gd name="connsiteX2" fmla="*/ 112 w 2072"/>
                        <a:gd name="connsiteY2" fmla="*/ 1506 h 2069"/>
                        <a:gd name="connsiteX3" fmla="*/ 567 w 2072"/>
                        <a:gd name="connsiteY3" fmla="*/ 111 h 2069"/>
                        <a:gd name="connsiteX4" fmla="*/ 1961 w 2072"/>
                        <a:gd name="connsiteY4" fmla="*/ 571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9">
                          <a:moveTo>
                            <a:pt x="1961" y="571"/>
                          </a:moveTo>
                          <a:cubicBezTo>
                            <a:pt x="2219" y="1078"/>
                            <a:pt x="2016" y="1697"/>
                            <a:pt x="1506" y="1950"/>
                          </a:cubicBezTo>
                          <a:cubicBezTo>
                            <a:pt x="995" y="2220"/>
                            <a:pt x="372" y="2014"/>
                            <a:pt x="112" y="1506"/>
                          </a:cubicBezTo>
                          <a:cubicBezTo>
                            <a:pt x="-146" y="999"/>
                            <a:pt x="57" y="365"/>
                            <a:pt x="567" y="111"/>
                          </a:cubicBezTo>
                          <a:cubicBezTo>
                            <a:pt x="1078" y="-142"/>
                            <a:pt x="1701" y="48"/>
                            <a:pt x="1961" y="57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17" name="Freeform: Shape 716">
                      <a:extLst>
                        <a:ext uri="{FF2B5EF4-FFF2-40B4-BE49-F238E27FC236}">
                          <a16:creationId xmlns:a16="http://schemas.microsoft.com/office/drawing/2014/main" id="{EC466421-3210-D49A-9978-3F02D637C9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706" y="5204510"/>
                      <a:ext cx="2074" cy="2069"/>
                    </a:xfrm>
                    <a:custGeom>
                      <a:avLst/>
                      <a:gdLst>
                        <a:gd name="connsiteX0" fmla="*/ 1961 w 2074"/>
                        <a:gd name="connsiteY0" fmla="*/ 563 h 2069"/>
                        <a:gd name="connsiteX1" fmla="*/ 1506 w 2074"/>
                        <a:gd name="connsiteY1" fmla="*/ 1958 h 2069"/>
                        <a:gd name="connsiteX2" fmla="*/ 113 w 2074"/>
                        <a:gd name="connsiteY2" fmla="*/ 1514 h 2069"/>
                        <a:gd name="connsiteX3" fmla="*/ 568 w 2074"/>
                        <a:gd name="connsiteY3" fmla="*/ 119 h 2069"/>
                        <a:gd name="connsiteX4" fmla="*/ 1961 w 2074"/>
                        <a:gd name="connsiteY4" fmla="*/ 563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69">
                          <a:moveTo>
                            <a:pt x="1961" y="563"/>
                          </a:moveTo>
                          <a:cubicBezTo>
                            <a:pt x="2221" y="1086"/>
                            <a:pt x="2017" y="1704"/>
                            <a:pt x="1506" y="1958"/>
                          </a:cubicBezTo>
                          <a:cubicBezTo>
                            <a:pt x="996" y="2211"/>
                            <a:pt x="373" y="2021"/>
                            <a:pt x="113" y="1514"/>
                          </a:cubicBezTo>
                          <a:cubicBezTo>
                            <a:pt x="-147" y="991"/>
                            <a:pt x="57" y="373"/>
                            <a:pt x="568" y="119"/>
                          </a:cubicBezTo>
                          <a:cubicBezTo>
                            <a:pt x="1078" y="-151"/>
                            <a:pt x="1701" y="55"/>
                            <a:pt x="1961" y="5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18" name="Freeform: Shape 717">
                      <a:extLst>
                        <a:ext uri="{FF2B5EF4-FFF2-40B4-BE49-F238E27FC236}">
                          <a16:creationId xmlns:a16="http://schemas.microsoft.com/office/drawing/2014/main" id="{457E0E4A-F880-3CE7-9CEC-316F3A5556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585" y="5193740"/>
                      <a:ext cx="2074" cy="2072"/>
                    </a:xfrm>
                    <a:custGeom>
                      <a:avLst/>
                      <a:gdLst>
                        <a:gd name="connsiteX0" fmla="*/ 1961 w 2074"/>
                        <a:gd name="connsiteY0" fmla="*/ 568 h 2072"/>
                        <a:gd name="connsiteX1" fmla="*/ 1506 w 2074"/>
                        <a:gd name="connsiteY1" fmla="*/ 1963 h 2072"/>
                        <a:gd name="connsiteX2" fmla="*/ 113 w 2074"/>
                        <a:gd name="connsiteY2" fmla="*/ 1504 h 2072"/>
                        <a:gd name="connsiteX3" fmla="*/ 568 w 2074"/>
                        <a:gd name="connsiteY3" fmla="*/ 109 h 2072"/>
                        <a:gd name="connsiteX4" fmla="*/ 1961 w 2074"/>
                        <a:gd name="connsiteY4" fmla="*/ 568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2">
                          <a:moveTo>
                            <a:pt x="1961" y="568"/>
                          </a:moveTo>
                          <a:cubicBezTo>
                            <a:pt x="2221" y="1076"/>
                            <a:pt x="2017" y="1694"/>
                            <a:pt x="1506" y="1963"/>
                          </a:cubicBezTo>
                          <a:cubicBezTo>
                            <a:pt x="996" y="2217"/>
                            <a:pt x="373" y="2011"/>
                            <a:pt x="113" y="1504"/>
                          </a:cubicBezTo>
                          <a:cubicBezTo>
                            <a:pt x="-147" y="996"/>
                            <a:pt x="57" y="378"/>
                            <a:pt x="568" y="109"/>
                          </a:cubicBezTo>
                          <a:cubicBezTo>
                            <a:pt x="1078" y="-145"/>
                            <a:pt x="1703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19" name="Freeform: Shape 718">
                      <a:extLst>
                        <a:ext uri="{FF2B5EF4-FFF2-40B4-BE49-F238E27FC236}">
                          <a16:creationId xmlns:a16="http://schemas.microsoft.com/office/drawing/2014/main" id="{7663380C-70DE-85FE-975D-9E7624F3B7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457" y="5206523"/>
                      <a:ext cx="2074" cy="2069"/>
                    </a:xfrm>
                    <a:custGeom>
                      <a:avLst/>
                      <a:gdLst>
                        <a:gd name="connsiteX0" fmla="*/ 1961 w 2074"/>
                        <a:gd name="connsiteY0" fmla="*/ 563 h 2069"/>
                        <a:gd name="connsiteX1" fmla="*/ 1506 w 2074"/>
                        <a:gd name="connsiteY1" fmla="*/ 1958 h 2069"/>
                        <a:gd name="connsiteX2" fmla="*/ 113 w 2074"/>
                        <a:gd name="connsiteY2" fmla="*/ 1498 h 2069"/>
                        <a:gd name="connsiteX3" fmla="*/ 568 w 2074"/>
                        <a:gd name="connsiteY3" fmla="*/ 119 h 2069"/>
                        <a:gd name="connsiteX4" fmla="*/ 1961 w 2074"/>
                        <a:gd name="connsiteY4" fmla="*/ 563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69">
                          <a:moveTo>
                            <a:pt x="1961" y="563"/>
                          </a:moveTo>
                          <a:cubicBezTo>
                            <a:pt x="2221" y="1070"/>
                            <a:pt x="2017" y="1704"/>
                            <a:pt x="1506" y="1958"/>
                          </a:cubicBezTo>
                          <a:cubicBezTo>
                            <a:pt x="996" y="2211"/>
                            <a:pt x="373" y="2021"/>
                            <a:pt x="113" y="1498"/>
                          </a:cubicBezTo>
                          <a:cubicBezTo>
                            <a:pt x="-147" y="991"/>
                            <a:pt x="57" y="372"/>
                            <a:pt x="568" y="119"/>
                          </a:cubicBezTo>
                          <a:cubicBezTo>
                            <a:pt x="1078" y="-151"/>
                            <a:pt x="1703" y="55"/>
                            <a:pt x="1961" y="5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20" name="Freeform: Shape 719">
                      <a:extLst>
                        <a:ext uri="{FF2B5EF4-FFF2-40B4-BE49-F238E27FC236}">
                          <a16:creationId xmlns:a16="http://schemas.microsoft.com/office/drawing/2014/main" id="{CFB4E4FE-BAE3-F8CF-FF7A-74CD6EEF07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814" y="5201901"/>
                      <a:ext cx="2074" cy="2074"/>
                    </a:xfrm>
                    <a:custGeom>
                      <a:avLst/>
                      <a:gdLst>
                        <a:gd name="connsiteX0" fmla="*/ 1961 w 2074"/>
                        <a:gd name="connsiteY0" fmla="*/ 571 h 2074"/>
                        <a:gd name="connsiteX1" fmla="*/ 1506 w 2074"/>
                        <a:gd name="connsiteY1" fmla="*/ 1966 h 2074"/>
                        <a:gd name="connsiteX2" fmla="*/ 113 w 2074"/>
                        <a:gd name="connsiteY2" fmla="*/ 1507 h 2074"/>
                        <a:gd name="connsiteX3" fmla="*/ 568 w 2074"/>
                        <a:gd name="connsiteY3" fmla="*/ 111 h 2074"/>
                        <a:gd name="connsiteX4" fmla="*/ 1961 w 2074"/>
                        <a:gd name="connsiteY4" fmla="*/ 571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4">
                          <a:moveTo>
                            <a:pt x="1961" y="571"/>
                          </a:moveTo>
                          <a:cubicBezTo>
                            <a:pt x="2221" y="1079"/>
                            <a:pt x="2017" y="1697"/>
                            <a:pt x="1506" y="1966"/>
                          </a:cubicBezTo>
                          <a:cubicBezTo>
                            <a:pt x="996" y="2220"/>
                            <a:pt x="373" y="2014"/>
                            <a:pt x="113" y="1507"/>
                          </a:cubicBezTo>
                          <a:cubicBezTo>
                            <a:pt x="-147" y="999"/>
                            <a:pt x="57" y="365"/>
                            <a:pt x="568" y="111"/>
                          </a:cubicBezTo>
                          <a:cubicBezTo>
                            <a:pt x="1078" y="-142"/>
                            <a:pt x="1701" y="48"/>
                            <a:pt x="1961" y="57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21" name="Freeform: Shape 720">
                      <a:extLst>
                        <a:ext uri="{FF2B5EF4-FFF2-40B4-BE49-F238E27FC236}">
                          <a16:creationId xmlns:a16="http://schemas.microsoft.com/office/drawing/2014/main" id="{6C6735B5-413F-940E-BDF0-9F0F3EFE15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386" y="5201112"/>
                      <a:ext cx="2072" cy="2071"/>
                    </a:xfrm>
                    <a:custGeom>
                      <a:avLst/>
                      <a:gdLst>
                        <a:gd name="connsiteX0" fmla="*/ 1961 w 2072"/>
                        <a:gd name="connsiteY0" fmla="*/ 568 h 2071"/>
                        <a:gd name="connsiteX1" fmla="*/ 1506 w 2072"/>
                        <a:gd name="connsiteY1" fmla="*/ 1963 h 2071"/>
                        <a:gd name="connsiteX2" fmla="*/ 112 w 2072"/>
                        <a:gd name="connsiteY2" fmla="*/ 1504 h 2071"/>
                        <a:gd name="connsiteX3" fmla="*/ 567 w 2072"/>
                        <a:gd name="connsiteY3" fmla="*/ 109 h 2071"/>
                        <a:gd name="connsiteX4" fmla="*/ 1961 w 2072"/>
                        <a:gd name="connsiteY4" fmla="*/ 568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961" y="568"/>
                          </a:moveTo>
                          <a:cubicBezTo>
                            <a:pt x="2219" y="1076"/>
                            <a:pt x="2016" y="1694"/>
                            <a:pt x="1506" y="1963"/>
                          </a:cubicBezTo>
                          <a:cubicBezTo>
                            <a:pt x="995" y="2217"/>
                            <a:pt x="372" y="2011"/>
                            <a:pt x="112" y="1504"/>
                          </a:cubicBezTo>
                          <a:cubicBezTo>
                            <a:pt x="-146" y="996"/>
                            <a:pt x="57" y="378"/>
                            <a:pt x="567" y="109"/>
                          </a:cubicBezTo>
                          <a:cubicBezTo>
                            <a:pt x="1078" y="-145"/>
                            <a:pt x="1701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22" name="Freeform: Shape 721">
                      <a:extLst>
                        <a:ext uri="{FF2B5EF4-FFF2-40B4-BE49-F238E27FC236}">
                          <a16:creationId xmlns:a16="http://schemas.microsoft.com/office/drawing/2014/main" id="{EA393FF0-F437-3995-34E8-8F4E44D3A5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7397" y="5230081"/>
                      <a:ext cx="2074" cy="2076"/>
                    </a:xfrm>
                    <a:custGeom>
                      <a:avLst/>
                      <a:gdLst>
                        <a:gd name="connsiteX0" fmla="*/ 1961 w 2074"/>
                        <a:gd name="connsiteY0" fmla="*/ 563 h 2076"/>
                        <a:gd name="connsiteX1" fmla="*/ 1506 w 2074"/>
                        <a:gd name="connsiteY1" fmla="*/ 1958 h 2076"/>
                        <a:gd name="connsiteX2" fmla="*/ 113 w 2074"/>
                        <a:gd name="connsiteY2" fmla="*/ 1514 h 2076"/>
                        <a:gd name="connsiteX3" fmla="*/ 568 w 2074"/>
                        <a:gd name="connsiteY3" fmla="*/ 119 h 2076"/>
                        <a:gd name="connsiteX4" fmla="*/ 1961 w 2074"/>
                        <a:gd name="connsiteY4" fmla="*/ 563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6">
                          <a:moveTo>
                            <a:pt x="1961" y="563"/>
                          </a:moveTo>
                          <a:cubicBezTo>
                            <a:pt x="2221" y="1086"/>
                            <a:pt x="2017" y="1704"/>
                            <a:pt x="1506" y="1958"/>
                          </a:cubicBezTo>
                          <a:cubicBezTo>
                            <a:pt x="996" y="2227"/>
                            <a:pt x="373" y="2021"/>
                            <a:pt x="113" y="1514"/>
                          </a:cubicBezTo>
                          <a:cubicBezTo>
                            <a:pt x="-147" y="991"/>
                            <a:pt x="57" y="372"/>
                            <a:pt x="568" y="119"/>
                          </a:cubicBezTo>
                          <a:cubicBezTo>
                            <a:pt x="1078" y="-151"/>
                            <a:pt x="1703" y="55"/>
                            <a:pt x="1961" y="5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23" name="Freeform: Shape 722">
                      <a:extLst>
                        <a:ext uri="{FF2B5EF4-FFF2-40B4-BE49-F238E27FC236}">
                          <a16:creationId xmlns:a16="http://schemas.microsoft.com/office/drawing/2014/main" id="{2EB5FD89-8E49-3B6A-4235-BE53771001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1718" y="5229756"/>
                      <a:ext cx="2074" cy="2069"/>
                    </a:xfrm>
                    <a:custGeom>
                      <a:avLst/>
                      <a:gdLst>
                        <a:gd name="connsiteX0" fmla="*/ 1961 w 2074"/>
                        <a:gd name="connsiteY0" fmla="*/ 571 h 2069"/>
                        <a:gd name="connsiteX1" fmla="*/ 1506 w 2074"/>
                        <a:gd name="connsiteY1" fmla="*/ 1950 h 2069"/>
                        <a:gd name="connsiteX2" fmla="*/ 113 w 2074"/>
                        <a:gd name="connsiteY2" fmla="*/ 1506 h 2069"/>
                        <a:gd name="connsiteX3" fmla="*/ 568 w 2074"/>
                        <a:gd name="connsiteY3" fmla="*/ 111 h 2069"/>
                        <a:gd name="connsiteX4" fmla="*/ 1961 w 2074"/>
                        <a:gd name="connsiteY4" fmla="*/ 571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69">
                          <a:moveTo>
                            <a:pt x="1961" y="571"/>
                          </a:moveTo>
                          <a:cubicBezTo>
                            <a:pt x="2221" y="1079"/>
                            <a:pt x="2017" y="1697"/>
                            <a:pt x="1506" y="1950"/>
                          </a:cubicBezTo>
                          <a:cubicBezTo>
                            <a:pt x="996" y="2220"/>
                            <a:pt x="373" y="2014"/>
                            <a:pt x="113" y="1506"/>
                          </a:cubicBezTo>
                          <a:cubicBezTo>
                            <a:pt x="-147" y="999"/>
                            <a:pt x="57" y="365"/>
                            <a:pt x="568" y="111"/>
                          </a:cubicBezTo>
                          <a:cubicBezTo>
                            <a:pt x="1078" y="-142"/>
                            <a:pt x="1703" y="48"/>
                            <a:pt x="1961" y="57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24" name="Freeform: Shape 723">
                      <a:extLst>
                        <a:ext uri="{FF2B5EF4-FFF2-40B4-BE49-F238E27FC236}">
                          <a16:creationId xmlns:a16="http://schemas.microsoft.com/office/drawing/2014/main" id="{0EAB2268-2C2C-92EE-26E7-724461E7AB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7582" y="5237305"/>
                      <a:ext cx="2074" cy="2074"/>
                    </a:xfrm>
                    <a:custGeom>
                      <a:avLst/>
                      <a:gdLst>
                        <a:gd name="connsiteX0" fmla="*/ 1961 w 2074"/>
                        <a:gd name="connsiteY0" fmla="*/ 568 h 2074"/>
                        <a:gd name="connsiteX1" fmla="*/ 1506 w 2074"/>
                        <a:gd name="connsiteY1" fmla="*/ 1963 h 2074"/>
                        <a:gd name="connsiteX2" fmla="*/ 113 w 2074"/>
                        <a:gd name="connsiteY2" fmla="*/ 1504 h 2074"/>
                        <a:gd name="connsiteX3" fmla="*/ 568 w 2074"/>
                        <a:gd name="connsiteY3" fmla="*/ 108 h 2074"/>
                        <a:gd name="connsiteX4" fmla="*/ 1961 w 2074"/>
                        <a:gd name="connsiteY4" fmla="*/ 568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4">
                          <a:moveTo>
                            <a:pt x="1961" y="568"/>
                          </a:moveTo>
                          <a:cubicBezTo>
                            <a:pt x="2221" y="1075"/>
                            <a:pt x="2017" y="1710"/>
                            <a:pt x="1506" y="1963"/>
                          </a:cubicBezTo>
                          <a:cubicBezTo>
                            <a:pt x="996" y="2217"/>
                            <a:pt x="373" y="2027"/>
                            <a:pt x="113" y="1504"/>
                          </a:cubicBezTo>
                          <a:cubicBezTo>
                            <a:pt x="-147" y="996"/>
                            <a:pt x="57" y="378"/>
                            <a:pt x="568" y="108"/>
                          </a:cubicBezTo>
                          <a:cubicBezTo>
                            <a:pt x="1078" y="-145"/>
                            <a:pt x="1701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25" name="Freeform: Shape 724">
                      <a:extLst>
                        <a:ext uri="{FF2B5EF4-FFF2-40B4-BE49-F238E27FC236}">
                          <a16:creationId xmlns:a16="http://schemas.microsoft.com/office/drawing/2014/main" id="{6D6B5379-B16C-5726-6660-505CADD576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4119" y="5223623"/>
                      <a:ext cx="2073" cy="2074"/>
                    </a:xfrm>
                    <a:custGeom>
                      <a:avLst/>
                      <a:gdLst>
                        <a:gd name="connsiteX0" fmla="*/ 1961 w 2073"/>
                        <a:gd name="connsiteY0" fmla="*/ 568 h 2074"/>
                        <a:gd name="connsiteX1" fmla="*/ 1506 w 2073"/>
                        <a:gd name="connsiteY1" fmla="*/ 1963 h 2074"/>
                        <a:gd name="connsiteX2" fmla="*/ 112 w 2073"/>
                        <a:gd name="connsiteY2" fmla="*/ 1504 h 2074"/>
                        <a:gd name="connsiteX3" fmla="*/ 567 w 2073"/>
                        <a:gd name="connsiteY3" fmla="*/ 108 h 2074"/>
                        <a:gd name="connsiteX4" fmla="*/ 1961 w 2073"/>
                        <a:gd name="connsiteY4" fmla="*/ 568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1961" y="568"/>
                          </a:moveTo>
                          <a:cubicBezTo>
                            <a:pt x="2221" y="1076"/>
                            <a:pt x="2016" y="1710"/>
                            <a:pt x="1506" y="1963"/>
                          </a:cubicBezTo>
                          <a:cubicBezTo>
                            <a:pt x="995" y="2217"/>
                            <a:pt x="372" y="2027"/>
                            <a:pt x="112" y="1504"/>
                          </a:cubicBezTo>
                          <a:cubicBezTo>
                            <a:pt x="-146" y="996"/>
                            <a:pt x="57" y="378"/>
                            <a:pt x="567" y="108"/>
                          </a:cubicBezTo>
                          <a:cubicBezTo>
                            <a:pt x="1078" y="-145"/>
                            <a:pt x="1702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26" name="Freeform: Shape 725">
                      <a:extLst>
                        <a:ext uri="{FF2B5EF4-FFF2-40B4-BE49-F238E27FC236}">
                          <a16:creationId xmlns:a16="http://schemas.microsoft.com/office/drawing/2014/main" id="{63780538-2552-A024-92DD-936D1485CA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989" y="5236407"/>
                      <a:ext cx="2074" cy="2069"/>
                    </a:xfrm>
                    <a:custGeom>
                      <a:avLst/>
                      <a:gdLst>
                        <a:gd name="connsiteX0" fmla="*/ 1961 w 2074"/>
                        <a:gd name="connsiteY0" fmla="*/ 563 h 2069"/>
                        <a:gd name="connsiteX1" fmla="*/ 1506 w 2074"/>
                        <a:gd name="connsiteY1" fmla="*/ 1958 h 2069"/>
                        <a:gd name="connsiteX2" fmla="*/ 113 w 2074"/>
                        <a:gd name="connsiteY2" fmla="*/ 1514 h 2069"/>
                        <a:gd name="connsiteX3" fmla="*/ 568 w 2074"/>
                        <a:gd name="connsiteY3" fmla="*/ 119 h 2069"/>
                        <a:gd name="connsiteX4" fmla="*/ 1961 w 2074"/>
                        <a:gd name="connsiteY4" fmla="*/ 563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69">
                          <a:moveTo>
                            <a:pt x="1961" y="563"/>
                          </a:moveTo>
                          <a:cubicBezTo>
                            <a:pt x="2221" y="1086"/>
                            <a:pt x="2017" y="1704"/>
                            <a:pt x="1506" y="1958"/>
                          </a:cubicBezTo>
                          <a:cubicBezTo>
                            <a:pt x="996" y="2211"/>
                            <a:pt x="373" y="2021"/>
                            <a:pt x="113" y="1514"/>
                          </a:cubicBezTo>
                          <a:cubicBezTo>
                            <a:pt x="-147" y="991"/>
                            <a:pt x="57" y="373"/>
                            <a:pt x="568" y="119"/>
                          </a:cubicBezTo>
                          <a:cubicBezTo>
                            <a:pt x="1078" y="-151"/>
                            <a:pt x="1703" y="55"/>
                            <a:pt x="1961" y="5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27" name="Freeform: Shape 726">
                      <a:extLst>
                        <a:ext uri="{FF2B5EF4-FFF2-40B4-BE49-F238E27FC236}">
                          <a16:creationId xmlns:a16="http://schemas.microsoft.com/office/drawing/2014/main" id="{092034A7-9CA0-7854-E8A1-70A9759696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198" y="5225114"/>
                      <a:ext cx="2074" cy="2071"/>
                    </a:xfrm>
                    <a:custGeom>
                      <a:avLst/>
                      <a:gdLst>
                        <a:gd name="connsiteX0" fmla="*/ 1961 w 2074"/>
                        <a:gd name="connsiteY0" fmla="*/ 568 h 2071"/>
                        <a:gd name="connsiteX1" fmla="*/ 1506 w 2074"/>
                        <a:gd name="connsiteY1" fmla="*/ 1963 h 2071"/>
                        <a:gd name="connsiteX2" fmla="*/ 113 w 2074"/>
                        <a:gd name="connsiteY2" fmla="*/ 1504 h 2071"/>
                        <a:gd name="connsiteX3" fmla="*/ 568 w 2074"/>
                        <a:gd name="connsiteY3" fmla="*/ 109 h 2071"/>
                        <a:gd name="connsiteX4" fmla="*/ 1961 w 2074"/>
                        <a:gd name="connsiteY4" fmla="*/ 568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1">
                          <a:moveTo>
                            <a:pt x="1961" y="568"/>
                          </a:moveTo>
                          <a:cubicBezTo>
                            <a:pt x="2221" y="1076"/>
                            <a:pt x="2017" y="1694"/>
                            <a:pt x="1506" y="1963"/>
                          </a:cubicBezTo>
                          <a:cubicBezTo>
                            <a:pt x="996" y="2217"/>
                            <a:pt x="373" y="2011"/>
                            <a:pt x="113" y="1504"/>
                          </a:cubicBezTo>
                          <a:cubicBezTo>
                            <a:pt x="-147" y="996"/>
                            <a:pt x="57" y="378"/>
                            <a:pt x="568" y="109"/>
                          </a:cubicBezTo>
                          <a:cubicBezTo>
                            <a:pt x="1078" y="-145"/>
                            <a:pt x="1703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28" name="Freeform: Shape 727">
                      <a:extLst>
                        <a:ext uri="{FF2B5EF4-FFF2-40B4-BE49-F238E27FC236}">
                          <a16:creationId xmlns:a16="http://schemas.microsoft.com/office/drawing/2014/main" id="{CF2C2E48-1DC4-C30D-F052-BDD424BEA6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916" y="5230995"/>
                      <a:ext cx="2074" cy="2072"/>
                    </a:xfrm>
                    <a:custGeom>
                      <a:avLst/>
                      <a:gdLst>
                        <a:gd name="connsiteX0" fmla="*/ 1961 w 2074"/>
                        <a:gd name="connsiteY0" fmla="*/ 568 h 2072"/>
                        <a:gd name="connsiteX1" fmla="*/ 1506 w 2074"/>
                        <a:gd name="connsiteY1" fmla="*/ 1963 h 2072"/>
                        <a:gd name="connsiteX2" fmla="*/ 113 w 2074"/>
                        <a:gd name="connsiteY2" fmla="*/ 1504 h 2072"/>
                        <a:gd name="connsiteX3" fmla="*/ 568 w 2074"/>
                        <a:gd name="connsiteY3" fmla="*/ 109 h 2072"/>
                        <a:gd name="connsiteX4" fmla="*/ 1961 w 2074"/>
                        <a:gd name="connsiteY4" fmla="*/ 568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2">
                          <a:moveTo>
                            <a:pt x="1961" y="568"/>
                          </a:moveTo>
                          <a:cubicBezTo>
                            <a:pt x="2221" y="1076"/>
                            <a:pt x="2017" y="1694"/>
                            <a:pt x="1506" y="1963"/>
                          </a:cubicBezTo>
                          <a:cubicBezTo>
                            <a:pt x="996" y="2217"/>
                            <a:pt x="373" y="2011"/>
                            <a:pt x="113" y="1504"/>
                          </a:cubicBezTo>
                          <a:cubicBezTo>
                            <a:pt x="-147" y="996"/>
                            <a:pt x="57" y="378"/>
                            <a:pt x="568" y="109"/>
                          </a:cubicBezTo>
                          <a:cubicBezTo>
                            <a:pt x="1078" y="-145"/>
                            <a:pt x="1703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29" name="Freeform: Shape 728">
                      <a:extLst>
                        <a:ext uri="{FF2B5EF4-FFF2-40B4-BE49-F238E27FC236}">
                          <a16:creationId xmlns:a16="http://schemas.microsoft.com/office/drawing/2014/main" id="{2658D5CD-7AD4-911C-FDD5-D0443C110B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963" y="5230969"/>
                      <a:ext cx="2073" cy="2076"/>
                    </a:xfrm>
                    <a:custGeom>
                      <a:avLst/>
                      <a:gdLst>
                        <a:gd name="connsiteX0" fmla="*/ 1961 w 2073"/>
                        <a:gd name="connsiteY0" fmla="*/ 563 h 2076"/>
                        <a:gd name="connsiteX1" fmla="*/ 1506 w 2073"/>
                        <a:gd name="connsiteY1" fmla="*/ 1958 h 2076"/>
                        <a:gd name="connsiteX2" fmla="*/ 113 w 2073"/>
                        <a:gd name="connsiteY2" fmla="*/ 1514 h 2076"/>
                        <a:gd name="connsiteX3" fmla="*/ 568 w 2073"/>
                        <a:gd name="connsiteY3" fmla="*/ 119 h 2076"/>
                        <a:gd name="connsiteX4" fmla="*/ 1961 w 2073"/>
                        <a:gd name="connsiteY4" fmla="*/ 563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6">
                          <a:moveTo>
                            <a:pt x="1961" y="563"/>
                          </a:moveTo>
                          <a:cubicBezTo>
                            <a:pt x="2220" y="1086"/>
                            <a:pt x="2017" y="1704"/>
                            <a:pt x="1506" y="1958"/>
                          </a:cubicBezTo>
                          <a:cubicBezTo>
                            <a:pt x="996" y="2227"/>
                            <a:pt x="373" y="2021"/>
                            <a:pt x="113" y="1514"/>
                          </a:cubicBezTo>
                          <a:cubicBezTo>
                            <a:pt x="-147" y="1007"/>
                            <a:pt x="57" y="372"/>
                            <a:pt x="568" y="119"/>
                          </a:cubicBezTo>
                          <a:cubicBezTo>
                            <a:pt x="1078" y="-151"/>
                            <a:pt x="1703" y="55"/>
                            <a:pt x="1961" y="5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30" name="Freeform: Shape 729">
                      <a:extLst>
                        <a:ext uri="{FF2B5EF4-FFF2-40B4-BE49-F238E27FC236}">
                          <a16:creationId xmlns:a16="http://schemas.microsoft.com/office/drawing/2014/main" id="{C4A80221-08AE-8B10-2E2D-768C1E8E2D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285" y="5230646"/>
                      <a:ext cx="2072" cy="2071"/>
                    </a:xfrm>
                    <a:custGeom>
                      <a:avLst/>
                      <a:gdLst>
                        <a:gd name="connsiteX0" fmla="*/ 1961 w 2072"/>
                        <a:gd name="connsiteY0" fmla="*/ 568 h 2071"/>
                        <a:gd name="connsiteX1" fmla="*/ 1506 w 2072"/>
                        <a:gd name="connsiteY1" fmla="*/ 1963 h 2071"/>
                        <a:gd name="connsiteX2" fmla="*/ 112 w 2072"/>
                        <a:gd name="connsiteY2" fmla="*/ 1504 h 2071"/>
                        <a:gd name="connsiteX3" fmla="*/ 567 w 2072"/>
                        <a:gd name="connsiteY3" fmla="*/ 109 h 2071"/>
                        <a:gd name="connsiteX4" fmla="*/ 1961 w 2072"/>
                        <a:gd name="connsiteY4" fmla="*/ 568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961" y="568"/>
                          </a:moveTo>
                          <a:cubicBezTo>
                            <a:pt x="2219" y="1076"/>
                            <a:pt x="2016" y="1694"/>
                            <a:pt x="1506" y="1963"/>
                          </a:cubicBezTo>
                          <a:cubicBezTo>
                            <a:pt x="995" y="2217"/>
                            <a:pt x="372" y="2011"/>
                            <a:pt x="112" y="1504"/>
                          </a:cubicBezTo>
                          <a:cubicBezTo>
                            <a:pt x="-146" y="996"/>
                            <a:pt x="57" y="378"/>
                            <a:pt x="567" y="109"/>
                          </a:cubicBezTo>
                          <a:cubicBezTo>
                            <a:pt x="1078" y="-145"/>
                            <a:pt x="1702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31" name="Freeform: Shape 730">
                      <a:extLst>
                        <a:ext uri="{FF2B5EF4-FFF2-40B4-BE49-F238E27FC236}">
                          <a16:creationId xmlns:a16="http://schemas.microsoft.com/office/drawing/2014/main" id="{D4F7FEA1-990D-F45D-E472-62A3D7A939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806" y="5235289"/>
                      <a:ext cx="2073" cy="2069"/>
                    </a:xfrm>
                    <a:custGeom>
                      <a:avLst/>
                      <a:gdLst>
                        <a:gd name="connsiteX0" fmla="*/ 1961 w 2073"/>
                        <a:gd name="connsiteY0" fmla="*/ 571 h 2069"/>
                        <a:gd name="connsiteX1" fmla="*/ 1506 w 2073"/>
                        <a:gd name="connsiteY1" fmla="*/ 1950 h 2069"/>
                        <a:gd name="connsiteX2" fmla="*/ 112 w 2073"/>
                        <a:gd name="connsiteY2" fmla="*/ 1506 h 2069"/>
                        <a:gd name="connsiteX3" fmla="*/ 567 w 2073"/>
                        <a:gd name="connsiteY3" fmla="*/ 111 h 2069"/>
                        <a:gd name="connsiteX4" fmla="*/ 1961 w 2073"/>
                        <a:gd name="connsiteY4" fmla="*/ 571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1961" y="571"/>
                          </a:moveTo>
                          <a:cubicBezTo>
                            <a:pt x="2221" y="1079"/>
                            <a:pt x="2016" y="1697"/>
                            <a:pt x="1506" y="1950"/>
                          </a:cubicBezTo>
                          <a:cubicBezTo>
                            <a:pt x="995" y="2220"/>
                            <a:pt x="372" y="2014"/>
                            <a:pt x="112" y="1506"/>
                          </a:cubicBezTo>
                          <a:cubicBezTo>
                            <a:pt x="-146" y="999"/>
                            <a:pt x="57" y="365"/>
                            <a:pt x="567" y="111"/>
                          </a:cubicBezTo>
                          <a:cubicBezTo>
                            <a:pt x="1076" y="-142"/>
                            <a:pt x="1701" y="48"/>
                            <a:pt x="1961" y="57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32" name="Freeform: Shape 731">
                      <a:extLst>
                        <a:ext uri="{FF2B5EF4-FFF2-40B4-BE49-F238E27FC236}">
                          <a16:creationId xmlns:a16="http://schemas.microsoft.com/office/drawing/2014/main" id="{CD1F233C-CDF4-4017-5657-D6EABBE8C3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5127" y="5224337"/>
                      <a:ext cx="2074" cy="2071"/>
                    </a:xfrm>
                    <a:custGeom>
                      <a:avLst/>
                      <a:gdLst>
                        <a:gd name="connsiteX0" fmla="*/ 1961 w 2074"/>
                        <a:gd name="connsiteY0" fmla="*/ 568 h 2071"/>
                        <a:gd name="connsiteX1" fmla="*/ 1506 w 2074"/>
                        <a:gd name="connsiteY1" fmla="*/ 1963 h 2071"/>
                        <a:gd name="connsiteX2" fmla="*/ 113 w 2074"/>
                        <a:gd name="connsiteY2" fmla="*/ 1504 h 2071"/>
                        <a:gd name="connsiteX3" fmla="*/ 568 w 2074"/>
                        <a:gd name="connsiteY3" fmla="*/ 109 h 2071"/>
                        <a:gd name="connsiteX4" fmla="*/ 1961 w 2074"/>
                        <a:gd name="connsiteY4" fmla="*/ 568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1">
                          <a:moveTo>
                            <a:pt x="1961" y="568"/>
                          </a:moveTo>
                          <a:cubicBezTo>
                            <a:pt x="2221" y="1076"/>
                            <a:pt x="2017" y="1694"/>
                            <a:pt x="1506" y="1963"/>
                          </a:cubicBezTo>
                          <a:cubicBezTo>
                            <a:pt x="996" y="2217"/>
                            <a:pt x="373" y="2011"/>
                            <a:pt x="113" y="1504"/>
                          </a:cubicBezTo>
                          <a:cubicBezTo>
                            <a:pt x="-147" y="996"/>
                            <a:pt x="57" y="378"/>
                            <a:pt x="568" y="109"/>
                          </a:cubicBezTo>
                          <a:cubicBezTo>
                            <a:pt x="1078" y="-145"/>
                            <a:pt x="1703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33" name="Freeform: Shape 732">
                      <a:extLst>
                        <a:ext uri="{FF2B5EF4-FFF2-40B4-BE49-F238E27FC236}">
                          <a16:creationId xmlns:a16="http://schemas.microsoft.com/office/drawing/2014/main" id="{80FE01D2-7F85-4C75-D809-9ACA5E1C09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419" y="5240751"/>
                      <a:ext cx="2074" cy="2076"/>
                    </a:xfrm>
                    <a:custGeom>
                      <a:avLst/>
                      <a:gdLst>
                        <a:gd name="connsiteX0" fmla="*/ 1961 w 2074"/>
                        <a:gd name="connsiteY0" fmla="*/ 578 h 2076"/>
                        <a:gd name="connsiteX1" fmla="*/ 1506 w 2074"/>
                        <a:gd name="connsiteY1" fmla="*/ 1958 h 2076"/>
                        <a:gd name="connsiteX2" fmla="*/ 113 w 2074"/>
                        <a:gd name="connsiteY2" fmla="*/ 1514 h 2076"/>
                        <a:gd name="connsiteX3" fmla="*/ 568 w 2074"/>
                        <a:gd name="connsiteY3" fmla="*/ 118 h 2076"/>
                        <a:gd name="connsiteX4" fmla="*/ 1961 w 2074"/>
                        <a:gd name="connsiteY4" fmla="*/ 578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6">
                          <a:moveTo>
                            <a:pt x="1961" y="578"/>
                          </a:moveTo>
                          <a:cubicBezTo>
                            <a:pt x="2221" y="1085"/>
                            <a:pt x="2017" y="1704"/>
                            <a:pt x="1506" y="1958"/>
                          </a:cubicBezTo>
                          <a:cubicBezTo>
                            <a:pt x="996" y="2227"/>
                            <a:pt x="373" y="2021"/>
                            <a:pt x="113" y="1514"/>
                          </a:cubicBezTo>
                          <a:cubicBezTo>
                            <a:pt x="-147" y="990"/>
                            <a:pt x="57" y="372"/>
                            <a:pt x="568" y="118"/>
                          </a:cubicBezTo>
                          <a:cubicBezTo>
                            <a:pt x="1078" y="-151"/>
                            <a:pt x="1703" y="55"/>
                            <a:pt x="1961" y="57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34" name="Freeform: Shape 733">
                      <a:extLst>
                        <a:ext uri="{FF2B5EF4-FFF2-40B4-BE49-F238E27FC236}">
                          <a16:creationId xmlns:a16="http://schemas.microsoft.com/office/drawing/2014/main" id="{C7620728-7A04-3287-36FB-C2D0FE9FEC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765" y="5226001"/>
                      <a:ext cx="2074" cy="2074"/>
                    </a:xfrm>
                    <a:custGeom>
                      <a:avLst/>
                      <a:gdLst>
                        <a:gd name="connsiteX0" fmla="*/ 1961 w 2074"/>
                        <a:gd name="connsiteY0" fmla="*/ 568 h 2074"/>
                        <a:gd name="connsiteX1" fmla="*/ 1506 w 2074"/>
                        <a:gd name="connsiteY1" fmla="*/ 1963 h 2074"/>
                        <a:gd name="connsiteX2" fmla="*/ 113 w 2074"/>
                        <a:gd name="connsiteY2" fmla="*/ 1504 h 2074"/>
                        <a:gd name="connsiteX3" fmla="*/ 568 w 2074"/>
                        <a:gd name="connsiteY3" fmla="*/ 108 h 2074"/>
                        <a:gd name="connsiteX4" fmla="*/ 1961 w 2074"/>
                        <a:gd name="connsiteY4" fmla="*/ 568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4">
                          <a:moveTo>
                            <a:pt x="1961" y="568"/>
                          </a:moveTo>
                          <a:cubicBezTo>
                            <a:pt x="2221" y="1076"/>
                            <a:pt x="2017" y="1710"/>
                            <a:pt x="1506" y="1963"/>
                          </a:cubicBezTo>
                          <a:cubicBezTo>
                            <a:pt x="996" y="2217"/>
                            <a:pt x="373" y="2027"/>
                            <a:pt x="113" y="1504"/>
                          </a:cubicBezTo>
                          <a:cubicBezTo>
                            <a:pt x="-147" y="996"/>
                            <a:pt x="57" y="378"/>
                            <a:pt x="568" y="108"/>
                          </a:cubicBezTo>
                          <a:cubicBezTo>
                            <a:pt x="1078" y="-145"/>
                            <a:pt x="1701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35" name="Freeform: Shape 734">
                      <a:extLst>
                        <a:ext uri="{FF2B5EF4-FFF2-40B4-BE49-F238E27FC236}">
                          <a16:creationId xmlns:a16="http://schemas.microsoft.com/office/drawing/2014/main" id="{EAA82FCA-48D6-EEA5-1401-B57792DBDD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484" y="5231888"/>
                      <a:ext cx="2072" cy="2069"/>
                    </a:xfrm>
                    <a:custGeom>
                      <a:avLst/>
                      <a:gdLst>
                        <a:gd name="connsiteX0" fmla="*/ 1961 w 2072"/>
                        <a:gd name="connsiteY0" fmla="*/ 563 h 2069"/>
                        <a:gd name="connsiteX1" fmla="*/ 1506 w 2072"/>
                        <a:gd name="connsiteY1" fmla="*/ 1958 h 2069"/>
                        <a:gd name="connsiteX2" fmla="*/ 112 w 2072"/>
                        <a:gd name="connsiteY2" fmla="*/ 1514 h 2069"/>
                        <a:gd name="connsiteX3" fmla="*/ 567 w 2072"/>
                        <a:gd name="connsiteY3" fmla="*/ 119 h 2069"/>
                        <a:gd name="connsiteX4" fmla="*/ 1961 w 2072"/>
                        <a:gd name="connsiteY4" fmla="*/ 563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9">
                          <a:moveTo>
                            <a:pt x="1961" y="563"/>
                          </a:moveTo>
                          <a:cubicBezTo>
                            <a:pt x="2219" y="1086"/>
                            <a:pt x="2016" y="1704"/>
                            <a:pt x="1506" y="1958"/>
                          </a:cubicBezTo>
                          <a:cubicBezTo>
                            <a:pt x="995" y="2211"/>
                            <a:pt x="372" y="2021"/>
                            <a:pt x="112" y="1514"/>
                          </a:cubicBezTo>
                          <a:cubicBezTo>
                            <a:pt x="-146" y="991"/>
                            <a:pt x="57" y="372"/>
                            <a:pt x="567" y="119"/>
                          </a:cubicBezTo>
                          <a:cubicBezTo>
                            <a:pt x="1078" y="-151"/>
                            <a:pt x="1702" y="55"/>
                            <a:pt x="1961" y="5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36" name="Freeform: Shape 735">
                      <a:extLst>
                        <a:ext uri="{FF2B5EF4-FFF2-40B4-BE49-F238E27FC236}">
                          <a16:creationId xmlns:a16="http://schemas.microsoft.com/office/drawing/2014/main" id="{61903C1D-7E49-D69A-297E-0BAB7A8092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011" y="5238047"/>
                      <a:ext cx="2073" cy="2069"/>
                    </a:xfrm>
                    <a:custGeom>
                      <a:avLst/>
                      <a:gdLst>
                        <a:gd name="connsiteX0" fmla="*/ 1961 w 2073"/>
                        <a:gd name="connsiteY0" fmla="*/ 556 h 2069"/>
                        <a:gd name="connsiteX1" fmla="*/ 1506 w 2073"/>
                        <a:gd name="connsiteY1" fmla="*/ 1951 h 2069"/>
                        <a:gd name="connsiteX2" fmla="*/ 112 w 2073"/>
                        <a:gd name="connsiteY2" fmla="*/ 1507 h 2069"/>
                        <a:gd name="connsiteX3" fmla="*/ 567 w 2073"/>
                        <a:gd name="connsiteY3" fmla="*/ 112 h 2069"/>
                        <a:gd name="connsiteX4" fmla="*/ 1961 w 2073"/>
                        <a:gd name="connsiteY4" fmla="*/ 556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1961" y="556"/>
                          </a:moveTo>
                          <a:cubicBezTo>
                            <a:pt x="2221" y="1079"/>
                            <a:pt x="2016" y="1697"/>
                            <a:pt x="1506" y="1951"/>
                          </a:cubicBezTo>
                          <a:cubicBezTo>
                            <a:pt x="995" y="2220"/>
                            <a:pt x="372" y="2014"/>
                            <a:pt x="112" y="1507"/>
                          </a:cubicBezTo>
                          <a:cubicBezTo>
                            <a:pt x="-146" y="984"/>
                            <a:pt x="57" y="365"/>
                            <a:pt x="567" y="112"/>
                          </a:cubicBezTo>
                          <a:cubicBezTo>
                            <a:pt x="1078" y="-142"/>
                            <a:pt x="1701" y="48"/>
                            <a:pt x="1961" y="55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37" name="Freeform: Shape 736">
                      <a:extLst>
                        <a:ext uri="{FF2B5EF4-FFF2-40B4-BE49-F238E27FC236}">
                          <a16:creationId xmlns:a16="http://schemas.microsoft.com/office/drawing/2014/main" id="{6E74DFAD-FAD0-3F2C-99F0-756B4CDCD5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526" y="5243900"/>
                      <a:ext cx="2073" cy="2071"/>
                    </a:xfrm>
                    <a:custGeom>
                      <a:avLst/>
                      <a:gdLst>
                        <a:gd name="connsiteX0" fmla="*/ 1961 w 2073"/>
                        <a:gd name="connsiteY0" fmla="*/ 568 h 2071"/>
                        <a:gd name="connsiteX1" fmla="*/ 1506 w 2073"/>
                        <a:gd name="connsiteY1" fmla="*/ 1963 h 2071"/>
                        <a:gd name="connsiteX2" fmla="*/ 112 w 2073"/>
                        <a:gd name="connsiteY2" fmla="*/ 1504 h 2071"/>
                        <a:gd name="connsiteX3" fmla="*/ 567 w 2073"/>
                        <a:gd name="connsiteY3" fmla="*/ 109 h 2071"/>
                        <a:gd name="connsiteX4" fmla="*/ 1961 w 2073"/>
                        <a:gd name="connsiteY4" fmla="*/ 568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961" y="568"/>
                          </a:moveTo>
                          <a:cubicBezTo>
                            <a:pt x="2221" y="1076"/>
                            <a:pt x="2016" y="1694"/>
                            <a:pt x="1506" y="1963"/>
                          </a:cubicBezTo>
                          <a:cubicBezTo>
                            <a:pt x="995" y="2217"/>
                            <a:pt x="372" y="2011"/>
                            <a:pt x="112" y="1504"/>
                          </a:cubicBezTo>
                          <a:cubicBezTo>
                            <a:pt x="-146" y="996"/>
                            <a:pt x="57" y="378"/>
                            <a:pt x="567" y="109"/>
                          </a:cubicBezTo>
                          <a:cubicBezTo>
                            <a:pt x="1078" y="-145"/>
                            <a:pt x="1701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38" name="Freeform: Shape 737">
                      <a:extLst>
                        <a:ext uri="{FF2B5EF4-FFF2-40B4-BE49-F238E27FC236}">
                          <a16:creationId xmlns:a16="http://schemas.microsoft.com/office/drawing/2014/main" id="{B933B0D8-2083-3AC7-B2D2-597BFC827D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977" y="5249401"/>
                      <a:ext cx="2072" cy="2081"/>
                    </a:xfrm>
                    <a:custGeom>
                      <a:avLst/>
                      <a:gdLst>
                        <a:gd name="connsiteX0" fmla="*/ 1961 w 2072"/>
                        <a:gd name="connsiteY0" fmla="*/ 568 h 2081"/>
                        <a:gd name="connsiteX1" fmla="*/ 1506 w 2072"/>
                        <a:gd name="connsiteY1" fmla="*/ 1963 h 2081"/>
                        <a:gd name="connsiteX2" fmla="*/ 112 w 2072"/>
                        <a:gd name="connsiteY2" fmla="*/ 1504 h 2081"/>
                        <a:gd name="connsiteX3" fmla="*/ 567 w 2072"/>
                        <a:gd name="connsiteY3" fmla="*/ 108 h 2081"/>
                        <a:gd name="connsiteX4" fmla="*/ 1961 w 2072"/>
                        <a:gd name="connsiteY4" fmla="*/ 568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1">
                          <a:moveTo>
                            <a:pt x="1961" y="568"/>
                          </a:moveTo>
                          <a:cubicBezTo>
                            <a:pt x="2219" y="1075"/>
                            <a:pt x="2016" y="1710"/>
                            <a:pt x="1506" y="1963"/>
                          </a:cubicBezTo>
                          <a:cubicBezTo>
                            <a:pt x="995" y="2233"/>
                            <a:pt x="372" y="2027"/>
                            <a:pt x="112" y="1504"/>
                          </a:cubicBezTo>
                          <a:cubicBezTo>
                            <a:pt x="-146" y="996"/>
                            <a:pt x="57" y="378"/>
                            <a:pt x="567" y="108"/>
                          </a:cubicBezTo>
                          <a:cubicBezTo>
                            <a:pt x="1078" y="-145"/>
                            <a:pt x="1702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39" name="Freeform: Shape 738">
                      <a:extLst>
                        <a:ext uri="{FF2B5EF4-FFF2-40B4-BE49-F238E27FC236}">
                          <a16:creationId xmlns:a16="http://schemas.microsoft.com/office/drawing/2014/main" id="{10C92E74-B1A7-E81C-38AC-509425FBA7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924" y="5237770"/>
                      <a:ext cx="2074" cy="2076"/>
                    </a:xfrm>
                    <a:custGeom>
                      <a:avLst/>
                      <a:gdLst>
                        <a:gd name="connsiteX0" fmla="*/ 1961 w 2074"/>
                        <a:gd name="connsiteY0" fmla="*/ 563 h 2076"/>
                        <a:gd name="connsiteX1" fmla="*/ 1506 w 2074"/>
                        <a:gd name="connsiteY1" fmla="*/ 1958 h 2076"/>
                        <a:gd name="connsiteX2" fmla="*/ 113 w 2074"/>
                        <a:gd name="connsiteY2" fmla="*/ 1514 h 2076"/>
                        <a:gd name="connsiteX3" fmla="*/ 568 w 2074"/>
                        <a:gd name="connsiteY3" fmla="*/ 119 h 2076"/>
                        <a:gd name="connsiteX4" fmla="*/ 1961 w 2074"/>
                        <a:gd name="connsiteY4" fmla="*/ 563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6">
                          <a:moveTo>
                            <a:pt x="1961" y="563"/>
                          </a:moveTo>
                          <a:cubicBezTo>
                            <a:pt x="2221" y="1086"/>
                            <a:pt x="2017" y="1704"/>
                            <a:pt x="1506" y="1958"/>
                          </a:cubicBezTo>
                          <a:cubicBezTo>
                            <a:pt x="996" y="2227"/>
                            <a:pt x="373" y="2021"/>
                            <a:pt x="113" y="1514"/>
                          </a:cubicBezTo>
                          <a:cubicBezTo>
                            <a:pt x="-147" y="991"/>
                            <a:pt x="57" y="373"/>
                            <a:pt x="568" y="119"/>
                          </a:cubicBezTo>
                          <a:cubicBezTo>
                            <a:pt x="1078" y="-151"/>
                            <a:pt x="1703" y="55"/>
                            <a:pt x="1961" y="5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40" name="Freeform: Shape 739">
                      <a:extLst>
                        <a:ext uri="{FF2B5EF4-FFF2-40B4-BE49-F238E27FC236}">
                          <a16:creationId xmlns:a16="http://schemas.microsoft.com/office/drawing/2014/main" id="{8674CD0C-BFCD-9039-4988-61E7A28538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503" y="5246785"/>
                      <a:ext cx="2074" cy="2071"/>
                    </a:xfrm>
                    <a:custGeom>
                      <a:avLst/>
                      <a:gdLst>
                        <a:gd name="connsiteX0" fmla="*/ 1961 w 2074"/>
                        <a:gd name="connsiteY0" fmla="*/ 568 h 2071"/>
                        <a:gd name="connsiteX1" fmla="*/ 1506 w 2074"/>
                        <a:gd name="connsiteY1" fmla="*/ 1963 h 2071"/>
                        <a:gd name="connsiteX2" fmla="*/ 113 w 2074"/>
                        <a:gd name="connsiteY2" fmla="*/ 1503 h 2071"/>
                        <a:gd name="connsiteX3" fmla="*/ 568 w 2074"/>
                        <a:gd name="connsiteY3" fmla="*/ 109 h 2071"/>
                        <a:gd name="connsiteX4" fmla="*/ 1961 w 2074"/>
                        <a:gd name="connsiteY4" fmla="*/ 568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1">
                          <a:moveTo>
                            <a:pt x="1961" y="568"/>
                          </a:moveTo>
                          <a:cubicBezTo>
                            <a:pt x="2221" y="1076"/>
                            <a:pt x="2017" y="1694"/>
                            <a:pt x="1506" y="1963"/>
                          </a:cubicBezTo>
                          <a:cubicBezTo>
                            <a:pt x="996" y="2217"/>
                            <a:pt x="373" y="2011"/>
                            <a:pt x="113" y="1503"/>
                          </a:cubicBezTo>
                          <a:cubicBezTo>
                            <a:pt x="-147" y="996"/>
                            <a:pt x="57" y="378"/>
                            <a:pt x="568" y="109"/>
                          </a:cubicBezTo>
                          <a:cubicBezTo>
                            <a:pt x="1078" y="-145"/>
                            <a:pt x="1703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41" name="Freeform: Shape 740">
                      <a:extLst>
                        <a:ext uri="{FF2B5EF4-FFF2-40B4-BE49-F238E27FC236}">
                          <a16:creationId xmlns:a16="http://schemas.microsoft.com/office/drawing/2014/main" id="{439FF117-0A47-42BD-4C7A-9D99987456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005" y="5239255"/>
                      <a:ext cx="2074" cy="2074"/>
                    </a:xfrm>
                    <a:custGeom>
                      <a:avLst/>
                      <a:gdLst>
                        <a:gd name="connsiteX0" fmla="*/ 1961 w 2074"/>
                        <a:gd name="connsiteY0" fmla="*/ 568 h 2074"/>
                        <a:gd name="connsiteX1" fmla="*/ 1506 w 2074"/>
                        <a:gd name="connsiteY1" fmla="*/ 1963 h 2074"/>
                        <a:gd name="connsiteX2" fmla="*/ 113 w 2074"/>
                        <a:gd name="connsiteY2" fmla="*/ 1503 h 2074"/>
                        <a:gd name="connsiteX3" fmla="*/ 568 w 2074"/>
                        <a:gd name="connsiteY3" fmla="*/ 109 h 2074"/>
                        <a:gd name="connsiteX4" fmla="*/ 1961 w 2074"/>
                        <a:gd name="connsiteY4" fmla="*/ 568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4">
                          <a:moveTo>
                            <a:pt x="1961" y="568"/>
                          </a:moveTo>
                          <a:cubicBezTo>
                            <a:pt x="2221" y="1076"/>
                            <a:pt x="2017" y="1710"/>
                            <a:pt x="1506" y="1963"/>
                          </a:cubicBezTo>
                          <a:cubicBezTo>
                            <a:pt x="996" y="2217"/>
                            <a:pt x="373" y="2027"/>
                            <a:pt x="113" y="1503"/>
                          </a:cubicBezTo>
                          <a:cubicBezTo>
                            <a:pt x="-147" y="996"/>
                            <a:pt x="57" y="378"/>
                            <a:pt x="568" y="109"/>
                          </a:cubicBezTo>
                          <a:cubicBezTo>
                            <a:pt x="1078" y="-145"/>
                            <a:pt x="1703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42" name="Freeform: Shape 741">
                      <a:extLst>
                        <a:ext uri="{FF2B5EF4-FFF2-40B4-BE49-F238E27FC236}">
                          <a16:creationId xmlns:a16="http://schemas.microsoft.com/office/drawing/2014/main" id="{34FED558-FB27-3A5F-CB55-D80428C5AA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189" y="5235260"/>
                      <a:ext cx="2073" cy="2071"/>
                    </a:xfrm>
                    <a:custGeom>
                      <a:avLst/>
                      <a:gdLst>
                        <a:gd name="connsiteX0" fmla="*/ 1961 w 2073"/>
                        <a:gd name="connsiteY0" fmla="*/ 568 h 2071"/>
                        <a:gd name="connsiteX1" fmla="*/ 1506 w 2073"/>
                        <a:gd name="connsiteY1" fmla="*/ 1963 h 2071"/>
                        <a:gd name="connsiteX2" fmla="*/ 112 w 2073"/>
                        <a:gd name="connsiteY2" fmla="*/ 1504 h 2071"/>
                        <a:gd name="connsiteX3" fmla="*/ 567 w 2073"/>
                        <a:gd name="connsiteY3" fmla="*/ 109 h 2071"/>
                        <a:gd name="connsiteX4" fmla="*/ 1961 w 2073"/>
                        <a:gd name="connsiteY4" fmla="*/ 568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961" y="568"/>
                          </a:moveTo>
                          <a:cubicBezTo>
                            <a:pt x="2221" y="1076"/>
                            <a:pt x="2016" y="1694"/>
                            <a:pt x="1506" y="1963"/>
                          </a:cubicBezTo>
                          <a:cubicBezTo>
                            <a:pt x="995" y="2217"/>
                            <a:pt x="372" y="2011"/>
                            <a:pt x="112" y="1504"/>
                          </a:cubicBezTo>
                          <a:cubicBezTo>
                            <a:pt x="-146" y="996"/>
                            <a:pt x="57" y="362"/>
                            <a:pt x="567" y="109"/>
                          </a:cubicBezTo>
                          <a:cubicBezTo>
                            <a:pt x="1078" y="-145"/>
                            <a:pt x="1702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43" name="Freeform: Shape 742">
                      <a:extLst>
                        <a:ext uri="{FF2B5EF4-FFF2-40B4-BE49-F238E27FC236}">
                          <a16:creationId xmlns:a16="http://schemas.microsoft.com/office/drawing/2014/main" id="{F8451B9F-FACA-6B15-9D25-4290D79849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9488" y="5219565"/>
                      <a:ext cx="2074" cy="2071"/>
                    </a:xfrm>
                    <a:custGeom>
                      <a:avLst/>
                      <a:gdLst>
                        <a:gd name="connsiteX0" fmla="*/ 1961 w 2074"/>
                        <a:gd name="connsiteY0" fmla="*/ 568 h 2071"/>
                        <a:gd name="connsiteX1" fmla="*/ 1506 w 2074"/>
                        <a:gd name="connsiteY1" fmla="*/ 1963 h 2071"/>
                        <a:gd name="connsiteX2" fmla="*/ 113 w 2074"/>
                        <a:gd name="connsiteY2" fmla="*/ 1504 h 2071"/>
                        <a:gd name="connsiteX3" fmla="*/ 568 w 2074"/>
                        <a:gd name="connsiteY3" fmla="*/ 109 h 2071"/>
                        <a:gd name="connsiteX4" fmla="*/ 1961 w 2074"/>
                        <a:gd name="connsiteY4" fmla="*/ 568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1">
                          <a:moveTo>
                            <a:pt x="1961" y="568"/>
                          </a:moveTo>
                          <a:cubicBezTo>
                            <a:pt x="2221" y="1076"/>
                            <a:pt x="2017" y="1694"/>
                            <a:pt x="1506" y="1963"/>
                          </a:cubicBezTo>
                          <a:cubicBezTo>
                            <a:pt x="996" y="2217"/>
                            <a:pt x="373" y="2011"/>
                            <a:pt x="113" y="1504"/>
                          </a:cubicBezTo>
                          <a:cubicBezTo>
                            <a:pt x="-147" y="996"/>
                            <a:pt x="57" y="378"/>
                            <a:pt x="568" y="109"/>
                          </a:cubicBezTo>
                          <a:cubicBezTo>
                            <a:pt x="1078" y="-145"/>
                            <a:pt x="1701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44" name="Freeform: Shape 743">
                      <a:extLst>
                        <a:ext uri="{FF2B5EF4-FFF2-40B4-BE49-F238E27FC236}">
                          <a16:creationId xmlns:a16="http://schemas.microsoft.com/office/drawing/2014/main" id="{C75F34F7-ECB8-FFC8-B4FD-3EB455DB93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3724" y="5208214"/>
                      <a:ext cx="2074" cy="2074"/>
                    </a:xfrm>
                    <a:custGeom>
                      <a:avLst/>
                      <a:gdLst>
                        <a:gd name="connsiteX0" fmla="*/ 1961 w 2074"/>
                        <a:gd name="connsiteY0" fmla="*/ 568 h 2074"/>
                        <a:gd name="connsiteX1" fmla="*/ 1506 w 2074"/>
                        <a:gd name="connsiteY1" fmla="*/ 1963 h 2074"/>
                        <a:gd name="connsiteX2" fmla="*/ 113 w 2074"/>
                        <a:gd name="connsiteY2" fmla="*/ 1504 h 2074"/>
                        <a:gd name="connsiteX3" fmla="*/ 568 w 2074"/>
                        <a:gd name="connsiteY3" fmla="*/ 109 h 2074"/>
                        <a:gd name="connsiteX4" fmla="*/ 1961 w 2074"/>
                        <a:gd name="connsiteY4" fmla="*/ 568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4">
                          <a:moveTo>
                            <a:pt x="1961" y="568"/>
                          </a:moveTo>
                          <a:cubicBezTo>
                            <a:pt x="2221" y="1076"/>
                            <a:pt x="2017" y="1710"/>
                            <a:pt x="1506" y="1963"/>
                          </a:cubicBezTo>
                          <a:cubicBezTo>
                            <a:pt x="996" y="2217"/>
                            <a:pt x="373" y="2027"/>
                            <a:pt x="113" y="1504"/>
                          </a:cubicBezTo>
                          <a:cubicBezTo>
                            <a:pt x="-147" y="996"/>
                            <a:pt x="57" y="378"/>
                            <a:pt x="568" y="109"/>
                          </a:cubicBezTo>
                          <a:cubicBezTo>
                            <a:pt x="1078" y="-145"/>
                            <a:pt x="1703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45" name="Freeform: Shape 744">
                      <a:extLst>
                        <a:ext uri="{FF2B5EF4-FFF2-40B4-BE49-F238E27FC236}">
                          <a16:creationId xmlns:a16="http://schemas.microsoft.com/office/drawing/2014/main" id="{7B1E76A5-192A-EC0A-87D2-3D2B8AE9B7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0776" y="5223592"/>
                      <a:ext cx="2074" cy="2074"/>
                    </a:xfrm>
                    <a:custGeom>
                      <a:avLst/>
                      <a:gdLst>
                        <a:gd name="connsiteX0" fmla="*/ 1961 w 2074"/>
                        <a:gd name="connsiteY0" fmla="*/ 568 h 2074"/>
                        <a:gd name="connsiteX1" fmla="*/ 1506 w 2074"/>
                        <a:gd name="connsiteY1" fmla="*/ 1963 h 2074"/>
                        <a:gd name="connsiteX2" fmla="*/ 113 w 2074"/>
                        <a:gd name="connsiteY2" fmla="*/ 1504 h 2074"/>
                        <a:gd name="connsiteX3" fmla="*/ 568 w 2074"/>
                        <a:gd name="connsiteY3" fmla="*/ 109 h 2074"/>
                        <a:gd name="connsiteX4" fmla="*/ 1961 w 2074"/>
                        <a:gd name="connsiteY4" fmla="*/ 568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4">
                          <a:moveTo>
                            <a:pt x="1961" y="568"/>
                          </a:moveTo>
                          <a:cubicBezTo>
                            <a:pt x="2221" y="1076"/>
                            <a:pt x="2017" y="1710"/>
                            <a:pt x="1506" y="1963"/>
                          </a:cubicBezTo>
                          <a:cubicBezTo>
                            <a:pt x="996" y="2217"/>
                            <a:pt x="373" y="2027"/>
                            <a:pt x="113" y="1504"/>
                          </a:cubicBezTo>
                          <a:cubicBezTo>
                            <a:pt x="-147" y="996"/>
                            <a:pt x="57" y="378"/>
                            <a:pt x="568" y="109"/>
                          </a:cubicBezTo>
                          <a:cubicBezTo>
                            <a:pt x="1078" y="-145"/>
                            <a:pt x="1703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46" name="Freeform: Shape 745">
                      <a:extLst>
                        <a:ext uri="{FF2B5EF4-FFF2-40B4-BE49-F238E27FC236}">
                          <a16:creationId xmlns:a16="http://schemas.microsoft.com/office/drawing/2014/main" id="{94F41E7A-FE41-838E-5E13-F121608E38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2092" y="5201920"/>
                      <a:ext cx="2073" cy="2071"/>
                    </a:xfrm>
                    <a:custGeom>
                      <a:avLst/>
                      <a:gdLst>
                        <a:gd name="connsiteX0" fmla="*/ 1961 w 2073"/>
                        <a:gd name="connsiteY0" fmla="*/ 568 h 2071"/>
                        <a:gd name="connsiteX1" fmla="*/ 1506 w 2073"/>
                        <a:gd name="connsiteY1" fmla="*/ 1963 h 2071"/>
                        <a:gd name="connsiteX2" fmla="*/ 113 w 2073"/>
                        <a:gd name="connsiteY2" fmla="*/ 1504 h 2071"/>
                        <a:gd name="connsiteX3" fmla="*/ 568 w 2073"/>
                        <a:gd name="connsiteY3" fmla="*/ 109 h 2071"/>
                        <a:gd name="connsiteX4" fmla="*/ 1961 w 2073"/>
                        <a:gd name="connsiteY4" fmla="*/ 568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961" y="568"/>
                          </a:moveTo>
                          <a:cubicBezTo>
                            <a:pt x="2220" y="1076"/>
                            <a:pt x="2017" y="1694"/>
                            <a:pt x="1506" y="1963"/>
                          </a:cubicBezTo>
                          <a:cubicBezTo>
                            <a:pt x="996" y="2217"/>
                            <a:pt x="373" y="2011"/>
                            <a:pt x="113" y="1504"/>
                          </a:cubicBezTo>
                          <a:cubicBezTo>
                            <a:pt x="-147" y="996"/>
                            <a:pt x="57" y="378"/>
                            <a:pt x="568" y="109"/>
                          </a:cubicBezTo>
                          <a:cubicBezTo>
                            <a:pt x="1078" y="-145"/>
                            <a:pt x="1703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47" name="Freeform: Shape 746">
                      <a:extLst>
                        <a:ext uri="{FF2B5EF4-FFF2-40B4-BE49-F238E27FC236}">
                          <a16:creationId xmlns:a16="http://schemas.microsoft.com/office/drawing/2014/main" id="{2EB94D60-9C71-796C-D40F-1C332E621C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0996" y="5214872"/>
                      <a:ext cx="2073" cy="2071"/>
                    </a:xfrm>
                    <a:custGeom>
                      <a:avLst/>
                      <a:gdLst>
                        <a:gd name="connsiteX0" fmla="*/ 1961 w 2073"/>
                        <a:gd name="connsiteY0" fmla="*/ 568 h 2071"/>
                        <a:gd name="connsiteX1" fmla="*/ 1506 w 2073"/>
                        <a:gd name="connsiteY1" fmla="*/ 1963 h 2071"/>
                        <a:gd name="connsiteX2" fmla="*/ 112 w 2073"/>
                        <a:gd name="connsiteY2" fmla="*/ 1504 h 2071"/>
                        <a:gd name="connsiteX3" fmla="*/ 567 w 2073"/>
                        <a:gd name="connsiteY3" fmla="*/ 109 h 2071"/>
                        <a:gd name="connsiteX4" fmla="*/ 1961 w 2073"/>
                        <a:gd name="connsiteY4" fmla="*/ 568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961" y="568"/>
                          </a:moveTo>
                          <a:cubicBezTo>
                            <a:pt x="2221" y="1076"/>
                            <a:pt x="2016" y="1694"/>
                            <a:pt x="1506" y="1963"/>
                          </a:cubicBezTo>
                          <a:cubicBezTo>
                            <a:pt x="995" y="2217"/>
                            <a:pt x="372" y="2011"/>
                            <a:pt x="112" y="1504"/>
                          </a:cubicBezTo>
                          <a:cubicBezTo>
                            <a:pt x="-146" y="996"/>
                            <a:pt x="57" y="378"/>
                            <a:pt x="567" y="109"/>
                          </a:cubicBezTo>
                          <a:cubicBezTo>
                            <a:pt x="1078" y="-145"/>
                            <a:pt x="1702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48" name="Freeform: Shape 747">
                      <a:extLst>
                        <a:ext uri="{FF2B5EF4-FFF2-40B4-BE49-F238E27FC236}">
                          <a16:creationId xmlns:a16="http://schemas.microsoft.com/office/drawing/2014/main" id="{28123C8B-15B4-F387-B127-939F1C66F3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8795" y="5198512"/>
                      <a:ext cx="2073" cy="2071"/>
                    </a:xfrm>
                    <a:custGeom>
                      <a:avLst/>
                      <a:gdLst>
                        <a:gd name="connsiteX0" fmla="*/ 1961 w 2073"/>
                        <a:gd name="connsiteY0" fmla="*/ 568 h 2071"/>
                        <a:gd name="connsiteX1" fmla="*/ 1506 w 2073"/>
                        <a:gd name="connsiteY1" fmla="*/ 1963 h 2071"/>
                        <a:gd name="connsiteX2" fmla="*/ 112 w 2073"/>
                        <a:gd name="connsiteY2" fmla="*/ 1504 h 2071"/>
                        <a:gd name="connsiteX3" fmla="*/ 567 w 2073"/>
                        <a:gd name="connsiteY3" fmla="*/ 109 h 2071"/>
                        <a:gd name="connsiteX4" fmla="*/ 1961 w 2073"/>
                        <a:gd name="connsiteY4" fmla="*/ 568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961" y="568"/>
                          </a:moveTo>
                          <a:cubicBezTo>
                            <a:pt x="2221" y="1076"/>
                            <a:pt x="2016" y="1710"/>
                            <a:pt x="1506" y="1963"/>
                          </a:cubicBezTo>
                          <a:cubicBezTo>
                            <a:pt x="995" y="2217"/>
                            <a:pt x="372" y="2011"/>
                            <a:pt x="112" y="1504"/>
                          </a:cubicBezTo>
                          <a:cubicBezTo>
                            <a:pt x="-146" y="996"/>
                            <a:pt x="57" y="378"/>
                            <a:pt x="567" y="109"/>
                          </a:cubicBezTo>
                          <a:cubicBezTo>
                            <a:pt x="1078" y="-145"/>
                            <a:pt x="1702" y="61"/>
                            <a:pt x="1961" y="56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49" name="Freeform: Shape 748">
                      <a:extLst>
                        <a:ext uri="{FF2B5EF4-FFF2-40B4-BE49-F238E27FC236}">
                          <a16:creationId xmlns:a16="http://schemas.microsoft.com/office/drawing/2014/main" id="{8F3893B9-39BB-9C30-ACF0-77B6928A6A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5923" y="5209463"/>
                      <a:ext cx="2073" cy="2074"/>
                    </a:xfrm>
                    <a:custGeom>
                      <a:avLst/>
                      <a:gdLst>
                        <a:gd name="connsiteX0" fmla="*/ 1961 w 2073"/>
                        <a:gd name="connsiteY0" fmla="*/ 571 h 2074"/>
                        <a:gd name="connsiteX1" fmla="*/ 1506 w 2073"/>
                        <a:gd name="connsiteY1" fmla="*/ 1966 h 2074"/>
                        <a:gd name="connsiteX2" fmla="*/ 112 w 2073"/>
                        <a:gd name="connsiteY2" fmla="*/ 1507 h 2074"/>
                        <a:gd name="connsiteX3" fmla="*/ 567 w 2073"/>
                        <a:gd name="connsiteY3" fmla="*/ 111 h 2074"/>
                        <a:gd name="connsiteX4" fmla="*/ 1961 w 2073"/>
                        <a:gd name="connsiteY4" fmla="*/ 571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1961" y="571"/>
                          </a:moveTo>
                          <a:cubicBezTo>
                            <a:pt x="2221" y="1079"/>
                            <a:pt x="2016" y="1697"/>
                            <a:pt x="1506" y="1966"/>
                          </a:cubicBezTo>
                          <a:cubicBezTo>
                            <a:pt x="995" y="2220"/>
                            <a:pt x="372" y="2014"/>
                            <a:pt x="112" y="1507"/>
                          </a:cubicBezTo>
                          <a:cubicBezTo>
                            <a:pt x="-146" y="999"/>
                            <a:pt x="57" y="365"/>
                            <a:pt x="567" y="111"/>
                          </a:cubicBezTo>
                          <a:cubicBezTo>
                            <a:pt x="1078" y="-142"/>
                            <a:pt x="1702" y="48"/>
                            <a:pt x="1961" y="57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750" name="Graphic 21">
                    <a:extLst>
                      <a:ext uri="{FF2B5EF4-FFF2-40B4-BE49-F238E27FC236}">
                        <a16:creationId xmlns:a16="http://schemas.microsoft.com/office/drawing/2014/main" id="{D721F0A8-8F6D-4C30-161B-FC68E8BF0D9B}"/>
                      </a:ext>
                    </a:extLst>
                  </p:cNvPr>
                  <p:cNvGrpSpPr/>
                  <p:nvPr/>
                </p:nvGrpSpPr>
                <p:grpSpPr>
                  <a:xfrm>
                    <a:off x="856740" y="5174759"/>
                    <a:ext cx="63329" cy="53974"/>
                    <a:chOff x="856740" y="5174759"/>
                    <a:chExt cx="63329" cy="53974"/>
                  </a:xfrm>
                  <a:solidFill>
                    <a:srgbClr val="F0BB74"/>
                  </a:solidFill>
                </p:grpSpPr>
                <p:sp>
                  <p:nvSpPr>
                    <p:cNvPr id="751" name="Freeform: Shape 750">
                      <a:extLst>
                        <a:ext uri="{FF2B5EF4-FFF2-40B4-BE49-F238E27FC236}">
                          <a16:creationId xmlns:a16="http://schemas.microsoft.com/office/drawing/2014/main" id="{CA87B404-F9FF-5002-DA41-60D52C9E32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1627" y="5197398"/>
                      <a:ext cx="2072" cy="2079"/>
                    </a:xfrm>
                    <a:custGeom>
                      <a:avLst/>
                      <a:gdLst>
                        <a:gd name="connsiteX0" fmla="*/ 2037 w 2072"/>
                        <a:gd name="connsiteY0" fmla="*/ 762 h 2079"/>
                        <a:gd name="connsiteX1" fmla="*/ 1306 w 2072"/>
                        <a:gd name="connsiteY1" fmla="*/ 2046 h 2079"/>
                        <a:gd name="connsiteX2" fmla="*/ 36 w 2072"/>
                        <a:gd name="connsiteY2" fmla="*/ 1317 h 2079"/>
                        <a:gd name="connsiteX3" fmla="*/ 767 w 2072"/>
                        <a:gd name="connsiteY3" fmla="*/ 33 h 2079"/>
                        <a:gd name="connsiteX4" fmla="*/ 2037 w 2072"/>
                        <a:gd name="connsiteY4" fmla="*/ 762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2037" y="762"/>
                          </a:moveTo>
                          <a:cubicBezTo>
                            <a:pt x="2186" y="1317"/>
                            <a:pt x="1859" y="1888"/>
                            <a:pt x="1306" y="2046"/>
                          </a:cubicBezTo>
                          <a:cubicBezTo>
                            <a:pt x="753" y="2189"/>
                            <a:pt x="185" y="1856"/>
                            <a:pt x="36" y="1317"/>
                          </a:cubicBezTo>
                          <a:cubicBezTo>
                            <a:pt x="-113" y="762"/>
                            <a:pt x="214" y="192"/>
                            <a:pt x="767" y="33"/>
                          </a:cubicBezTo>
                          <a:cubicBezTo>
                            <a:pt x="1319" y="-110"/>
                            <a:pt x="1888" y="223"/>
                            <a:pt x="2037" y="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2" name="Freeform: Shape 751">
                      <a:extLst>
                        <a:ext uri="{FF2B5EF4-FFF2-40B4-BE49-F238E27FC236}">
                          <a16:creationId xmlns:a16="http://schemas.microsoft.com/office/drawing/2014/main" id="{C6FB439D-0BCA-F305-9660-D5E919833D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6135" y="5195917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9 h 2071"/>
                        <a:gd name="connsiteX1" fmla="*/ 1306 w 2072"/>
                        <a:gd name="connsiteY1" fmla="*/ 2037 h 2071"/>
                        <a:gd name="connsiteX2" fmla="*/ 36 w 2072"/>
                        <a:gd name="connsiteY2" fmla="*/ 1308 h 2071"/>
                        <a:gd name="connsiteX3" fmla="*/ 767 w 2072"/>
                        <a:gd name="connsiteY3" fmla="*/ 40 h 2071"/>
                        <a:gd name="connsiteX4" fmla="*/ 2037 w 2072"/>
                        <a:gd name="connsiteY4" fmla="*/ 76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9"/>
                          </a:moveTo>
                          <a:cubicBezTo>
                            <a:pt x="2186" y="1324"/>
                            <a:pt x="1859" y="1878"/>
                            <a:pt x="1306" y="2037"/>
                          </a:cubicBezTo>
                          <a:cubicBezTo>
                            <a:pt x="753" y="2180"/>
                            <a:pt x="185" y="1863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20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3" name="Freeform: Shape 752">
                      <a:extLst>
                        <a:ext uri="{FF2B5EF4-FFF2-40B4-BE49-F238E27FC236}">
                          <a16:creationId xmlns:a16="http://schemas.microsoft.com/office/drawing/2014/main" id="{0F459116-473F-04DE-6044-6C15F9D6B5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629" y="5201181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9 h 2071"/>
                        <a:gd name="connsiteX1" fmla="*/ 1306 w 2072"/>
                        <a:gd name="connsiteY1" fmla="*/ 2037 h 2071"/>
                        <a:gd name="connsiteX2" fmla="*/ 36 w 2072"/>
                        <a:gd name="connsiteY2" fmla="*/ 1308 h 2071"/>
                        <a:gd name="connsiteX3" fmla="*/ 767 w 2072"/>
                        <a:gd name="connsiteY3" fmla="*/ 40 h 2071"/>
                        <a:gd name="connsiteX4" fmla="*/ 2037 w 2072"/>
                        <a:gd name="connsiteY4" fmla="*/ 76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9"/>
                          </a:moveTo>
                          <a:cubicBezTo>
                            <a:pt x="2186" y="1324"/>
                            <a:pt x="1859" y="1894"/>
                            <a:pt x="1306" y="2037"/>
                          </a:cubicBezTo>
                          <a:cubicBezTo>
                            <a:pt x="753" y="2180"/>
                            <a:pt x="185" y="1863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19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4" name="Freeform: Shape 753">
                      <a:extLst>
                        <a:ext uri="{FF2B5EF4-FFF2-40B4-BE49-F238E27FC236}">
                          <a16:creationId xmlns:a16="http://schemas.microsoft.com/office/drawing/2014/main" id="{FFDB3F51-667E-45E0-D865-51995E2D0B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9742" y="5190407"/>
                      <a:ext cx="2072" cy="2079"/>
                    </a:xfrm>
                    <a:custGeom>
                      <a:avLst/>
                      <a:gdLst>
                        <a:gd name="connsiteX0" fmla="*/ 2037 w 2072"/>
                        <a:gd name="connsiteY0" fmla="*/ 778 h 2079"/>
                        <a:gd name="connsiteX1" fmla="*/ 1306 w 2072"/>
                        <a:gd name="connsiteY1" fmla="*/ 2046 h 2079"/>
                        <a:gd name="connsiteX2" fmla="*/ 36 w 2072"/>
                        <a:gd name="connsiteY2" fmla="*/ 1317 h 2079"/>
                        <a:gd name="connsiteX3" fmla="*/ 767 w 2072"/>
                        <a:gd name="connsiteY3" fmla="*/ 33 h 2079"/>
                        <a:gd name="connsiteX4" fmla="*/ 2037 w 2072"/>
                        <a:gd name="connsiteY4" fmla="*/ 778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2037" y="778"/>
                          </a:moveTo>
                          <a:cubicBezTo>
                            <a:pt x="2186" y="1333"/>
                            <a:pt x="1859" y="1888"/>
                            <a:pt x="1306" y="2046"/>
                          </a:cubicBezTo>
                          <a:cubicBezTo>
                            <a:pt x="753" y="2189"/>
                            <a:pt x="185" y="1856"/>
                            <a:pt x="36" y="1317"/>
                          </a:cubicBezTo>
                          <a:cubicBezTo>
                            <a:pt x="-113" y="762"/>
                            <a:pt x="214" y="192"/>
                            <a:pt x="767" y="33"/>
                          </a:cubicBezTo>
                          <a:cubicBezTo>
                            <a:pt x="1319" y="-110"/>
                            <a:pt x="1888" y="223"/>
                            <a:pt x="2037" y="77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5" name="Freeform: Shape 754">
                      <a:extLst>
                        <a:ext uri="{FF2B5EF4-FFF2-40B4-BE49-F238E27FC236}">
                          <a16:creationId xmlns:a16="http://schemas.microsoft.com/office/drawing/2014/main" id="{31EBD404-3FF6-21EE-7C9F-FA059CA387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100" y="5201868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3 h 2071"/>
                        <a:gd name="connsiteX1" fmla="*/ 1306 w 2072"/>
                        <a:gd name="connsiteY1" fmla="*/ 2031 h 2071"/>
                        <a:gd name="connsiteX2" fmla="*/ 36 w 2072"/>
                        <a:gd name="connsiteY2" fmla="*/ 1302 h 2071"/>
                        <a:gd name="connsiteX3" fmla="*/ 767 w 2072"/>
                        <a:gd name="connsiteY3" fmla="*/ 34 h 2071"/>
                        <a:gd name="connsiteX4" fmla="*/ 2037 w 2072"/>
                        <a:gd name="connsiteY4" fmla="*/ 763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31"/>
                          </a:cubicBezTo>
                          <a:cubicBezTo>
                            <a:pt x="753" y="2190"/>
                            <a:pt x="185" y="1857"/>
                            <a:pt x="36" y="1302"/>
                          </a:cubicBezTo>
                          <a:cubicBezTo>
                            <a:pt x="-113" y="747"/>
                            <a:pt x="214" y="193"/>
                            <a:pt x="767" y="34"/>
                          </a:cubicBezTo>
                          <a:cubicBezTo>
                            <a:pt x="1319" y="-109"/>
                            <a:pt x="1888" y="209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6" name="Freeform: Shape 755">
                      <a:extLst>
                        <a:ext uri="{FF2B5EF4-FFF2-40B4-BE49-F238E27FC236}">
                          <a16:creationId xmlns:a16="http://schemas.microsoft.com/office/drawing/2014/main" id="{7BC687DF-B865-075B-A413-744447F835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643" y="5190654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9 h 2071"/>
                        <a:gd name="connsiteX1" fmla="*/ 1306 w 2072"/>
                        <a:gd name="connsiteY1" fmla="*/ 2037 h 2071"/>
                        <a:gd name="connsiteX2" fmla="*/ 36 w 2072"/>
                        <a:gd name="connsiteY2" fmla="*/ 1308 h 2071"/>
                        <a:gd name="connsiteX3" fmla="*/ 767 w 2072"/>
                        <a:gd name="connsiteY3" fmla="*/ 40 h 2071"/>
                        <a:gd name="connsiteX4" fmla="*/ 2037 w 2072"/>
                        <a:gd name="connsiteY4" fmla="*/ 76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9"/>
                          </a:moveTo>
                          <a:cubicBezTo>
                            <a:pt x="2186" y="1324"/>
                            <a:pt x="1859" y="1879"/>
                            <a:pt x="1306" y="2037"/>
                          </a:cubicBezTo>
                          <a:cubicBezTo>
                            <a:pt x="753" y="2180"/>
                            <a:pt x="185" y="1863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19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7" name="Freeform: Shape 756">
                      <a:extLst>
                        <a:ext uri="{FF2B5EF4-FFF2-40B4-BE49-F238E27FC236}">
                          <a16:creationId xmlns:a16="http://schemas.microsoft.com/office/drawing/2014/main" id="{DD640219-16A6-4555-4DB0-34B912EEF3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245" y="5195537"/>
                      <a:ext cx="2072" cy="2070"/>
                    </a:xfrm>
                    <a:custGeom>
                      <a:avLst/>
                      <a:gdLst>
                        <a:gd name="connsiteX0" fmla="*/ 2037 w 2072"/>
                        <a:gd name="connsiteY0" fmla="*/ 769 h 2070"/>
                        <a:gd name="connsiteX1" fmla="*/ 1306 w 2072"/>
                        <a:gd name="connsiteY1" fmla="*/ 2037 h 2070"/>
                        <a:gd name="connsiteX2" fmla="*/ 36 w 2072"/>
                        <a:gd name="connsiteY2" fmla="*/ 1308 h 2070"/>
                        <a:gd name="connsiteX3" fmla="*/ 767 w 2072"/>
                        <a:gd name="connsiteY3" fmla="*/ 40 h 2070"/>
                        <a:gd name="connsiteX4" fmla="*/ 2037 w 2072"/>
                        <a:gd name="connsiteY4" fmla="*/ 769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0">
                          <a:moveTo>
                            <a:pt x="2037" y="769"/>
                          </a:moveTo>
                          <a:cubicBezTo>
                            <a:pt x="2186" y="1308"/>
                            <a:pt x="1859" y="1879"/>
                            <a:pt x="1306" y="2037"/>
                          </a:cubicBezTo>
                          <a:cubicBezTo>
                            <a:pt x="753" y="2180"/>
                            <a:pt x="185" y="1847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19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8" name="Freeform: Shape 757">
                      <a:extLst>
                        <a:ext uri="{FF2B5EF4-FFF2-40B4-BE49-F238E27FC236}">
                          <a16:creationId xmlns:a16="http://schemas.microsoft.com/office/drawing/2014/main" id="{55FB49D2-297B-BD62-4DD1-2DF9439A2D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383" y="5207718"/>
                      <a:ext cx="2072" cy="2065"/>
                    </a:xfrm>
                    <a:custGeom>
                      <a:avLst/>
                      <a:gdLst>
                        <a:gd name="connsiteX0" fmla="*/ 2037 w 2072"/>
                        <a:gd name="connsiteY0" fmla="*/ 763 h 2065"/>
                        <a:gd name="connsiteX1" fmla="*/ 1306 w 2072"/>
                        <a:gd name="connsiteY1" fmla="*/ 2032 h 2065"/>
                        <a:gd name="connsiteX2" fmla="*/ 36 w 2072"/>
                        <a:gd name="connsiteY2" fmla="*/ 1302 h 2065"/>
                        <a:gd name="connsiteX3" fmla="*/ 767 w 2072"/>
                        <a:gd name="connsiteY3" fmla="*/ 34 h 2065"/>
                        <a:gd name="connsiteX4" fmla="*/ 2037 w 2072"/>
                        <a:gd name="connsiteY4" fmla="*/ 763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32"/>
                          </a:cubicBezTo>
                          <a:cubicBezTo>
                            <a:pt x="753" y="2174"/>
                            <a:pt x="185" y="1857"/>
                            <a:pt x="36" y="1302"/>
                          </a:cubicBezTo>
                          <a:cubicBezTo>
                            <a:pt x="-113" y="747"/>
                            <a:pt x="214" y="177"/>
                            <a:pt x="767" y="34"/>
                          </a:cubicBezTo>
                          <a:cubicBezTo>
                            <a:pt x="1319" y="-109"/>
                            <a:pt x="1888" y="208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9" name="Freeform: Shape 758">
                      <a:extLst>
                        <a:ext uri="{FF2B5EF4-FFF2-40B4-BE49-F238E27FC236}">
                          <a16:creationId xmlns:a16="http://schemas.microsoft.com/office/drawing/2014/main" id="{5BBB4856-C300-AAF0-3331-8944CC76D3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892" y="5206228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3 h 2071"/>
                        <a:gd name="connsiteX1" fmla="*/ 1306 w 2072"/>
                        <a:gd name="connsiteY1" fmla="*/ 2031 h 2071"/>
                        <a:gd name="connsiteX2" fmla="*/ 36 w 2072"/>
                        <a:gd name="connsiteY2" fmla="*/ 1302 h 2071"/>
                        <a:gd name="connsiteX3" fmla="*/ 767 w 2072"/>
                        <a:gd name="connsiteY3" fmla="*/ 34 h 2071"/>
                        <a:gd name="connsiteX4" fmla="*/ 2037 w 2072"/>
                        <a:gd name="connsiteY4" fmla="*/ 763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31"/>
                          </a:cubicBezTo>
                          <a:cubicBezTo>
                            <a:pt x="753" y="2190"/>
                            <a:pt x="185" y="1857"/>
                            <a:pt x="36" y="1302"/>
                          </a:cubicBezTo>
                          <a:cubicBezTo>
                            <a:pt x="-113" y="747"/>
                            <a:pt x="214" y="193"/>
                            <a:pt x="767" y="34"/>
                          </a:cubicBezTo>
                          <a:cubicBezTo>
                            <a:pt x="1320" y="-109"/>
                            <a:pt x="1888" y="209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60" name="Freeform: Shape 759">
                      <a:extLst>
                        <a:ext uri="{FF2B5EF4-FFF2-40B4-BE49-F238E27FC236}">
                          <a16:creationId xmlns:a16="http://schemas.microsoft.com/office/drawing/2014/main" id="{F3BD1A7E-D78E-922E-1898-5A58453BE5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385" y="5211491"/>
                      <a:ext cx="2072" cy="2080"/>
                    </a:xfrm>
                    <a:custGeom>
                      <a:avLst/>
                      <a:gdLst>
                        <a:gd name="connsiteX0" fmla="*/ 2037 w 2072"/>
                        <a:gd name="connsiteY0" fmla="*/ 763 h 2080"/>
                        <a:gd name="connsiteX1" fmla="*/ 1306 w 2072"/>
                        <a:gd name="connsiteY1" fmla="*/ 2047 h 2080"/>
                        <a:gd name="connsiteX2" fmla="*/ 36 w 2072"/>
                        <a:gd name="connsiteY2" fmla="*/ 1302 h 2080"/>
                        <a:gd name="connsiteX3" fmla="*/ 767 w 2072"/>
                        <a:gd name="connsiteY3" fmla="*/ 34 h 2080"/>
                        <a:gd name="connsiteX4" fmla="*/ 2037 w 2072"/>
                        <a:gd name="connsiteY4" fmla="*/ 763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0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47"/>
                          </a:cubicBezTo>
                          <a:cubicBezTo>
                            <a:pt x="753" y="2190"/>
                            <a:pt x="185" y="1857"/>
                            <a:pt x="36" y="1302"/>
                          </a:cubicBezTo>
                          <a:cubicBezTo>
                            <a:pt x="-113" y="747"/>
                            <a:pt x="214" y="193"/>
                            <a:pt x="767" y="34"/>
                          </a:cubicBezTo>
                          <a:cubicBezTo>
                            <a:pt x="1319" y="-109"/>
                            <a:pt x="1888" y="208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61" name="Freeform: Shape 760">
                      <a:extLst>
                        <a:ext uri="{FF2B5EF4-FFF2-40B4-BE49-F238E27FC236}">
                          <a16:creationId xmlns:a16="http://schemas.microsoft.com/office/drawing/2014/main" id="{41A07D46-035A-5210-3940-6F2EF21FFF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7498" y="5200721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9 h 2071"/>
                        <a:gd name="connsiteX1" fmla="*/ 1306 w 2072"/>
                        <a:gd name="connsiteY1" fmla="*/ 2037 h 2071"/>
                        <a:gd name="connsiteX2" fmla="*/ 36 w 2072"/>
                        <a:gd name="connsiteY2" fmla="*/ 1308 h 2071"/>
                        <a:gd name="connsiteX3" fmla="*/ 767 w 2072"/>
                        <a:gd name="connsiteY3" fmla="*/ 40 h 2071"/>
                        <a:gd name="connsiteX4" fmla="*/ 2037 w 2072"/>
                        <a:gd name="connsiteY4" fmla="*/ 76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9"/>
                          </a:moveTo>
                          <a:cubicBezTo>
                            <a:pt x="2186" y="1324"/>
                            <a:pt x="1859" y="1894"/>
                            <a:pt x="1306" y="2037"/>
                          </a:cubicBezTo>
                          <a:cubicBezTo>
                            <a:pt x="753" y="2180"/>
                            <a:pt x="185" y="1863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19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62" name="Freeform: Shape 761">
                      <a:extLst>
                        <a:ext uri="{FF2B5EF4-FFF2-40B4-BE49-F238E27FC236}">
                          <a16:creationId xmlns:a16="http://schemas.microsoft.com/office/drawing/2014/main" id="{4B6859A6-E67A-50E7-D3F9-9E1DF31B87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857" y="5212183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9 h 2071"/>
                        <a:gd name="connsiteX1" fmla="*/ 1306 w 2072"/>
                        <a:gd name="connsiteY1" fmla="*/ 2037 h 2071"/>
                        <a:gd name="connsiteX2" fmla="*/ 36 w 2072"/>
                        <a:gd name="connsiteY2" fmla="*/ 1308 h 2071"/>
                        <a:gd name="connsiteX3" fmla="*/ 767 w 2072"/>
                        <a:gd name="connsiteY3" fmla="*/ 40 h 2071"/>
                        <a:gd name="connsiteX4" fmla="*/ 2037 w 2072"/>
                        <a:gd name="connsiteY4" fmla="*/ 76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9"/>
                          </a:moveTo>
                          <a:cubicBezTo>
                            <a:pt x="2186" y="1324"/>
                            <a:pt x="1859" y="1879"/>
                            <a:pt x="1306" y="2037"/>
                          </a:cubicBezTo>
                          <a:cubicBezTo>
                            <a:pt x="753" y="2180"/>
                            <a:pt x="185" y="1863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19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63" name="Freeform: Shape 762">
                      <a:extLst>
                        <a:ext uri="{FF2B5EF4-FFF2-40B4-BE49-F238E27FC236}">
                          <a16:creationId xmlns:a16="http://schemas.microsoft.com/office/drawing/2014/main" id="{17116170-8B7A-E8F6-50B3-1E6CC3C5F2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399" y="5200964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3 h 2071"/>
                        <a:gd name="connsiteX1" fmla="*/ 1306 w 2072"/>
                        <a:gd name="connsiteY1" fmla="*/ 2032 h 2071"/>
                        <a:gd name="connsiteX2" fmla="*/ 36 w 2072"/>
                        <a:gd name="connsiteY2" fmla="*/ 1302 h 2071"/>
                        <a:gd name="connsiteX3" fmla="*/ 767 w 2072"/>
                        <a:gd name="connsiteY3" fmla="*/ 34 h 2071"/>
                        <a:gd name="connsiteX4" fmla="*/ 2037 w 2072"/>
                        <a:gd name="connsiteY4" fmla="*/ 763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32"/>
                          </a:cubicBezTo>
                          <a:cubicBezTo>
                            <a:pt x="753" y="2190"/>
                            <a:pt x="185" y="1857"/>
                            <a:pt x="36" y="1302"/>
                          </a:cubicBezTo>
                          <a:cubicBezTo>
                            <a:pt x="-113" y="748"/>
                            <a:pt x="214" y="177"/>
                            <a:pt x="767" y="34"/>
                          </a:cubicBezTo>
                          <a:cubicBezTo>
                            <a:pt x="1319" y="-109"/>
                            <a:pt x="1888" y="208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64" name="Freeform: Shape 763">
                      <a:extLst>
                        <a:ext uri="{FF2B5EF4-FFF2-40B4-BE49-F238E27FC236}">
                          <a16:creationId xmlns:a16="http://schemas.microsoft.com/office/drawing/2014/main" id="{D5E86472-07B5-DB20-6F76-8D75505328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001" y="5205847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3 h 2071"/>
                        <a:gd name="connsiteX1" fmla="*/ 1306 w 2072"/>
                        <a:gd name="connsiteY1" fmla="*/ 2032 h 2071"/>
                        <a:gd name="connsiteX2" fmla="*/ 36 w 2072"/>
                        <a:gd name="connsiteY2" fmla="*/ 1302 h 2071"/>
                        <a:gd name="connsiteX3" fmla="*/ 767 w 2072"/>
                        <a:gd name="connsiteY3" fmla="*/ 34 h 2071"/>
                        <a:gd name="connsiteX4" fmla="*/ 2037 w 2072"/>
                        <a:gd name="connsiteY4" fmla="*/ 763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32"/>
                          </a:cubicBezTo>
                          <a:cubicBezTo>
                            <a:pt x="753" y="2190"/>
                            <a:pt x="185" y="1857"/>
                            <a:pt x="36" y="1302"/>
                          </a:cubicBezTo>
                          <a:cubicBezTo>
                            <a:pt x="-113" y="748"/>
                            <a:pt x="214" y="177"/>
                            <a:pt x="767" y="34"/>
                          </a:cubicBezTo>
                          <a:cubicBezTo>
                            <a:pt x="1320" y="-109"/>
                            <a:pt x="1888" y="209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65" name="Freeform: Shape 764">
                      <a:extLst>
                        <a:ext uri="{FF2B5EF4-FFF2-40B4-BE49-F238E27FC236}">
                          <a16:creationId xmlns:a16="http://schemas.microsoft.com/office/drawing/2014/main" id="{424C0A4C-BE6F-3BE3-8EF5-9BE8465C71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314" y="5191605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9 h 2071"/>
                        <a:gd name="connsiteX1" fmla="*/ 1306 w 2072"/>
                        <a:gd name="connsiteY1" fmla="*/ 2037 h 2071"/>
                        <a:gd name="connsiteX2" fmla="*/ 36 w 2072"/>
                        <a:gd name="connsiteY2" fmla="*/ 1308 h 2071"/>
                        <a:gd name="connsiteX3" fmla="*/ 767 w 2072"/>
                        <a:gd name="connsiteY3" fmla="*/ 40 h 2071"/>
                        <a:gd name="connsiteX4" fmla="*/ 2037 w 2072"/>
                        <a:gd name="connsiteY4" fmla="*/ 76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9"/>
                          </a:moveTo>
                          <a:cubicBezTo>
                            <a:pt x="2186" y="1324"/>
                            <a:pt x="1859" y="1879"/>
                            <a:pt x="1306" y="2037"/>
                          </a:cubicBezTo>
                          <a:cubicBezTo>
                            <a:pt x="753" y="2180"/>
                            <a:pt x="185" y="1863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19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66" name="Freeform: Shape 765">
                      <a:extLst>
                        <a:ext uri="{FF2B5EF4-FFF2-40B4-BE49-F238E27FC236}">
                          <a16:creationId xmlns:a16="http://schemas.microsoft.com/office/drawing/2014/main" id="{00638DD1-7B08-6AAA-9120-DB14CEB491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824" y="5190121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3 h 2071"/>
                        <a:gd name="connsiteX1" fmla="*/ 1306 w 2072"/>
                        <a:gd name="connsiteY1" fmla="*/ 2032 h 2071"/>
                        <a:gd name="connsiteX2" fmla="*/ 36 w 2072"/>
                        <a:gd name="connsiteY2" fmla="*/ 1302 h 2071"/>
                        <a:gd name="connsiteX3" fmla="*/ 767 w 2072"/>
                        <a:gd name="connsiteY3" fmla="*/ 34 h 2071"/>
                        <a:gd name="connsiteX4" fmla="*/ 2037 w 2072"/>
                        <a:gd name="connsiteY4" fmla="*/ 763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32"/>
                          </a:cubicBezTo>
                          <a:cubicBezTo>
                            <a:pt x="753" y="2190"/>
                            <a:pt x="185" y="1857"/>
                            <a:pt x="36" y="1302"/>
                          </a:cubicBezTo>
                          <a:cubicBezTo>
                            <a:pt x="-113" y="747"/>
                            <a:pt x="214" y="177"/>
                            <a:pt x="767" y="34"/>
                          </a:cubicBezTo>
                          <a:cubicBezTo>
                            <a:pt x="1319" y="-109"/>
                            <a:pt x="1888" y="208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67" name="Freeform: Shape 766">
                      <a:extLst>
                        <a:ext uri="{FF2B5EF4-FFF2-40B4-BE49-F238E27FC236}">
                          <a16:creationId xmlns:a16="http://schemas.microsoft.com/office/drawing/2014/main" id="{4EEF2A10-4F55-72F9-F5AF-289C15188E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316" y="5195384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3 h 2071"/>
                        <a:gd name="connsiteX1" fmla="*/ 1306 w 2072"/>
                        <a:gd name="connsiteY1" fmla="*/ 2032 h 2071"/>
                        <a:gd name="connsiteX2" fmla="*/ 36 w 2072"/>
                        <a:gd name="connsiteY2" fmla="*/ 1302 h 2071"/>
                        <a:gd name="connsiteX3" fmla="*/ 767 w 2072"/>
                        <a:gd name="connsiteY3" fmla="*/ 34 h 2071"/>
                        <a:gd name="connsiteX4" fmla="*/ 2037 w 2072"/>
                        <a:gd name="connsiteY4" fmla="*/ 763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32"/>
                          </a:cubicBezTo>
                          <a:cubicBezTo>
                            <a:pt x="753" y="2190"/>
                            <a:pt x="185" y="1857"/>
                            <a:pt x="36" y="1302"/>
                          </a:cubicBezTo>
                          <a:cubicBezTo>
                            <a:pt x="-113" y="748"/>
                            <a:pt x="214" y="177"/>
                            <a:pt x="767" y="34"/>
                          </a:cubicBezTo>
                          <a:cubicBezTo>
                            <a:pt x="1319" y="-109"/>
                            <a:pt x="1888" y="208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68" name="Freeform: Shape 767">
                      <a:extLst>
                        <a:ext uri="{FF2B5EF4-FFF2-40B4-BE49-F238E27FC236}">
                          <a16:creationId xmlns:a16="http://schemas.microsoft.com/office/drawing/2014/main" id="{06793E84-CB29-A31B-2B6C-4CDFB4BD19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429" y="5184614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9 h 2071"/>
                        <a:gd name="connsiteX1" fmla="*/ 1306 w 2072"/>
                        <a:gd name="connsiteY1" fmla="*/ 2037 h 2071"/>
                        <a:gd name="connsiteX2" fmla="*/ 36 w 2072"/>
                        <a:gd name="connsiteY2" fmla="*/ 1308 h 2071"/>
                        <a:gd name="connsiteX3" fmla="*/ 767 w 2072"/>
                        <a:gd name="connsiteY3" fmla="*/ 40 h 2071"/>
                        <a:gd name="connsiteX4" fmla="*/ 2037 w 2072"/>
                        <a:gd name="connsiteY4" fmla="*/ 76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9"/>
                          </a:moveTo>
                          <a:cubicBezTo>
                            <a:pt x="2186" y="1324"/>
                            <a:pt x="1859" y="1878"/>
                            <a:pt x="1306" y="2037"/>
                          </a:cubicBezTo>
                          <a:cubicBezTo>
                            <a:pt x="753" y="2180"/>
                            <a:pt x="185" y="1863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19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69" name="Freeform: Shape 768">
                      <a:extLst>
                        <a:ext uri="{FF2B5EF4-FFF2-40B4-BE49-F238E27FC236}">
                          <a16:creationId xmlns:a16="http://schemas.microsoft.com/office/drawing/2014/main" id="{E2434D2B-73EF-AB55-E39A-6898773E29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5787" y="5196067"/>
                      <a:ext cx="2072" cy="2079"/>
                    </a:xfrm>
                    <a:custGeom>
                      <a:avLst/>
                      <a:gdLst>
                        <a:gd name="connsiteX0" fmla="*/ 2037 w 2072"/>
                        <a:gd name="connsiteY0" fmla="*/ 762 h 2079"/>
                        <a:gd name="connsiteX1" fmla="*/ 1306 w 2072"/>
                        <a:gd name="connsiteY1" fmla="*/ 2046 h 2079"/>
                        <a:gd name="connsiteX2" fmla="*/ 36 w 2072"/>
                        <a:gd name="connsiteY2" fmla="*/ 1301 h 2079"/>
                        <a:gd name="connsiteX3" fmla="*/ 767 w 2072"/>
                        <a:gd name="connsiteY3" fmla="*/ 33 h 2079"/>
                        <a:gd name="connsiteX4" fmla="*/ 2037 w 2072"/>
                        <a:gd name="connsiteY4" fmla="*/ 762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2037" y="762"/>
                          </a:moveTo>
                          <a:cubicBezTo>
                            <a:pt x="2186" y="1317"/>
                            <a:pt x="1859" y="1888"/>
                            <a:pt x="1306" y="2046"/>
                          </a:cubicBezTo>
                          <a:cubicBezTo>
                            <a:pt x="753" y="2189"/>
                            <a:pt x="185" y="1856"/>
                            <a:pt x="36" y="1301"/>
                          </a:cubicBezTo>
                          <a:cubicBezTo>
                            <a:pt x="-113" y="746"/>
                            <a:pt x="214" y="192"/>
                            <a:pt x="767" y="33"/>
                          </a:cubicBezTo>
                          <a:cubicBezTo>
                            <a:pt x="1319" y="-110"/>
                            <a:pt x="1888" y="223"/>
                            <a:pt x="2037" y="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70" name="Freeform: Shape 769">
                      <a:extLst>
                        <a:ext uri="{FF2B5EF4-FFF2-40B4-BE49-F238E27FC236}">
                          <a16:creationId xmlns:a16="http://schemas.microsoft.com/office/drawing/2014/main" id="{FBB87775-8696-10F0-41B2-7950A2E409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547" y="5188308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9 h 2071"/>
                        <a:gd name="connsiteX1" fmla="*/ 1306 w 2072"/>
                        <a:gd name="connsiteY1" fmla="*/ 2037 h 2071"/>
                        <a:gd name="connsiteX2" fmla="*/ 36 w 2072"/>
                        <a:gd name="connsiteY2" fmla="*/ 1308 h 2071"/>
                        <a:gd name="connsiteX3" fmla="*/ 767 w 2072"/>
                        <a:gd name="connsiteY3" fmla="*/ 40 h 2071"/>
                        <a:gd name="connsiteX4" fmla="*/ 2037 w 2072"/>
                        <a:gd name="connsiteY4" fmla="*/ 76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9"/>
                          </a:moveTo>
                          <a:cubicBezTo>
                            <a:pt x="2186" y="1324"/>
                            <a:pt x="1859" y="1879"/>
                            <a:pt x="1306" y="2037"/>
                          </a:cubicBezTo>
                          <a:cubicBezTo>
                            <a:pt x="753" y="2180"/>
                            <a:pt x="185" y="1863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20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71" name="Freeform: Shape 770">
                      <a:extLst>
                        <a:ext uri="{FF2B5EF4-FFF2-40B4-BE49-F238E27FC236}">
                          <a16:creationId xmlns:a16="http://schemas.microsoft.com/office/drawing/2014/main" id="{9A07AFA5-A9A6-B963-2E82-4AD9C07E21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847" y="5194950"/>
                      <a:ext cx="2072" cy="2076"/>
                    </a:xfrm>
                    <a:custGeom>
                      <a:avLst/>
                      <a:gdLst>
                        <a:gd name="connsiteX0" fmla="*/ 2037 w 2072"/>
                        <a:gd name="connsiteY0" fmla="*/ 769 h 2076"/>
                        <a:gd name="connsiteX1" fmla="*/ 1306 w 2072"/>
                        <a:gd name="connsiteY1" fmla="*/ 2037 h 2076"/>
                        <a:gd name="connsiteX2" fmla="*/ 36 w 2072"/>
                        <a:gd name="connsiteY2" fmla="*/ 1308 h 2076"/>
                        <a:gd name="connsiteX3" fmla="*/ 767 w 2072"/>
                        <a:gd name="connsiteY3" fmla="*/ 40 h 2076"/>
                        <a:gd name="connsiteX4" fmla="*/ 2037 w 2072"/>
                        <a:gd name="connsiteY4" fmla="*/ 769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2037" y="769"/>
                          </a:moveTo>
                          <a:cubicBezTo>
                            <a:pt x="2186" y="1324"/>
                            <a:pt x="1859" y="1894"/>
                            <a:pt x="1306" y="2037"/>
                          </a:cubicBezTo>
                          <a:cubicBezTo>
                            <a:pt x="753" y="2196"/>
                            <a:pt x="185" y="1863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19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72" name="Freeform: Shape 771">
                      <a:extLst>
                        <a:ext uri="{FF2B5EF4-FFF2-40B4-BE49-F238E27FC236}">
                          <a16:creationId xmlns:a16="http://schemas.microsoft.com/office/drawing/2014/main" id="{1F87E755-6ED7-7FC5-11F6-798CF2DBC1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9827" y="5181750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3 h 2071"/>
                        <a:gd name="connsiteX1" fmla="*/ 1306 w 2072"/>
                        <a:gd name="connsiteY1" fmla="*/ 2032 h 2071"/>
                        <a:gd name="connsiteX2" fmla="*/ 36 w 2072"/>
                        <a:gd name="connsiteY2" fmla="*/ 1302 h 2071"/>
                        <a:gd name="connsiteX3" fmla="*/ 767 w 2072"/>
                        <a:gd name="connsiteY3" fmla="*/ 34 h 2071"/>
                        <a:gd name="connsiteX4" fmla="*/ 2037 w 2072"/>
                        <a:gd name="connsiteY4" fmla="*/ 763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32"/>
                          </a:cubicBezTo>
                          <a:cubicBezTo>
                            <a:pt x="753" y="2190"/>
                            <a:pt x="185" y="1857"/>
                            <a:pt x="36" y="1302"/>
                          </a:cubicBezTo>
                          <a:cubicBezTo>
                            <a:pt x="-113" y="747"/>
                            <a:pt x="214" y="193"/>
                            <a:pt x="767" y="34"/>
                          </a:cubicBezTo>
                          <a:cubicBezTo>
                            <a:pt x="1320" y="-109"/>
                            <a:pt x="1888" y="208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73" name="Freeform: Shape 772">
                      <a:extLst>
                        <a:ext uri="{FF2B5EF4-FFF2-40B4-BE49-F238E27FC236}">
                          <a16:creationId xmlns:a16="http://schemas.microsoft.com/office/drawing/2014/main" id="{0442D97E-6B5D-0199-1FC1-79C881E26F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337" y="5180270"/>
                      <a:ext cx="2072" cy="2070"/>
                    </a:xfrm>
                    <a:custGeom>
                      <a:avLst/>
                      <a:gdLst>
                        <a:gd name="connsiteX0" fmla="*/ 2037 w 2072"/>
                        <a:gd name="connsiteY0" fmla="*/ 769 h 2070"/>
                        <a:gd name="connsiteX1" fmla="*/ 1306 w 2072"/>
                        <a:gd name="connsiteY1" fmla="*/ 2037 h 2070"/>
                        <a:gd name="connsiteX2" fmla="*/ 36 w 2072"/>
                        <a:gd name="connsiteY2" fmla="*/ 1308 h 2070"/>
                        <a:gd name="connsiteX3" fmla="*/ 767 w 2072"/>
                        <a:gd name="connsiteY3" fmla="*/ 40 h 2070"/>
                        <a:gd name="connsiteX4" fmla="*/ 2037 w 2072"/>
                        <a:gd name="connsiteY4" fmla="*/ 769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0">
                          <a:moveTo>
                            <a:pt x="2037" y="769"/>
                          </a:moveTo>
                          <a:cubicBezTo>
                            <a:pt x="2186" y="1308"/>
                            <a:pt x="1859" y="1878"/>
                            <a:pt x="1306" y="2037"/>
                          </a:cubicBezTo>
                          <a:cubicBezTo>
                            <a:pt x="753" y="2180"/>
                            <a:pt x="185" y="1847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19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74" name="Freeform: Shape 773">
                      <a:extLst>
                        <a:ext uri="{FF2B5EF4-FFF2-40B4-BE49-F238E27FC236}">
                          <a16:creationId xmlns:a16="http://schemas.microsoft.com/office/drawing/2014/main" id="{EE6577E0-AC3C-33E3-AC65-2869C98476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6831" y="5185533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9 h 2071"/>
                        <a:gd name="connsiteX1" fmla="*/ 1306 w 2072"/>
                        <a:gd name="connsiteY1" fmla="*/ 2037 h 2071"/>
                        <a:gd name="connsiteX2" fmla="*/ 36 w 2072"/>
                        <a:gd name="connsiteY2" fmla="*/ 1308 h 2071"/>
                        <a:gd name="connsiteX3" fmla="*/ 767 w 2072"/>
                        <a:gd name="connsiteY3" fmla="*/ 40 h 2071"/>
                        <a:gd name="connsiteX4" fmla="*/ 2037 w 2072"/>
                        <a:gd name="connsiteY4" fmla="*/ 76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9"/>
                          </a:moveTo>
                          <a:cubicBezTo>
                            <a:pt x="2186" y="1324"/>
                            <a:pt x="1859" y="1879"/>
                            <a:pt x="1306" y="2037"/>
                          </a:cubicBezTo>
                          <a:cubicBezTo>
                            <a:pt x="754" y="2180"/>
                            <a:pt x="185" y="1863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19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75" name="Freeform: Shape 774">
                      <a:extLst>
                        <a:ext uri="{FF2B5EF4-FFF2-40B4-BE49-F238E27FC236}">
                          <a16:creationId xmlns:a16="http://schemas.microsoft.com/office/drawing/2014/main" id="{8032E157-791D-34FE-C68E-DD319AD845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7944" y="5174759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3 h 2071"/>
                        <a:gd name="connsiteX1" fmla="*/ 1306 w 2072"/>
                        <a:gd name="connsiteY1" fmla="*/ 2032 h 2071"/>
                        <a:gd name="connsiteX2" fmla="*/ 36 w 2072"/>
                        <a:gd name="connsiteY2" fmla="*/ 1302 h 2071"/>
                        <a:gd name="connsiteX3" fmla="*/ 767 w 2072"/>
                        <a:gd name="connsiteY3" fmla="*/ 34 h 2071"/>
                        <a:gd name="connsiteX4" fmla="*/ 2037 w 2072"/>
                        <a:gd name="connsiteY4" fmla="*/ 763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32"/>
                          </a:cubicBezTo>
                          <a:cubicBezTo>
                            <a:pt x="753" y="2190"/>
                            <a:pt x="185" y="1857"/>
                            <a:pt x="36" y="1302"/>
                          </a:cubicBezTo>
                          <a:cubicBezTo>
                            <a:pt x="-113" y="748"/>
                            <a:pt x="214" y="193"/>
                            <a:pt x="767" y="34"/>
                          </a:cubicBezTo>
                          <a:cubicBezTo>
                            <a:pt x="1319" y="-109"/>
                            <a:pt x="1888" y="208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76" name="Freeform: Shape 775">
                      <a:extLst>
                        <a:ext uri="{FF2B5EF4-FFF2-40B4-BE49-F238E27FC236}">
                          <a16:creationId xmlns:a16="http://schemas.microsoft.com/office/drawing/2014/main" id="{64DEF655-A73E-32BE-7BF8-4D049B9411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303" y="5186215"/>
                      <a:ext cx="2072" cy="2076"/>
                    </a:xfrm>
                    <a:custGeom>
                      <a:avLst/>
                      <a:gdLst>
                        <a:gd name="connsiteX0" fmla="*/ 2037 w 2072"/>
                        <a:gd name="connsiteY0" fmla="*/ 769 h 2076"/>
                        <a:gd name="connsiteX1" fmla="*/ 1306 w 2072"/>
                        <a:gd name="connsiteY1" fmla="*/ 2037 h 2076"/>
                        <a:gd name="connsiteX2" fmla="*/ 36 w 2072"/>
                        <a:gd name="connsiteY2" fmla="*/ 1308 h 2076"/>
                        <a:gd name="connsiteX3" fmla="*/ 767 w 2072"/>
                        <a:gd name="connsiteY3" fmla="*/ 40 h 2076"/>
                        <a:gd name="connsiteX4" fmla="*/ 2037 w 2072"/>
                        <a:gd name="connsiteY4" fmla="*/ 769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2037" y="769"/>
                          </a:moveTo>
                          <a:cubicBezTo>
                            <a:pt x="2186" y="1324"/>
                            <a:pt x="1859" y="1894"/>
                            <a:pt x="1306" y="2037"/>
                          </a:cubicBezTo>
                          <a:cubicBezTo>
                            <a:pt x="753" y="2196"/>
                            <a:pt x="185" y="1863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19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77" name="Freeform: Shape 776">
                      <a:extLst>
                        <a:ext uri="{FF2B5EF4-FFF2-40B4-BE49-F238E27FC236}">
                          <a16:creationId xmlns:a16="http://schemas.microsoft.com/office/drawing/2014/main" id="{62615942-14C4-A70D-3619-AD76E138C4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854" y="5179309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3 h 2071"/>
                        <a:gd name="connsiteX1" fmla="*/ 1306 w 2072"/>
                        <a:gd name="connsiteY1" fmla="*/ 2032 h 2071"/>
                        <a:gd name="connsiteX2" fmla="*/ 36 w 2072"/>
                        <a:gd name="connsiteY2" fmla="*/ 1302 h 2071"/>
                        <a:gd name="connsiteX3" fmla="*/ 767 w 2072"/>
                        <a:gd name="connsiteY3" fmla="*/ 34 h 2071"/>
                        <a:gd name="connsiteX4" fmla="*/ 2037 w 2072"/>
                        <a:gd name="connsiteY4" fmla="*/ 763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32"/>
                          </a:cubicBezTo>
                          <a:cubicBezTo>
                            <a:pt x="753" y="2190"/>
                            <a:pt x="185" y="1857"/>
                            <a:pt x="36" y="1302"/>
                          </a:cubicBezTo>
                          <a:cubicBezTo>
                            <a:pt x="-113" y="748"/>
                            <a:pt x="214" y="177"/>
                            <a:pt x="767" y="34"/>
                          </a:cubicBezTo>
                          <a:cubicBezTo>
                            <a:pt x="1319" y="-109"/>
                            <a:pt x="1888" y="209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78" name="Freeform: Shape 777">
                      <a:extLst>
                        <a:ext uri="{FF2B5EF4-FFF2-40B4-BE49-F238E27FC236}">
                          <a16:creationId xmlns:a16="http://schemas.microsoft.com/office/drawing/2014/main" id="{85EACD1A-F935-DF0D-957C-182CCA9193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447" y="5179880"/>
                      <a:ext cx="2072" cy="2070"/>
                    </a:xfrm>
                    <a:custGeom>
                      <a:avLst/>
                      <a:gdLst>
                        <a:gd name="connsiteX0" fmla="*/ 2037 w 2072"/>
                        <a:gd name="connsiteY0" fmla="*/ 762 h 2070"/>
                        <a:gd name="connsiteX1" fmla="*/ 1306 w 2072"/>
                        <a:gd name="connsiteY1" fmla="*/ 2030 h 2070"/>
                        <a:gd name="connsiteX2" fmla="*/ 36 w 2072"/>
                        <a:gd name="connsiteY2" fmla="*/ 1301 h 2070"/>
                        <a:gd name="connsiteX3" fmla="*/ 767 w 2072"/>
                        <a:gd name="connsiteY3" fmla="*/ 33 h 2070"/>
                        <a:gd name="connsiteX4" fmla="*/ 2037 w 2072"/>
                        <a:gd name="connsiteY4" fmla="*/ 762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0">
                          <a:moveTo>
                            <a:pt x="2037" y="762"/>
                          </a:moveTo>
                          <a:cubicBezTo>
                            <a:pt x="2186" y="1317"/>
                            <a:pt x="1859" y="1888"/>
                            <a:pt x="1306" y="2030"/>
                          </a:cubicBezTo>
                          <a:cubicBezTo>
                            <a:pt x="753" y="2189"/>
                            <a:pt x="185" y="1856"/>
                            <a:pt x="36" y="1301"/>
                          </a:cubicBezTo>
                          <a:cubicBezTo>
                            <a:pt x="-113" y="762"/>
                            <a:pt x="214" y="192"/>
                            <a:pt x="767" y="33"/>
                          </a:cubicBezTo>
                          <a:cubicBezTo>
                            <a:pt x="1319" y="-110"/>
                            <a:pt x="1888" y="223"/>
                            <a:pt x="2037" y="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79" name="Freeform: Shape 778">
                      <a:extLst>
                        <a:ext uri="{FF2B5EF4-FFF2-40B4-BE49-F238E27FC236}">
                          <a16:creationId xmlns:a16="http://schemas.microsoft.com/office/drawing/2014/main" id="{E44CACE8-9312-3F95-24CF-83363F47DA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4005" y="5213166"/>
                      <a:ext cx="2072" cy="2070"/>
                    </a:xfrm>
                    <a:custGeom>
                      <a:avLst/>
                      <a:gdLst>
                        <a:gd name="connsiteX0" fmla="*/ 2037 w 2072"/>
                        <a:gd name="connsiteY0" fmla="*/ 769 h 2070"/>
                        <a:gd name="connsiteX1" fmla="*/ 1306 w 2072"/>
                        <a:gd name="connsiteY1" fmla="*/ 2037 h 2070"/>
                        <a:gd name="connsiteX2" fmla="*/ 36 w 2072"/>
                        <a:gd name="connsiteY2" fmla="*/ 1308 h 2070"/>
                        <a:gd name="connsiteX3" fmla="*/ 767 w 2072"/>
                        <a:gd name="connsiteY3" fmla="*/ 40 h 2070"/>
                        <a:gd name="connsiteX4" fmla="*/ 2037 w 2072"/>
                        <a:gd name="connsiteY4" fmla="*/ 769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0">
                          <a:moveTo>
                            <a:pt x="2037" y="769"/>
                          </a:moveTo>
                          <a:cubicBezTo>
                            <a:pt x="2186" y="1308"/>
                            <a:pt x="1859" y="1878"/>
                            <a:pt x="1306" y="2037"/>
                          </a:cubicBezTo>
                          <a:cubicBezTo>
                            <a:pt x="753" y="2180"/>
                            <a:pt x="185" y="1847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20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0" name="Freeform: Shape 779">
                      <a:extLst>
                        <a:ext uri="{FF2B5EF4-FFF2-40B4-BE49-F238E27FC236}">
                          <a16:creationId xmlns:a16="http://schemas.microsoft.com/office/drawing/2014/main" id="{71C631EB-753F-054C-EC64-8DC33AC61C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515" y="5211676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9 h 2071"/>
                        <a:gd name="connsiteX1" fmla="*/ 1306 w 2072"/>
                        <a:gd name="connsiteY1" fmla="*/ 2037 h 2071"/>
                        <a:gd name="connsiteX2" fmla="*/ 36 w 2072"/>
                        <a:gd name="connsiteY2" fmla="*/ 1308 h 2071"/>
                        <a:gd name="connsiteX3" fmla="*/ 767 w 2072"/>
                        <a:gd name="connsiteY3" fmla="*/ 40 h 2071"/>
                        <a:gd name="connsiteX4" fmla="*/ 2037 w 2072"/>
                        <a:gd name="connsiteY4" fmla="*/ 76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9"/>
                          </a:moveTo>
                          <a:cubicBezTo>
                            <a:pt x="2186" y="1324"/>
                            <a:pt x="1859" y="1894"/>
                            <a:pt x="1306" y="2037"/>
                          </a:cubicBezTo>
                          <a:cubicBezTo>
                            <a:pt x="754" y="2180"/>
                            <a:pt x="185" y="1863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19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1" name="Freeform: Shape 780">
                      <a:extLst>
                        <a:ext uri="{FF2B5EF4-FFF2-40B4-BE49-F238E27FC236}">
                          <a16:creationId xmlns:a16="http://schemas.microsoft.com/office/drawing/2014/main" id="{B5F19EF3-371A-7292-F8E3-130B45D475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2703" y="5220274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3 h 2071"/>
                        <a:gd name="connsiteX1" fmla="*/ 1306 w 2072"/>
                        <a:gd name="connsiteY1" fmla="*/ 2032 h 2071"/>
                        <a:gd name="connsiteX2" fmla="*/ 36 w 2072"/>
                        <a:gd name="connsiteY2" fmla="*/ 1302 h 2071"/>
                        <a:gd name="connsiteX3" fmla="*/ 767 w 2072"/>
                        <a:gd name="connsiteY3" fmla="*/ 34 h 2071"/>
                        <a:gd name="connsiteX4" fmla="*/ 2037 w 2072"/>
                        <a:gd name="connsiteY4" fmla="*/ 763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32"/>
                          </a:cubicBezTo>
                          <a:cubicBezTo>
                            <a:pt x="753" y="2190"/>
                            <a:pt x="185" y="1857"/>
                            <a:pt x="36" y="1302"/>
                          </a:cubicBezTo>
                          <a:cubicBezTo>
                            <a:pt x="-113" y="747"/>
                            <a:pt x="214" y="193"/>
                            <a:pt x="767" y="34"/>
                          </a:cubicBezTo>
                          <a:cubicBezTo>
                            <a:pt x="1319" y="-109"/>
                            <a:pt x="1888" y="209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2" name="Freeform: Shape 781">
                      <a:extLst>
                        <a:ext uri="{FF2B5EF4-FFF2-40B4-BE49-F238E27FC236}">
                          <a16:creationId xmlns:a16="http://schemas.microsoft.com/office/drawing/2014/main" id="{9F2DC1F2-3299-90B5-B72C-EBC0DD43A4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2121" y="5206174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9 h 2071"/>
                        <a:gd name="connsiteX1" fmla="*/ 1306 w 2072"/>
                        <a:gd name="connsiteY1" fmla="*/ 2037 h 2071"/>
                        <a:gd name="connsiteX2" fmla="*/ 36 w 2072"/>
                        <a:gd name="connsiteY2" fmla="*/ 1308 h 2071"/>
                        <a:gd name="connsiteX3" fmla="*/ 767 w 2072"/>
                        <a:gd name="connsiteY3" fmla="*/ 40 h 2071"/>
                        <a:gd name="connsiteX4" fmla="*/ 2037 w 2072"/>
                        <a:gd name="connsiteY4" fmla="*/ 76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9"/>
                          </a:moveTo>
                          <a:cubicBezTo>
                            <a:pt x="2186" y="1324"/>
                            <a:pt x="1859" y="1879"/>
                            <a:pt x="1306" y="2037"/>
                          </a:cubicBezTo>
                          <a:cubicBezTo>
                            <a:pt x="753" y="2180"/>
                            <a:pt x="185" y="1863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19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3" name="Freeform: Shape 782">
                      <a:extLst>
                        <a:ext uri="{FF2B5EF4-FFF2-40B4-BE49-F238E27FC236}">
                          <a16:creationId xmlns:a16="http://schemas.microsoft.com/office/drawing/2014/main" id="{F6ED18C3-72E6-F433-7969-8CE7E4AFFE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480" y="5217626"/>
                      <a:ext cx="2072" cy="2080"/>
                    </a:xfrm>
                    <a:custGeom>
                      <a:avLst/>
                      <a:gdLst>
                        <a:gd name="connsiteX0" fmla="*/ 2037 w 2072"/>
                        <a:gd name="connsiteY0" fmla="*/ 763 h 2080"/>
                        <a:gd name="connsiteX1" fmla="*/ 1306 w 2072"/>
                        <a:gd name="connsiteY1" fmla="*/ 2047 h 2080"/>
                        <a:gd name="connsiteX2" fmla="*/ 36 w 2072"/>
                        <a:gd name="connsiteY2" fmla="*/ 1302 h 2080"/>
                        <a:gd name="connsiteX3" fmla="*/ 767 w 2072"/>
                        <a:gd name="connsiteY3" fmla="*/ 34 h 2080"/>
                        <a:gd name="connsiteX4" fmla="*/ 2037 w 2072"/>
                        <a:gd name="connsiteY4" fmla="*/ 763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0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47"/>
                          </a:cubicBezTo>
                          <a:cubicBezTo>
                            <a:pt x="753" y="2190"/>
                            <a:pt x="185" y="1857"/>
                            <a:pt x="36" y="1302"/>
                          </a:cubicBezTo>
                          <a:cubicBezTo>
                            <a:pt x="-113" y="747"/>
                            <a:pt x="214" y="193"/>
                            <a:pt x="767" y="34"/>
                          </a:cubicBezTo>
                          <a:cubicBezTo>
                            <a:pt x="1319" y="-109"/>
                            <a:pt x="1888" y="208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4" name="Freeform: Shape 783">
                      <a:extLst>
                        <a:ext uri="{FF2B5EF4-FFF2-40B4-BE49-F238E27FC236}">
                          <a16:creationId xmlns:a16="http://schemas.microsoft.com/office/drawing/2014/main" id="{89D43775-F8A6-DAF2-1AFA-69E361DBC8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6023" y="5206412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9 h 2071"/>
                        <a:gd name="connsiteX1" fmla="*/ 1306 w 2072"/>
                        <a:gd name="connsiteY1" fmla="*/ 2037 h 2071"/>
                        <a:gd name="connsiteX2" fmla="*/ 36 w 2072"/>
                        <a:gd name="connsiteY2" fmla="*/ 1308 h 2071"/>
                        <a:gd name="connsiteX3" fmla="*/ 767 w 2072"/>
                        <a:gd name="connsiteY3" fmla="*/ 40 h 2071"/>
                        <a:gd name="connsiteX4" fmla="*/ 2037 w 2072"/>
                        <a:gd name="connsiteY4" fmla="*/ 76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9"/>
                          </a:moveTo>
                          <a:cubicBezTo>
                            <a:pt x="2186" y="1324"/>
                            <a:pt x="1859" y="1878"/>
                            <a:pt x="1306" y="2037"/>
                          </a:cubicBezTo>
                          <a:cubicBezTo>
                            <a:pt x="753" y="2180"/>
                            <a:pt x="185" y="1863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19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5" name="Freeform: Shape 784">
                      <a:extLst>
                        <a:ext uri="{FF2B5EF4-FFF2-40B4-BE49-F238E27FC236}">
                          <a16:creationId xmlns:a16="http://schemas.microsoft.com/office/drawing/2014/main" id="{9C99739A-CED3-618C-086A-AFB0AA7303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624" y="5211295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9 h 2071"/>
                        <a:gd name="connsiteX1" fmla="*/ 1306 w 2072"/>
                        <a:gd name="connsiteY1" fmla="*/ 2037 h 2071"/>
                        <a:gd name="connsiteX2" fmla="*/ 36 w 2072"/>
                        <a:gd name="connsiteY2" fmla="*/ 1308 h 2071"/>
                        <a:gd name="connsiteX3" fmla="*/ 767 w 2072"/>
                        <a:gd name="connsiteY3" fmla="*/ 40 h 2071"/>
                        <a:gd name="connsiteX4" fmla="*/ 2037 w 2072"/>
                        <a:gd name="connsiteY4" fmla="*/ 76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9"/>
                          </a:moveTo>
                          <a:cubicBezTo>
                            <a:pt x="2186" y="1324"/>
                            <a:pt x="1859" y="1879"/>
                            <a:pt x="1306" y="2037"/>
                          </a:cubicBezTo>
                          <a:cubicBezTo>
                            <a:pt x="753" y="2180"/>
                            <a:pt x="185" y="1863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19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6" name="Freeform: Shape 785">
                      <a:extLst>
                        <a:ext uri="{FF2B5EF4-FFF2-40B4-BE49-F238E27FC236}">
                          <a16:creationId xmlns:a16="http://schemas.microsoft.com/office/drawing/2014/main" id="{A11C4ECA-B4A1-B1A5-C52A-CF6EA285D6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121" y="5206973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3 h 2071"/>
                        <a:gd name="connsiteX1" fmla="*/ 1306 w 2072"/>
                        <a:gd name="connsiteY1" fmla="*/ 2032 h 2071"/>
                        <a:gd name="connsiteX2" fmla="*/ 36 w 2072"/>
                        <a:gd name="connsiteY2" fmla="*/ 1302 h 2071"/>
                        <a:gd name="connsiteX3" fmla="*/ 767 w 2072"/>
                        <a:gd name="connsiteY3" fmla="*/ 34 h 2071"/>
                        <a:gd name="connsiteX4" fmla="*/ 2037 w 2072"/>
                        <a:gd name="connsiteY4" fmla="*/ 763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32"/>
                          </a:cubicBezTo>
                          <a:cubicBezTo>
                            <a:pt x="753" y="2190"/>
                            <a:pt x="185" y="1857"/>
                            <a:pt x="36" y="1302"/>
                          </a:cubicBezTo>
                          <a:cubicBezTo>
                            <a:pt x="-113" y="747"/>
                            <a:pt x="214" y="177"/>
                            <a:pt x="767" y="34"/>
                          </a:cubicBezTo>
                          <a:cubicBezTo>
                            <a:pt x="1319" y="-109"/>
                            <a:pt x="1888" y="208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7" name="Freeform: Shape 786">
                      <a:extLst>
                        <a:ext uri="{FF2B5EF4-FFF2-40B4-BE49-F238E27FC236}">
                          <a16:creationId xmlns:a16="http://schemas.microsoft.com/office/drawing/2014/main" id="{23BFF55B-E8E7-0101-04E5-808C3537E8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4630" y="5205482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3 h 2071"/>
                        <a:gd name="connsiteX1" fmla="*/ 1306 w 2072"/>
                        <a:gd name="connsiteY1" fmla="*/ 2032 h 2071"/>
                        <a:gd name="connsiteX2" fmla="*/ 36 w 2072"/>
                        <a:gd name="connsiteY2" fmla="*/ 1302 h 2071"/>
                        <a:gd name="connsiteX3" fmla="*/ 767 w 2072"/>
                        <a:gd name="connsiteY3" fmla="*/ 34 h 2071"/>
                        <a:gd name="connsiteX4" fmla="*/ 2037 w 2072"/>
                        <a:gd name="connsiteY4" fmla="*/ 763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32"/>
                          </a:cubicBezTo>
                          <a:cubicBezTo>
                            <a:pt x="754" y="2190"/>
                            <a:pt x="185" y="1857"/>
                            <a:pt x="36" y="1302"/>
                          </a:cubicBezTo>
                          <a:cubicBezTo>
                            <a:pt x="-113" y="763"/>
                            <a:pt x="214" y="193"/>
                            <a:pt x="767" y="34"/>
                          </a:cubicBezTo>
                          <a:cubicBezTo>
                            <a:pt x="1320" y="-109"/>
                            <a:pt x="1888" y="208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8" name="Freeform: Shape 787">
                      <a:extLst>
                        <a:ext uri="{FF2B5EF4-FFF2-40B4-BE49-F238E27FC236}">
                          <a16:creationId xmlns:a16="http://schemas.microsoft.com/office/drawing/2014/main" id="{6B82648C-F7A2-631F-3F69-1A6056E600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124" y="5210747"/>
                      <a:ext cx="2072" cy="2079"/>
                    </a:xfrm>
                    <a:custGeom>
                      <a:avLst/>
                      <a:gdLst>
                        <a:gd name="connsiteX0" fmla="*/ 2037 w 2072"/>
                        <a:gd name="connsiteY0" fmla="*/ 762 h 2079"/>
                        <a:gd name="connsiteX1" fmla="*/ 1306 w 2072"/>
                        <a:gd name="connsiteY1" fmla="*/ 2047 h 2079"/>
                        <a:gd name="connsiteX2" fmla="*/ 36 w 2072"/>
                        <a:gd name="connsiteY2" fmla="*/ 1301 h 2079"/>
                        <a:gd name="connsiteX3" fmla="*/ 767 w 2072"/>
                        <a:gd name="connsiteY3" fmla="*/ 33 h 2079"/>
                        <a:gd name="connsiteX4" fmla="*/ 2037 w 2072"/>
                        <a:gd name="connsiteY4" fmla="*/ 762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2037" y="762"/>
                          </a:moveTo>
                          <a:cubicBezTo>
                            <a:pt x="2186" y="1317"/>
                            <a:pt x="1859" y="1888"/>
                            <a:pt x="1306" y="2047"/>
                          </a:cubicBezTo>
                          <a:cubicBezTo>
                            <a:pt x="753" y="2189"/>
                            <a:pt x="185" y="1856"/>
                            <a:pt x="36" y="1301"/>
                          </a:cubicBezTo>
                          <a:cubicBezTo>
                            <a:pt x="-113" y="762"/>
                            <a:pt x="214" y="192"/>
                            <a:pt x="767" y="33"/>
                          </a:cubicBezTo>
                          <a:cubicBezTo>
                            <a:pt x="1319" y="-110"/>
                            <a:pt x="1888" y="223"/>
                            <a:pt x="2037" y="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9" name="Freeform: Shape 788">
                      <a:extLst>
                        <a:ext uri="{FF2B5EF4-FFF2-40B4-BE49-F238E27FC236}">
                          <a16:creationId xmlns:a16="http://schemas.microsoft.com/office/drawing/2014/main" id="{16081292-C427-7C67-0534-802F7D75CC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601" y="5200917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3 h 2071"/>
                        <a:gd name="connsiteX1" fmla="*/ 1306 w 2072"/>
                        <a:gd name="connsiteY1" fmla="*/ 2032 h 2071"/>
                        <a:gd name="connsiteX2" fmla="*/ 36 w 2072"/>
                        <a:gd name="connsiteY2" fmla="*/ 1302 h 2071"/>
                        <a:gd name="connsiteX3" fmla="*/ 767 w 2072"/>
                        <a:gd name="connsiteY3" fmla="*/ 34 h 2071"/>
                        <a:gd name="connsiteX4" fmla="*/ 2037 w 2072"/>
                        <a:gd name="connsiteY4" fmla="*/ 763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32"/>
                          </a:cubicBezTo>
                          <a:cubicBezTo>
                            <a:pt x="753" y="2190"/>
                            <a:pt x="185" y="1857"/>
                            <a:pt x="36" y="1302"/>
                          </a:cubicBezTo>
                          <a:cubicBezTo>
                            <a:pt x="-113" y="763"/>
                            <a:pt x="214" y="193"/>
                            <a:pt x="767" y="34"/>
                          </a:cubicBezTo>
                          <a:cubicBezTo>
                            <a:pt x="1319" y="-109"/>
                            <a:pt x="1888" y="208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90" name="Freeform: Shape 789">
                      <a:extLst>
                        <a:ext uri="{FF2B5EF4-FFF2-40B4-BE49-F238E27FC236}">
                          <a16:creationId xmlns:a16="http://schemas.microsoft.com/office/drawing/2014/main" id="{C339825F-BE0C-FBAF-FCD8-B54AEA5497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582" y="5216432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9 h 2071"/>
                        <a:gd name="connsiteX1" fmla="*/ 1306 w 2072"/>
                        <a:gd name="connsiteY1" fmla="*/ 2037 h 2071"/>
                        <a:gd name="connsiteX2" fmla="*/ 36 w 2072"/>
                        <a:gd name="connsiteY2" fmla="*/ 1308 h 2071"/>
                        <a:gd name="connsiteX3" fmla="*/ 767 w 2072"/>
                        <a:gd name="connsiteY3" fmla="*/ 40 h 2071"/>
                        <a:gd name="connsiteX4" fmla="*/ 2037 w 2072"/>
                        <a:gd name="connsiteY4" fmla="*/ 76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9"/>
                          </a:moveTo>
                          <a:cubicBezTo>
                            <a:pt x="2186" y="1324"/>
                            <a:pt x="1859" y="1894"/>
                            <a:pt x="1306" y="2037"/>
                          </a:cubicBezTo>
                          <a:cubicBezTo>
                            <a:pt x="753" y="2180"/>
                            <a:pt x="185" y="1863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20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91" name="Freeform: Shape 790">
                      <a:extLst>
                        <a:ext uri="{FF2B5EF4-FFF2-40B4-BE49-F238E27FC236}">
                          <a16:creationId xmlns:a16="http://schemas.microsoft.com/office/drawing/2014/main" id="{2C781F0E-1E5D-0F0C-2437-CA7E582CA3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2138" y="5200219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3 h 2071"/>
                        <a:gd name="connsiteX1" fmla="*/ 1306 w 2072"/>
                        <a:gd name="connsiteY1" fmla="*/ 2032 h 2071"/>
                        <a:gd name="connsiteX2" fmla="*/ 36 w 2072"/>
                        <a:gd name="connsiteY2" fmla="*/ 1302 h 2071"/>
                        <a:gd name="connsiteX3" fmla="*/ 767 w 2072"/>
                        <a:gd name="connsiteY3" fmla="*/ 34 h 2071"/>
                        <a:gd name="connsiteX4" fmla="*/ 2037 w 2072"/>
                        <a:gd name="connsiteY4" fmla="*/ 763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32"/>
                          </a:cubicBezTo>
                          <a:cubicBezTo>
                            <a:pt x="753" y="2190"/>
                            <a:pt x="185" y="1857"/>
                            <a:pt x="36" y="1302"/>
                          </a:cubicBezTo>
                          <a:cubicBezTo>
                            <a:pt x="-113" y="747"/>
                            <a:pt x="214" y="193"/>
                            <a:pt x="767" y="34"/>
                          </a:cubicBezTo>
                          <a:cubicBezTo>
                            <a:pt x="1320" y="-109"/>
                            <a:pt x="1888" y="208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92" name="Freeform: Shape 791">
                      <a:extLst>
                        <a:ext uri="{FF2B5EF4-FFF2-40B4-BE49-F238E27FC236}">
                          <a16:creationId xmlns:a16="http://schemas.microsoft.com/office/drawing/2014/main" id="{DBAFCDD7-39E9-F591-0A28-1519924632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740" y="5205102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3 h 2071"/>
                        <a:gd name="connsiteX1" fmla="*/ 1306 w 2072"/>
                        <a:gd name="connsiteY1" fmla="*/ 2032 h 2071"/>
                        <a:gd name="connsiteX2" fmla="*/ 36 w 2072"/>
                        <a:gd name="connsiteY2" fmla="*/ 1302 h 2071"/>
                        <a:gd name="connsiteX3" fmla="*/ 767 w 2072"/>
                        <a:gd name="connsiteY3" fmla="*/ 34 h 2071"/>
                        <a:gd name="connsiteX4" fmla="*/ 2037 w 2072"/>
                        <a:gd name="connsiteY4" fmla="*/ 763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32"/>
                          </a:cubicBezTo>
                          <a:cubicBezTo>
                            <a:pt x="753" y="2190"/>
                            <a:pt x="185" y="1857"/>
                            <a:pt x="36" y="1302"/>
                          </a:cubicBezTo>
                          <a:cubicBezTo>
                            <a:pt x="-113" y="748"/>
                            <a:pt x="214" y="177"/>
                            <a:pt x="767" y="34"/>
                          </a:cubicBezTo>
                          <a:cubicBezTo>
                            <a:pt x="1320" y="-109"/>
                            <a:pt x="1888" y="208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93" name="Freeform: Shape 792">
                      <a:extLst>
                        <a:ext uri="{FF2B5EF4-FFF2-40B4-BE49-F238E27FC236}">
                          <a16:creationId xmlns:a16="http://schemas.microsoft.com/office/drawing/2014/main" id="{86A19892-C64B-666A-6CC2-B7ACC738B3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269" y="5218213"/>
                      <a:ext cx="2072" cy="2065"/>
                    </a:xfrm>
                    <a:custGeom>
                      <a:avLst/>
                      <a:gdLst>
                        <a:gd name="connsiteX0" fmla="*/ 2037 w 2072"/>
                        <a:gd name="connsiteY0" fmla="*/ 763 h 2065"/>
                        <a:gd name="connsiteX1" fmla="*/ 1306 w 2072"/>
                        <a:gd name="connsiteY1" fmla="*/ 2032 h 2065"/>
                        <a:gd name="connsiteX2" fmla="*/ 36 w 2072"/>
                        <a:gd name="connsiteY2" fmla="*/ 1302 h 2065"/>
                        <a:gd name="connsiteX3" fmla="*/ 767 w 2072"/>
                        <a:gd name="connsiteY3" fmla="*/ 34 h 2065"/>
                        <a:gd name="connsiteX4" fmla="*/ 2037 w 2072"/>
                        <a:gd name="connsiteY4" fmla="*/ 763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32"/>
                          </a:cubicBezTo>
                          <a:cubicBezTo>
                            <a:pt x="753" y="2174"/>
                            <a:pt x="185" y="1857"/>
                            <a:pt x="36" y="1302"/>
                          </a:cubicBezTo>
                          <a:cubicBezTo>
                            <a:pt x="-113" y="747"/>
                            <a:pt x="214" y="177"/>
                            <a:pt x="767" y="34"/>
                          </a:cubicBezTo>
                          <a:cubicBezTo>
                            <a:pt x="1319" y="-109"/>
                            <a:pt x="1888" y="208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94" name="Freeform: Shape 793">
                      <a:extLst>
                        <a:ext uri="{FF2B5EF4-FFF2-40B4-BE49-F238E27FC236}">
                          <a16:creationId xmlns:a16="http://schemas.microsoft.com/office/drawing/2014/main" id="{BD975F97-0544-F61C-765F-0A93A04203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743" y="5222408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9 h 2071"/>
                        <a:gd name="connsiteX1" fmla="*/ 1306 w 2072"/>
                        <a:gd name="connsiteY1" fmla="*/ 2037 h 2071"/>
                        <a:gd name="connsiteX2" fmla="*/ 36 w 2072"/>
                        <a:gd name="connsiteY2" fmla="*/ 1308 h 2071"/>
                        <a:gd name="connsiteX3" fmla="*/ 767 w 2072"/>
                        <a:gd name="connsiteY3" fmla="*/ 40 h 2071"/>
                        <a:gd name="connsiteX4" fmla="*/ 2037 w 2072"/>
                        <a:gd name="connsiteY4" fmla="*/ 76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9"/>
                          </a:moveTo>
                          <a:cubicBezTo>
                            <a:pt x="2186" y="1324"/>
                            <a:pt x="1859" y="1879"/>
                            <a:pt x="1306" y="2037"/>
                          </a:cubicBezTo>
                          <a:cubicBezTo>
                            <a:pt x="753" y="2180"/>
                            <a:pt x="185" y="1863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19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95" name="Freeform: Shape 794">
                      <a:extLst>
                        <a:ext uri="{FF2B5EF4-FFF2-40B4-BE49-F238E27FC236}">
                          <a16:creationId xmlns:a16="http://schemas.microsoft.com/office/drawing/2014/main" id="{0EA88CCC-C783-F3F9-D6B3-F4B71F26B1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245" y="5226039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9 h 2071"/>
                        <a:gd name="connsiteX1" fmla="*/ 1306 w 2072"/>
                        <a:gd name="connsiteY1" fmla="*/ 2037 h 2071"/>
                        <a:gd name="connsiteX2" fmla="*/ 36 w 2072"/>
                        <a:gd name="connsiteY2" fmla="*/ 1308 h 2071"/>
                        <a:gd name="connsiteX3" fmla="*/ 767 w 2072"/>
                        <a:gd name="connsiteY3" fmla="*/ 40 h 2071"/>
                        <a:gd name="connsiteX4" fmla="*/ 2037 w 2072"/>
                        <a:gd name="connsiteY4" fmla="*/ 76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9"/>
                          </a:moveTo>
                          <a:cubicBezTo>
                            <a:pt x="2186" y="1324"/>
                            <a:pt x="1859" y="1894"/>
                            <a:pt x="1306" y="2037"/>
                          </a:cubicBezTo>
                          <a:cubicBezTo>
                            <a:pt x="753" y="2180"/>
                            <a:pt x="185" y="1863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20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96" name="Freeform: Shape 795">
                      <a:extLst>
                        <a:ext uri="{FF2B5EF4-FFF2-40B4-BE49-F238E27FC236}">
                          <a16:creationId xmlns:a16="http://schemas.microsoft.com/office/drawing/2014/main" id="{E779918F-DC54-6F0F-4758-495C1810FA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348" y="5216898"/>
                      <a:ext cx="2072" cy="2079"/>
                    </a:xfrm>
                    <a:custGeom>
                      <a:avLst/>
                      <a:gdLst>
                        <a:gd name="connsiteX0" fmla="*/ 2037 w 2072"/>
                        <a:gd name="connsiteY0" fmla="*/ 762 h 2079"/>
                        <a:gd name="connsiteX1" fmla="*/ 1306 w 2072"/>
                        <a:gd name="connsiteY1" fmla="*/ 2047 h 2079"/>
                        <a:gd name="connsiteX2" fmla="*/ 36 w 2072"/>
                        <a:gd name="connsiteY2" fmla="*/ 1301 h 2079"/>
                        <a:gd name="connsiteX3" fmla="*/ 767 w 2072"/>
                        <a:gd name="connsiteY3" fmla="*/ 33 h 2079"/>
                        <a:gd name="connsiteX4" fmla="*/ 2037 w 2072"/>
                        <a:gd name="connsiteY4" fmla="*/ 762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2037" y="762"/>
                          </a:moveTo>
                          <a:cubicBezTo>
                            <a:pt x="2186" y="1317"/>
                            <a:pt x="1859" y="1888"/>
                            <a:pt x="1306" y="2047"/>
                          </a:cubicBezTo>
                          <a:cubicBezTo>
                            <a:pt x="753" y="2189"/>
                            <a:pt x="185" y="1856"/>
                            <a:pt x="36" y="1301"/>
                          </a:cubicBezTo>
                          <a:cubicBezTo>
                            <a:pt x="-113" y="746"/>
                            <a:pt x="214" y="192"/>
                            <a:pt x="767" y="33"/>
                          </a:cubicBezTo>
                          <a:cubicBezTo>
                            <a:pt x="1319" y="-110"/>
                            <a:pt x="1888" y="223"/>
                            <a:pt x="2037" y="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97" name="Freeform: Shape 796">
                      <a:extLst>
                        <a:ext uri="{FF2B5EF4-FFF2-40B4-BE49-F238E27FC236}">
                          <a16:creationId xmlns:a16="http://schemas.microsoft.com/office/drawing/2014/main" id="{AD920E36-35E6-C83B-6304-1803F48425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980" y="5226662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3 h 2071"/>
                        <a:gd name="connsiteX1" fmla="*/ 1306 w 2072"/>
                        <a:gd name="connsiteY1" fmla="*/ 2032 h 2071"/>
                        <a:gd name="connsiteX2" fmla="*/ 36 w 2072"/>
                        <a:gd name="connsiteY2" fmla="*/ 1302 h 2071"/>
                        <a:gd name="connsiteX3" fmla="*/ 767 w 2072"/>
                        <a:gd name="connsiteY3" fmla="*/ 34 h 2071"/>
                        <a:gd name="connsiteX4" fmla="*/ 2037 w 2072"/>
                        <a:gd name="connsiteY4" fmla="*/ 763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32"/>
                          </a:cubicBezTo>
                          <a:cubicBezTo>
                            <a:pt x="753" y="2190"/>
                            <a:pt x="185" y="1857"/>
                            <a:pt x="36" y="1302"/>
                          </a:cubicBezTo>
                          <a:cubicBezTo>
                            <a:pt x="-113" y="748"/>
                            <a:pt x="214" y="177"/>
                            <a:pt x="767" y="34"/>
                          </a:cubicBezTo>
                          <a:cubicBezTo>
                            <a:pt x="1319" y="-109"/>
                            <a:pt x="1888" y="209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98" name="Freeform: Shape 797">
                      <a:extLst>
                        <a:ext uri="{FF2B5EF4-FFF2-40B4-BE49-F238E27FC236}">
                          <a16:creationId xmlns:a16="http://schemas.microsoft.com/office/drawing/2014/main" id="{59A950A9-E11A-2CCA-0BF8-F1423CA007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249" y="5217136"/>
                      <a:ext cx="2072" cy="2079"/>
                    </a:xfrm>
                    <a:custGeom>
                      <a:avLst/>
                      <a:gdLst>
                        <a:gd name="connsiteX0" fmla="*/ 2037 w 2072"/>
                        <a:gd name="connsiteY0" fmla="*/ 778 h 2079"/>
                        <a:gd name="connsiteX1" fmla="*/ 1306 w 2072"/>
                        <a:gd name="connsiteY1" fmla="*/ 2046 h 2079"/>
                        <a:gd name="connsiteX2" fmla="*/ 36 w 2072"/>
                        <a:gd name="connsiteY2" fmla="*/ 1317 h 2079"/>
                        <a:gd name="connsiteX3" fmla="*/ 767 w 2072"/>
                        <a:gd name="connsiteY3" fmla="*/ 33 h 2079"/>
                        <a:gd name="connsiteX4" fmla="*/ 2037 w 2072"/>
                        <a:gd name="connsiteY4" fmla="*/ 778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2037" y="778"/>
                          </a:moveTo>
                          <a:cubicBezTo>
                            <a:pt x="2186" y="1333"/>
                            <a:pt x="1859" y="1888"/>
                            <a:pt x="1306" y="2046"/>
                          </a:cubicBezTo>
                          <a:cubicBezTo>
                            <a:pt x="753" y="2189"/>
                            <a:pt x="185" y="1856"/>
                            <a:pt x="36" y="1317"/>
                          </a:cubicBezTo>
                          <a:cubicBezTo>
                            <a:pt x="-113" y="762"/>
                            <a:pt x="214" y="192"/>
                            <a:pt x="767" y="33"/>
                          </a:cubicBezTo>
                          <a:cubicBezTo>
                            <a:pt x="1319" y="-110"/>
                            <a:pt x="1888" y="223"/>
                            <a:pt x="2037" y="77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99" name="Freeform: Shape 798">
                      <a:extLst>
                        <a:ext uri="{FF2B5EF4-FFF2-40B4-BE49-F238E27FC236}">
                          <a16:creationId xmlns:a16="http://schemas.microsoft.com/office/drawing/2014/main" id="{146A30FF-6FC4-97DD-91E2-453E18C563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378" y="5212030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3 h 2071"/>
                        <a:gd name="connsiteX1" fmla="*/ 1306 w 2072"/>
                        <a:gd name="connsiteY1" fmla="*/ 2032 h 2071"/>
                        <a:gd name="connsiteX2" fmla="*/ 36 w 2072"/>
                        <a:gd name="connsiteY2" fmla="*/ 1302 h 2071"/>
                        <a:gd name="connsiteX3" fmla="*/ 767 w 2072"/>
                        <a:gd name="connsiteY3" fmla="*/ 34 h 2071"/>
                        <a:gd name="connsiteX4" fmla="*/ 2037 w 2072"/>
                        <a:gd name="connsiteY4" fmla="*/ 763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32"/>
                          </a:cubicBezTo>
                          <a:cubicBezTo>
                            <a:pt x="753" y="2190"/>
                            <a:pt x="185" y="1857"/>
                            <a:pt x="36" y="1302"/>
                          </a:cubicBezTo>
                          <a:cubicBezTo>
                            <a:pt x="-113" y="748"/>
                            <a:pt x="214" y="193"/>
                            <a:pt x="767" y="34"/>
                          </a:cubicBezTo>
                          <a:cubicBezTo>
                            <a:pt x="1319" y="-109"/>
                            <a:pt x="1888" y="208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00" name="Freeform: Shape 799">
                      <a:extLst>
                        <a:ext uri="{FF2B5EF4-FFF2-40B4-BE49-F238E27FC236}">
                          <a16:creationId xmlns:a16="http://schemas.microsoft.com/office/drawing/2014/main" id="{2410146F-CF26-F08D-1341-973A912D53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7997" y="5205350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9 h 2071"/>
                        <a:gd name="connsiteX1" fmla="*/ 1306 w 2072"/>
                        <a:gd name="connsiteY1" fmla="*/ 2037 h 2071"/>
                        <a:gd name="connsiteX2" fmla="*/ 36 w 2072"/>
                        <a:gd name="connsiteY2" fmla="*/ 1308 h 2071"/>
                        <a:gd name="connsiteX3" fmla="*/ 767 w 2072"/>
                        <a:gd name="connsiteY3" fmla="*/ 40 h 2071"/>
                        <a:gd name="connsiteX4" fmla="*/ 2037 w 2072"/>
                        <a:gd name="connsiteY4" fmla="*/ 76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9"/>
                          </a:moveTo>
                          <a:cubicBezTo>
                            <a:pt x="2186" y="1324"/>
                            <a:pt x="1859" y="1894"/>
                            <a:pt x="1306" y="2037"/>
                          </a:cubicBezTo>
                          <a:cubicBezTo>
                            <a:pt x="753" y="2180"/>
                            <a:pt x="185" y="1863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19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01" name="Freeform: Shape 800">
                      <a:extLst>
                        <a:ext uri="{FF2B5EF4-FFF2-40B4-BE49-F238E27FC236}">
                          <a16:creationId xmlns:a16="http://schemas.microsoft.com/office/drawing/2014/main" id="{B280A511-259F-B5A6-EEFF-4A7F765694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4683" y="5193064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9 h 2071"/>
                        <a:gd name="connsiteX1" fmla="*/ 1306 w 2072"/>
                        <a:gd name="connsiteY1" fmla="*/ 2037 h 2071"/>
                        <a:gd name="connsiteX2" fmla="*/ 36 w 2072"/>
                        <a:gd name="connsiteY2" fmla="*/ 1308 h 2071"/>
                        <a:gd name="connsiteX3" fmla="*/ 767 w 2072"/>
                        <a:gd name="connsiteY3" fmla="*/ 40 h 2071"/>
                        <a:gd name="connsiteX4" fmla="*/ 2037 w 2072"/>
                        <a:gd name="connsiteY4" fmla="*/ 76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9"/>
                          </a:moveTo>
                          <a:cubicBezTo>
                            <a:pt x="2186" y="1324"/>
                            <a:pt x="1859" y="1894"/>
                            <a:pt x="1306" y="2037"/>
                          </a:cubicBezTo>
                          <a:cubicBezTo>
                            <a:pt x="753" y="2180"/>
                            <a:pt x="185" y="1863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20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02" name="Freeform: Shape 801">
                      <a:extLst>
                        <a:ext uri="{FF2B5EF4-FFF2-40B4-BE49-F238E27FC236}">
                          <a16:creationId xmlns:a16="http://schemas.microsoft.com/office/drawing/2014/main" id="{8C460F3D-3155-9F50-B36F-1F04D562F7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8645" y="5207512"/>
                      <a:ext cx="2072" cy="2065"/>
                    </a:xfrm>
                    <a:custGeom>
                      <a:avLst/>
                      <a:gdLst>
                        <a:gd name="connsiteX0" fmla="*/ 2037 w 2072"/>
                        <a:gd name="connsiteY0" fmla="*/ 763 h 2065"/>
                        <a:gd name="connsiteX1" fmla="*/ 1306 w 2072"/>
                        <a:gd name="connsiteY1" fmla="*/ 2032 h 2065"/>
                        <a:gd name="connsiteX2" fmla="*/ 36 w 2072"/>
                        <a:gd name="connsiteY2" fmla="*/ 1302 h 2065"/>
                        <a:gd name="connsiteX3" fmla="*/ 767 w 2072"/>
                        <a:gd name="connsiteY3" fmla="*/ 34 h 2065"/>
                        <a:gd name="connsiteX4" fmla="*/ 2037 w 2072"/>
                        <a:gd name="connsiteY4" fmla="*/ 763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32"/>
                          </a:cubicBezTo>
                          <a:cubicBezTo>
                            <a:pt x="753" y="2174"/>
                            <a:pt x="185" y="1857"/>
                            <a:pt x="36" y="1302"/>
                          </a:cubicBezTo>
                          <a:cubicBezTo>
                            <a:pt x="-113" y="747"/>
                            <a:pt x="214" y="177"/>
                            <a:pt x="767" y="34"/>
                          </a:cubicBezTo>
                          <a:cubicBezTo>
                            <a:pt x="1319" y="-109"/>
                            <a:pt x="1888" y="208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03" name="Freeform: Shape 802">
                      <a:extLst>
                        <a:ext uri="{FF2B5EF4-FFF2-40B4-BE49-F238E27FC236}">
                          <a16:creationId xmlns:a16="http://schemas.microsoft.com/office/drawing/2014/main" id="{0B849EC2-0C16-28E7-5F32-53D08B2AFA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4591" y="5184509"/>
                      <a:ext cx="2072" cy="2070"/>
                    </a:xfrm>
                    <a:custGeom>
                      <a:avLst/>
                      <a:gdLst>
                        <a:gd name="connsiteX0" fmla="*/ 2037 w 2072"/>
                        <a:gd name="connsiteY0" fmla="*/ 762 h 2070"/>
                        <a:gd name="connsiteX1" fmla="*/ 1306 w 2072"/>
                        <a:gd name="connsiteY1" fmla="*/ 2031 h 2070"/>
                        <a:gd name="connsiteX2" fmla="*/ 36 w 2072"/>
                        <a:gd name="connsiteY2" fmla="*/ 1301 h 2070"/>
                        <a:gd name="connsiteX3" fmla="*/ 767 w 2072"/>
                        <a:gd name="connsiteY3" fmla="*/ 33 h 2070"/>
                        <a:gd name="connsiteX4" fmla="*/ 2037 w 2072"/>
                        <a:gd name="connsiteY4" fmla="*/ 762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0">
                          <a:moveTo>
                            <a:pt x="2037" y="762"/>
                          </a:moveTo>
                          <a:cubicBezTo>
                            <a:pt x="2186" y="1317"/>
                            <a:pt x="1859" y="1888"/>
                            <a:pt x="1306" y="2031"/>
                          </a:cubicBezTo>
                          <a:cubicBezTo>
                            <a:pt x="753" y="2189"/>
                            <a:pt x="185" y="1856"/>
                            <a:pt x="36" y="1301"/>
                          </a:cubicBezTo>
                          <a:cubicBezTo>
                            <a:pt x="-113" y="762"/>
                            <a:pt x="214" y="192"/>
                            <a:pt x="767" y="33"/>
                          </a:cubicBezTo>
                          <a:cubicBezTo>
                            <a:pt x="1319" y="-110"/>
                            <a:pt x="1888" y="223"/>
                            <a:pt x="2037" y="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04" name="Freeform: Shape 803">
                      <a:extLst>
                        <a:ext uri="{FF2B5EF4-FFF2-40B4-BE49-F238E27FC236}">
                          <a16:creationId xmlns:a16="http://schemas.microsoft.com/office/drawing/2014/main" id="{7D8ACF69-499E-FF3A-5E3F-396118123A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0647" y="5199014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3 h 2071"/>
                        <a:gd name="connsiteX1" fmla="*/ 1306 w 2072"/>
                        <a:gd name="connsiteY1" fmla="*/ 2032 h 2071"/>
                        <a:gd name="connsiteX2" fmla="*/ 36 w 2072"/>
                        <a:gd name="connsiteY2" fmla="*/ 1302 h 2071"/>
                        <a:gd name="connsiteX3" fmla="*/ 767 w 2072"/>
                        <a:gd name="connsiteY3" fmla="*/ 34 h 2071"/>
                        <a:gd name="connsiteX4" fmla="*/ 2037 w 2072"/>
                        <a:gd name="connsiteY4" fmla="*/ 763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32"/>
                          </a:cubicBezTo>
                          <a:cubicBezTo>
                            <a:pt x="753" y="2190"/>
                            <a:pt x="185" y="1857"/>
                            <a:pt x="36" y="1302"/>
                          </a:cubicBezTo>
                          <a:cubicBezTo>
                            <a:pt x="-113" y="747"/>
                            <a:pt x="214" y="177"/>
                            <a:pt x="767" y="34"/>
                          </a:cubicBezTo>
                          <a:cubicBezTo>
                            <a:pt x="1319" y="-109"/>
                            <a:pt x="1888" y="208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05" name="Freeform: Shape 804">
                      <a:extLst>
                        <a:ext uri="{FF2B5EF4-FFF2-40B4-BE49-F238E27FC236}">
                          <a16:creationId xmlns:a16="http://schemas.microsoft.com/office/drawing/2014/main" id="{BF8C3FF6-ECF6-9803-C09E-E62E8BBB35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1850" y="5182559"/>
                      <a:ext cx="2072" cy="2065"/>
                    </a:xfrm>
                    <a:custGeom>
                      <a:avLst/>
                      <a:gdLst>
                        <a:gd name="connsiteX0" fmla="*/ 2037 w 2072"/>
                        <a:gd name="connsiteY0" fmla="*/ 763 h 2065"/>
                        <a:gd name="connsiteX1" fmla="*/ 1306 w 2072"/>
                        <a:gd name="connsiteY1" fmla="*/ 2032 h 2065"/>
                        <a:gd name="connsiteX2" fmla="*/ 36 w 2072"/>
                        <a:gd name="connsiteY2" fmla="*/ 1302 h 2065"/>
                        <a:gd name="connsiteX3" fmla="*/ 767 w 2072"/>
                        <a:gd name="connsiteY3" fmla="*/ 34 h 2065"/>
                        <a:gd name="connsiteX4" fmla="*/ 2037 w 2072"/>
                        <a:gd name="connsiteY4" fmla="*/ 763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2037" y="763"/>
                          </a:moveTo>
                          <a:cubicBezTo>
                            <a:pt x="2186" y="1318"/>
                            <a:pt x="1859" y="1889"/>
                            <a:pt x="1306" y="2032"/>
                          </a:cubicBezTo>
                          <a:cubicBezTo>
                            <a:pt x="753" y="2174"/>
                            <a:pt x="185" y="1857"/>
                            <a:pt x="36" y="1302"/>
                          </a:cubicBezTo>
                          <a:cubicBezTo>
                            <a:pt x="-113" y="747"/>
                            <a:pt x="214" y="177"/>
                            <a:pt x="767" y="34"/>
                          </a:cubicBezTo>
                          <a:cubicBezTo>
                            <a:pt x="1319" y="-109"/>
                            <a:pt x="1888" y="208"/>
                            <a:pt x="2037" y="76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06" name="Freeform: Shape 805">
                      <a:extLst>
                        <a:ext uri="{FF2B5EF4-FFF2-40B4-BE49-F238E27FC236}">
                          <a16:creationId xmlns:a16="http://schemas.microsoft.com/office/drawing/2014/main" id="{6A4C79DE-1433-011B-6AE4-D2E4B6DA46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6793" y="5192683"/>
                      <a:ext cx="2072" cy="2071"/>
                    </a:xfrm>
                    <a:custGeom>
                      <a:avLst/>
                      <a:gdLst>
                        <a:gd name="connsiteX0" fmla="*/ 2037 w 2072"/>
                        <a:gd name="connsiteY0" fmla="*/ 769 h 2071"/>
                        <a:gd name="connsiteX1" fmla="*/ 1306 w 2072"/>
                        <a:gd name="connsiteY1" fmla="*/ 2037 h 2071"/>
                        <a:gd name="connsiteX2" fmla="*/ 36 w 2072"/>
                        <a:gd name="connsiteY2" fmla="*/ 1308 h 2071"/>
                        <a:gd name="connsiteX3" fmla="*/ 767 w 2072"/>
                        <a:gd name="connsiteY3" fmla="*/ 40 h 2071"/>
                        <a:gd name="connsiteX4" fmla="*/ 2037 w 2072"/>
                        <a:gd name="connsiteY4" fmla="*/ 76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037" y="769"/>
                          </a:moveTo>
                          <a:cubicBezTo>
                            <a:pt x="2186" y="1308"/>
                            <a:pt x="1859" y="1879"/>
                            <a:pt x="1306" y="2037"/>
                          </a:cubicBezTo>
                          <a:cubicBezTo>
                            <a:pt x="754" y="2180"/>
                            <a:pt x="185" y="1863"/>
                            <a:pt x="36" y="1308"/>
                          </a:cubicBezTo>
                          <a:cubicBezTo>
                            <a:pt x="-113" y="753"/>
                            <a:pt x="214" y="182"/>
                            <a:pt x="767" y="40"/>
                          </a:cubicBezTo>
                          <a:cubicBezTo>
                            <a:pt x="1320" y="-119"/>
                            <a:pt x="1888" y="214"/>
                            <a:pt x="2037" y="7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807" name="Graphic 21">
                    <a:extLst>
                      <a:ext uri="{FF2B5EF4-FFF2-40B4-BE49-F238E27FC236}">
                        <a16:creationId xmlns:a16="http://schemas.microsoft.com/office/drawing/2014/main" id="{D1B75A4E-7E80-0F31-F216-0CF8962CDA4D}"/>
                      </a:ext>
                    </a:extLst>
                  </p:cNvPr>
                  <p:cNvGrpSpPr/>
                  <p:nvPr/>
                </p:nvGrpSpPr>
                <p:grpSpPr>
                  <a:xfrm>
                    <a:off x="855216" y="5151353"/>
                    <a:ext cx="59768" cy="58189"/>
                    <a:chOff x="855216" y="5151353"/>
                    <a:chExt cx="59768" cy="58189"/>
                  </a:xfrm>
                  <a:solidFill>
                    <a:srgbClr val="F0BB74"/>
                  </a:solidFill>
                </p:grpSpPr>
                <p:sp>
                  <p:nvSpPr>
                    <p:cNvPr id="808" name="Freeform: Shape 807">
                      <a:extLst>
                        <a:ext uri="{FF2B5EF4-FFF2-40B4-BE49-F238E27FC236}">
                          <a16:creationId xmlns:a16="http://schemas.microsoft.com/office/drawing/2014/main" id="{5A688921-357E-1CC9-90E5-A202B63C43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4428" y="5169543"/>
                      <a:ext cx="2073" cy="2071"/>
                    </a:xfrm>
                    <a:custGeom>
                      <a:avLst/>
                      <a:gdLst>
                        <a:gd name="connsiteX0" fmla="*/ 385 w 2073"/>
                        <a:gd name="connsiteY0" fmla="*/ 224 h 2071"/>
                        <a:gd name="connsiteX1" fmla="*/ 1842 w 2073"/>
                        <a:gd name="connsiteY1" fmla="*/ 382 h 2071"/>
                        <a:gd name="connsiteX2" fmla="*/ 1688 w 2073"/>
                        <a:gd name="connsiteY2" fmla="*/ 1841 h 2071"/>
                        <a:gd name="connsiteX3" fmla="*/ 232 w 2073"/>
                        <a:gd name="connsiteY3" fmla="*/ 1682 h 2071"/>
                        <a:gd name="connsiteX4" fmla="*/ 385 w 2073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385" y="224"/>
                          </a:moveTo>
                          <a:cubicBezTo>
                            <a:pt x="831" y="-125"/>
                            <a:pt x="1482" y="-62"/>
                            <a:pt x="1842" y="382"/>
                          </a:cubicBezTo>
                          <a:cubicBezTo>
                            <a:pt x="2202" y="826"/>
                            <a:pt x="2134" y="1476"/>
                            <a:pt x="1688" y="1841"/>
                          </a:cubicBezTo>
                          <a:cubicBezTo>
                            <a:pt x="1243" y="2206"/>
                            <a:pt x="591" y="2126"/>
                            <a:pt x="232" y="1682"/>
                          </a:cubicBezTo>
                          <a:cubicBezTo>
                            <a:pt x="-130" y="1239"/>
                            <a:pt x="-60" y="588"/>
                            <a:pt x="3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09" name="Freeform: Shape 808">
                      <a:extLst>
                        <a:ext uri="{FF2B5EF4-FFF2-40B4-BE49-F238E27FC236}">
                          <a16:creationId xmlns:a16="http://schemas.microsoft.com/office/drawing/2014/main" id="{E2967E20-B792-406E-11F9-5B94A4B30A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5293" y="5175165"/>
                      <a:ext cx="2072" cy="2068"/>
                    </a:xfrm>
                    <a:custGeom>
                      <a:avLst/>
                      <a:gdLst>
                        <a:gd name="connsiteX0" fmla="*/ 385 w 2072"/>
                        <a:gd name="connsiteY0" fmla="*/ 230 h 2068"/>
                        <a:gd name="connsiteX1" fmla="*/ 1842 w 2072"/>
                        <a:gd name="connsiteY1" fmla="*/ 389 h 2068"/>
                        <a:gd name="connsiteX2" fmla="*/ 1688 w 2072"/>
                        <a:gd name="connsiteY2" fmla="*/ 1832 h 2068"/>
                        <a:gd name="connsiteX3" fmla="*/ 231 w 2072"/>
                        <a:gd name="connsiteY3" fmla="*/ 1689 h 2068"/>
                        <a:gd name="connsiteX4" fmla="*/ 385 w 2072"/>
                        <a:gd name="connsiteY4" fmla="*/ 230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8">
                          <a:moveTo>
                            <a:pt x="385" y="230"/>
                          </a:moveTo>
                          <a:cubicBezTo>
                            <a:pt x="830" y="-134"/>
                            <a:pt x="1482" y="-55"/>
                            <a:pt x="1842" y="389"/>
                          </a:cubicBezTo>
                          <a:cubicBezTo>
                            <a:pt x="2201" y="833"/>
                            <a:pt x="2133" y="1483"/>
                            <a:pt x="1688" y="1832"/>
                          </a:cubicBezTo>
                          <a:cubicBezTo>
                            <a:pt x="1242" y="2196"/>
                            <a:pt x="591" y="2133"/>
                            <a:pt x="231" y="1689"/>
                          </a:cubicBezTo>
                          <a:cubicBezTo>
                            <a:pt x="-129" y="1245"/>
                            <a:pt x="-61" y="595"/>
                            <a:pt x="3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10" name="Freeform: Shape 809">
                      <a:extLst>
                        <a:ext uri="{FF2B5EF4-FFF2-40B4-BE49-F238E27FC236}">
                          <a16:creationId xmlns:a16="http://schemas.microsoft.com/office/drawing/2014/main" id="{B70F5D21-4609-67DF-64E0-25910868DF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098" y="5170751"/>
                      <a:ext cx="2072" cy="2073"/>
                    </a:xfrm>
                    <a:custGeom>
                      <a:avLst/>
                      <a:gdLst>
                        <a:gd name="connsiteX0" fmla="*/ 385 w 2072"/>
                        <a:gd name="connsiteY0" fmla="*/ 237 h 2073"/>
                        <a:gd name="connsiteX1" fmla="*/ 1842 w 2072"/>
                        <a:gd name="connsiteY1" fmla="*/ 379 h 2073"/>
                        <a:gd name="connsiteX2" fmla="*/ 1688 w 2072"/>
                        <a:gd name="connsiteY2" fmla="*/ 1838 h 2073"/>
                        <a:gd name="connsiteX3" fmla="*/ 231 w 2072"/>
                        <a:gd name="connsiteY3" fmla="*/ 1679 h 2073"/>
                        <a:gd name="connsiteX4" fmla="*/ 385 w 2072"/>
                        <a:gd name="connsiteY4" fmla="*/ 23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385" y="237"/>
                          </a:moveTo>
                          <a:cubicBezTo>
                            <a:pt x="830" y="-128"/>
                            <a:pt x="1482" y="-64"/>
                            <a:pt x="1842" y="379"/>
                          </a:cubicBezTo>
                          <a:cubicBezTo>
                            <a:pt x="2201" y="823"/>
                            <a:pt x="2133" y="1473"/>
                            <a:pt x="1688" y="1838"/>
                          </a:cubicBezTo>
                          <a:cubicBezTo>
                            <a:pt x="1242" y="2203"/>
                            <a:pt x="591" y="2139"/>
                            <a:pt x="231" y="1679"/>
                          </a:cubicBezTo>
                          <a:cubicBezTo>
                            <a:pt x="-129" y="1236"/>
                            <a:pt x="-61" y="586"/>
                            <a:pt x="385" y="2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11" name="Freeform: Shape 810">
                      <a:extLst>
                        <a:ext uri="{FF2B5EF4-FFF2-40B4-BE49-F238E27FC236}">
                          <a16:creationId xmlns:a16="http://schemas.microsoft.com/office/drawing/2014/main" id="{813EA376-BEE1-FAA3-3DAA-4B7005F2E6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799" y="5174093"/>
                      <a:ext cx="2071" cy="2071"/>
                    </a:xfrm>
                    <a:custGeom>
                      <a:avLst/>
                      <a:gdLst>
                        <a:gd name="connsiteX0" fmla="*/ 385 w 2071"/>
                        <a:gd name="connsiteY0" fmla="*/ 224 h 2071"/>
                        <a:gd name="connsiteX1" fmla="*/ 1842 w 2071"/>
                        <a:gd name="connsiteY1" fmla="*/ 382 h 2071"/>
                        <a:gd name="connsiteX2" fmla="*/ 1688 w 2071"/>
                        <a:gd name="connsiteY2" fmla="*/ 1841 h 2071"/>
                        <a:gd name="connsiteX3" fmla="*/ 231 w 2071"/>
                        <a:gd name="connsiteY3" fmla="*/ 1682 h 2071"/>
                        <a:gd name="connsiteX4" fmla="*/ 385 w 2071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1">
                          <a:moveTo>
                            <a:pt x="385" y="224"/>
                          </a:moveTo>
                          <a:cubicBezTo>
                            <a:pt x="830" y="-125"/>
                            <a:pt x="1482" y="-62"/>
                            <a:pt x="1842" y="382"/>
                          </a:cubicBezTo>
                          <a:cubicBezTo>
                            <a:pt x="2201" y="826"/>
                            <a:pt x="2132" y="1476"/>
                            <a:pt x="1688" y="1841"/>
                          </a:cubicBezTo>
                          <a:cubicBezTo>
                            <a:pt x="1242" y="2205"/>
                            <a:pt x="591" y="2126"/>
                            <a:pt x="231" y="1682"/>
                          </a:cubicBezTo>
                          <a:cubicBezTo>
                            <a:pt x="-129" y="1238"/>
                            <a:pt x="-61" y="588"/>
                            <a:pt x="3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12" name="Freeform: Shape 811">
                      <a:extLst>
                        <a:ext uri="{FF2B5EF4-FFF2-40B4-BE49-F238E27FC236}">
                          <a16:creationId xmlns:a16="http://schemas.microsoft.com/office/drawing/2014/main" id="{6B5A0584-2909-5F5F-B5BF-CFCE94A7EB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369" y="5176443"/>
                      <a:ext cx="2071" cy="2074"/>
                    </a:xfrm>
                    <a:custGeom>
                      <a:avLst/>
                      <a:gdLst>
                        <a:gd name="connsiteX0" fmla="*/ 384 w 2071"/>
                        <a:gd name="connsiteY0" fmla="*/ 237 h 2074"/>
                        <a:gd name="connsiteX1" fmla="*/ 1841 w 2071"/>
                        <a:gd name="connsiteY1" fmla="*/ 379 h 2074"/>
                        <a:gd name="connsiteX2" fmla="*/ 1687 w 2071"/>
                        <a:gd name="connsiteY2" fmla="*/ 1838 h 2074"/>
                        <a:gd name="connsiteX3" fmla="*/ 230 w 2071"/>
                        <a:gd name="connsiteY3" fmla="*/ 1695 h 2074"/>
                        <a:gd name="connsiteX4" fmla="*/ 384 w 2071"/>
                        <a:gd name="connsiteY4" fmla="*/ 237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4">
                          <a:moveTo>
                            <a:pt x="384" y="237"/>
                          </a:moveTo>
                          <a:cubicBezTo>
                            <a:pt x="830" y="-128"/>
                            <a:pt x="1481" y="-65"/>
                            <a:pt x="1841" y="379"/>
                          </a:cubicBezTo>
                          <a:cubicBezTo>
                            <a:pt x="2201" y="823"/>
                            <a:pt x="2131" y="1489"/>
                            <a:pt x="1687" y="1838"/>
                          </a:cubicBezTo>
                          <a:cubicBezTo>
                            <a:pt x="1243" y="2203"/>
                            <a:pt x="590" y="2139"/>
                            <a:pt x="230" y="1695"/>
                          </a:cubicBezTo>
                          <a:cubicBezTo>
                            <a:pt x="-130" y="1251"/>
                            <a:pt x="-60" y="586"/>
                            <a:pt x="384" y="2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13" name="Freeform: Shape 812">
                      <a:extLst>
                        <a:ext uri="{FF2B5EF4-FFF2-40B4-BE49-F238E27FC236}">
                          <a16:creationId xmlns:a16="http://schemas.microsoft.com/office/drawing/2014/main" id="{DC74783D-E401-B7E0-1D79-10AFD1C86C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488" y="5179572"/>
                      <a:ext cx="2072" cy="2071"/>
                    </a:xfrm>
                    <a:custGeom>
                      <a:avLst/>
                      <a:gdLst>
                        <a:gd name="connsiteX0" fmla="*/ 385 w 2072"/>
                        <a:gd name="connsiteY0" fmla="*/ 230 h 2071"/>
                        <a:gd name="connsiteX1" fmla="*/ 1841 w 2072"/>
                        <a:gd name="connsiteY1" fmla="*/ 389 h 2071"/>
                        <a:gd name="connsiteX2" fmla="*/ 1688 w 2072"/>
                        <a:gd name="connsiteY2" fmla="*/ 1847 h 2071"/>
                        <a:gd name="connsiteX3" fmla="*/ 231 w 2072"/>
                        <a:gd name="connsiteY3" fmla="*/ 1689 h 2071"/>
                        <a:gd name="connsiteX4" fmla="*/ 385 w 2072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385" y="230"/>
                          </a:moveTo>
                          <a:cubicBezTo>
                            <a:pt x="830" y="-134"/>
                            <a:pt x="1482" y="-55"/>
                            <a:pt x="1841" y="389"/>
                          </a:cubicBezTo>
                          <a:cubicBezTo>
                            <a:pt x="2201" y="833"/>
                            <a:pt x="2133" y="1483"/>
                            <a:pt x="1688" y="1847"/>
                          </a:cubicBezTo>
                          <a:cubicBezTo>
                            <a:pt x="1242" y="2196"/>
                            <a:pt x="591" y="2133"/>
                            <a:pt x="231" y="1689"/>
                          </a:cubicBezTo>
                          <a:cubicBezTo>
                            <a:pt x="-129" y="1245"/>
                            <a:pt x="-61" y="595"/>
                            <a:pt x="3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14" name="Freeform: Shape 813">
                      <a:extLst>
                        <a:ext uri="{FF2B5EF4-FFF2-40B4-BE49-F238E27FC236}">
                          <a16:creationId xmlns:a16="http://schemas.microsoft.com/office/drawing/2014/main" id="{14A28B61-6E71-F259-808D-EE424797B9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136" y="5182530"/>
                      <a:ext cx="2071" cy="2074"/>
                    </a:xfrm>
                    <a:custGeom>
                      <a:avLst/>
                      <a:gdLst>
                        <a:gd name="connsiteX0" fmla="*/ 384 w 2071"/>
                        <a:gd name="connsiteY0" fmla="*/ 237 h 2074"/>
                        <a:gd name="connsiteX1" fmla="*/ 1841 w 2071"/>
                        <a:gd name="connsiteY1" fmla="*/ 379 h 2074"/>
                        <a:gd name="connsiteX2" fmla="*/ 1687 w 2071"/>
                        <a:gd name="connsiteY2" fmla="*/ 1838 h 2074"/>
                        <a:gd name="connsiteX3" fmla="*/ 230 w 2071"/>
                        <a:gd name="connsiteY3" fmla="*/ 1695 h 2074"/>
                        <a:gd name="connsiteX4" fmla="*/ 384 w 2071"/>
                        <a:gd name="connsiteY4" fmla="*/ 237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4">
                          <a:moveTo>
                            <a:pt x="384" y="237"/>
                          </a:moveTo>
                          <a:cubicBezTo>
                            <a:pt x="830" y="-128"/>
                            <a:pt x="1481" y="-64"/>
                            <a:pt x="1841" y="379"/>
                          </a:cubicBezTo>
                          <a:cubicBezTo>
                            <a:pt x="2201" y="823"/>
                            <a:pt x="2133" y="1489"/>
                            <a:pt x="1687" y="1838"/>
                          </a:cubicBezTo>
                          <a:cubicBezTo>
                            <a:pt x="1242" y="2203"/>
                            <a:pt x="590" y="2139"/>
                            <a:pt x="230" y="1695"/>
                          </a:cubicBezTo>
                          <a:cubicBezTo>
                            <a:pt x="-130" y="1251"/>
                            <a:pt x="-60" y="585"/>
                            <a:pt x="384" y="2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15" name="Freeform: Shape 814">
                      <a:extLst>
                        <a:ext uri="{FF2B5EF4-FFF2-40B4-BE49-F238E27FC236}">
                          <a16:creationId xmlns:a16="http://schemas.microsoft.com/office/drawing/2014/main" id="{17B577D4-2B8E-72DE-D3C4-3DEB3520E3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814" y="5176560"/>
                      <a:ext cx="2073" cy="2071"/>
                    </a:xfrm>
                    <a:custGeom>
                      <a:avLst/>
                      <a:gdLst>
                        <a:gd name="connsiteX0" fmla="*/ 385 w 2073"/>
                        <a:gd name="connsiteY0" fmla="*/ 230 h 2071"/>
                        <a:gd name="connsiteX1" fmla="*/ 1842 w 2073"/>
                        <a:gd name="connsiteY1" fmla="*/ 389 h 2071"/>
                        <a:gd name="connsiteX2" fmla="*/ 1688 w 2073"/>
                        <a:gd name="connsiteY2" fmla="*/ 1847 h 2071"/>
                        <a:gd name="connsiteX3" fmla="*/ 231 w 2073"/>
                        <a:gd name="connsiteY3" fmla="*/ 1689 h 2071"/>
                        <a:gd name="connsiteX4" fmla="*/ 385 w 2073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385" y="230"/>
                          </a:moveTo>
                          <a:cubicBezTo>
                            <a:pt x="831" y="-134"/>
                            <a:pt x="1482" y="-55"/>
                            <a:pt x="1842" y="389"/>
                          </a:cubicBezTo>
                          <a:cubicBezTo>
                            <a:pt x="2202" y="833"/>
                            <a:pt x="2134" y="1483"/>
                            <a:pt x="1688" y="1847"/>
                          </a:cubicBezTo>
                          <a:cubicBezTo>
                            <a:pt x="1243" y="2196"/>
                            <a:pt x="591" y="2133"/>
                            <a:pt x="231" y="1689"/>
                          </a:cubicBezTo>
                          <a:cubicBezTo>
                            <a:pt x="-130" y="1245"/>
                            <a:pt x="-60" y="595"/>
                            <a:pt x="3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16" name="Freeform: Shape 815">
                      <a:extLst>
                        <a:ext uri="{FF2B5EF4-FFF2-40B4-BE49-F238E27FC236}">
                          <a16:creationId xmlns:a16="http://schemas.microsoft.com/office/drawing/2014/main" id="{CDF37413-385C-5A1A-BDF0-A3CDE8ECC3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678" y="5182181"/>
                      <a:ext cx="2072" cy="2074"/>
                    </a:xfrm>
                    <a:custGeom>
                      <a:avLst/>
                      <a:gdLst>
                        <a:gd name="connsiteX0" fmla="*/ 385 w 2072"/>
                        <a:gd name="connsiteY0" fmla="*/ 237 h 2074"/>
                        <a:gd name="connsiteX1" fmla="*/ 1841 w 2072"/>
                        <a:gd name="connsiteY1" fmla="*/ 379 h 2074"/>
                        <a:gd name="connsiteX2" fmla="*/ 1688 w 2072"/>
                        <a:gd name="connsiteY2" fmla="*/ 1838 h 2074"/>
                        <a:gd name="connsiteX3" fmla="*/ 231 w 2072"/>
                        <a:gd name="connsiteY3" fmla="*/ 1695 h 2074"/>
                        <a:gd name="connsiteX4" fmla="*/ 385 w 2072"/>
                        <a:gd name="connsiteY4" fmla="*/ 237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4">
                          <a:moveTo>
                            <a:pt x="385" y="237"/>
                          </a:moveTo>
                          <a:cubicBezTo>
                            <a:pt x="830" y="-128"/>
                            <a:pt x="1482" y="-65"/>
                            <a:pt x="1841" y="379"/>
                          </a:cubicBezTo>
                          <a:cubicBezTo>
                            <a:pt x="2201" y="839"/>
                            <a:pt x="2133" y="1489"/>
                            <a:pt x="1688" y="1838"/>
                          </a:cubicBezTo>
                          <a:cubicBezTo>
                            <a:pt x="1242" y="2203"/>
                            <a:pt x="591" y="2139"/>
                            <a:pt x="231" y="1695"/>
                          </a:cubicBezTo>
                          <a:cubicBezTo>
                            <a:pt x="-129" y="1251"/>
                            <a:pt x="-61" y="586"/>
                            <a:pt x="385" y="2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17" name="Freeform: Shape 816">
                      <a:extLst>
                        <a:ext uri="{FF2B5EF4-FFF2-40B4-BE49-F238E27FC236}">
                          <a16:creationId xmlns:a16="http://schemas.microsoft.com/office/drawing/2014/main" id="{07E1C721-B91E-5656-B08A-C921CA861E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83" y="5177771"/>
                      <a:ext cx="2072" cy="2071"/>
                    </a:xfrm>
                    <a:custGeom>
                      <a:avLst/>
                      <a:gdLst>
                        <a:gd name="connsiteX0" fmla="*/ 385 w 2072"/>
                        <a:gd name="connsiteY0" fmla="*/ 224 h 2071"/>
                        <a:gd name="connsiteX1" fmla="*/ 1842 w 2072"/>
                        <a:gd name="connsiteY1" fmla="*/ 382 h 2071"/>
                        <a:gd name="connsiteX2" fmla="*/ 1688 w 2072"/>
                        <a:gd name="connsiteY2" fmla="*/ 1841 h 2071"/>
                        <a:gd name="connsiteX3" fmla="*/ 231 w 2072"/>
                        <a:gd name="connsiteY3" fmla="*/ 1682 h 2071"/>
                        <a:gd name="connsiteX4" fmla="*/ 385 w 2072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385" y="224"/>
                          </a:moveTo>
                          <a:cubicBezTo>
                            <a:pt x="830" y="-125"/>
                            <a:pt x="1482" y="-62"/>
                            <a:pt x="1842" y="382"/>
                          </a:cubicBezTo>
                          <a:cubicBezTo>
                            <a:pt x="2201" y="826"/>
                            <a:pt x="2133" y="1476"/>
                            <a:pt x="1688" y="1841"/>
                          </a:cubicBezTo>
                          <a:cubicBezTo>
                            <a:pt x="1242" y="2205"/>
                            <a:pt x="591" y="2126"/>
                            <a:pt x="231" y="1682"/>
                          </a:cubicBezTo>
                          <a:cubicBezTo>
                            <a:pt x="-129" y="1238"/>
                            <a:pt x="-61" y="588"/>
                            <a:pt x="3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18" name="Freeform: Shape 817">
                      <a:extLst>
                        <a:ext uri="{FF2B5EF4-FFF2-40B4-BE49-F238E27FC236}">
                          <a16:creationId xmlns:a16="http://schemas.microsoft.com/office/drawing/2014/main" id="{02B2DFA5-674C-4BA3-AB8B-4D49D5FA1B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185" y="5181116"/>
                      <a:ext cx="2071" cy="2071"/>
                    </a:xfrm>
                    <a:custGeom>
                      <a:avLst/>
                      <a:gdLst>
                        <a:gd name="connsiteX0" fmla="*/ 385 w 2071"/>
                        <a:gd name="connsiteY0" fmla="*/ 224 h 2071"/>
                        <a:gd name="connsiteX1" fmla="*/ 1842 w 2071"/>
                        <a:gd name="connsiteY1" fmla="*/ 382 h 2071"/>
                        <a:gd name="connsiteX2" fmla="*/ 1688 w 2071"/>
                        <a:gd name="connsiteY2" fmla="*/ 1841 h 2071"/>
                        <a:gd name="connsiteX3" fmla="*/ 231 w 2071"/>
                        <a:gd name="connsiteY3" fmla="*/ 1682 h 2071"/>
                        <a:gd name="connsiteX4" fmla="*/ 385 w 2071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1">
                          <a:moveTo>
                            <a:pt x="385" y="224"/>
                          </a:moveTo>
                          <a:cubicBezTo>
                            <a:pt x="830" y="-125"/>
                            <a:pt x="1482" y="-62"/>
                            <a:pt x="1842" y="382"/>
                          </a:cubicBezTo>
                          <a:cubicBezTo>
                            <a:pt x="2201" y="826"/>
                            <a:pt x="2132" y="1476"/>
                            <a:pt x="1688" y="1841"/>
                          </a:cubicBezTo>
                          <a:cubicBezTo>
                            <a:pt x="1242" y="2205"/>
                            <a:pt x="591" y="2126"/>
                            <a:pt x="231" y="1682"/>
                          </a:cubicBezTo>
                          <a:cubicBezTo>
                            <a:pt x="-129" y="1238"/>
                            <a:pt x="-61" y="588"/>
                            <a:pt x="3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19" name="Freeform: Shape 818">
                      <a:extLst>
                        <a:ext uri="{FF2B5EF4-FFF2-40B4-BE49-F238E27FC236}">
                          <a16:creationId xmlns:a16="http://schemas.microsoft.com/office/drawing/2014/main" id="{200A6F80-4BD6-541B-6B27-5301C8DD67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6754" y="5183463"/>
                      <a:ext cx="2071" cy="2071"/>
                    </a:xfrm>
                    <a:custGeom>
                      <a:avLst/>
                      <a:gdLst>
                        <a:gd name="connsiteX0" fmla="*/ 384 w 2071"/>
                        <a:gd name="connsiteY0" fmla="*/ 224 h 2071"/>
                        <a:gd name="connsiteX1" fmla="*/ 1841 w 2071"/>
                        <a:gd name="connsiteY1" fmla="*/ 382 h 2071"/>
                        <a:gd name="connsiteX2" fmla="*/ 1687 w 2071"/>
                        <a:gd name="connsiteY2" fmla="*/ 1841 h 2071"/>
                        <a:gd name="connsiteX3" fmla="*/ 230 w 2071"/>
                        <a:gd name="connsiteY3" fmla="*/ 1682 h 2071"/>
                        <a:gd name="connsiteX4" fmla="*/ 384 w 2071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1">
                          <a:moveTo>
                            <a:pt x="384" y="224"/>
                          </a:moveTo>
                          <a:cubicBezTo>
                            <a:pt x="830" y="-125"/>
                            <a:pt x="1481" y="-62"/>
                            <a:pt x="1841" y="382"/>
                          </a:cubicBezTo>
                          <a:cubicBezTo>
                            <a:pt x="2201" y="826"/>
                            <a:pt x="2133" y="1476"/>
                            <a:pt x="1687" y="1841"/>
                          </a:cubicBezTo>
                          <a:cubicBezTo>
                            <a:pt x="1242" y="2205"/>
                            <a:pt x="590" y="2126"/>
                            <a:pt x="230" y="1682"/>
                          </a:cubicBezTo>
                          <a:cubicBezTo>
                            <a:pt x="-130" y="1238"/>
                            <a:pt x="-60" y="589"/>
                            <a:pt x="384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0" name="Freeform: Shape 819">
                      <a:extLst>
                        <a:ext uri="{FF2B5EF4-FFF2-40B4-BE49-F238E27FC236}">
                          <a16:creationId xmlns:a16="http://schemas.microsoft.com/office/drawing/2014/main" id="{592BC819-186F-5B44-4E96-16D5230B11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873" y="5186590"/>
                      <a:ext cx="2072" cy="2076"/>
                    </a:xfrm>
                    <a:custGeom>
                      <a:avLst/>
                      <a:gdLst>
                        <a:gd name="connsiteX0" fmla="*/ 385 w 2072"/>
                        <a:gd name="connsiteY0" fmla="*/ 236 h 2076"/>
                        <a:gd name="connsiteX1" fmla="*/ 1842 w 2072"/>
                        <a:gd name="connsiteY1" fmla="*/ 394 h 2076"/>
                        <a:gd name="connsiteX2" fmla="*/ 1688 w 2072"/>
                        <a:gd name="connsiteY2" fmla="*/ 1852 h 2076"/>
                        <a:gd name="connsiteX3" fmla="*/ 232 w 2072"/>
                        <a:gd name="connsiteY3" fmla="*/ 1694 h 2076"/>
                        <a:gd name="connsiteX4" fmla="*/ 385 w 2072"/>
                        <a:gd name="connsiteY4" fmla="*/ 236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385" y="236"/>
                          </a:moveTo>
                          <a:cubicBezTo>
                            <a:pt x="831" y="-129"/>
                            <a:pt x="1482" y="-66"/>
                            <a:pt x="1842" y="394"/>
                          </a:cubicBezTo>
                          <a:cubicBezTo>
                            <a:pt x="2202" y="838"/>
                            <a:pt x="2132" y="1488"/>
                            <a:pt x="1688" y="1852"/>
                          </a:cubicBezTo>
                          <a:cubicBezTo>
                            <a:pt x="1243" y="2201"/>
                            <a:pt x="591" y="2138"/>
                            <a:pt x="232" y="1694"/>
                          </a:cubicBezTo>
                          <a:cubicBezTo>
                            <a:pt x="-130" y="1250"/>
                            <a:pt x="-60" y="600"/>
                            <a:pt x="385" y="23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1" name="Freeform: Shape 820">
                      <a:extLst>
                        <a:ext uri="{FF2B5EF4-FFF2-40B4-BE49-F238E27FC236}">
                          <a16:creationId xmlns:a16="http://schemas.microsoft.com/office/drawing/2014/main" id="{EE898698-D9D7-9DDF-BA5D-B545085FCD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521" y="5189553"/>
                      <a:ext cx="2071" cy="2068"/>
                    </a:xfrm>
                    <a:custGeom>
                      <a:avLst/>
                      <a:gdLst>
                        <a:gd name="connsiteX0" fmla="*/ 384 w 2071"/>
                        <a:gd name="connsiteY0" fmla="*/ 237 h 2068"/>
                        <a:gd name="connsiteX1" fmla="*/ 1841 w 2071"/>
                        <a:gd name="connsiteY1" fmla="*/ 379 h 2068"/>
                        <a:gd name="connsiteX2" fmla="*/ 1687 w 2071"/>
                        <a:gd name="connsiteY2" fmla="*/ 1838 h 2068"/>
                        <a:gd name="connsiteX3" fmla="*/ 230 w 2071"/>
                        <a:gd name="connsiteY3" fmla="*/ 1679 h 2068"/>
                        <a:gd name="connsiteX4" fmla="*/ 384 w 2071"/>
                        <a:gd name="connsiteY4" fmla="*/ 237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8">
                          <a:moveTo>
                            <a:pt x="384" y="237"/>
                          </a:moveTo>
                          <a:cubicBezTo>
                            <a:pt x="830" y="-128"/>
                            <a:pt x="1481" y="-65"/>
                            <a:pt x="1841" y="379"/>
                          </a:cubicBezTo>
                          <a:cubicBezTo>
                            <a:pt x="2201" y="823"/>
                            <a:pt x="2133" y="1473"/>
                            <a:pt x="1687" y="1838"/>
                          </a:cubicBezTo>
                          <a:cubicBezTo>
                            <a:pt x="1242" y="2203"/>
                            <a:pt x="590" y="2123"/>
                            <a:pt x="230" y="1679"/>
                          </a:cubicBezTo>
                          <a:cubicBezTo>
                            <a:pt x="-130" y="1251"/>
                            <a:pt x="-60" y="586"/>
                            <a:pt x="384" y="2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2" name="Freeform: Shape 821">
                      <a:extLst>
                        <a:ext uri="{FF2B5EF4-FFF2-40B4-BE49-F238E27FC236}">
                          <a16:creationId xmlns:a16="http://schemas.microsoft.com/office/drawing/2014/main" id="{B010D628-5C53-3E84-2D08-276A43914E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5728" y="5186801"/>
                      <a:ext cx="2071" cy="2077"/>
                    </a:xfrm>
                    <a:custGeom>
                      <a:avLst/>
                      <a:gdLst>
                        <a:gd name="connsiteX0" fmla="*/ 384 w 2071"/>
                        <a:gd name="connsiteY0" fmla="*/ 231 h 2077"/>
                        <a:gd name="connsiteX1" fmla="*/ 1841 w 2071"/>
                        <a:gd name="connsiteY1" fmla="*/ 389 h 2077"/>
                        <a:gd name="connsiteX2" fmla="*/ 1687 w 2071"/>
                        <a:gd name="connsiteY2" fmla="*/ 1847 h 2077"/>
                        <a:gd name="connsiteX3" fmla="*/ 230 w 2071"/>
                        <a:gd name="connsiteY3" fmla="*/ 1689 h 2077"/>
                        <a:gd name="connsiteX4" fmla="*/ 384 w 2071"/>
                        <a:gd name="connsiteY4" fmla="*/ 231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7">
                          <a:moveTo>
                            <a:pt x="384" y="231"/>
                          </a:moveTo>
                          <a:cubicBezTo>
                            <a:pt x="830" y="-134"/>
                            <a:pt x="1481" y="-55"/>
                            <a:pt x="1841" y="389"/>
                          </a:cubicBezTo>
                          <a:cubicBezTo>
                            <a:pt x="2201" y="833"/>
                            <a:pt x="2133" y="1483"/>
                            <a:pt x="1687" y="1847"/>
                          </a:cubicBezTo>
                          <a:cubicBezTo>
                            <a:pt x="1242" y="2212"/>
                            <a:pt x="590" y="2133"/>
                            <a:pt x="230" y="1689"/>
                          </a:cubicBezTo>
                          <a:cubicBezTo>
                            <a:pt x="-130" y="1245"/>
                            <a:pt x="-60" y="595"/>
                            <a:pt x="384" y="2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3" name="Freeform: Shape 822">
                      <a:extLst>
                        <a:ext uri="{FF2B5EF4-FFF2-40B4-BE49-F238E27FC236}">
                          <a16:creationId xmlns:a16="http://schemas.microsoft.com/office/drawing/2014/main" id="{D26E9017-D728-230D-B23F-45ED3A9624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593" y="5192428"/>
                      <a:ext cx="2071" cy="2069"/>
                    </a:xfrm>
                    <a:custGeom>
                      <a:avLst/>
                      <a:gdLst>
                        <a:gd name="connsiteX0" fmla="*/ 385 w 2071"/>
                        <a:gd name="connsiteY0" fmla="*/ 232 h 2069"/>
                        <a:gd name="connsiteX1" fmla="*/ 1842 w 2071"/>
                        <a:gd name="connsiteY1" fmla="*/ 374 h 2069"/>
                        <a:gd name="connsiteX2" fmla="*/ 1688 w 2071"/>
                        <a:gd name="connsiteY2" fmla="*/ 1833 h 2069"/>
                        <a:gd name="connsiteX3" fmla="*/ 231 w 2071"/>
                        <a:gd name="connsiteY3" fmla="*/ 1690 h 2069"/>
                        <a:gd name="connsiteX4" fmla="*/ 385 w 2071"/>
                        <a:gd name="connsiteY4" fmla="*/ 232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9">
                          <a:moveTo>
                            <a:pt x="385" y="232"/>
                          </a:moveTo>
                          <a:cubicBezTo>
                            <a:pt x="830" y="-133"/>
                            <a:pt x="1482" y="-54"/>
                            <a:pt x="1842" y="374"/>
                          </a:cubicBezTo>
                          <a:cubicBezTo>
                            <a:pt x="2201" y="834"/>
                            <a:pt x="2132" y="1484"/>
                            <a:pt x="1688" y="1833"/>
                          </a:cubicBezTo>
                          <a:cubicBezTo>
                            <a:pt x="1242" y="2197"/>
                            <a:pt x="591" y="2134"/>
                            <a:pt x="231" y="1690"/>
                          </a:cubicBezTo>
                          <a:cubicBezTo>
                            <a:pt x="-129" y="1246"/>
                            <a:pt x="-61" y="580"/>
                            <a:pt x="385" y="23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4" name="Freeform: Shape 823">
                      <a:extLst>
                        <a:ext uri="{FF2B5EF4-FFF2-40B4-BE49-F238E27FC236}">
                          <a16:creationId xmlns:a16="http://schemas.microsoft.com/office/drawing/2014/main" id="{3526BF27-FD48-6395-C061-F493ECAA2E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398" y="5188015"/>
                      <a:ext cx="2071" cy="2073"/>
                    </a:xfrm>
                    <a:custGeom>
                      <a:avLst/>
                      <a:gdLst>
                        <a:gd name="connsiteX0" fmla="*/ 385 w 2071"/>
                        <a:gd name="connsiteY0" fmla="*/ 237 h 2073"/>
                        <a:gd name="connsiteX1" fmla="*/ 1842 w 2071"/>
                        <a:gd name="connsiteY1" fmla="*/ 380 h 2073"/>
                        <a:gd name="connsiteX2" fmla="*/ 1688 w 2071"/>
                        <a:gd name="connsiteY2" fmla="*/ 1838 h 2073"/>
                        <a:gd name="connsiteX3" fmla="*/ 231 w 2071"/>
                        <a:gd name="connsiteY3" fmla="*/ 1679 h 2073"/>
                        <a:gd name="connsiteX4" fmla="*/ 385 w 2071"/>
                        <a:gd name="connsiteY4" fmla="*/ 23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385" y="237"/>
                          </a:moveTo>
                          <a:cubicBezTo>
                            <a:pt x="830" y="-128"/>
                            <a:pt x="1482" y="-64"/>
                            <a:pt x="1842" y="380"/>
                          </a:cubicBezTo>
                          <a:cubicBezTo>
                            <a:pt x="2201" y="823"/>
                            <a:pt x="2132" y="1473"/>
                            <a:pt x="1688" y="1838"/>
                          </a:cubicBezTo>
                          <a:cubicBezTo>
                            <a:pt x="1242" y="2203"/>
                            <a:pt x="591" y="2139"/>
                            <a:pt x="231" y="1679"/>
                          </a:cubicBezTo>
                          <a:cubicBezTo>
                            <a:pt x="-129" y="1235"/>
                            <a:pt x="-61" y="586"/>
                            <a:pt x="385" y="2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5" name="Freeform: Shape 824">
                      <a:extLst>
                        <a:ext uri="{FF2B5EF4-FFF2-40B4-BE49-F238E27FC236}">
                          <a16:creationId xmlns:a16="http://schemas.microsoft.com/office/drawing/2014/main" id="{8E1F2CFF-9EAF-6C06-3DF3-F9E5C97CBB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099" y="5191358"/>
                      <a:ext cx="2072" cy="2071"/>
                    </a:xfrm>
                    <a:custGeom>
                      <a:avLst/>
                      <a:gdLst>
                        <a:gd name="connsiteX0" fmla="*/ 385 w 2072"/>
                        <a:gd name="connsiteY0" fmla="*/ 224 h 2071"/>
                        <a:gd name="connsiteX1" fmla="*/ 1842 w 2072"/>
                        <a:gd name="connsiteY1" fmla="*/ 382 h 2071"/>
                        <a:gd name="connsiteX2" fmla="*/ 1688 w 2072"/>
                        <a:gd name="connsiteY2" fmla="*/ 1841 h 2071"/>
                        <a:gd name="connsiteX3" fmla="*/ 231 w 2072"/>
                        <a:gd name="connsiteY3" fmla="*/ 1682 h 2071"/>
                        <a:gd name="connsiteX4" fmla="*/ 385 w 2072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385" y="224"/>
                          </a:moveTo>
                          <a:cubicBezTo>
                            <a:pt x="830" y="-125"/>
                            <a:pt x="1482" y="-62"/>
                            <a:pt x="1842" y="382"/>
                          </a:cubicBezTo>
                          <a:cubicBezTo>
                            <a:pt x="2201" y="826"/>
                            <a:pt x="2133" y="1476"/>
                            <a:pt x="1688" y="1841"/>
                          </a:cubicBezTo>
                          <a:cubicBezTo>
                            <a:pt x="1242" y="2206"/>
                            <a:pt x="591" y="2126"/>
                            <a:pt x="231" y="1682"/>
                          </a:cubicBezTo>
                          <a:cubicBezTo>
                            <a:pt x="-129" y="1239"/>
                            <a:pt x="-61" y="588"/>
                            <a:pt x="3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6" name="Freeform: Shape 825">
                      <a:extLst>
                        <a:ext uri="{FF2B5EF4-FFF2-40B4-BE49-F238E27FC236}">
                          <a16:creationId xmlns:a16="http://schemas.microsoft.com/office/drawing/2014/main" id="{2232FCA2-663D-9FDE-7D2D-21139CD663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669" y="5193707"/>
                      <a:ext cx="2071" cy="2073"/>
                    </a:xfrm>
                    <a:custGeom>
                      <a:avLst/>
                      <a:gdLst>
                        <a:gd name="connsiteX0" fmla="*/ 384 w 2071"/>
                        <a:gd name="connsiteY0" fmla="*/ 237 h 2073"/>
                        <a:gd name="connsiteX1" fmla="*/ 1841 w 2071"/>
                        <a:gd name="connsiteY1" fmla="*/ 379 h 2073"/>
                        <a:gd name="connsiteX2" fmla="*/ 1687 w 2071"/>
                        <a:gd name="connsiteY2" fmla="*/ 1838 h 2073"/>
                        <a:gd name="connsiteX3" fmla="*/ 230 w 2071"/>
                        <a:gd name="connsiteY3" fmla="*/ 1679 h 2073"/>
                        <a:gd name="connsiteX4" fmla="*/ 384 w 2071"/>
                        <a:gd name="connsiteY4" fmla="*/ 23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384" y="237"/>
                          </a:moveTo>
                          <a:cubicBezTo>
                            <a:pt x="830" y="-128"/>
                            <a:pt x="1481" y="-65"/>
                            <a:pt x="1841" y="379"/>
                          </a:cubicBezTo>
                          <a:cubicBezTo>
                            <a:pt x="2201" y="823"/>
                            <a:pt x="2133" y="1473"/>
                            <a:pt x="1687" y="1838"/>
                          </a:cubicBezTo>
                          <a:cubicBezTo>
                            <a:pt x="1242" y="2203"/>
                            <a:pt x="590" y="2139"/>
                            <a:pt x="230" y="1679"/>
                          </a:cubicBezTo>
                          <a:cubicBezTo>
                            <a:pt x="-130" y="1251"/>
                            <a:pt x="-60" y="586"/>
                            <a:pt x="384" y="2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7" name="Freeform: Shape 826">
                      <a:extLst>
                        <a:ext uri="{FF2B5EF4-FFF2-40B4-BE49-F238E27FC236}">
                          <a16:creationId xmlns:a16="http://schemas.microsoft.com/office/drawing/2014/main" id="{54C0CFBB-768A-D02D-8E64-BC5BFB0764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284" y="5200727"/>
                      <a:ext cx="2071" cy="2071"/>
                    </a:xfrm>
                    <a:custGeom>
                      <a:avLst/>
                      <a:gdLst>
                        <a:gd name="connsiteX0" fmla="*/ 385 w 2071"/>
                        <a:gd name="connsiteY0" fmla="*/ 224 h 2071"/>
                        <a:gd name="connsiteX1" fmla="*/ 1842 w 2071"/>
                        <a:gd name="connsiteY1" fmla="*/ 382 h 2071"/>
                        <a:gd name="connsiteX2" fmla="*/ 1688 w 2071"/>
                        <a:gd name="connsiteY2" fmla="*/ 1841 h 2071"/>
                        <a:gd name="connsiteX3" fmla="*/ 231 w 2071"/>
                        <a:gd name="connsiteY3" fmla="*/ 1682 h 2071"/>
                        <a:gd name="connsiteX4" fmla="*/ 385 w 2071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1">
                          <a:moveTo>
                            <a:pt x="385" y="224"/>
                          </a:moveTo>
                          <a:cubicBezTo>
                            <a:pt x="830" y="-125"/>
                            <a:pt x="1482" y="-62"/>
                            <a:pt x="1842" y="382"/>
                          </a:cubicBezTo>
                          <a:cubicBezTo>
                            <a:pt x="2201" y="826"/>
                            <a:pt x="2132" y="1476"/>
                            <a:pt x="1688" y="1841"/>
                          </a:cubicBezTo>
                          <a:cubicBezTo>
                            <a:pt x="1242" y="2205"/>
                            <a:pt x="591" y="2126"/>
                            <a:pt x="231" y="1682"/>
                          </a:cubicBezTo>
                          <a:cubicBezTo>
                            <a:pt x="-129" y="1238"/>
                            <a:pt x="-61" y="589"/>
                            <a:pt x="3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8" name="Freeform: Shape 827">
                      <a:extLst>
                        <a:ext uri="{FF2B5EF4-FFF2-40B4-BE49-F238E27FC236}">
                          <a16:creationId xmlns:a16="http://schemas.microsoft.com/office/drawing/2014/main" id="{74AF5DB3-79B9-0E2C-87C4-A4FC943CA5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054" y="5199588"/>
                      <a:ext cx="2071" cy="2074"/>
                    </a:xfrm>
                    <a:custGeom>
                      <a:avLst/>
                      <a:gdLst>
                        <a:gd name="connsiteX0" fmla="*/ 385 w 2071"/>
                        <a:gd name="connsiteY0" fmla="*/ 237 h 2074"/>
                        <a:gd name="connsiteX1" fmla="*/ 1841 w 2071"/>
                        <a:gd name="connsiteY1" fmla="*/ 379 h 2074"/>
                        <a:gd name="connsiteX2" fmla="*/ 1688 w 2071"/>
                        <a:gd name="connsiteY2" fmla="*/ 1838 h 2074"/>
                        <a:gd name="connsiteX3" fmla="*/ 231 w 2071"/>
                        <a:gd name="connsiteY3" fmla="*/ 1695 h 2074"/>
                        <a:gd name="connsiteX4" fmla="*/ 385 w 2071"/>
                        <a:gd name="connsiteY4" fmla="*/ 237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4">
                          <a:moveTo>
                            <a:pt x="385" y="237"/>
                          </a:moveTo>
                          <a:cubicBezTo>
                            <a:pt x="830" y="-128"/>
                            <a:pt x="1482" y="-64"/>
                            <a:pt x="1841" y="379"/>
                          </a:cubicBezTo>
                          <a:cubicBezTo>
                            <a:pt x="2201" y="839"/>
                            <a:pt x="2132" y="1489"/>
                            <a:pt x="1688" y="1838"/>
                          </a:cubicBezTo>
                          <a:cubicBezTo>
                            <a:pt x="1244" y="2203"/>
                            <a:pt x="591" y="2139"/>
                            <a:pt x="231" y="1695"/>
                          </a:cubicBezTo>
                          <a:cubicBezTo>
                            <a:pt x="-129" y="1251"/>
                            <a:pt x="-61" y="585"/>
                            <a:pt x="385" y="2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29" name="Freeform: Shape 828">
                      <a:extLst>
                        <a:ext uri="{FF2B5EF4-FFF2-40B4-BE49-F238E27FC236}">
                          <a16:creationId xmlns:a16="http://schemas.microsoft.com/office/drawing/2014/main" id="{D5C2A266-0034-E707-0FAC-1668DDCDB3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0845" y="5177521"/>
                      <a:ext cx="2072" cy="2073"/>
                    </a:xfrm>
                    <a:custGeom>
                      <a:avLst/>
                      <a:gdLst>
                        <a:gd name="connsiteX0" fmla="*/ 385 w 2072"/>
                        <a:gd name="connsiteY0" fmla="*/ 237 h 2073"/>
                        <a:gd name="connsiteX1" fmla="*/ 1842 w 2072"/>
                        <a:gd name="connsiteY1" fmla="*/ 380 h 2073"/>
                        <a:gd name="connsiteX2" fmla="*/ 1688 w 2072"/>
                        <a:gd name="connsiteY2" fmla="*/ 1838 h 2073"/>
                        <a:gd name="connsiteX3" fmla="*/ 232 w 2072"/>
                        <a:gd name="connsiteY3" fmla="*/ 1679 h 2073"/>
                        <a:gd name="connsiteX4" fmla="*/ 385 w 2072"/>
                        <a:gd name="connsiteY4" fmla="*/ 23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385" y="237"/>
                          </a:moveTo>
                          <a:cubicBezTo>
                            <a:pt x="831" y="-128"/>
                            <a:pt x="1482" y="-64"/>
                            <a:pt x="1842" y="380"/>
                          </a:cubicBezTo>
                          <a:cubicBezTo>
                            <a:pt x="2202" y="823"/>
                            <a:pt x="2132" y="1473"/>
                            <a:pt x="1688" y="1838"/>
                          </a:cubicBezTo>
                          <a:cubicBezTo>
                            <a:pt x="1245" y="2203"/>
                            <a:pt x="591" y="2139"/>
                            <a:pt x="232" y="1679"/>
                          </a:cubicBezTo>
                          <a:cubicBezTo>
                            <a:pt x="-130" y="1235"/>
                            <a:pt x="-60" y="586"/>
                            <a:pt x="385" y="2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30" name="Freeform: Shape 829">
                      <a:extLst>
                        <a:ext uri="{FF2B5EF4-FFF2-40B4-BE49-F238E27FC236}">
                          <a16:creationId xmlns:a16="http://schemas.microsoft.com/office/drawing/2014/main" id="{89A60E6D-4B22-82F3-BC05-CC38955899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710" y="5183146"/>
                      <a:ext cx="2072" cy="2064"/>
                    </a:xfrm>
                    <a:custGeom>
                      <a:avLst/>
                      <a:gdLst>
                        <a:gd name="connsiteX0" fmla="*/ 385 w 2072"/>
                        <a:gd name="connsiteY0" fmla="*/ 224 h 2064"/>
                        <a:gd name="connsiteX1" fmla="*/ 1842 w 2072"/>
                        <a:gd name="connsiteY1" fmla="*/ 382 h 2064"/>
                        <a:gd name="connsiteX2" fmla="*/ 1688 w 2072"/>
                        <a:gd name="connsiteY2" fmla="*/ 1841 h 2064"/>
                        <a:gd name="connsiteX3" fmla="*/ 231 w 2072"/>
                        <a:gd name="connsiteY3" fmla="*/ 1682 h 2064"/>
                        <a:gd name="connsiteX4" fmla="*/ 385 w 2072"/>
                        <a:gd name="connsiteY4" fmla="*/ 224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4">
                          <a:moveTo>
                            <a:pt x="385" y="224"/>
                          </a:moveTo>
                          <a:cubicBezTo>
                            <a:pt x="830" y="-125"/>
                            <a:pt x="1482" y="-62"/>
                            <a:pt x="1842" y="382"/>
                          </a:cubicBezTo>
                          <a:cubicBezTo>
                            <a:pt x="2201" y="826"/>
                            <a:pt x="2133" y="1476"/>
                            <a:pt x="1688" y="1841"/>
                          </a:cubicBezTo>
                          <a:cubicBezTo>
                            <a:pt x="1242" y="2190"/>
                            <a:pt x="591" y="2126"/>
                            <a:pt x="231" y="1682"/>
                          </a:cubicBezTo>
                          <a:cubicBezTo>
                            <a:pt x="-129" y="1238"/>
                            <a:pt x="-61" y="588"/>
                            <a:pt x="3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31" name="Freeform: Shape 830">
                      <a:extLst>
                        <a:ext uri="{FF2B5EF4-FFF2-40B4-BE49-F238E27FC236}">
                          <a16:creationId xmlns:a16="http://schemas.microsoft.com/office/drawing/2014/main" id="{7D605575-D9A5-CAA6-CC80-C753167222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5515" y="5178732"/>
                      <a:ext cx="2071" cy="2071"/>
                    </a:xfrm>
                    <a:custGeom>
                      <a:avLst/>
                      <a:gdLst>
                        <a:gd name="connsiteX0" fmla="*/ 384 w 2071"/>
                        <a:gd name="connsiteY0" fmla="*/ 230 h 2071"/>
                        <a:gd name="connsiteX1" fmla="*/ 1841 w 2071"/>
                        <a:gd name="connsiteY1" fmla="*/ 389 h 2071"/>
                        <a:gd name="connsiteX2" fmla="*/ 1687 w 2071"/>
                        <a:gd name="connsiteY2" fmla="*/ 1847 h 2071"/>
                        <a:gd name="connsiteX3" fmla="*/ 230 w 2071"/>
                        <a:gd name="connsiteY3" fmla="*/ 1689 h 2071"/>
                        <a:gd name="connsiteX4" fmla="*/ 384 w 2071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1">
                          <a:moveTo>
                            <a:pt x="384" y="230"/>
                          </a:moveTo>
                          <a:cubicBezTo>
                            <a:pt x="830" y="-134"/>
                            <a:pt x="1481" y="-55"/>
                            <a:pt x="1841" y="389"/>
                          </a:cubicBezTo>
                          <a:cubicBezTo>
                            <a:pt x="2201" y="833"/>
                            <a:pt x="2133" y="1483"/>
                            <a:pt x="1687" y="1847"/>
                          </a:cubicBezTo>
                          <a:cubicBezTo>
                            <a:pt x="1242" y="2196"/>
                            <a:pt x="590" y="2133"/>
                            <a:pt x="230" y="1689"/>
                          </a:cubicBezTo>
                          <a:cubicBezTo>
                            <a:pt x="-130" y="1245"/>
                            <a:pt x="-60" y="595"/>
                            <a:pt x="384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32" name="Freeform: Shape 831">
                      <a:extLst>
                        <a:ext uri="{FF2B5EF4-FFF2-40B4-BE49-F238E27FC236}">
                          <a16:creationId xmlns:a16="http://schemas.microsoft.com/office/drawing/2014/main" id="{EBB23D14-3190-336F-0CEA-1B79238D9E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216" y="5182072"/>
                      <a:ext cx="2072" cy="2073"/>
                    </a:xfrm>
                    <a:custGeom>
                      <a:avLst/>
                      <a:gdLst>
                        <a:gd name="connsiteX0" fmla="*/ 385 w 2072"/>
                        <a:gd name="connsiteY0" fmla="*/ 235 h 2073"/>
                        <a:gd name="connsiteX1" fmla="*/ 1842 w 2072"/>
                        <a:gd name="connsiteY1" fmla="*/ 394 h 2073"/>
                        <a:gd name="connsiteX2" fmla="*/ 1688 w 2072"/>
                        <a:gd name="connsiteY2" fmla="*/ 1837 h 2073"/>
                        <a:gd name="connsiteX3" fmla="*/ 231 w 2072"/>
                        <a:gd name="connsiteY3" fmla="*/ 1694 h 2073"/>
                        <a:gd name="connsiteX4" fmla="*/ 385 w 2072"/>
                        <a:gd name="connsiteY4" fmla="*/ 235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385" y="235"/>
                          </a:moveTo>
                          <a:cubicBezTo>
                            <a:pt x="830" y="-129"/>
                            <a:pt x="1482" y="-66"/>
                            <a:pt x="1842" y="394"/>
                          </a:cubicBezTo>
                          <a:cubicBezTo>
                            <a:pt x="2201" y="838"/>
                            <a:pt x="2133" y="1488"/>
                            <a:pt x="1688" y="1837"/>
                          </a:cubicBezTo>
                          <a:cubicBezTo>
                            <a:pt x="1242" y="2201"/>
                            <a:pt x="591" y="2138"/>
                            <a:pt x="231" y="1694"/>
                          </a:cubicBezTo>
                          <a:cubicBezTo>
                            <a:pt x="-129" y="1250"/>
                            <a:pt x="-61" y="600"/>
                            <a:pt x="385" y="2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33" name="Freeform: Shape 832">
                      <a:extLst>
                        <a:ext uri="{FF2B5EF4-FFF2-40B4-BE49-F238E27FC236}">
                          <a16:creationId xmlns:a16="http://schemas.microsoft.com/office/drawing/2014/main" id="{85B03E3B-08B0-55B7-E74D-5133C650BF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786" y="5184423"/>
                      <a:ext cx="2071" cy="2071"/>
                    </a:xfrm>
                    <a:custGeom>
                      <a:avLst/>
                      <a:gdLst>
                        <a:gd name="connsiteX0" fmla="*/ 384 w 2071"/>
                        <a:gd name="connsiteY0" fmla="*/ 231 h 2071"/>
                        <a:gd name="connsiteX1" fmla="*/ 1841 w 2071"/>
                        <a:gd name="connsiteY1" fmla="*/ 389 h 2071"/>
                        <a:gd name="connsiteX2" fmla="*/ 1687 w 2071"/>
                        <a:gd name="connsiteY2" fmla="*/ 1847 h 2071"/>
                        <a:gd name="connsiteX3" fmla="*/ 230 w 2071"/>
                        <a:gd name="connsiteY3" fmla="*/ 1689 h 2071"/>
                        <a:gd name="connsiteX4" fmla="*/ 384 w 2071"/>
                        <a:gd name="connsiteY4" fmla="*/ 231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1">
                          <a:moveTo>
                            <a:pt x="384" y="231"/>
                          </a:moveTo>
                          <a:cubicBezTo>
                            <a:pt x="830" y="-134"/>
                            <a:pt x="1481" y="-55"/>
                            <a:pt x="1841" y="389"/>
                          </a:cubicBezTo>
                          <a:cubicBezTo>
                            <a:pt x="2201" y="833"/>
                            <a:pt x="2133" y="1483"/>
                            <a:pt x="1687" y="1847"/>
                          </a:cubicBezTo>
                          <a:cubicBezTo>
                            <a:pt x="1242" y="2196"/>
                            <a:pt x="590" y="2133"/>
                            <a:pt x="230" y="1689"/>
                          </a:cubicBezTo>
                          <a:cubicBezTo>
                            <a:pt x="-130" y="1245"/>
                            <a:pt x="-60" y="595"/>
                            <a:pt x="384" y="2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34" name="Freeform: Shape 833">
                      <a:extLst>
                        <a:ext uri="{FF2B5EF4-FFF2-40B4-BE49-F238E27FC236}">
                          <a16:creationId xmlns:a16="http://schemas.microsoft.com/office/drawing/2014/main" id="{771C2CE1-FD45-E308-5A13-9C9629B2E7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6697" y="5196773"/>
                      <a:ext cx="2073" cy="2071"/>
                    </a:xfrm>
                    <a:custGeom>
                      <a:avLst/>
                      <a:gdLst>
                        <a:gd name="connsiteX0" fmla="*/ 385 w 2073"/>
                        <a:gd name="connsiteY0" fmla="*/ 230 h 2071"/>
                        <a:gd name="connsiteX1" fmla="*/ 1842 w 2073"/>
                        <a:gd name="connsiteY1" fmla="*/ 389 h 2071"/>
                        <a:gd name="connsiteX2" fmla="*/ 1688 w 2073"/>
                        <a:gd name="connsiteY2" fmla="*/ 1847 h 2071"/>
                        <a:gd name="connsiteX3" fmla="*/ 232 w 2073"/>
                        <a:gd name="connsiteY3" fmla="*/ 1689 h 2071"/>
                        <a:gd name="connsiteX4" fmla="*/ 385 w 2073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385" y="230"/>
                          </a:moveTo>
                          <a:cubicBezTo>
                            <a:pt x="831" y="-134"/>
                            <a:pt x="1482" y="-55"/>
                            <a:pt x="1842" y="389"/>
                          </a:cubicBezTo>
                          <a:cubicBezTo>
                            <a:pt x="2202" y="833"/>
                            <a:pt x="2134" y="1483"/>
                            <a:pt x="1688" y="1847"/>
                          </a:cubicBezTo>
                          <a:cubicBezTo>
                            <a:pt x="1243" y="2196"/>
                            <a:pt x="591" y="2133"/>
                            <a:pt x="232" y="1689"/>
                          </a:cubicBezTo>
                          <a:cubicBezTo>
                            <a:pt x="-130" y="1245"/>
                            <a:pt x="-60" y="595"/>
                            <a:pt x="3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35" name="Freeform: Shape 834">
                      <a:extLst>
                        <a:ext uri="{FF2B5EF4-FFF2-40B4-BE49-F238E27FC236}">
                          <a16:creationId xmlns:a16="http://schemas.microsoft.com/office/drawing/2014/main" id="{13C4C679-F254-4C13-48CF-5B06D410D9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4553" y="5190511"/>
                      <a:ext cx="2071" cy="2071"/>
                    </a:xfrm>
                    <a:custGeom>
                      <a:avLst/>
                      <a:gdLst>
                        <a:gd name="connsiteX0" fmla="*/ 384 w 2071"/>
                        <a:gd name="connsiteY0" fmla="*/ 230 h 2071"/>
                        <a:gd name="connsiteX1" fmla="*/ 1841 w 2071"/>
                        <a:gd name="connsiteY1" fmla="*/ 389 h 2071"/>
                        <a:gd name="connsiteX2" fmla="*/ 1687 w 2071"/>
                        <a:gd name="connsiteY2" fmla="*/ 1848 h 2071"/>
                        <a:gd name="connsiteX3" fmla="*/ 230 w 2071"/>
                        <a:gd name="connsiteY3" fmla="*/ 1689 h 2071"/>
                        <a:gd name="connsiteX4" fmla="*/ 384 w 2071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1">
                          <a:moveTo>
                            <a:pt x="384" y="230"/>
                          </a:moveTo>
                          <a:cubicBezTo>
                            <a:pt x="830" y="-134"/>
                            <a:pt x="1481" y="-55"/>
                            <a:pt x="1841" y="389"/>
                          </a:cubicBezTo>
                          <a:cubicBezTo>
                            <a:pt x="2201" y="833"/>
                            <a:pt x="2133" y="1483"/>
                            <a:pt x="1687" y="1848"/>
                          </a:cubicBezTo>
                          <a:cubicBezTo>
                            <a:pt x="1242" y="2196"/>
                            <a:pt x="590" y="2133"/>
                            <a:pt x="230" y="1689"/>
                          </a:cubicBezTo>
                          <a:cubicBezTo>
                            <a:pt x="-130" y="1245"/>
                            <a:pt x="-60" y="595"/>
                            <a:pt x="384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36" name="Freeform: Shape 835">
                      <a:extLst>
                        <a:ext uri="{FF2B5EF4-FFF2-40B4-BE49-F238E27FC236}">
                          <a16:creationId xmlns:a16="http://schemas.microsoft.com/office/drawing/2014/main" id="{4CC4E475-A023-0165-3AB9-6D1051BB0F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7876" y="5160986"/>
                      <a:ext cx="2071" cy="2074"/>
                    </a:xfrm>
                    <a:custGeom>
                      <a:avLst/>
                      <a:gdLst>
                        <a:gd name="connsiteX0" fmla="*/ 384 w 2071"/>
                        <a:gd name="connsiteY0" fmla="*/ 237 h 2074"/>
                        <a:gd name="connsiteX1" fmla="*/ 1841 w 2071"/>
                        <a:gd name="connsiteY1" fmla="*/ 379 h 2074"/>
                        <a:gd name="connsiteX2" fmla="*/ 1687 w 2071"/>
                        <a:gd name="connsiteY2" fmla="*/ 1838 h 2074"/>
                        <a:gd name="connsiteX3" fmla="*/ 230 w 2071"/>
                        <a:gd name="connsiteY3" fmla="*/ 1695 h 2074"/>
                        <a:gd name="connsiteX4" fmla="*/ 384 w 2071"/>
                        <a:gd name="connsiteY4" fmla="*/ 237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4">
                          <a:moveTo>
                            <a:pt x="384" y="237"/>
                          </a:moveTo>
                          <a:cubicBezTo>
                            <a:pt x="830" y="-128"/>
                            <a:pt x="1481" y="-65"/>
                            <a:pt x="1841" y="379"/>
                          </a:cubicBezTo>
                          <a:cubicBezTo>
                            <a:pt x="2201" y="823"/>
                            <a:pt x="2133" y="1489"/>
                            <a:pt x="1687" y="1838"/>
                          </a:cubicBezTo>
                          <a:cubicBezTo>
                            <a:pt x="1242" y="2203"/>
                            <a:pt x="590" y="2139"/>
                            <a:pt x="230" y="1695"/>
                          </a:cubicBezTo>
                          <a:cubicBezTo>
                            <a:pt x="-130" y="1236"/>
                            <a:pt x="-60" y="586"/>
                            <a:pt x="384" y="2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37" name="Freeform: Shape 836">
                      <a:extLst>
                        <a:ext uri="{FF2B5EF4-FFF2-40B4-BE49-F238E27FC236}">
                          <a16:creationId xmlns:a16="http://schemas.microsoft.com/office/drawing/2014/main" id="{ECAE6039-BF16-9D18-84A8-3210E98638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741" y="5166604"/>
                      <a:ext cx="2072" cy="2077"/>
                    </a:xfrm>
                    <a:custGeom>
                      <a:avLst/>
                      <a:gdLst>
                        <a:gd name="connsiteX0" fmla="*/ 385 w 2072"/>
                        <a:gd name="connsiteY0" fmla="*/ 231 h 2077"/>
                        <a:gd name="connsiteX1" fmla="*/ 1842 w 2072"/>
                        <a:gd name="connsiteY1" fmla="*/ 389 h 2077"/>
                        <a:gd name="connsiteX2" fmla="*/ 1688 w 2072"/>
                        <a:gd name="connsiteY2" fmla="*/ 1847 h 2077"/>
                        <a:gd name="connsiteX3" fmla="*/ 231 w 2072"/>
                        <a:gd name="connsiteY3" fmla="*/ 1689 h 2077"/>
                        <a:gd name="connsiteX4" fmla="*/ 385 w 2072"/>
                        <a:gd name="connsiteY4" fmla="*/ 231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7">
                          <a:moveTo>
                            <a:pt x="385" y="231"/>
                          </a:moveTo>
                          <a:cubicBezTo>
                            <a:pt x="831" y="-134"/>
                            <a:pt x="1482" y="-55"/>
                            <a:pt x="1842" y="389"/>
                          </a:cubicBezTo>
                          <a:cubicBezTo>
                            <a:pt x="2202" y="833"/>
                            <a:pt x="2132" y="1483"/>
                            <a:pt x="1688" y="1847"/>
                          </a:cubicBezTo>
                          <a:cubicBezTo>
                            <a:pt x="1243" y="2212"/>
                            <a:pt x="591" y="2133"/>
                            <a:pt x="231" y="1689"/>
                          </a:cubicBezTo>
                          <a:cubicBezTo>
                            <a:pt x="-130" y="1245"/>
                            <a:pt x="-60" y="595"/>
                            <a:pt x="385" y="2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38" name="Freeform: Shape 837">
                      <a:extLst>
                        <a:ext uri="{FF2B5EF4-FFF2-40B4-BE49-F238E27FC236}">
                          <a16:creationId xmlns:a16="http://schemas.microsoft.com/office/drawing/2014/main" id="{6CB6E84D-D57C-A03A-DAF0-D0AF07AB99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907" y="5159296"/>
                      <a:ext cx="2071" cy="2071"/>
                    </a:xfrm>
                    <a:custGeom>
                      <a:avLst/>
                      <a:gdLst>
                        <a:gd name="connsiteX0" fmla="*/ 384 w 2071"/>
                        <a:gd name="connsiteY0" fmla="*/ 230 h 2071"/>
                        <a:gd name="connsiteX1" fmla="*/ 1841 w 2071"/>
                        <a:gd name="connsiteY1" fmla="*/ 389 h 2071"/>
                        <a:gd name="connsiteX2" fmla="*/ 1687 w 2071"/>
                        <a:gd name="connsiteY2" fmla="*/ 1847 h 2071"/>
                        <a:gd name="connsiteX3" fmla="*/ 230 w 2071"/>
                        <a:gd name="connsiteY3" fmla="*/ 1689 h 2071"/>
                        <a:gd name="connsiteX4" fmla="*/ 384 w 2071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1">
                          <a:moveTo>
                            <a:pt x="384" y="230"/>
                          </a:moveTo>
                          <a:cubicBezTo>
                            <a:pt x="830" y="-134"/>
                            <a:pt x="1481" y="-55"/>
                            <a:pt x="1841" y="389"/>
                          </a:cubicBezTo>
                          <a:cubicBezTo>
                            <a:pt x="2201" y="833"/>
                            <a:pt x="2133" y="1483"/>
                            <a:pt x="1687" y="1847"/>
                          </a:cubicBezTo>
                          <a:cubicBezTo>
                            <a:pt x="1242" y="2196"/>
                            <a:pt x="590" y="2133"/>
                            <a:pt x="230" y="1689"/>
                          </a:cubicBezTo>
                          <a:cubicBezTo>
                            <a:pt x="-130" y="1245"/>
                            <a:pt x="-60" y="595"/>
                            <a:pt x="384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39" name="Freeform: Shape 838">
                      <a:extLst>
                        <a:ext uri="{FF2B5EF4-FFF2-40B4-BE49-F238E27FC236}">
                          <a16:creationId xmlns:a16="http://schemas.microsoft.com/office/drawing/2014/main" id="{B28C7BBF-7D9E-C2E6-EC12-664BE2E49D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247" y="5165535"/>
                      <a:ext cx="2073" cy="2074"/>
                    </a:xfrm>
                    <a:custGeom>
                      <a:avLst/>
                      <a:gdLst>
                        <a:gd name="connsiteX0" fmla="*/ 385 w 2073"/>
                        <a:gd name="connsiteY0" fmla="*/ 237 h 2074"/>
                        <a:gd name="connsiteX1" fmla="*/ 1842 w 2073"/>
                        <a:gd name="connsiteY1" fmla="*/ 379 h 2074"/>
                        <a:gd name="connsiteX2" fmla="*/ 1688 w 2073"/>
                        <a:gd name="connsiteY2" fmla="*/ 1838 h 2074"/>
                        <a:gd name="connsiteX3" fmla="*/ 232 w 2073"/>
                        <a:gd name="connsiteY3" fmla="*/ 1695 h 2074"/>
                        <a:gd name="connsiteX4" fmla="*/ 385 w 2073"/>
                        <a:gd name="connsiteY4" fmla="*/ 237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385" y="237"/>
                          </a:moveTo>
                          <a:cubicBezTo>
                            <a:pt x="831" y="-128"/>
                            <a:pt x="1482" y="-65"/>
                            <a:pt x="1842" y="379"/>
                          </a:cubicBezTo>
                          <a:cubicBezTo>
                            <a:pt x="2202" y="839"/>
                            <a:pt x="2134" y="1489"/>
                            <a:pt x="1688" y="1838"/>
                          </a:cubicBezTo>
                          <a:cubicBezTo>
                            <a:pt x="1243" y="2203"/>
                            <a:pt x="591" y="2139"/>
                            <a:pt x="232" y="1695"/>
                          </a:cubicBezTo>
                          <a:cubicBezTo>
                            <a:pt x="-130" y="1251"/>
                            <a:pt x="-60" y="586"/>
                            <a:pt x="385" y="2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40" name="Freeform: Shape 839">
                      <a:extLst>
                        <a:ext uri="{FF2B5EF4-FFF2-40B4-BE49-F238E27FC236}">
                          <a16:creationId xmlns:a16="http://schemas.microsoft.com/office/drawing/2014/main" id="{9336611A-E871-698D-412B-02C6C858B5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817" y="5167888"/>
                      <a:ext cx="2071" cy="2071"/>
                    </a:xfrm>
                    <a:custGeom>
                      <a:avLst/>
                      <a:gdLst>
                        <a:gd name="connsiteX0" fmla="*/ 385 w 2071"/>
                        <a:gd name="connsiteY0" fmla="*/ 230 h 2071"/>
                        <a:gd name="connsiteX1" fmla="*/ 1841 w 2071"/>
                        <a:gd name="connsiteY1" fmla="*/ 389 h 2071"/>
                        <a:gd name="connsiteX2" fmla="*/ 1688 w 2071"/>
                        <a:gd name="connsiteY2" fmla="*/ 1848 h 2071"/>
                        <a:gd name="connsiteX3" fmla="*/ 231 w 2071"/>
                        <a:gd name="connsiteY3" fmla="*/ 1689 h 2071"/>
                        <a:gd name="connsiteX4" fmla="*/ 385 w 2071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1">
                          <a:moveTo>
                            <a:pt x="385" y="230"/>
                          </a:moveTo>
                          <a:cubicBezTo>
                            <a:pt x="830" y="-134"/>
                            <a:pt x="1482" y="-55"/>
                            <a:pt x="1841" y="389"/>
                          </a:cubicBezTo>
                          <a:cubicBezTo>
                            <a:pt x="2201" y="833"/>
                            <a:pt x="2132" y="1483"/>
                            <a:pt x="1688" y="1848"/>
                          </a:cubicBezTo>
                          <a:cubicBezTo>
                            <a:pt x="1242" y="2196"/>
                            <a:pt x="591" y="2133"/>
                            <a:pt x="231" y="1689"/>
                          </a:cubicBezTo>
                          <a:cubicBezTo>
                            <a:pt x="-129" y="1245"/>
                            <a:pt x="-61" y="595"/>
                            <a:pt x="3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41" name="Freeform: Shape 840">
                      <a:extLst>
                        <a:ext uri="{FF2B5EF4-FFF2-40B4-BE49-F238E27FC236}">
                          <a16:creationId xmlns:a16="http://schemas.microsoft.com/office/drawing/2014/main" id="{BD8649EE-A9C9-C633-2C88-527EAC9608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935" y="5171018"/>
                      <a:ext cx="2071" cy="2071"/>
                    </a:xfrm>
                    <a:custGeom>
                      <a:avLst/>
                      <a:gdLst>
                        <a:gd name="connsiteX0" fmla="*/ 384 w 2071"/>
                        <a:gd name="connsiteY0" fmla="*/ 224 h 2071"/>
                        <a:gd name="connsiteX1" fmla="*/ 1841 w 2071"/>
                        <a:gd name="connsiteY1" fmla="*/ 382 h 2071"/>
                        <a:gd name="connsiteX2" fmla="*/ 1687 w 2071"/>
                        <a:gd name="connsiteY2" fmla="*/ 1841 h 2071"/>
                        <a:gd name="connsiteX3" fmla="*/ 230 w 2071"/>
                        <a:gd name="connsiteY3" fmla="*/ 1682 h 2071"/>
                        <a:gd name="connsiteX4" fmla="*/ 384 w 2071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1">
                          <a:moveTo>
                            <a:pt x="384" y="224"/>
                          </a:moveTo>
                          <a:cubicBezTo>
                            <a:pt x="830" y="-125"/>
                            <a:pt x="1481" y="-62"/>
                            <a:pt x="1841" y="382"/>
                          </a:cubicBezTo>
                          <a:cubicBezTo>
                            <a:pt x="2201" y="826"/>
                            <a:pt x="2133" y="1476"/>
                            <a:pt x="1687" y="1841"/>
                          </a:cubicBezTo>
                          <a:cubicBezTo>
                            <a:pt x="1242" y="2205"/>
                            <a:pt x="590" y="2126"/>
                            <a:pt x="230" y="1682"/>
                          </a:cubicBezTo>
                          <a:cubicBezTo>
                            <a:pt x="-130" y="1238"/>
                            <a:pt x="-60" y="588"/>
                            <a:pt x="384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42" name="Freeform: Shape 841">
                      <a:extLst>
                        <a:ext uri="{FF2B5EF4-FFF2-40B4-BE49-F238E27FC236}">
                          <a16:creationId xmlns:a16="http://schemas.microsoft.com/office/drawing/2014/main" id="{8D542664-D6C5-90AB-69A1-FD7D6B5266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584" y="5173976"/>
                      <a:ext cx="2072" cy="2071"/>
                    </a:xfrm>
                    <a:custGeom>
                      <a:avLst/>
                      <a:gdLst>
                        <a:gd name="connsiteX0" fmla="*/ 385 w 2072"/>
                        <a:gd name="connsiteY0" fmla="*/ 230 h 2071"/>
                        <a:gd name="connsiteX1" fmla="*/ 1842 w 2072"/>
                        <a:gd name="connsiteY1" fmla="*/ 389 h 2071"/>
                        <a:gd name="connsiteX2" fmla="*/ 1688 w 2072"/>
                        <a:gd name="connsiteY2" fmla="*/ 1847 h 2071"/>
                        <a:gd name="connsiteX3" fmla="*/ 231 w 2072"/>
                        <a:gd name="connsiteY3" fmla="*/ 1689 h 2071"/>
                        <a:gd name="connsiteX4" fmla="*/ 385 w 2072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385" y="230"/>
                          </a:moveTo>
                          <a:cubicBezTo>
                            <a:pt x="830" y="-134"/>
                            <a:pt x="1482" y="-55"/>
                            <a:pt x="1842" y="389"/>
                          </a:cubicBezTo>
                          <a:cubicBezTo>
                            <a:pt x="2201" y="833"/>
                            <a:pt x="2133" y="1483"/>
                            <a:pt x="1688" y="1847"/>
                          </a:cubicBezTo>
                          <a:cubicBezTo>
                            <a:pt x="1242" y="2196"/>
                            <a:pt x="591" y="2133"/>
                            <a:pt x="231" y="1689"/>
                          </a:cubicBezTo>
                          <a:cubicBezTo>
                            <a:pt x="-129" y="1245"/>
                            <a:pt x="-61" y="595"/>
                            <a:pt x="3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43" name="Freeform: Shape 842">
                      <a:extLst>
                        <a:ext uri="{FF2B5EF4-FFF2-40B4-BE49-F238E27FC236}">
                          <a16:creationId xmlns:a16="http://schemas.microsoft.com/office/drawing/2014/main" id="{DE755438-6B9F-7AAB-D20D-8A947F5D3F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931" y="5194474"/>
                      <a:ext cx="2072" cy="2071"/>
                    </a:xfrm>
                    <a:custGeom>
                      <a:avLst/>
                      <a:gdLst>
                        <a:gd name="connsiteX0" fmla="*/ 385 w 2072"/>
                        <a:gd name="connsiteY0" fmla="*/ 230 h 2071"/>
                        <a:gd name="connsiteX1" fmla="*/ 1842 w 2072"/>
                        <a:gd name="connsiteY1" fmla="*/ 389 h 2071"/>
                        <a:gd name="connsiteX2" fmla="*/ 1688 w 2072"/>
                        <a:gd name="connsiteY2" fmla="*/ 1848 h 2071"/>
                        <a:gd name="connsiteX3" fmla="*/ 231 w 2072"/>
                        <a:gd name="connsiteY3" fmla="*/ 1689 h 2071"/>
                        <a:gd name="connsiteX4" fmla="*/ 385 w 2072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385" y="230"/>
                          </a:moveTo>
                          <a:cubicBezTo>
                            <a:pt x="830" y="-134"/>
                            <a:pt x="1482" y="-55"/>
                            <a:pt x="1842" y="389"/>
                          </a:cubicBezTo>
                          <a:cubicBezTo>
                            <a:pt x="2201" y="833"/>
                            <a:pt x="2133" y="1483"/>
                            <a:pt x="1688" y="1848"/>
                          </a:cubicBezTo>
                          <a:cubicBezTo>
                            <a:pt x="1242" y="2196"/>
                            <a:pt x="591" y="2133"/>
                            <a:pt x="231" y="1689"/>
                          </a:cubicBezTo>
                          <a:cubicBezTo>
                            <a:pt x="-129" y="1245"/>
                            <a:pt x="-61" y="595"/>
                            <a:pt x="3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44" name="Freeform: Shape 843">
                      <a:extLst>
                        <a:ext uri="{FF2B5EF4-FFF2-40B4-BE49-F238E27FC236}">
                          <a16:creationId xmlns:a16="http://schemas.microsoft.com/office/drawing/2014/main" id="{90319306-4736-F2E9-36A4-42FAB16A74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6795" y="5200096"/>
                      <a:ext cx="2071" cy="2074"/>
                    </a:xfrm>
                    <a:custGeom>
                      <a:avLst/>
                      <a:gdLst>
                        <a:gd name="connsiteX0" fmla="*/ 384 w 2071"/>
                        <a:gd name="connsiteY0" fmla="*/ 237 h 2074"/>
                        <a:gd name="connsiteX1" fmla="*/ 1841 w 2071"/>
                        <a:gd name="connsiteY1" fmla="*/ 380 h 2074"/>
                        <a:gd name="connsiteX2" fmla="*/ 1687 w 2071"/>
                        <a:gd name="connsiteY2" fmla="*/ 1838 h 2074"/>
                        <a:gd name="connsiteX3" fmla="*/ 230 w 2071"/>
                        <a:gd name="connsiteY3" fmla="*/ 1695 h 2074"/>
                        <a:gd name="connsiteX4" fmla="*/ 384 w 2071"/>
                        <a:gd name="connsiteY4" fmla="*/ 237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4">
                          <a:moveTo>
                            <a:pt x="384" y="237"/>
                          </a:moveTo>
                          <a:cubicBezTo>
                            <a:pt x="830" y="-128"/>
                            <a:pt x="1481" y="-64"/>
                            <a:pt x="1841" y="380"/>
                          </a:cubicBezTo>
                          <a:cubicBezTo>
                            <a:pt x="2201" y="823"/>
                            <a:pt x="2133" y="1489"/>
                            <a:pt x="1687" y="1838"/>
                          </a:cubicBezTo>
                          <a:cubicBezTo>
                            <a:pt x="1242" y="2203"/>
                            <a:pt x="590" y="2139"/>
                            <a:pt x="230" y="1695"/>
                          </a:cubicBezTo>
                          <a:cubicBezTo>
                            <a:pt x="-130" y="1251"/>
                            <a:pt x="-60" y="586"/>
                            <a:pt x="384" y="2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45" name="Freeform: Shape 844">
                      <a:extLst>
                        <a:ext uri="{FF2B5EF4-FFF2-40B4-BE49-F238E27FC236}">
                          <a16:creationId xmlns:a16="http://schemas.microsoft.com/office/drawing/2014/main" id="{906BFA1A-67A7-A5DB-9C29-39ABD61CF4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0600" y="5195688"/>
                      <a:ext cx="2073" cy="2068"/>
                    </a:xfrm>
                    <a:custGeom>
                      <a:avLst/>
                      <a:gdLst>
                        <a:gd name="connsiteX0" fmla="*/ 385 w 2073"/>
                        <a:gd name="connsiteY0" fmla="*/ 237 h 2068"/>
                        <a:gd name="connsiteX1" fmla="*/ 1842 w 2073"/>
                        <a:gd name="connsiteY1" fmla="*/ 379 h 2068"/>
                        <a:gd name="connsiteX2" fmla="*/ 1688 w 2073"/>
                        <a:gd name="connsiteY2" fmla="*/ 1838 h 2068"/>
                        <a:gd name="connsiteX3" fmla="*/ 231 w 2073"/>
                        <a:gd name="connsiteY3" fmla="*/ 1679 h 2068"/>
                        <a:gd name="connsiteX4" fmla="*/ 385 w 2073"/>
                        <a:gd name="connsiteY4" fmla="*/ 237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385" y="237"/>
                          </a:moveTo>
                          <a:cubicBezTo>
                            <a:pt x="831" y="-128"/>
                            <a:pt x="1482" y="-65"/>
                            <a:pt x="1842" y="379"/>
                          </a:cubicBezTo>
                          <a:cubicBezTo>
                            <a:pt x="2202" y="823"/>
                            <a:pt x="2134" y="1473"/>
                            <a:pt x="1688" y="1838"/>
                          </a:cubicBezTo>
                          <a:cubicBezTo>
                            <a:pt x="1243" y="2203"/>
                            <a:pt x="591" y="2123"/>
                            <a:pt x="231" y="1679"/>
                          </a:cubicBezTo>
                          <a:cubicBezTo>
                            <a:pt x="-130" y="1236"/>
                            <a:pt x="-60" y="586"/>
                            <a:pt x="385" y="2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46" name="Freeform: Shape 845">
                      <a:extLst>
                        <a:ext uri="{FF2B5EF4-FFF2-40B4-BE49-F238E27FC236}">
                          <a16:creationId xmlns:a16="http://schemas.microsoft.com/office/drawing/2014/main" id="{0DF8B44D-A753-DA95-20A0-272F0AE0ED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990" y="5193740"/>
                      <a:ext cx="2073" cy="2073"/>
                    </a:xfrm>
                    <a:custGeom>
                      <a:avLst/>
                      <a:gdLst>
                        <a:gd name="connsiteX0" fmla="*/ 385 w 2073"/>
                        <a:gd name="connsiteY0" fmla="*/ 236 h 2073"/>
                        <a:gd name="connsiteX1" fmla="*/ 1842 w 2073"/>
                        <a:gd name="connsiteY1" fmla="*/ 394 h 2073"/>
                        <a:gd name="connsiteX2" fmla="*/ 1688 w 2073"/>
                        <a:gd name="connsiteY2" fmla="*/ 1837 h 2073"/>
                        <a:gd name="connsiteX3" fmla="*/ 232 w 2073"/>
                        <a:gd name="connsiteY3" fmla="*/ 1694 h 2073"/>
                        <a:gd name="connsiteX4" fmla="*/ 385 w 2073"/>
                        <a:gd name="connsiteY4" fmla="*/ 236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385" y="236"/>
                          </a:moveTo>
                          <a:cubicBezTo>
                            <a:pt x="831" y="-129"/>
                            <a:pt x="1482" y="-66"/>
                            <a:pt x="1842" y="394"/>
                          </a:cubicBezTo>
                          <a:cubicBezTo>
                            <a:pt x="2202" y="838"/>
                            <a:pt x="2134" y="1488"/>
                            <a:pt x="1688" y="1837"/>
                          </a:cubicBezTo>
                          <a:cubicBezTo>
                            <a:pt x="1243" y="2201"/>
                            <a:pt x="591" y="2138"/>
                            <a:pt x="232" y="1694"/>
                          </a:cubicBezTo>
                          <a:cubicBezTo>
                            <a:pt x="-130" y="1250"/>
                            <a:pt x="-60" y="600"/>
                            <a:pt x="385" y="23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47" name="Freeform: Shape 846">
                      <a:extLst>
                        <a:ext uri="{FF2B5EF4-FFF2-40B4-BE49-F238E27FC236}">
                          <a16:creationId xmlns:a16="http://schemas.microsoft.com/office/drawing/2014/main" id="{1AF27595-5D65-51D0-19B4-828004C5E1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5611" y="5192968"/>
                      <a:ext cx="2072" cy="2068"/>
                    </a:xfrm>
                    <a:custGeom>
                      <a:avLst/>
                      <a:gdLst>
                        <a:gd name="connsiteX0" fmla="*/ 385 w 2072"/>
                        <a:gd name="connsiteY0" fmla="*/ 230 h 2068"/>
                        <a:gd name="connsiteX1" fmla="*/ 1842 w 2072"/>
                        <a:gd name="connsiteY1" fmla="*/ 389 h 2068"/>
                        <a:gd name="connsiteX2" fmla="*/ 1688 w 2072"/>
                        <a:gd name="connsiteY2" fmla="*/ 1832 h 2068"/>
                        <a:gd name="connsiteX3" fmla="*/ 231 w 2072"/>
                        <a:gd name="connsiteY3" fmla="*/ 1689 h 2068"/>
                        <a:gd name="connsiteX4" fmla="*/ 385 w 2072"/>
                        <a:gd name="connsiteY4" fmla="*/ 230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8">
                          <a:moveTo>
                            <a:pt x="385" y="230"/>
                          </a:moveTo>
                          <a:cubicBezTo>
                            <a:pt x="830" y="-134"/>
                            <a:pt x="1482" y="-55"/>
                            <a:pt x="1842" y="389"/>
                          </a:cubicBezTo>
                          <a:cubicBezTo>
                            <a:pt x="2201" y="833"/>
                            <a:pt x="2133" y="1483"/>
                            <a:pt x="1688" y="1832"/>
                          </a:cubicBezTo>
                          <a:cubicBezTo>
                            <a:pt x="1242" y="2196"/>
                            <a:pt x="591" y="2133"/>
                            <a:pt x="231" y="1689"/>
                          </a:cubicBezTo>
                          <a:cubicBezTo>
                            <a:pt x="-129" y="1245"/>
                            <a:pt x="-61" y="595"/>
                            <a:pt x="3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48" name="Freeform: Shape 847">
                      <a:extLst>
                        <a:ext uri="{FF2B5EF4-FFF2-40B4-BE49-F238E27FC236}">
                          <a16:creationId xmlns:a16="http://schemas.microsoft.com/office/drawing/2014/main" id="{B27B115A-DB41-10A8-AB7C-E8256E6A55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990" y="5204509"/>
                      <a:ext cx="2072" cy="2068"/>
                    </a:xfrm>
                    <a:custGeom>
                      <a:avLst/>
                      <a:gdLst>
                        <a:gd name="connsiteX0" fmla="*/ 385 w 2072"/>
                        <a:gd name="connsiteY0" fmla="*/ 230 h 2068"/>
                        <a:gd name="connsiteX1" fmla="*/ 1842 w 2072"/>
                        <a:gd name="connsiteY1" fmla="*/ 389 h 2068"/>
                        <a:gd name="connsiteX2" fmla="*/ 1688 w 2072"/>
                        <a:gd name="connsiteY2" fmla="*/ 1832 h 2068"/>
                        <a:gd name="connsiteX3" fmla="*/ 231 w 2072"/>
                        <a:gd name="connsiteY3" fmla="*/ 1689 h 2068"/>
                        <a:gd name="connsiteX4" fmla="*/ 385 w 2072"/>
                        <a:gd name="connsiteY4" fmla="*/ 230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8">
                          <a:moveTo>
                            <a:pt x="385" y="230"/>
                          </a:moveTo>
                          <a:cubicBezTo>
                            <a:pt x="830" y="-134"/>
                            <a:pt x="1482" y="-55"/>
                            <a:pt x="1842" y="389"/>
                          </a:cubicBezTo>
                          <a:cubicBezTo>
                            <a:pt x="2201" y="833"/>
                            <a:pt x="2133" y="1483"/>
                            <a:pt x="1688" y="1832"/>
                          </a:cubicBezTo>
                          <a:cubicBezTo>
                            <a:pt x="1242" y="2196"/>
                            <a:pt x="591" y="2133"/>
                            <a:pt x="231" y="1689"/>
                          </a:cubicBezTo>
                          <a:cubicBezTo>
                            <a:pt x="-129" y="1245"/>
                            <a:pt x="-61" y="595"/>
                            <a:pt x="3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49" name="Freeform: Shape 848">
                      <a:extLst>
                        <a:ext uri="{FF2B5EF4-FFF2-40B4-BE49-F238E27FC236}">
                          <a16:creationId xmlns:a16="http://schemas.microsoft.com/office/drawing/2014/main" id="{E1521FD9-564B-722C-7988-31C8907A7D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9639" y="5207467"/>
                      <a:ext cx="2072" cy="2074"/>
                    </a:xfrm>
                    <a:custGeom>
                      <a:avLst/>
                      <a:gdLst>
                        <a:gd name="connsiteX0" fmla="*/ 385 w 2072"/>
                        <a:gd name="connsiteY0" fmla="*/ 237 h 2074"/>
                        <a:gd name="connsiteX1" fmla="*/ 1842 w 2072"/>
                        <a:gd name="connsiteY1" fmla="*/ 380 h 2074"/>
                        <a:gd name="connsiteX2" fmla="*/ 1688 w 2072"/>
                        <a:gd name="connsiteY2" fmla="*/ 1838 h 2074"/>
                        <a:gd name="connsiteX3" fmla="*/ 231 w 2072"/>
                        <a:gd name="connsiteY3" fmla="*/ 1695 h 2074"/>
                        <a:gd name="connsiteX4" fmla="*/ 385 w 2072"/>
                        <a:gd name="connsiteY4" fmla="*/ 237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4">
                          <a:moveTo>
                            <a:pt x="385" y="237"/>
                          </a:moveTo>
                          <a:cubicBezTo>
                            <a:pt x="830" y="-128"/>
                            <a:pt x="1482" y="-64"/>
                            <a:pt x="1842" y="380"/>
                          </a:cubicBezTo>
                          <a:cubicBezTo>
                            <a:pt x="2201" y="823"/>
                            <a:pt x="2133" y="1489"/>
                            <a:pt x="1688" y="1838"/>
                          </a:cubicBezTo>
                          <a:cubicBezTo>
                            <a:pt x="1242" y="2203"/>
                            <a:pt x="591" y="2139"/>
                            <a:pt x="231" y="1695"/>
                          </a:cubicBezTo>
                          <a:cubicBezTo>
                            <a:pt x="-129" y="1235"/>
                            <a:pt x="-61" y="586"/>
                            <a:pt x="385" y="2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0" name="Freeform: Shape 849">
                      <a:extLst>
                        <a:ext uri="{FF2B5EF4-FFF2-40B4-BE49-F238E27FC236}">
                          <a16:creationId xmlns:a16="http://schemas.microsoft.com/office/drawing/2014/main" id="{AB15F2BC-6456-BFDC-9185-3532C6BB2A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456" y="5172416"/>
                      <a:ext cx="2072" cy="2074"/>
                    </a:xfrm>
                    <a:custGeom>
                      <a:avLst/>
                      <a:gdLst>
                        <a:gd name="connsiteX0" fmla="*/ 385 w 2072"/>
                        <a:gd name="connsiteY0" fmla="*/ 237 h 2074"/>
                        <a:gd name="connsiteX1" fmla="*/ 1842 w 2072"/>
                        <a:gd name="connsiteY1" fmla="*/ 379 h 2074"/>
                        <a:gd name="connsiteX2" fmla="*/ 1688 w 2072"/>
                        <a:gd name="connsiteY2" fmla="*/ 1838 h 2074"/>
                        <a:gd name="connsiteX3" fmla="*/ 231 w 2072"/>
                        <a:gd name="connsiteY3" fmla="*/ 1695 h 2074"/>
                        <a:gd name="connsiteX4" fmla="*/ 385 w 2072"/>
                        <a:gd name="connsiteY4" fmla="*/ 237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4">
                          <a:moveTo>
                            <a:pt x="385" y="237"/>
                          </a:moveTo>
                          <a:cubicBezTo>
                            <a:pt x="830" y="-128"/>
                            <a:pt x="1482" y="-64"/>
                            <a:pt x="1842" y="379"/>
                          </a:cubicBezTo>
                          <a:cubicBezTo>
                            <a:pt x="2201" y="823"/>
                            <a:pt x="2133" y="1489"/>
                            <a:pt x="1688" y="1838"/>
                          </a:cubicBezTo>
                          <a:cubicBezTo>
                            <a:pt x="1242" y="2203"/>
                            <a:pt x="591" y="2139"/>
                            <a:pt x="231" y="1695"/>
                          </a:cubicBezTo>
                          <a:cubicBezTo>
                            <a:pt x="-129" y="1235"/>
                            <a:pt x="-61" y="585"/>
                            <a:pt x="385" y="2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1" name="Freeform: Shape 850">
                      <a:extLst>
                        <a:ext uri="{FF2B5EF4-FFF2-40B4-BE49-F238E27FC236}">
                          <a16:creationId xmlns:a16="http://schemas.microsoft.com/office/drawing/2014/main" id="{5340C6CB-F33D-B1B1-CD6E-6C9257498A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5746" y="5178516"/>
                      <a:ext cx="2072" cy="2071"/>
                    </a:xfrm>
                    <a:custGeom>
                      <a:avLst/>
                      <a:gdLst>
                        <a:gd name="connsiteX0" fmla="*/ 385 w 2072"/>
                        <a:gd name="connsiteY0" fmla="*/ 224 h 2071"/>
                        <a:gd name="connsiteX1" fmla="*/ 1841 w 2072"/>
                        <a:gd name="connsiteY1" fmla="*/ 382 h 2071"/>
                        <a:gd name="connsiteX2" fmla="*/ 1688 w 2072"/>
                        <a:gd name="connsiteY2" fmla="*/ 1841 h 2071"/>
                        <a:gd name="connsiteX3" fmla="*/ 231 w 2072"/>
                        <a:gd name="connsiteY3" fmla="*/ 1682 h 2071"/>
                        <a:gd name="connsiteX4" fmla="*/ 385 w 2072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385" y="224"/>
                          </a:moveTo>
                          <a:cubicBezTo>
                            <a:pt x="830" y="-125"/>
                            <a:pt x="1482" y="-62"/>
                            <a:pt x="1841" y="382"/>
                          </a:cubicBezTo>
                          <a:cubicBezTo>
                            <a:pt x="2201" y="826"/>
                            <a:pt x="2133" y="1476"/>
                            <a:pt x="1688" y="1841"/>
                          </a:cubicBezTo>
                          <a:cubicBezTo>
                            <a:pt x="1242" y="2205"/>
                            <a:pt x="591" y="2126"/>
                            <a:pt x="231" y="1682"/>
                          </a:cubicBezTo>
                          <a:cubicBezTo>
                            <a:pt x="-129" y="1238"/>
                            <a:pt x="-61" y="589"/>
                            <a:pt x="3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2" name="Freeform: Shape 851">
                      <a:extLst>
                        <a:ext uri="{FF2B5EF4-FFF2-40B4-BE49-F238E27FC236}">
                          <a16:creationId xmlns:a16="http://schemas.microsoft.com/office/drawing/2014/main" id="{1A722CB9-A0C9-8573-C5D8-B00557C446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2913" y="5185730"/>
                      <a:ext cx="2072" cy="2071"/>
                    </a:xfrm>
                    <a:custGeom>
                      <a:avLst/>
                      <a:gdLst>
                        <a:gd name="connsiteX0" fmla="*/ 385 w 2072"/>
                        <a:gd name="connsiteY0" fmla="*/ 224 h 2071"/>
                        <a:gd name="connsiteX1" fmla="*/ 1841 w 2072"/>
                        <a:gd name="connsiteY1" fmla="*/ 382 h 2071"/>
                        <a:gd name="connsiteX2" fmla="*/ 1688 w 2072"/>
                        <a:gd name="connsiteY2" fmla="*/ 1841 h 2071"/>
                        <a:gd name="connsiteX3" fmla="*/ 231 w 2072"/>
                        <a:gd name="connsiteY3" fmla="*/ 1682 h 2071"/>
                        <a:gd name="connsiteX4" fmla="*/ 385 w 2072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385" y="224"/>
                          </a:moveTo>
                          <a:cubicBezTo>
                            <a:pt x="830" y="-125"/>
                            <a:pt x="1482" y="-62"/>
                            <a:pt x="1841" y="382"/>
                          </a:cubicBezTo>
                          <a:cubicBezTo>
                            <a:pt x="2201" y="826"/>
                            <a:pt x="2133" y="1476"/>
                            <a:pt x="1688" y="1841"/>
                          </a:cubicBezTo>
                          <a:cubicBezTo>
                            <a:pt x="1242" y="2205"/>
                            <a:pt x="591" y="2126"/>
                            <a:pt x="231" y="1682"/>
                          </a:cubicBezTo>
                          <a:cubicBezTo>
                            <a:pt x="-129" y="1238"/>
                            <a:pt x="-61" y="588"/>
                            <a:pt x="3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3" name="Freeform: Shape 852">
                      <a:extLst>
                        <a:ext uri="{FF2B5EF4-FFF2-40B4-BE49-F238E27FC236}">
                          <a16:creationId xmlns:a16="http://schemas.microsoft.com/office/drawing/2014/main" id="{C7673E88-F2A4-1683-554F-A24C333C65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9252" y="5177443"/>
                      <a:ext cx="2072" cy="2076"/>
                    </a:xfrm>
                    <a:custGeom>
                      <a:avLst/>
                      <a:gdLst>
                        <a:gd name="connsiteX0" fmla="*/ 385 w 2072"/>
                        <a:gd name="connsiteY0" fmla="*/ 235 h 2076"/>
                        <a:gd name="connsiteX1" fmla="*/ 1841 w 2072"/>
                        <a:gd name="connsiteY1" fmla="*/ 394 h 2076"/>
                        <a:gd name="connsiteX2" fmla="*/ 1688 w 2072"/>
                        <a:gd name="connsiteY2" fmla="*/ 1853 h 2076"/>
                        <a:gd name="connsiteX3" fmla="*/ 231 w 2072"/>
                        <a:gd name="connsiteY3" fmla="*/ 1694 h 2076"/>
                        <a:gd name="connsiteX4" fmla="*/ 385 w 2072"/>
                        <a:gd name="connsiteY4" fmla="*/ 235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385" y="235"/>
                          </a:moveTo>
                          <a:cubicBezTo>
                            <a:pt x="830" y="-129"/>
                            <a:pt x="1482" y="-66"/>
                            <a:pt x="1841" y="394"/>
                          </a:cubicBezTo>
                          <a:cubicBezTo>
                            <a:pt x="2201" y="838"/>
                            <a:pt x="2133" y="1488"/>
                            <a:pt x="1688" y="1853"/>
                          </a:cubicBezTo>
                          <a:cubicBezTo>
                            <a:pt x="1242" y="2201"/>
                            <a:pt x="591" y="2138"/>
                            <a:pt x="231" y="1694"/>
                          </a:cubicBezTo>
                          <a:cubicBezTo>
                            <a:pt x="-129" y="1250"/>
                            <a:pt x="-61" y="600"/>
                            <a:pt x="385" y="2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4" name="Freeform: Shape 853">
                      <a:extLst>
                        <a:ext uri="{FF2B5EF4-FFF2-40B4-BE49-F238E27FC236}">
                          <a16:creationId xmlns:a16="http://schemas.microsoft.com/office/drawing/2014/main" id="{829703C5-6BF9-F6FC-B102-E508AD31A3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7112" y="5171090"/>
                      <a:ext cx="2072" cy="2071"/>
                    </a:xfrm>
                    <a:custGeom>
                      <a:avLst/>
                      <a:gdLst>
                        <a:gd name="connsiteX0" fmla="*/ 385 w 2072"/>
                        <a:gd name="connsiteY0" fmla="*/ 230 h 2071"/>
                        <a:gd name="connsiteX1" fmla="*/ 1841 w 2072"/>
                        <a:gd name="connsiteY1" fmla="*/ 389 h 2071"/>
                        <a:gd name="connsiteX2" fmla="*/ 1688 w 2072"/>
                        <a:gd name="connsiteY2" fmla="*/ 1848 h 2071"/>
                        <a:gd name="connsiteX3" fmla="*/ 231 w 2072"/>
                        <a:gd name="connsiteY3" fmla="*/ 1689 h 2071"/>
                        <a:gd name="connsiteX4" fmla="*/ 385 w 2072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385" y="230"/>
                          </a:moveTo>
                          <a:cubicBezTo>
                            <a:pt x="830" y="-134"/>
                            <a:pt x="1482" y="-55"/>
                            <a:pt x="1841" y="389"/>
                          </a:cubicBezTo>
                          <a:cubicBezTo>
                            <a:pt x="2201" y="833"/>
                            <a:pt x="2133" y="1483"/>
                            <a:pt x="1688" y="1848"/>
                          </a:cubicBezTo>
                          <a:cubicBezTo>
                            <a:pt x="1242" y="2196"/>
                            <a:pt x="591" y="2133"/>
                            <a:pt x="231" y="1689"/>
                          </a:cubicBezTo>
                          <a:cubicBezTo>
                            <a:pt x="-129" y="1245"/>
                            <a:pt x="-61" y="595"/>
                            <a:pt x="3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5" name="Freeform: Shape 854">
                      <a:extLst>
                        <a:ext uri="{FF2B5EF4-FFF2-40B4-BE49-F238E27FC236}">
                          <a16:creationId xmlns:a16="http://schemas.microsoft.com/office/drawing/2014/main" id="{3CE65495-9FC9-1030-570D-D803DCE687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1941" y="5182924"/>
                      <a:ext cx="2072" cy="2076"/>
                    </a:xfrm>
                    <a:custGeom>
                      <a:avLst/>
                      <a:gdLst>
                        <a:gd name="connsiteX0" fmla="*/ 385 w 2072"/>
                        <a:gd name="connsiteY0" fmla="*/ 224 h 2076"/>
                        <a:gd name="connsiteX1" fmla="*/ 1842 w 2072"/>
                        <a:gd name="connsiteY1" fmla="*/ 382 h 2076"/>
                        <a:gd name="connsiteX2" fmla="*/ 1688 w 2072"/>
                        <a:gd name="connsiteY2" fmla="*/ 1841 h 2076"/>
                        <a:gd name="connsiteX3" fmla="*/ 231 w 2072"/>
                        <a:gd name="connsiteY3" fmla="*/ 1682 h 2076"/>
                        <a:gd name="connsiteX4" fmla="*/ 385 w 2072"/>
                        <a:gd name="connsiteY4" fmla="*/ 224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385" y="224"/>
                          </a:moveTo>
                          <a:cubicBezTo>
                            <a:pt x="830" y="-125"/>
                            <a:pt x="1482" y="-62"/>
                            <a:pt x="1842" y="382"/>
                          </a:cubicBezTo>
                          <a:cubicBezTo>
                            <a:pt x="2201" y="826"/>
                            <a:pt x="2133" y="1476"/>
                            <a:pt x="1688" y="1841"/>
                          </a:cubicBezTo>
                          <a:cubicBezTo>
                            <a:pt x="1242" y="2205"/>
                            <a:pt x="591" y="2142"/>
                            <a:pt x="231" y="1682"/>
                          </a:cubicBezTo>
                          <a:cubicBezTo>
                            <a:pt x="-129" y="1238"/>
                            <a:pt x="-61" y="588"/>
                            <a:pt x="3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6" name="Freeform: Shape 855">
                      <a:extLst>
                        <a:ext uri="{FF2B5EF4-FFF2-40B4-BE49-F238E27FC236}">
                          <a16:creationId xmlns:a16="http://schemas.microsoft.com/office/drawing/2014/main" id="{6A54E738-9FD8-4849-D96B-F230640015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9238" y="5189449"/>
                      <a:ext cx="2071" cy="2071"/>
                    </a:xfrm>
                    <a:custGeom>
                      <a:avLst/>
                      <a:gdLst>
                        <a:gd name="connsiteX0" fmla="*/ 384 w 2071"/>
                        <a:gd name="connsiteY0" fmla="*/ 230 h 2071"/>
                        <a:gd name="connsiteX1" fmla="*/ 1841 w 2071"/>
                        <a:gd name="connsiteY1" fmla="*/ 389 h 2071"/>
                        <a:gd name="connsiteX2" fmla="*/ 1687 w 2071"/>
                        <a:gd name="connsiteY2" fmla="*/ 1847 h 2071"/>
                        <a:gd name="connsiteX3" fmla="*/ 230 w 2071"/>
                        <a:gd name="connsiteY3" fmla="*/ 1689 h 2071"/>
                        <a:gd name="connsiteX4" fmla="*/ 384 w 2071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1">
                          <a:moveTo>
                            <a:pt x="384" y="230"/>
                          </a:moveTo>
                          <a:cubicBezTo>
                            <a:pt x="830" y="-134"/>
                            <a:pt x="1481" y="-55"/>
                            <a:pt x="1841" y="389"/>
                          </a:cubicBezTo>
                          <a:cubicBezTo>
                            <a:pt x="2201" y="833"/>
                            <a:pt x="2133" y="1483"/>
                            <a:pt x="1687" y="1847"/>
                          </a:cubicBezTo>
                          <a:cubicBezTo>
                            <a:pt x="1242" y="2196"/>
                            <a:pt x="590" y="2133"/>
                            <a:pt x="230" y="1689"/>
                          </a:cubicBezTo>
                          <a:cubicBezTo>
                            <a:pt x="-130" y="1245"/>
                            <a:pt x="-60" y="595"/>
                            <a:pt x="384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7" name="Freeform: Shape 856">
                      <a:extLst>
                        <a:ext uri="{FF2B5EF4-FFF2-40B4-BE49-F238E27FC236}">
                          <a16:creationId xmlns:a16="http://schemas.microsoft.com/office/drawing/2014/main" id="{E0DE02E4-02CC-F024-BF22-1F37D86DC4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5070" y="5151353"/>
                      <a:ext cx="2071" cy="2071"/>
                    </a:xfrm>
                    <a:custGeom>
                      <a:avLst/>
                      <a:gdLst>
                        <a:gd name="connsiteX0" fmla="*/ 384 w 2071"/>
                        <a:gd name="connsiteY0" fmla="*/ 230 h 2071"/>
                        <a:gd name="connsiteX1" fmla="*/ 1841 w 2071"/>
                        <a:gd name="connsiteY1" fmla="*/ 389 h 2071"/>
                        <a:gd name="connsiteX2" fmla="*/ 1687 w 2071"/>
                        <a:gd name="connsiteY2" fmla="*/ 1847 h 2071"/>
                        <a:gd name="connsiteX3" fmla="*/ 230 w 2071"/>
                        <a:gd name="connsiteY3" fmla="*/ 1689 h 2071"/>
                        <a:gd name="connsiteX4" fmla="*/ 384 w 2071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1">
                          <a:moveTo>
                            <a:pt x="384" y="230"/>
                          </a:moveTo>
                          <a:cubicBezTo>
                            <a:pt x="830" y="-134"/>
                            <a:pt x="1481" y="-55"/>
                            <a:pt x="1841" y="389"/>
                          </a:cubicBezTo>
                          <a:cubicBezTo>
                            <a:pt x="2201" y="833"/>
                            <a:pt x="2133" y="1483"/>
                            <a:pt x="1687" y="1847"/>
                          </a:cubicBezTo>
                          <a:cubicBezTo>
                            <a:pt x="1242" y="2196"/>
                            <a:pt x="590" y="2133"/>
                            <a:pt x="230" y="1689"/>
                          </a:cubicBezTo>
                          <a:cubicBezTo>
                            <a:pt x="-130" y="1245"/>
                            <a:pt x="-60" y="595"/>
                            <a:pt x="384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8" name="Freeform: Shape 857">
                      <a:extLst>
                        <a:ext uri="{FF2B5EF4-FFF2-40B4-BE49-F238E27FC236}">
                          <a16:creationId xmlns:a16="http://schemas.microsoft.com/office/drawing/2014/main" id="{243F8C96-E549-17A6-B9A8-29F67CF110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5175" y="5159359"/>
                      <a:ext cx="2071" cy="2071"/>
                    </a:xfrm>
                    <a:custGeom>
                      <a:avLst/>
                      <a:gdLst>
                        <a:gd name="connsiteX0" fmla="*/ 385 w 2071"/>
                        <a:gd name="connsiteY0" fmla="*/ 230 h 2071"/>
                        <a:gd name="connsiteX1" fmla="*/ 1841 w 2071"/>
                        <a:gd name="connsiteY1" fmla="*/ 389 h 2071"/>
                        <a:gd name="connsiteX2" fmla="*/ 1688 w 2071"/>
                        <a:gd name="connsiteY2" fmla="*/ 1847 h 2071"/>
                        <a:gd name="connsiteX3" fmla="*/ 231 w 2071"/>
                        <a:gd name="connsiteY3" fmla="*/ 1689 h 2071"/>
                        <a:gd name="connsiteX4" fmla="*/ 385 w 2071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1">
                          <a:moveTo>
                            <a:pt x="385" y="230"/>
                          </a:moveTo>
                          <a:cubicBezTo>
                            <a:pt x="830" y="-134"/>
                            <a:pt x="1482" y="-55"/>
                            <a:pt x="1841" y="389"/>
                          </a:cubicBezTo>
                          <a:cubicBezTo>
                            <a:pt x="2201" y="833"/>
                            <a:pt x="2132" y="1483"/>
                            <a:pt x="1688" y="1847"/>
                          </a:cubicBezTo>
                          <a:cubicBezTo>
                            <a:pt x="1242" y="2196"/>
                            <a:pt x="591" y="2133"/>
                            <a:pt x="231" y="1689"/>
                          </a:cubicBezTo>
                          <a:cubicBezTo>
                            <a:pt x="-129" y="1245"/>
                            <a:pt x="-61" y="595"/>
                            <a:pt x="3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9" name="Freeform: Shape 858">
                      <a:extLst>
                        <a:ext uri="{FF2B5EF4-FFF2-40B4-BE49-F238E27FC236}">
                          <a16:creationId xmlns:a16="http://schemas.microsoft.com/office/drawing/2014/main" id="{352469C8-9824-59A6-ED54-D3FA86A006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828" y="5159033"/>
                      <a:ext cx="2071" cy="2071"/>
                    </a:xfrm>
                    <a:custGeom>
                      <a:avLst/>
                      <a:gdLst>
                        <a:gd name="connsiteX0" fmla="*/ 384 w 2071"/>
                        <a:gd name="connsiteY0" fmla="*/ 224 h 2071"/>
                        <a:gd name="connsiteX1" fmla="*/ 1841 w 2071"/>
                        <a:gd name="connsiteY1" fmla="*/ 382 h 2071"/>
                        <a:gd name="connsiteX2" fmla="*/ 1687 w 2071"/>
                        <a:gd name="connsiteY2" fmla="*/ 1841 h 2071"/>
                        <a:gd name="connsiteX3" fmla="*/ 230 w 2071"/>
                        <a:gd name="connsiteY3" fmla="*/ 1682 h 2071"/>
                        <a:gd name="connsiteX4" fmla="*/ 384 w 2071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1">
                          <a:moveTo>
                            <a:pt x="384" y="224"/>
                          </a:moveTo>
                          <a:cubicBezTo>
                            <a:pt x="830" y="-125"/>
                            <a:pt x="1481" y="-62"/>
                            <a:pt x="1841" y="382"/>
                          </a:cubicBezTo>
                          <a:cubicBezTo>
                            <a:pt x="2201" y="826"/>
                            <a:pt x="2133" y="1476"/>
                            <a:pt x="1687" y="1841"/>
                          </a:cubicBezTo>
                          <a:cubicBezTo>
                            <a:pt x="1242" y="2205"/>
                            <a:pt x="590" y="2126"/>
                            <a:pt x="230" y="1682"/>
                          </a:cubicBezTo>
                          <a:cubicBezTo>
                            <a:pt x="-130" y="1238"/>
                            <a:pt x="-60" y="588"/>
                            <a:pt x="384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60" name="Freeform: Shape 859">
                      <a:extLst>
                        <a:ext uri="{FF2B5EF4-FFF2-40B4-BE49-F238E27FC236}">
                          <a16:creationId xmlns:a16="http://schemas.microsoft.com/office/drawing/2014/main" id="{8F175579-F7E0-6485-DB6F-BC1206DA43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442" y="5172048"/>
                      <a:ext cx="2072" cy="2071"/>
                    </a:xfrm>
                    <a:custGeom>
                      <a:avLst/>
                      <a:gdLst>
                        <a:gd name="connsiteX0" fmla="*/ 385 w 2072"/>
                        <a:gd name="connsiteY0" fmla="*/ 224 h 2071"/>
                        <a:gd name="connsiteX1" fmla="*/ 1842 w 2072"/>
                        <a:gd name="connsiteY1" fmla="*/ 382 h 2071"/>
                        <a:gd name="connsiteX2" fmla="*/ 1688 w 2072"/>
                        <a:gd name="connsiteY2" fmla="*/ 1841 h 2071"/>
                        <a:gd name="connsiteX3" fmla="*/ 231 w 2072"/>
                        <a:gd name="connsiteY3" fmla="*/ 1682 h 2071"/>
                        <a:gd name="connsiteX4" fmla="*/ 385 w 2072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385" y="224"/>
                          </a:moveTo>
                          <a:cubicBezTo>
                            <a:pt x="830" y="-125"/>
                            <a:pt x="1482" y="-62"/>
                            <a:pt x="1842" y="382"/>
                          </a:cubicBezTo>
                          <a:cubicBezTo>
                            <a:pt x="2201" y="826"/>
                            <a:pt x="2133" y="1476"/>
                            <a:pt x="1688" y="1841"/>
                          </a:cubicBezTo>
                          <a:cubicBezTo>
                            <a:pt x="1242" y="2205"/>
                            <a:pt x="591" y="2126"/>
                            <a:pt x="231" y="1682"/>
                          </a:cubicBezTo>
                          <a:cubicBezTo>
                            <a:pt x="-129" y="1238"/>
                            <a:pt x="-61" y="588"/>
                            <a:pt x="3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61" name="Freeform: Shape 860">
                      <a:extLst>
                        <a:ext uri="{FF2B5EF4-FFF2-40B4-BE49-F238E27FC236}">
                          <a16:creationId xmlns:a16="http://schemas.microsoft.com/office/drawing/2014/main" id="{B772D4B7-D435-6DDA-D3C5-2CBCDE3BE1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251" y="5160637"/>
                      <a:ext cx="2072" cy="2074"/>
                    </a:xfrm>
                    <a:custGeom>
                      <a:avLst/>
                      <a:gdLst>
                        <a:gd name="connsiteX0" fmla="*/ 385 w 2072"/>
                        <a:gd name="connsiteY0" fmla="*/ 237 h 2074"/>
                        <a:gd name="connsiteX1" fmla="*/ 1842 w 2072"/>
                        <a:gd name="connsiteY1" fmla="*/ 379 h 2074"/>
                        <a:gd name="connsiteX2" fmla="*/ 1688 w 2072"/>
                        <a:gd name="connsiteY2" fmla="*/ 1838 h 2074"/>
                        <a:gd name="connsiteX3" fmla="*/ 231 w 2072"/>
                        <a:gd name="connsiteY3" fmla="*/ 1695 h 2074"/>
                        <a:gd name="connsiteX4" fmla="*/ 385 w 2072"/>
                        <a:gd name="connsiteY4" fmla="*/ 237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4">
                          <a:moveTo>
                            <a:pt x="385" y="237"/>
                          </a:moveTo>
                          <a:cubicBezTo>
                            <a:pt x="830" y="-128"/>
                            <a:pt x="1482" y="-64"/>
                            <a:pt x="1842" y="379"/>
                          </a:cubicBezTo>
                          <a:cubicBezTo>
                            <a:pt x="2201" y="839"/>
                            <a:pt x="2133" y="1489"/>
                            <a:pt x="1688" y="1838"/>
                          </a:cubicBezTo>
                          <a:cubicBezTo>
                            <a:pt x="1242" y="2203"/>
                            <a:pt x="591" y="2139"/>
                            <a:pt x="231" y="1695"/>
                          </a:cubicBezTo>
                          <a:cubicBezTo>
                            <a:pt x="-129" y="1251"/>
                            <a:pt x="-61" y="586"/>
                            <a:pt x="385" y="2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62" name="Freeform: Shape 861">
                      <a:extLst>
                        <a:ext uri="{FF2B5EF4-FFF2-40B4-BE49-F238E27FC236}">
                          <a16:creationId xmlns:a16="http://schemas.microsoft.com/office/drawing/2014/main" id="{9BAD17A8-F3F0-CEDB-52A8-AEBA4478CF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713" y="5166201"/>
                      <a:ext cx="2071" cy="2074"/>
                    </a:xfrm>
                    <a:custGeom>
                      <a:avLst/>
                      <a:gdLst>
                        <a:gd name="connsiteX0" fmla="*/ 384 w 2071"/>
                        <a:gd name="connsiteY0" fmla="*/ 237 h 2074"/>
                        <a:gd name="connsiteX1" fmla="*/ 1841 w 2071"/>
                        <a:gd name="connsiteY1" fmla="*/ 379 h 2074"/>
                        <a:gd name="connsiteX2" fmla="*/ 1687 w 2071"/>
                        <a:gd name="connsiteY2" fmla="*/ 1838 h 2074"/>
                        <a:gd name="connsiteX3" fmla="*/ 230 w 2071"/>
                        <a:gd name="connsiteY3" fmla="*/ 1695 h 2074"/>
                        <a:gd name="connsiteX4" fmla="*/ 384 w 2071"/>
                        <a:gd name="connsiteY4" fmla="*/ 237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4">
                          <a:moveTo>
                            <a:pt x="384" y="237"/>
                          </a:moveTo>
                          <a:cubicBezTo>
                            <a:pt x="830" y="-128"/>
                            <a:pt x="1481" y="-64"/>
                            <a:pt x="1841" y="379"/>
                          </a:cubicBezTo>
                          <a:cubicBezTo>
                            <a:pt x="2201" y="839"/>
                            <a:pt x="2133" y="1489"/>
                            <a:pt x="1687" y="1838"/>
                          </a:cubicBezTo>
                          <a:cubicBezTo>
                            <a:pt x="1242" y="2203"/>
                            <a:pt x="590" y="2139"/>
                            <a:pt x="230" y="1695"/>
                          </a:cubicBezTo>
                          <a:cubicBezTo>
                            <a:pt x="-130" y="1235"/>
                            <a:pt x="-60" y="586"/>
                            <a:pt x="384" y="2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63" name="Freeform: Shape 862">
                      <a:extLst>
                        <a:ext uri="{FF2B5EF4-FFF2-40B4-BE49-F238E27FC236}">
                          <a16:creationId xmlns:a16="http://schemas.microsoft.com/office/drawing/2014/main" id="{5C58DB70-1A02-6F3D-6FF8-0D0EA9B3EB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018" y="5166724"/>
                      <a:ext cx="2072" cy="2074"/>
                    </a:xfrm>
                    <a:custGeom>
                      <a:avLst/>
                      <a:gdLst>
                        <a:gd name="connsiteX0" fmla="*/ 385 w 2072"/>
                        <a:gd name="connsiteY0" fmla="*/ 237 h 2074"/>
                        <a:gd name="connsiteX1" fmla="*/ 1842 w 2072"/>
                        <a:gd name="connsiteY1" fmla="*/ 379 h 2074"/>
                        <a:gd name="connsiteX2" fmla="*/ 1688 w 2072"/>
                        <a:gd name="connsiteY2" fmla="*/ 1838 h 2074"/>
                        <a:gd name="connsiteX3" fmla="*/ 231 w 2072"/>
                        <a:gd name="connsiteY3" fmla="*/ 1695 h 2074"/>
                        <a:gd name="connsiteX4" fmla="*/ 385 w 2072"/>
                        <a:gd name="connsiteY4" fmla="*/ 237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4">
                          <a:moveTo>
                            <a:pt x="385" y="237"/>
                          </a:moveTo>
                          <a:cubicBezTo>
                            <a:pt x="830" y="-128"/>
                            <a:pt x="1482" y="-65"/>
                            <a:pt x="1842" y="379"/>
                          </a:cubicBezTo>
                          <a:cubicBezTo>
                            <a:pt x="2201" y="839"/>
                            <a:pt x="2133" y="1489"/>
                            <a:pt x="1688" y="1838"/>
                          </a:cubicBezTo>
                          <a:cubicBezTo>
                            <a:pt x="1242" y="2203"/>
                            <a:pt x="591" y="2139"/>
                            <a:pt x="231" y="1695"/>
                          </a:cubicBezTo>
                          <a:cubicBezTo>
                            <a:pt x="-129" y="1251"/>
                            <a:pt x="-61" y="586"/>
                            <a:pt x="385" y="2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864" name="Graphic 21">
                    <a:extLst>
                      <a:ext uri="{FF2B5EF4-FFF2-40B4-BE49-F238E27FC236}">
                        <a16:creationId xmlns:a16="http://schemas.microsoft.com/office/drawing/2014/main" id="{D1379A9F-C838-0080-42D5-13B2D92021C9}"/>
                      </a:ext>
                    </a:extLst>
                  </p:cNvPr>
                  <p:cNvGrpSpPr/>
                  <p:nvPr/>
                </p:nvGrpSpPr>
                <p:grpSpPr>
                  <a:xfrm>
                    <a:off x="859672" y="5132746"/>
                    <a:ext cx="48938" cy="61440"/>
                    <a:chOff x="859672" y="5132746"/>
                    <a:chExt cx="48938" cy="61440"/>
                  </a:xfrm>
                  <a:solidFill>
                    <a:srgbClr val="F0BB74"/>
                  </a:solidFill>
                </p:grpSpPr>
                <p:sp>
                  <p:nvSpPr>
                    <p:cNvPr id="865" name="Freeform: Shape 864">
                      <a:extLst>
                        <a:ext uri="{FF2B5EF4-FFF2-40B4-BE49-F238E27FC236}">
                          <a16:creationId xmlns:a16="http://schemas.microsoft.com/office/drawing/2014/main" id="{0B34C0DB-BD16-D5BC-8F77-1E0C54A037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592" y="5176311"/>
                      <a:ext cx="2072" cy="2069"/>
                    </a:xfrm>
                    <a:custGeom>
                      <a:avLst/>
                      <a:gdLst>
                        <a:gd name="connsiteX0" fmla="*/ 828 w 2072"/>
                        <a:gd name="connsiteY0" fmla="*/ 2049 h 2069"/>
                        <a:gd name="connsiteX1" fmla="*/ 21 w 2072"/>
                        <a:gd name="connsiteY1" fmla="*/ 828 h 2069"/>
                        <a:gd name="connsiteX2" fmla="*/ 1245 w 2072"/>
                        <a:gd name="connsiteY2" fmla="*/ 20 h 2069"/>
                        <a:gd name="connsiteX3" fmla="*/ 2052 w 2072"/>
                        <a:gd name="connsiteY3" fmla="*/ 1240 h 2069"/>
                        <a:gd name="connsiteX4" fmla="*/ 828 w 2072"/>
                        <a:gd name="connsiteY4" fmla="*/ 2049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9">
                          <a:moveTo>
                            <a:pt x="828" y="2049"/>
                          </a:moveTo>
                          <a:cubicBezTo>
                            <a:pt x="267" y="1938"/>
                            <a:pt x="-93" y="1383"/>
                            <a:pt x="21" y="828"/>
                          </a:cubicBezTo>
                          <a:cubicBezTo>
                            <a:pt x="137" y="273"/>
                            <a:pt x="684" y="-91"/>
                            <a:pt x="1245" y="20"/>
                          </a:cubicBezTo>
                          <a:cubicBezTo>
                            <a:pt x="1806" y="131"/>
                            <a:pt x="2166" y="686"/>
                            <a:pt x="2052" y="1240"/>
                          </a:cubicBezTo>
                          <a:cubicBezTo>
                            <a:pt x="1936" y="1811"/>
                            <a:pt x="1389" y="2160"/>
                            <a:pt x="828" y="204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66" name="Freeform: Shape 865">
                      <a:extLst>
                        <a:ext uri="{FF2B5EF4-FFF2-40B4-BE49-F238E27FC236}">
                          <a16:creationId xmlns:a16="http://schemas.microsoft.com/office/drawing/2014/main" id="{ADFDA22B-624D-F11D-7CB3-C45BC34D07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385" y="5172073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54 h 2074"/>
                        <a:gd name="connsiteX1" fmla="*/ 21 w 2073"/>
                        <a:gd name="connsiteY1" fmla="*/ 834 h 2074"/>
                        <a:gd name="connsiteX2" fmla="*/ 1245 w 2073"/>
                        <a:gd name="connsiteY2" fmla="*/ 25 h 2074"/>
                        <a:gd name="connsiteX3" fmla="*/ 2052 w 2073"/>
                        <a:gd name="connsiteY3" fmla="*/ 1246 h 2074"/>
                        <a:gd name="connsiteX4" fmla="*/ 828 w 2073"/>
                        <a:gd name="connsiteY4" fmla="*/ 2054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54"/>
                          </a:moveTo>
                          <a:cubicBezTo>
                            <a:pt x="267" y="1927"/>
                            <a:pt x="-93" y="1389"/>
                            <a:pt x="21" y="834"/>
                          </a:cubicBezTo>
                          <a:cubicBezTo>
                            <a:pt x="137" y="263"/>
                            <a:pt x="684" y="-102"/>
                            <a:pt x="1245" y="25"/>
                          </a:cubicBezTo>
                          <a:cubicBezTo>
                            <a:pt x="1806" y="136"/>
                            <a:pt x="2168" y="691"/>
                            <a:pt x="2052" y="1246"/>
                          </a:cubicBezTo>
                          <a:cubicBezTo>
                            <a:pt x="1936" y="1801"/>
                            <a:pt x="1388" y="2165"/>
                            <a:pt x="828" y="205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67" name="Freeform: Shape 866">
                      <a:extLst>
                        <a:ext uri="{FF2B5EF4-FFF2-40B4-BE49-F238E27FC236}">
                          <a16:creationId xmlns:a16="http://schemas.microsoft.com/office/drawing/2014/main" id="{BFDECF58-794A-EECF-C58F-027CDD4AA3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560" y="5171935"/>
                      <a:ext cx="2073" cy="2069"/>
                    </a:xfrm>
                    <a:custGeom>
                      <a:avLst/>
                      <a:gdLst>
                        <a:gd name="connsiteX0" fmla="*/ 828 w 2073"/>
                        <a:gd name="connsiteY0" fmla="*/ 2049 h 2069"/>
                        <a:gd name="connsiteX1" fmla="*/ 22 w 2073"/>
                        <a:gd name="connsiteY1" fmla="*/ 828 h 2069"/>
                        <a:gd name="connsiteX2" fmla="*/ 1245 w 2073"/>
                        <a:gd name="connsiteY2" fmla="*/ 20 h 2069"/>
                        <a:gd name="connsiteX3" fmla="*/ 2052 w 2073"/>
                        <a:gd name="connsiteY3" fmla="*/ 1241 h 2069"/>
                        <a:gd name="connsiteX4" fmla="*/ 828 w 2073"/>
                        <a:gd name="connsiteY4" fmla="*/ 2049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828" y="2049"/>
                          </a:moveTo>
                          <a:cubicBezTo>
                            <a:pt x="267" y="1938"/>
                            <a:pt x="-94" y="1383"/>
                            <a:pt x="22" y="828"/>
                          </a:cubicBezTo>
                          <a:cubicBezTo>
                            <a:pt x="137" y="273"/>
                            <a:pt x="684" y="-91"/>
                            <a:pt x="1245" y="20"/>
                          </a:cubicBezTo>
                          <a:cubicBezTo>
                            <a:pt x="1807" y="131"/>
                            <a:pt x="2166" y="686"/>
                            <a:pt x="2052" y="1241"/>
                          </a:cubicBezTo>
                          <a:cubicBezTo>
                            <a:pt x="1937" y="1811"/>
                            <a:pt x="1390" y="2160"/>
                            <a:pt x="828" y="204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68" name="Freeform: Shape 867">
                      <a:extLst>
                        <a:ext uri="{FF2B5EF4-FFF2-40B4-BE49-F238E27FC236}">
                          <a16:creationId xmlns:a16="http://schemas.microsoft.com/office/drawing/2014/main" id="{6AEFD990-18F6-1396-324F-FD9F5E8217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7684" y="5177768"/>
                      <a:ext cx="2072" cy="2069"/>
                    </a:xfrm>
                    <a:custGeom>
                      <a:avLst/>
                      <a:gdLst>
                        <a:gd name="connsiteX0" fmla="*/ 828 w 2072"/>
                        <a:gd name="connsiteY0" fmla="*/ 2050 h 2069"/>
                        <a:gd name="connsiteX1" fmla="*/ 21 w 2072"/>
                        <a:gd name="connsiteY1" fmla="*/ 829 h 2069"/>
                        <a:gd name="connsiteX2" fmla="*/ 1245 w 2072"/>
                        <a:gd name="connsiteY2" fmla="*/ 21 h 2069"/>
                        <a:gd name="connsiteX3" fmla="*/ 2052 w 2072"/>
                        <a:gd name="connsiteY3" fmla="*/ 1241 h 2069"/>
                        <a:gd name="connsiteX4" fmla="*/ 828 w 2072"/>
                        <a:gd name="connsiteY4" fmla="*/ 2050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9">
                          <a:moveTo>
                            <a:pt x="828" y="2050"/>
                          </a:moveTo>
                          <a:cubicBezTo>
                            <a:pt x="267" y="1939"/>
                            <a:pt x="-93" y="1384"/>
                            <a:pt x="21" y="829"/>
                          </a:cubicBezTo>
                          <a:cubicBezTo>
                            <a:pt x="137" y="258"/>
                            <a:pt x="684" y="-90"/>
                            <a:pt x="1245" y="21"/>
                          </a:cubicBezTo>
                          <a:cubicBezTo>
                            <a:pt x="1806" y="132"/>
                            <a:pt x="2166" y="686"/>
                            <a:pt x="2052" y="1241"/>
                          </a:cubicBezTo>
                          <a:cubicBezTo>
                            <a:pt x="1936" y="1796"/>
                            <a:pt x="1388" y="2161"/>
                            <a:pt x="828" y="205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69" name="Freeform: Shape 868">
                      <a:extLst>
                        <a:ext uri="{FF2B5EF4-FFF2-40B4-BE49-F238E27FC236}">
                          <a16:creationId xmlns:a16="http://schemas.microsoft.com/office/drawing/2014/main" id="{F41119BC-972F-2271-1BF0-507755220B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878" y="5165795"/>
                      <a:ext cx="2073" cy="2074"/>
                    </a:xfrm>
                    <a:custGeom>
                      <a:avLst/>
                      <a:gdLst>
                        <a:gd name="connsiteX0" fmla="*/ 829 w 2073"/>
                        <a:gd name="connsiteY0" fmla="*/ 2054 h 2074"/>
                        <a:gd name="connsiteX1" fmla="*/ 22 w 2073"/>
                        <a:gd name="connsiteY1" fmla="*/ 834 h 2074"/>
                        <a:gd name="connsiteX2" fmla="*/ 1245 w 2073"/>
                        <a:gd name="connsiteY2" fmla="*/ 25 h 2074"/>
                        <a:gd name="connsiteX3" fmla="*/ 2052 w 2073"/>
                        <a:gd name="connsiteY3" fmla="*/ 1246 h 2074"/>
                        <a:gd name="connsiteX4" fmla="*/ 829 w 2073"/>
                        <a:gd name="connsiteY4" fmla="*/ 2054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9" y="2054"/>
                          </a:moveTo>
                          <a:cubicBezTo>
                            <a:pt x="267" y="1943"/>
                            <a:pt x="-94" y="1389"/>
                            <a:pt x="22" y="834"/>
                          </a:cubicBezTo>
                          <a:cubicBezTo>
                            <a:pt x="137" y="263"/>
                            <a:pt x="684" y="-102"/>
                            <a:pt x="1245" y="25"/>
                          </a:cubicBezTo>
                          <a:cubicBezTo>
                            <a:pt x="1807" y="136"/>
                            <a:pt x="2168" y="675"/>
                            <a:pt x="2052" y="1246"/>
                          </a:cubicBezTo>
                          <a:cubicBezTo>
                            <a:pt x="1938" y="1801"/>
                            <a:pt x="1390" y="2165"/>
                            <a:pt x="829" y="205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70" name="Freeform: Shape 869">
                      <a:extLst>
                        <a:ext uri="{FF2B5EF4-FFF2-40B4-BE49-F238E27FC236}">
                          <a16:creationId xmlns:a16="http://schemas.microsoft.com/office/drawing/2014/main" id="{DDA4E5DD-83B8-2EF6-EA7B-3E13D44C14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208" y="5172205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49 h 2074"/>
                        <a:gd name="connsiteX1" fmla="*/ 22 w 2073"/>
                        <a:gd name="connsiteY1" fmla="*/ 828 h 2074"/>
                        <a:gd name="connsiteX2" fmla="*/ 1245 w 2073"/>
                        <a:gd name="connsiteY2" fmla="*/ 20 h 2074"/>
                        <a:gd name="connsiteX3" fmla="*/ 2052 w 2073"/>
                        <a:gd name="connsiteY3" fmla="*/ 1256 h 2074"/>
                        <a:gd name="connsiteX4" fmla="*/ 828 w 2073"/>
                        <a:gd name="connsiteY4" fmla="*/ 2049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49"/>
                          </a:moveTo>
                          <a:cubicBezTo>
                            <a:pt x="267" y="1938"/>
                            <a:pt x="-94" y="1399"/>
                            <a:pt x="22" y="828"/>
                          </a:cubicBezTo>
                          <a:cubicBezTo>
                            <a:pt x="137" y="274"/>
                            <a:pt x="684" y="-91"/>
                            <a:pt x="1245" y="20"/>
                          </a:cubicBezTo>
                          <a:cubicBezTo>
                            <a:pt x="1807" y="147"/>
                            <a:pt x="2168" y="686"/>
                            <a:pt x="2052" y="1256"/>
                          </a:cubicBezTo>
                          <a:cubicBezTo>
                            <a:pt x="1937" y="1811"/>
                            <a:pt x="1390" y="2176"/>
                            <a:pt x="828" y="204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71" name="Freeform: Shape 870">
                      <a:extLst>
                        <a:ext uri="{FF2B5EF4-FFF2-40B4-BE49-F238E27FC236}">
                          <a16:creationId xmlns:a16="http://schemas.microsoft.com/office/drawing/2014/main" id="{52BA4DA1-12A7-E1C3-71B0-87C791B716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271" y="5165197"/>
                      <a:ext cx="2073" cy="2070"/>
                    </a:xfrm>
                    <a:custGeom>
                      <a:avLst/>
                      <a:gdLst>
                        <a:gd name="connsiteX0" fmla="*/ 828 w 2073"/>
                        <a:gd name="connsiteY0" fmla="*/ 2050 h 2070"/>
                        <a:gd name="connsiteX1" fmla="*/ 21 w 2073"/>
                        <a:gd name="connsiteY1" fmla="*/ 829 h 2070"/>
                        <a:gd name="connsiteX2" fmla="*/ 1245 w 2073"/>
                        <a:gd name="connsiteY2" fmla="*/ 21 h 2070"/>
                        <a:gd name="connsiteX3" fmla="*/ 2052 w 2073"/>
                        <a:gd name="connsiteY3" fmla="*/ 1241 h 2070"/>
                        <a:gd name="connsiteX4" fmla="*/ 828 w 2073"/>
                        <a:gd name="connsiteY4" fmla="*/ 2050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0">
                          <a:moveTo>
                            <a:pt x="828" y="2050"/>
                          </a:moveTo>
                          <a:cubicBezTo>
                            <a:pt x="267" y="1939"/>
                            <a:pt x="-93" y="1384"/>
                            <a:pt x="21" y="829"/>
                          </a:cubicBezTo>
                          <a:cubicBezTo>
                            <a:pt x="137" y="258"/>
                            <a:pt x="684" y="-91"/>
                            <a:pt x="1245" y="21"/>
                          </a:cubicBezTo>
                          <a:cubicBezTo>
                            <a:pt x="1806" y="131"/>
                            <a:pt x="2166" y="686"/>
                            <a:pt x="2052" y="1241"/>
                          </a:cubicBezTo>
                          <a:cubicBezTo>
                            <a:pt x="1936" y="1812"/>
                            <a:pt x="1389" y="2161"/>
                            <a:pt x="828" y="205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72" name="Freeform: Shape 871">
                      <a:extLst>
                        <a:ext uri="{FF2B5EF4-FFF2-40B4-BE49-F238E27FC236}">
                          <a16:creationId xmlns:a16="http://schemas.microsoft.com/office/drawing/2014/main" id="{76429D14-97EB-0C21-545A-EA86CC027A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877" y="5160742"/>
                      <a:ext cx="2073" cy="2069"/>
                    </a:xfrm>
                    <a:custGeom>
                      <a:avLst/>
                      <a:gdLst>
                        <a:gd name="connsiteX0" fmla="*/ 828 w 2073"/>
                        <a:gd name="connsiteY0" fmla="*/ 2050 h 2069"/>
                        <a:gd name="connsiteX1" fmla="*/ 22 w 2073"/>
                        <a:gd name="connsiteY1" fmla="*/ 829 h 2069"/>
                        <a:gd name="connsiteX2" fmla="*/ 1245 w 2073"/>
                        <a:gd name="connsiteY2" fmla="*/ 21 h 2069"/>
                        <a:gd name="connsiteX3" fmla="*/ 2052 w 2073"/>
                        <a:gd name="connsiteY3" fmla="*/ 1241 h 2069"/>
                        <a:gd name="connsiteX4" fmla="*/ 828 w 2073"/>
                        <a:gd name="connsiteY4" fmla="*/ 2050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828" y="2050"/>
                          </a:moveTo>
                          <a:cubicBezTo>
                            <a:pt x="267" y="1939"/>
                            <a:pt x="-94" y="1384"/>
                            <a:pt x="22" y="829"/>
                          </a:cubicBezTo>
                          <a:cubicBezTo>
                            <a:pt x="137" y="258"/>
                            <a:pt x="684" y="-90"/>
                            <a:pt x="1245" y="21"/>
                          </a:cubicBezTo>
                          <a:cubicBezTo>
                            <a:pt x="1807" y="132"/>
                            <a:pt x="2168" y="686"/>
                            <a:pt x="2052" y="1241"/>
                          </a:cubicBezTo>
                          <a:cubicBezTo>
                            <a:pt x="1937" y="1796"/>
                            <a:pt x="1390" y="2161"/>
                            <a:pt x="828" y="205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73" name="Freeform: Shape 872">
                      <a:extLst>
                        <a:ext uri="{FF2B5EF4-FFF2-40B4-BE49-F238E27FC236}">
                          <a16:creationId xmlns:a16="http://schemas.microsoft.com/office/drawing/2014/main" id="{627B75A0-151C-E38E-DD0F-CD3FCCD48A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669" y="5156505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54 h 2074"/>
                        <a:gd name="connsiteX1" fmla="*/ 21 w 2073"/>
                        <a:gd name="connsiteY1" fmla="*/ 818 h 2074"/>
                        <a:gd name="connsiteX2" fmla="*/ 1245 w 2073"/>
                        <a:gd name="connsiteY2" fmla="*/ 25 h 2074"/>
                        <a:gd name="connsiteX3" fmla="*/ 2052 w 2073"/>
                        <a:gd name="connsiteY3" fmla="*/ 1246 h 2074"/>
                        <a:gd name="connsiteX4" fmla="*/ 828 w 2073"/>
                        <a:gd name="connsiteY4" fmla="*/ 2054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54"/>
                          </a:moveTo>
                          <a:cubicBezTo>
                            <a:pt x="267" y="1928"/>
                            <a:pt x="-93" y="1389"/>
                            <a:pt x="21" y="818"/>
                          </a:cubicBezTo>
                          <a:cubicBezTo>
                            <a:pt x="137" y="263"/>
                            <a:pt x="684" y="-102"/>
                            <a:pt x="1245" y="25"/>
                          </a:cubicBezTo>
                          <a:cubicBezTo>
                            <a:pt x="1806" y="136"/>
                            <a:pt x="2168" y="675"/>
                            <a:pt x="2052" y="1246"/>
                          </a:cubicBezTo>
                          <a:cubicBezTo>
                            <a:pt x="1938" y="1801"/>
                            <a:pt x="1389" y="2165"/>
                            <a:pt x="828" y="205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74" name="Freeform: Shape 873">
                      <a:extLst>
                        <a:ext uri="{FF2B5EF4-FFF2-40B4-BE49-F238E27FC236}">
                          <a16:creationId xmlns:a16="http://schemas.microsoft.com/office/drawing/2014/main" id="{B0764323-2184-636D-6D00-B3C2EA6B64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4846" y="5156367"/>
                      <a:ext cx="2073" cy="2069"/>
                    </a:xfrm>
                    <a:custGeom>
                      <a:avLst/>
                      <a:gdLst>
                        <a:gd name="connsiteX0" fmla="*/ 828 w 2073"/>
                        <a:gd name="connsiteY0" fmla="*/ 2050 h 2069"/>
                        <a:gd name="connsiteX1" fmla="*/ 21 w 2073"/>
                        <a:gd name="connsiteY1" fmla="*/ 829 h 2069"/>
                        <a:gd name="connsiteX2" fmla="*/ 1245 w 2073"/>
                        <a:gd name="connsiteY2" fmla="*/ 21 h 2069"/>
                        <a:gd name="connsiteX3" fmla="*/ 2052 w 2073"/>
                        <a:gd name="connsiteY3" fmla="*/ 1241 h 2069"/>
                        <a:gd name="connsiteX4" fmla="*/ 828 w 2073"/>
                        <a:gd name="connsiteY4" fmla="*/ 2050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828" y="2050"/>
                          </a:moveTo>
                          <a:cubicBezTo>
                            <a:pt x="267" y="1939"/>
                            <a:pt x="-93" y="1384"/>
                            <a:pt x="21" y="829"/>
                          </a:cubicBezTo>
                          <a:cubicBezTo>
                            <a:pt x="137" y="258"/>
                            <a:pt x="684" y="-90"/>
                            <a:pt x="1245" y="21"/>
                          </a:cubicBezTo>
                          <a:cubicBezTo>
                            <a:pt x="1806" y="132"/>
                            <a:pt x="2166" y="686"/>
                            <a:pt x="2052" y="1241"/>
                          </a:cubicBezTo>
                          <a:cubicBezTo>
                            <a:pt x="1936" y="1796"/>
                            <a:pt x="1389" y="2161"/>
                            <a:pt x="828" y="205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75" name="Freeform: Shape 874">
                      <a:extLst>
                        <a:ext uri="{FF2B5EF4-FFF2-40B4-BE49-F238E27FC236}">
                          <a16:creationId xmlns:a16="http://schemas.microsoft.com/office/drawing/2014/main" id="{F507DCE5-6FC3-EA02-C1B0-B55266B81E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970" y="5162196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55 h 2074"/>
                        <a:gd name="connsiteX1" fmla="*/ 21 w 2073"/>
                        <a:gd name="connsiteY1" fmla="*/ 834 h 2074"/>
                        <a:gd name="connsiteX2" fmla="*/ 1245 w 2073"/>
                        <a:gd name="connsiteY2" fmla="*/ 25 h 2074"/>
                        <a:gd name="connsiteX3" fmla="*/ 2052 w 2073"/>
                        <a:gd name="connsiteY3" fmla="*/ 1246 h 2074"/>
                        <a:gd name="connsiteX4" fmla="*/ 828 w 2073"/>
                        <a:gd name="connsiteY4" fmla="*/ 20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55"/>
                          </a:moveTo>
                          <a:cubicBezTo>
                            <a:pt x="267" y="1943"/>
                            <a:pt x="-93" y="1389"/>
                            <a:pt x="21" y="834"/>
                          </a:cubicBezTo>
                          <a:cubicBezTo>
                            <a:pt x="137" y="263"/>
                            <a:pt x="684" y="-102"/>
                            <a:pt x="1245" y="25"/>
                          </a:cubicBezTo>
                          <a:cubicBezTo>
                            <a:pt x="1806" y="136"/>
                            <a:pt x="2166" y="675"/>
                            <a:pt x="2052" y="1246"/>
                          </a:cubicBezTo>
                          <a:cubicBezTo>
                            <a:pt x="1936" y="1801"/>
                            <a:pt x="1388" y="2165"/>
                            <a:pt x="828" y="20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76" name="Freeform: Shape 875">
                      <a:extLst>
                        <a:ext uri="{FF2B5EF4-FFF2-40B4-BE49-F238E27FC236}">
                          <a16:creationId xmlns:a16="http://schemas.microsoft.com/office/drawing/2014/main" id="{66DE6072-73C0-7816-5180-0A1FA887FC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164" y="5150216"/>
                      <a:ext cx="2073" cy="2084"/>
                    </a:xfrm>
                    <a:custGeom>
                      <a:avLst/>
                      <a:gdLst>
                        <a:gd name="connsiteX0" fmla="*/ 828 w 2073"/>
                        <a:gd name="connsiteY0" fmla="*/ 2065 h 2084"/>
                        <a:gd name="connsiteX1" fmla="*/ 21 w 2073"/>
                        <a:gd name="connsiteY1" fmla="*/ 828 h 2084"/>
                        <a:gd name="connsiteX2" fmla="*/ 1245 w 2073"/>
                        <a:gd name="connsiteY2" fmla="*/ 20 h 2084"/>
                        <a:gd name="connsiteX3" fmla="*/ 2052 w 2073"/>
                        <a:gd name="connsiteY3" fmla="*/ 1256 h 2084"/>
                        <a:gd name="connsiteX4" fmla="*/ 828 w 2073"/>
                        <a:gd name="connsiteY4" fmla="*/ 2065 h 20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4">
                          <a:moveTo>
                            <a:pt x="828" y="2065"/>
                          </a:moveTo>
                          <a:cubicBezTo>
                            <a:pt x="267" y="1938"/>
                            <a:pt x="-93" y="1399"/>
                            <a:pt x="21" y="828"/>
                          </a:cubicBezTo>
                          <a:cubicBezTo>
                            <a:pt x="137" y="274"/>
                            <a:pt x="684" y="-91"/>
                            <a:pt x="1245" y="20"/>
                          </a:cubicBezTo>
                          <a:cubicBezTo>
                            <a:pt x="1806" y="147"/>
                            <a:pt x="2166" y="686"/>
                            <a:pt x="2052" y="1256"/>
                          </a:cubicBezTo>
                          <a:cubicBezTo>
                            <a:pt x="1936" y="1811"/>
                            <a:pt x="1389" y="2176"/>
                            <a:pt x="828" y="206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77" name="Freeform: Shape 876">
                      <a:extLst>
                        <a:ext uri="{FF2B5EF4-FFF2-40B4-BE49-F238E27FC236}">
                          <a16:creationId xmlns:a16="http://schemas.microsoft.com/office/drawing/2014/main" id="{380A69C0-CA2C-52FC-678C-790735B103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493" y="5156637"/>
                      <a:ext cx="2073" cy="2074"/>
                    </a:xfrm>
                    <a:custGeom>
                      <a:avLst/>
                      <a:gdLst>
                        <a:gd name="connsiteX0" fmla="*/ 829 w 2073"/>
                        <a:gd name="connsiteY0" fmla="*/ 2049 h 2074"/>
                        <a:gd name="connsiteX1" fmla="*/ 22 w 2073"/>
                        <a:gd name="connsiteY1" fmla="*/ 828 h 2074"/>
                        <a:gd name="connsiteX2" fmla="*/ 1245 w 2073"/>
                        <a:gd name="connsiteY2" fmla="*/ 20 h 2074"/>
                        <a:gd name="connsiteX3" fmla="*/ 2052 w 2073"/>
                        <a:gd name="connsiteY3" fmla="*/ 1241 h 2074"/>
                        <a:gd name="connsiteX4" fmla="*/ 829 w 2073"/>
                        <a:gd name="connsiteY4" fmla="*/ 2049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9" y="2049"/>
                          </a:moveTo>
                          <a:cubicBezTo>
                            <a:pt x="267" y="1938"/>
                            <a:pt x="-94" y="1399"/>
                            <a:pt x="22" y="828"/>
                          </a:cubicBezTo>
                          <a:cubicBezTo>
                            <a:pt x="137" y="274"/>
                            <a:pt x="684" y="-91"/>
                            <a:pt x="1245" y="20"/>
                          </a:cubicBezTo>
                          <a:cubicBezTo>
                            <a:pt x="1807" y="131"/>
                            <a:pt x="2167" y="686"/>
                            <a:pt x="2052" y="1241"/>
                          </a:cubicBezTo>
                          <a:cubicBezTo>
                            <a:pt x="1937" y="1811"/>
                            <a:pt x="1390" y="2176"/>
                            <a:pt x="829" y="204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78" name="Freeform: Shape 877">
                      <a:extLst>
                        <a:ext uri="{FF2B5EF4-FFF2-40B4-BE49-F238E27FC236}">
                          <a16:creationId xmlns:a16="http://schemas.microsoft.com/office/drawing/2014/main" id="{9AF4C613-7219-2C0C-414D-CED1351A73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556" y="5149629"/>
                      <a:ext cx="2073" cy="2069"/>
                    </a:xfrm>
                    <a:custGeom>
                      <a:avLst/>
                      <a:gdLst>
                        <a:gd name="connsiteX0" fmla="*/ 828 w 2073"/>
                        <a:gd name="connsiteY0" fmla="*/ 2050 h 2069"/>
                        <a:gd name="connsiteX1" fmla="*/ 21 w 2073"/>
                        <a:gd name="connsiteY1" fmla="*/ 829 h 2069"/>
                        <a:gd name="connsiteX2" fmla="*/ 1245 w 2073"/>
                        <a:gd name="connsiteY2" fmla="*/ 21 h 2069"/>
                        <a:gd name="connsiteX3" fmla="*/ 2052 w 2073"/>
                        <a:gd name="connsiteY3" fmla="*/ 1241 h 2069"/>
                        <a:gd name="connsiteX4" fmla="*/ 828 w 2073"/>
                        <a:gd name="connsiteY4" fmla="*/ 2050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828" y="2050"/>
                          </a:moveTo>
                          <a:cubicBezTo>
                            <a:pt x="267" y="1939"/>
                            <a:pt x="-93" y="1384"/>
                            <a:pt x="21" y="829"/>
                          </a:cubicBezTo>
                          <a:cubicBezTo>
                            <a:pt x="137" y="258"/>
                            <a:pt x="684" y="-90"/>
                            <a:pt x="1245" y="21"/>
                          </a:cubicBezTo>
                          <a:cubicBezTo>
                            <a:pt x="1806" y="132"/>
                            <a:pt x="2168" y="686"/>
                            <a:pt x="2052" y="1241"/>
                          </a:cubicBezTo>
                          <a:cubicBezTo>
                            <a:pt x="1936" y="1796"/>
                            <a:pt x="1389" y="2161"/>
                            <a:pt x="828" y="205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79" name="Freeform: Shape 878">
                      <a:extLst>
                        <a:ext uri="{FF2B5EF4-FFF2-40B4-BE49-F238E27FC236}">
                          <a16:creationId xmlns:a16="http://schemas.microsoft.com/office/drawing/2014/main" id="{E7FDC746-F93E-95D8-AF9D-6DC5013CB9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099" y="5164341"/>
                      <a:ext cx="2073" cy="2069"/>
                    </a:xfrm>
                    <a:custGeom>
                      <a:avLst/>
                      <a:gdLst>
                        <a:gd name="connsiteX0" fmla="*/ 829 w 2073"/>
                        <a:gd name="connsiteY0" fmla="*/ 2049 h 2069"/>
                        <a:gd name="connsiteX1" fmla="*/ 22 w 2073"/>
                        <a:gd name="connsiteY1" fmla="*/ 828 h 2069"/>
                        <a:gd name="connsiteX2" fmla="*/ 1245 w 2073"/>
                        <a:gd name="connsiteY2" fmla="*/ 20 h 2069"/>
                        <a:gd name="connsiteX3" fmla="*/ 2052 w 2073"/>
                        <a:gd name="connsiteY3" fmla="*/ 1241 h 2069"/>
                        <a:gd name="connsiteX4" fmla="*/ 829 w 2073"/>
                        <a:gd name="connsiteY4" fmla="*/ 2049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829" y="2049"/>
                          </a:moveTo>
                          <a:cubicBezTo>
                            <a:pt x="267" y="1938"/>
                            <a:pt x="-94" y="1383"/>
                            <a:pt x="22" y="828"/>
                          </a:cubicBezTo>
                          <a:cubicBezTo>
                            <a:pt x="137" y="274"/>
                            <a:pt x="684" y="-91"/>
                            <a:pt x="1245" y="20"/>
                          </a:cubicBezTo>
                          <a:cubicBezTo>
                            <a:pt x="1807" y="131"/>
                            <a:pt x="2167" y="686"/>
                            <a:pt x="2052" y="1241"/>
                          </a:cubicBezTo>
                          <a:cubicBezTo>
                            <a:pt x="1937" y="1811"/>
                            <a:pt x="1390" y="2160"/>
                            <a:pt x="829" y="204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0" name="Freeform: Shape 879">
                      <a:extLst>
                        <a:ext uri="{FF2B5EF4-FFF2-40B4-BE49-F238E27FC236}">
                          <a16:creationId xmlns:a16="http://schemas.microsoft.com/office/drawing/2014/main" id="{C0DF9E4C-B5C2-678F-D0F8-D36DFC4C58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6894" y="5160103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54 h 2074"/>
                        <a:gd name="connsiteX1" fmla="*/ 21 w 2073"/>
                        <a:gd name="connsiteY1" fmla="*/ 834 h 2074"/>
                        <a:gd name="connsiteX2" fmla="*/ 1245 w 2073"/>
                        <a:gd name="connsiteY2" fmla="*/ 25 h 2074"/>
                        <a:gd name="connsiteX3" fmla="*/ 2052 w 2073"/>
                        <a:gd name="connsiteY3" fmla="*/ 1246 h 2074"/>
                        <a:gd name="connsiteX4" fmla="*/ 828 w 2073"/>
                        <a:gd name="connsiteY4" fmla="*/ 2054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54"/>
                          </a:moveTo>
                          <a:cubicBezTo>
                            <a:pt x="267" y="1944"/>
                            <a:pt x="-93" y="1389"/>
                            <a:pt x="21" y="834"/>
                          </a:cubicBezTo>
                          <a:cubicBezTo>
                            <a:pt x="137" y="263"/>
                            <a:pt x="684" y="-102"/>
                            <a:pt x="1245" y="25"/>
                          </a:cubicBezTo>
                          <a:cubicBezTo>
                            <a:pt x="1806" y="136"/>
                            <a:pt x="2168" y="675"/>
                            <a:pt x="2052" y="1246"/>
                          </a:cubicBezTo>
                          <a:cubicBezTo>
                            <a:pt x="1936" y="1801"/>
                            <a:pt x="1388" y="2166"/>
                            <a:pt x="828" y="205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1" name="Freeform: Shape 880">
                      <a:extLst>
                        <a:ext uri="{FF2B5EF4-FFF2-40B4-BE49-F238E27FC236}">
                          <a16:creationId xmlns:a16="http://schemas.microsoft.com/office/drawing/2014/main" id="{F79A2DDC-F04C-EB19-86AA-6F47721FE3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069" y="5159966"/>
                      <a:ext cx="2073" cy="2069"/>
                    </a:xfrm>
                    <a:custGeom>
                      <a:avLst/>
                      <a:gdLst>
                        <a:gd name="connsiteX0" fmla="*/ 829 w 2073"/>
                        <a:gd name="connsiteY0" fmla="*/ 2049 h 2069"/>
                        <a:gd name="connsiteX1" fmla="*/ 22 w 2073"/>
                        <a:gd name="connsiteY1" fmla="*/ 828 h 2069"/>
                        <a:gd name="connsiteX2" fmla="*/ 1245 w 2073"/>
                        <a:gd name="connsiteY2" fmla="*/ 20 h 2069"/>
                        <a:gd name="connsiteX3" fmla="*/ 2052 w 2073"/>
                        <a:gd name="connsiteY3" fmla="*/ 1241 h 2069"/>
                        <a:gd name="connsiteX4" fmla="*/ 829 w 2073"/>
                        <a:gd name="connsiteY4" fmla="*/ 2049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829" y="2049"/>
                          </a:moveTo>
                          <a:cubicBezTo>
                            <a:pt x="267" y="1938"/>
                            <a:pt x="-94" y="1383"/>
                            <a:pt x="22" y="828"/>
                          </a:cubicBezTo>
                          <a:cubicBezTo>
                            <a:pt x="137" y="274"/>
                            <a:pt x="684" y="-91"/>
                            <a:pt x="1245" y="20"/>
                          </a:cubicBezTo>
                          <a:cubicBezTo>
                            <a:pt x="1807" y="131"/>
                            <a:pt x="2167" y="686"/>
                            <a:pt x="2052" y="1241"/>
                          </a:cubicBezTo>
                          <a:cubicBezTo>
                            <a:pt x="1937" y="1811"/>
                            <a:pt x="1390" y="2160"/>
                            <a:pt x="829" y="204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2" name="Freeform: Shape 881">
                      <a:extLst>
                        <a:ext uri="{FF2B5EF4-FFF2-40B4-BE49-F238E27FC236}">
                          <a16:creationId xmlns:a16="http://schemas.microsoft.com/office/drawing/2014/main" id="{7F24F60D-8FD6-E4EF-BF91-573A09F891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0193" y="5165795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54 h 2074"/>
                        <a:gd name="connsiteX1" fmla="*/ 21 w 2073"/>
                        <a:gd name="connsiteY1" fmla="*/ 834 h 2074"/>
                        <a:gd name="connsiteX2" fmla="*/ 1245 w 2073"/>
                        <a:gd name="connsiteY2" fmla="*/ 25 h 2074"/>
                        <a:gd name="connsiteX3" fmla="*/ 2052 w 2073"/>
                        <a:gd name="connsiteY3" fmla="*/ 1246 h 2074"/>
                        <a:gd name="connsiteX4" fmla="*/ 828 w 2073"/>
                        <a:gd name="connsiteY4" fmla="*/ 2054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54"/>
                          </a:moveTo>
                          <a:cubicBezTo>
                            <a:pt x="267" y="1943"/>
                            <a:pt x="-93" y="1389"/>
                            <a:pt x="21" y="834"/>
                          </a:cubicBezTo>
                          <a:cubicBezTo>
                            <a:pt x="137" y="263"/>
                            <a:pt x="684" y="-102"/>
                            <a:pt x="1245" y="25"/>
                          </a:cubicBezTo>
                          <a:cubicBezTo>
                            <a:pt x="1806" y="136"/>
                            <a:pt x="2166" y="691"/>
                            <a:pt x="2052" y="1246"/>
                          </a:cubicBezTo>
                          <a:cubicBezTo>
                            <a:pt x="1936" y="1801"/>
                            <a:pt x="1389" y="2165"/>
                            <a:pt x="828" y="205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3" name="Freeform: Shape 882">
                      <a:extLst>
                        <a:ext uri="{FF2B5EF4-FFF2-40B4-BE49-F238E27FC236}">
                          <a16:creationId xmlns:a16="http://schemas.microsoft.com/office/drawing/2014/main" id="{79ABB3D4-1913-C545-8250-340CE92122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386" y="5153825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54 h 2074"/>
                        <a:gd name="connsiteX1" fmla="*/ 22 w 2073"/>
                        <a:gd name="connsiteY1" fmla="*/ 818 h 2074"/>
                        <a:gd name="connsiteX2" fmla="*/ 1245 w 2073"/>
                        <a:gd name="connsiteY2" fmla="*/ 25 h 2074"/>
                        <a:gd name="connsiteX3" fmla="*/ 2052 w 2073"/>
                        <a:gd name="connsiteY3" fmla="*/ 1246 h 2074"/>
                        <a:gd name="connsiteX4" fmla="*/ 828 w 2073"/>
                        <a:gd name="connsiteY4" fmla="*/ 2054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54"/>
                          </a:moveTo>
                          <a:cubicBezTo>
                            <a:pt x="267" y="1928"/>
                            <a:pt x="-94" y="1389"/>
                            <a:pt x="22" y="818"/>
                          </a:cubicBezTo>
                          <a:cubicBezTo>
                            <a:pt x="137" y="263"/>
                            <a:pt x="684" y="-102"/>
                            <a:pt x="1245" y="25"/>
                          </a:cubicBezTo>
                          <a:cubicBezTo>
                            <a:pt x="1807" y="136"/>
                            <a:pt x="2166" y="675"/>
                            <a:pt x="2052" y="1246"/>
                          </a:cubicBezTo>
                          <a:cubicBezTo>
                            <a:pt x="1938" y="1801"/>
                            <a:pt x="1390" y="2165"/>
                            <a:pt x="828" y="205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4" name="Freeform: Shape 883">
                      <a:extLst>
                        <a:ext uri="{FF2B5EF4-FFF2-40B4-BE49-F238E27FC236}">
                          <a16:creationId xmlns:a16="http://schemas.microsoft.com/office/drawing/2014/main" id="{CF5A4E63-1BB9-C356-7272-D79F9C0580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2229" y="5153524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54 h 2074"/>
                        <a:gd name="connsiteX1" fmla="*/ 22 w 2073"/>
                        <a:gd name="connsiteY1" fmla="*/ 834 h 2074"/>
                        <a:gd name="connsiteX2" fmla="*/ 1245 w 2073"/>
                        <a:gd name="connsiteY2" fmla="*/ 25 h 2074"/>
                        <a:gd name="connsiteX3" fmla="*/ 2052 w 2073"/>
                        <a:gd name="connsiteY3" fmla="*/ 1246 h 2074"/>
                        <a:gd name="connsiteX4" fmla="*/ 828 w 2073"/>
                        <a:gd name="connsiteY4" fmla="*/ 2054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54"/>
                          </a:moveTo>
                          <a:cubicBezTo>
                            <a:pt x="267" y="1928"/>
                            <a:pt x="-94" y="1389"/>
                            <a:pt x="22" y="834"/>
                          </a:cubicBezTo>
                          <a:cubicBezTo>
                            <a:pt x="137" y="263"/>
                            <a:pt x="684" y="-102"/>
                            <a:pt x="1245" y="25"/>
                          </a:cubicBezTo>
                          <a:cubicBezTo>
                            <a:pt x="1807" y="136"/>
                            <a:pt x="2166" y="675"/>
                            <a:pt x="2052" y="1246"/>
                          </a:cubicBezTo>
                          <a:cubicBezTo>
                            <a:pt x="1937" y="1801"/>
                            <a:pt x="1390" y="2165"/>
                            <a:pt x="828" y="205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5" name="Freeform: Shape 884">
                      <a:extLst>
                        <a:ext uri="{FF2B5EF4-FFF2-40B4-BE49-F238E27FC236}">
                          <a16:creationId xmlns:a16="http://schemas.microsoft.com/office/drawing/2014/main" id="{1880FECE-D83B-6C63-00C1-3D6394EAAB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7052" y="5149011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49 h 2074"/>
                        <a:gd name="connsiteX1" fmla="*/ 22 w 2073"/>
                        <a:gd name="connsiteY1" fmla="*/ 828 h 2074"/>
                        <a:gd name="connsiteX2" fmla="*/ 1245 w 2073"/>
                        <a:gd name="connsiteY2" fmla="*/ 20 h 2074"/>
                        <a:gd name="connsiteX3" fmla="*/ 2052 w 2073"/>
                        <a:gd name="connsiteY3" fmla="*/ 1256 h 2074"/>
                        <a:gd name="connsiteX4" fmla="*/ 828 w 2073"/>
                        <a:gd name="connsiteY4" fmla="*/ 2049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49"/>
                          </a:moveTo>
                          <a:cubicBezTo>
                            <a:pt x="267" y="1938"/>
                            <a:pt x="-94" y="1399"/>
                            <a:pt x="22" y="828"/>
                          </a:cubicBezTo>
                          <a:cubicBezTo>
                            <a:pt x="137" y="274"/>
                            <a:pt x="684" y="-91"/>
                            <a:pt x="1245" y="20"/>
                          </a:cubicBezTo>
                          <a:cubicBezTo>
                            <a:pt x="1807" y="147"/>
                            <a:pt x="2168" y="686"/>
                            <a:pt x="2052" y="1256"/>
                          </a:cubicBezTo>
                          <a:cubicBezTo>
                            <a:pt x="1937" y="1811"/>
                            <a:pt x="1390" y="2176"/>
                            <a:pt x="828" y="204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6" name="Freeform: Shape 885">
                      <a:extLst>
                        <a:ext uri="{FF2B5EF4-FFF2-40B4-BE49-F238E27FC236}">
                          <a16:creationId xmlns:a16="http://schemas.microsoft.com/office/drawing/2014/main" id="{037CB216-69E4-4CC5-5955-5EA2131606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382" y="5181732"/>
                      <a:ext cx="2073" cy="2069"/>
                    </a:xfrm>
                    <a:custGeom>
                      <a:avLst/>
                      <a:gdLst>
                        <a:gd name="connsiteX0" fmla="*/ 829 w 2073"/>
                        <a:gd name="connsiteY0" fmla="*/ 2049 h 2069"/>
                        <a:gd name="connsiteX1" fmla="*/ 22 w 2073"/>
                        <a:gd name="connsiteY1" fmla="*/ 828 h 2069"/>
                        <a:gd name="connsiteX2" fmla="*/ 1245 w 2073"/>
                        <a:gd name="connsiteY2" fmla="*/ 20 h 2069"/>
                        <a:gd name="connsiteX3" fmla="*/ 2052 w 2073"/>
                        <a:gd name="connsiteY3" fmla="*/ 1241 h 2069"/>
                        <a:gd name="connsiteX4" fmla="*/ 829 w 2073"/>
                        <a:gd name="connsiteY4" fmla="*/ 2049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829" y="2049"/>
                          </a:moveTo>
                          <a:cubicBezTo>
                            <a:pt x="267" y="1938"/>
                            <a:pt x="-94" y="1383"/>
                            <a:pt x="22" y="828"/>
                          </a:cubicBezTo>
                          <a:cubicBezTo>
                            <a:pt x="137" y="274"/>
                            <a:pt x="684" y="-91"/>
                            <a:pt x="1245" y="20"/>
                          </a:cubicBezTo>
                          <a:cubicBezTo>
                            <a:pt x="1807" y="131"/>
                            <a:pt x="2167" y="686"/>
                            <a:pt x="2052" y="1241"/>
                          </a:cubicBezTo>
                          <a:cubicBezTo>
                            <a:pt x="1937" y="1811"/>
                            <a:pt x="1390" y="2160"/>
                            <a:pt x="829" y="204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7" name="Freeform: Shape 886">
                      <a:extLst>
                        <a:ext uri="{FF2B5EF4-FFF2-40B4-BE49-F238E27FC236}">
                          <a16:creationId xmlns:a16="http://schemas.microsoft.com/office/drawing/2014/main" id="{C14EC71B-744E-6ADA-57F2-69D194C113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9176" y="5177494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54 h 2074"/>
                        <a:gd name="connsiteX1" fmla="*/ 21 w 2073"/>
                        <a:gd name="connsiteY1" fmla="*/ 834 h 2074"/>
                        <a:gd name="connsiteX2" fmla="*/ 1245 w 2073"/>
                        <a:gd name="connsiteY2" fmla="*/ 25 h 2074"/>
                        <a:gd name="connsiteX3" fmla="*/ 2052 w 2073"/>
                        <a:gd name="connsiteY3" fmla="*/ 1246 h 2074"/>
                        <a:gd name="connsiteX4" fmla="*/ 828 w 2073"/>
                        <a:gd name="connsiteY4" fmla="*/ 2054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54"/>
                          </a:moveTo>
                          <a:cubicBezTo>
                            <a:pt x="267" y="1943"/>
                            <a:pt x="-93" y="1389"/>
                            <a:pt x="21" y="834"/>
                          </a:cubicBezTo>
                          <a:cubicBezTo>
                            <a:pt x="137" y="263"/>
                            <a:pt x="684" y="-102"/>
                            <a:pt x="1245" y="25"/>
                          </a:cubicBezTo>
                          <a:cubicBezTo>
                            <a:pt x="1806" y="136"/>
                            <a:pt x="2168" y="675"/>
                            <a:pt x="2052" y="1246"/>
                          </a:cubicBezTo>
                          <a:cubicBezTo>
                            <a:pt x="1936" y="1801"/>
                            <a:pt x="1388" y="2165"/>
                            <a:pt x="828" y="205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8" name="Freeform: Shape 887">
                      <a:extLst>
                        <a:ext uri="{FF2B5EF4-FFF2-40B4-BE49-F238E27FC236}">
                          <a16:creationId xmlns:a16="http://schemas.microsoft.com/office/drawing/2014/main" id="{ACDCACF2-9AA2-E043-B366-BFF632ACB0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351" y="5177357"/>
                      <a:ext cx="2073" cy="2069"/>
                    </a:xfrm>
                    <a:custGeom>
                      <a:avLst/>
                      <a:gdLst>
                        <a:gd name="connsiteX0" fmla="*/ 829 w 2073"/>
                        <a:gd name="connsiteY0" fmla="*/ 2049 h 2069"/>
                        <a:gd name="connsiteX1" fmla="*/ 22 w 2073"/>
                        <a:gd name="connsiteY1" fmla="*/ 828 h 2069"/>
                        <a:gd name="connsiteX2" fmla="*/ 1245 w 2073"/>
                        <a:gd name="connsiteY2" fmla="*/ 20 h 2069"/>
                        <a:gd name="connsiteX3" fmla="*/ 2052 w 2073"/>
                        <a:gd name="connsiteY3" fmla="*/ 1241 h 2069"/>
                        <a:gd name="connsiteX4" fmla="*/ 829 w 2073"/>
                        <a:gd name="connsiteY4" fmla="*/ 2049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829" y="2049"/>
                          </a:moveTo>
                          <a:cubicBezTo>
                            <a:pt x="267" y="1938"/>
                            <a:pt x="-94" y="1383"/>
                            <a:pt x="22" y="828"/>
                          </a:cubicBezTo>
                          <a:cubicBezTo>
                            <a:pt x="137" y="274"/>
                            <a:pt x="684" y="-91"/>
                            <a:pt x="1245" y="20"/>
                          </a:cubicBezTo>
                          <a:cubicBezTo>
                            <a:pt x="1807" y="131"/>
                            <a:pt x="2167" y="686"/>
                            <a:pt x="2052" y="1241"/>
                          </a:cubicBezTo>
                          <a:cubicBezTo>
                            <a:pt x="1937" y="1811"/>
                            <a:pt x="1390" y="2160"/>
                            <a:pt x="829" y="204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9" name="Freeform: Shape 888">
                      <a:extLst>
                        <a:ext uri="{FF2B5EF4-FFF2-40B4-BE49-F238E27FC236}">
                          <a16:creationId xmlns:a16="http://schemas.microsoft.com/office/drawing/2014/main" id="{FF458B66-F945-1261-593F-E6568DD2E0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2475" y="5183190"/>
                      <a:ext cx="2073" cy="2070"/>
                    </a:xfrm>
                    <a:custGeom>
                      <a:avLst/>
                      <a:gdLst>
                        <a:gd name="connsiteX0" fmla="*/ 829 w 2073"/>
                        <a:gd name="connsiteY0" fmla="*/ 2050 h 2070"/>
                        <a:gd name="connsiteX1" fmla="*/ 22 w 2073"/>
                        <a:gd name="connsiteY1" fmla="*/ 829 h 2070"/>
                        <a:gd name="connsiteX2" fmla="*/ 1245 w 2073"/>
                        <a:gd name="connsiteY2" fmla="*/ 21 h 2070"/>
                        <a:gd name="connsiteX3" fmla="*/ 2052 w 2073"/>
                        <a:gd name="connsiteY3" fmla="*/ 1241 h 2070"/>
                        <a:gd name="connsiteX4" fmla="*/ 829 w 2073"/>
                        <a:gd name="connsiteY4" fmla="*/ 2050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0">
                          <a:moveTo>
                            <a:pt x="829" y="2050"/>
                          </a:moveTo>
                          <a:cubicBezTo>
                            <a:pt x="267" y="1939"/>
                            <a:pt x="-94" y="1384"/>
                            <a:pt x="22" y="829"/>
                          </a:cubicBezTo>
                          <a:cubicBezTo>
                            <a:pt x="137" y="258"/>
                            <a:pt x="684" y="-91"/>
                            <a:pt x="1245" y="21"/>
                          </a:cubicBezTo>
                          <a:cubicBezTo>
                            <a:pt x="1807" y="131"/>
                            <a:pt x="2168" y="686"/>
                            <a:pt x="2052" y="1241"/>
                          </a:cubicBezTo>
                          <a:cubicBezTo>
                            <a:pt x="1937" y="1812"/>
                            <a:pt x="1388" y="2161"/>
                            <a:pt x="829" y="205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90" name="Freeform: Shape 889">
                      <a:extLst>
                        <a:ext uri="{FF2B5EF4-FFF2-40B4-BE49-F238E27FC236}">
                          <a16:creationId xmlns:a16="http://schemas.microsoft.com/office/drawing/2014/main" id="{06F9446E-6184-E181-3D5B-FA4047F3D9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670" y="5171221"/>
                      <a:ext cx="2073" cy="2069"/>
                    </a:xfrm>
                    <a:custGeom>
                      <a:avLst/>
                      <a:gdLst>
                        <a:gd name="connsiteX0" fmla="*/ 828 w 2073"/>
                        <a:gd name="connsiteY0" fmla="*/ 2050 h 2069"/>
                        <a:gd name="connsiteX1" fmla="*/ 21 w 2073"/>
                        <a:gd name="connsiteY1" fmla="*/ 829 h 2069"/>
                        <a:gd name="connsiteX2" fmla="*/ 1245 w 2073"/>
                        <a:gd name="connsiteY2" fmla="*/ 21 h 2069"/>
                        <a:gd name="connsiteX3" fmla="*/ 2052 w 2073"/>
                        <a:gd name="connsiteY3" fmla="*/ 1241 h 2069"/>
                        <a:gd name="connsiteX4" fmla="*/ 828 w 2073"/>
                        <a:gd name="connsiteY4" fmla="*/ 2050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828" y="2050"/>
                          </a:moveTo>
                          <a:cubicBezTo>
                            <a:pt x="267" y="1939"/>
                            <a:pt x="-93" y="1384"/>
                            <a:pt x="21" y="829"/>
                          </a:cubicBezTo>
                          <a:cubicBezTo>
                            <a:pt x="137" y="258"/>
                            <a:pt x="684" y="-90"/>
                            <a:pt x="1245" y="21"/>
                          </a:cubicBezTo>
                          <a:cubicBezTo>
                            <a:pt x="1806" y="132"/>
                            <a:pt x="2168" y="686"/>
                            <a:pt x="2052" y="1241"/>
                          </a:cubicBezTo>
                          <a:cubicBezTo>
                            <a:pt x="1938" y="1796"/>
                            <a:pt x="1389" y="2161"/>
                            <a:pt x="828" y="205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91" name="Freeform: Shape 890">
                      <a:extLst>
                        <a:ext uri="{FF2B5EF4-FFF2-40B4-BE49-F238E27FC236}">
                          <a16:creationId xmlns:a16="http://schemas.microsoft.com/office/drawing/2014/main" id="{82D9A808-D15C-9F18-32E0-FB6569ED7B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6537" y="5164986"/>
                      <a:ext cx="2073" cy="2074"/>
                    </a:xfrm>
                    <a:custGeom>
                      <a:avLst/>
                      <a:gdLst>
                        <a:gd name="connsiteX0" fmla="*/ 829 w 2073"/>
                        <a:gd name="connsiteY0" fmla="*/ 2054 h 2074"/>
                        <a:gd name="connsiteX1" fmla="*/ 22 w 2073"/>
                        <a:gd name="connsiteY1" fmla="*/ 834 h 2074"/>
                        <a:gd name="connsiteX2" fmla="*/ 1245 w 2073"/>
                        <a:gd name="connsiteY2" fmla="*/ 25 h 2074"/>
                        <a:gd name="connsiteX3" fmla="*/ 2052 w 2073"/>
                        <a:gd name="connsiteY3" fmla="*/ 1246 h 2074"/>
                        <a:gd name="connsiteX4" fmla="*/ 829 w 2073"/>
                        <a:gd name="connsiteY4" fmla="*/ 2054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9" y="2054"/>
                          </a:moveTo>
                          <a:cubicBezTo>
                            <a:pt x="267" y="1928"/>
                            <a:pt x="-94" y="1389"/>
                            <a:pt x="22" y="834"/>
                          </a:cubicBezTo>
                          <a:cubicBezTo>
                            <a:pt x="137" y="263"/>
                            <a:pt x="684" y="-102"/>
                            <a:pt x="1245" y="25"/>
                          </a:cubicBezTo>
                          <a:cubicBezTo>
                            <a:pt x="1807" y="136"/>
                            <a:pt x="2167" y="675"/>
                            <a:pt x="2052" y="1246"/>
                          </a:cubicBezTo>
                          <a:cubicBezTo>
                            <a:pt x="1937" y="1801"/>
                            <a:pt x="1390" y="2165"/>
                            <a:pt x="829" y="205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92" name="Freeform: Shape 891">
                      <a:extLst>
                        <a:ext uri="{FF2B5EF4-FFF2-40B4-BE49-F238E27FC236}">
                          <a16:creationId xmlns:a16="http://schemas.microsoft.com/office/drawing/2014/main" id="{28D42198-AF02-D103-E0D6-84B749E29E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3062" y="5170619"/>
                      <a:ext cx="2073" cy="2069"/>
                    </a:xfrm>
                    <a:custGeom>
                      <a:avLst/>
                      <a:gdLst>
                        <a:gd name="connsiteX0" fmla="*/ 829 w 2073"/>
                        <a:gd name="connsiteY0" fmla="*/ 2050 h 2069"/>
                        <a:gd name="connsiteX1" fmla="*/ 22 w 2073"/>
                        <a:gd name="connsiteY1" fmla="*/ 829 h 2069"/>
                        <a:gd name="connsiteX2" fmla="*/ 1245 w 2073"/>
                        <a:gd name="connsiteY2" fmla="*/ 21 h 2069"/>
                        <a:gd name="connsiteX3" fmla="*/ 2052 w 2073"/>
                        <a:gd name="connsiteY3" fmla="*/ 1241 h 2069"/>
                        <a:gd name="connsiteX4" fmla="*/ 829 w 2073"/>
                        <a:gd name="connsiteY4" fmla="*/ 2050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829" y="2050"/>
                          </a:moveTo>
                          <a:cubicBezTo>
                            <a:pt x="267" y="1939"/>
                            <a:pt x="-94" y="1384"/>
                            <a:pt x="22" y="829"/>
                          </a:cubicBezTo>
                          <a:cubicBezTo>
                            <a:pt x="137" y="258"/>
                            <a:pt x="684" y="-90"/>
                            <a:pt x="1245" y="21"/>
                          </a:cubicBezTo>
                          <a:cubicBezTo>
                            <a:pt x="1807" y="132"/>
                            <a:pt x="2167" y="686"/>
                            <a:pt x="2052" y="1241"/>
                          </a:cubicBezTo>
                          <a:cubicBezTo>
                            <a:pt x="1937" y="1796"/>
                            <a:pt x="1390" y="2161"/>
                            <a:pt x="829" y="205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93" name="Freeform: Shape 892">
                      <a:extLst>
                        <a:ext uri="{FF2B5EF4-FFF2-40B4-BE49-F238E27FC236}">
                          <a16:creationId xmlns:a16="http://schemas.microsoft.com/office/drawing/2014/main" id="{487CB2B7-D825-40F2-78CF-4BD37852DB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5442" y="5171359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54 h 2074"/>
                        <a:gd name="connsiteX1" fmla="*/ 21 w 2073"/>
                        <a:gd name="connsiteY1" fmla="*/ 834 h 2074"/>
                        <a:gd name="connsiteX2" fmla="*/ 1245 w 2073"/>
                        <a:gd name="connsiteY2" fmla="*/ 25 h 2074"/>
                        <a:gd name="connsiteX3" fmla="*/ 2052 w 2073"/>
                        <a:gd name="connsiteY3" fmla="*/ 1246 h 2074"/>
                        <a:gd name="connsiteX4" fmla="*/ 828 w 2073"/>
                        <a:gd name="connsiteY4" fmla="*/ 2054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54"/>
                          </a:moveTo>
                          <a:cubicBezTo>
                            <a:pt x="267" y="1943"/>
                            <a:pt x="-93" y="1389"/>
                            <a:pt x="21" y="834"/>
                          </a:cubicBezTo>
                          <a:cubicBezTo>
                            <a:pt x="137" y="263"/>
                            <a:pt x="684" y="-102"/>
                            <a:pt x="1245" y="25"/>
                          </a:cubicBezTo>
                          <a:cubicBezTo>
                            <a:pt x="1806" y="136"/>
                            <a:pt x="2166" y="675"/>
                            <a:pt x="2052" y="1246"/>
                          </a:cubicBezTo>
                          <a:cubicBezTo>
                            <a:pt x="1936" y="1801"/>
                            <a:pt x="1389" y="2165"/>
                            <a:pt x="828" y="205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94" name="Freeform: Shape 893">
                      <a:extLst>
                        <a:ext uri="{FF2B5EF4-FFF2-40B4-BE49-F238E27FC236}">
                          <a16:creationId xmlns:a16="http://schemas.microsoft.com/office/drawing/2014/main" id="{A35F7D3A-D983-B8DE-9727-FF535CC2BC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235" y="5167116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49 h 2074"/>
                        <a:gd name="connsiteX1" fmla="*/ 22 w 2073"/>
                        <a:gd name="connsiteY1" fmla="*/ 828 h 2074"/>
                        <a:gd name="connsiteX2" fmla="*/ 1245 w 2073"/>
                        <a:gd name="connsiteY2" fmla="*/ 20 h 2074"/>
                        <a:gd name="connsiteX3" fmla="*/ 2052 w 2073"/>
                        <a:gd name="connsiteY3" fmla="*/ 1256 h 2074"/>
                        <a:gd name="connsiteX4" fmla="*/ 828 w 2073"/>
                        <a:gd name="connsiteY4" fmla="*/ 2049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49"/>
                          </a:moveTo>
                          <a:cubicBezTo>
                            <a:pt x="267" y="1938"/>
                            <a:pt x="-94" y="1399"/>
                            <a:pt x="22" y="828"/>
                          </a:cubicBezTo>
                          <a:cubicBezTo>
                            <a:pt x="137" y="274"/>
                            <a:pt x="684" y="-91"/>
                            <a:pt x="1245" y="20"/>
                          </a:cubicBezTo>
                          <a:cubicBezTo>
                            <a:pt x="1807" y="147"/>
                            <a:pt x="2168" y="686"/>
                            <a:pt x="2052" y="1256"/>
                          </a:cubicBezTo>
                          <a:cubicBezTo>
                            <a:pt x="1937" y="1811"/>
                            <a:pt x="1388" y="2176"/>
                            <a:pt x="828" y="204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95" name="Freeform: Shape 894">
                      <a:extLst>
                        <a:ext uri="{FF2B5EF4-FFF2-40B4-BE49-F238E27FC236}">
                          <a16:creationId xmlns:a16="http://schemas.microsoft.com/office/drawing/2014/main" id="{1AD5F68F-8A7E-DFD0-ACCA-3C5D63134C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672" y="5166999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54 h 2074"/>
                        <a:gd name="connsiteX1" fmla="*/ 21 w 2073"/>
                        <a:gd name="connsiteY1" fmla="*/ 834 h 2074"/>
                        <a:gd name="connsiteX2" fmla="*/ 1245 w 2073"/>
                        <a:gd name="connsiteY2" fmla="*/ 25 h 2074"/>
                        <a:gd name="connsiteX3" fmla="*/ 2052 w 2073"/>
                        <a:gd name="connsiteY3" fmla="*/ 1246 h 2074"/>
                        <a:gd name="connsiteX4" fmla="*/ 828 w 2073"/>
                        <a:gd name="connsiteY4" fmla="*/ 2054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54"/>
                          </a:moveTo>
                          <a:cubicBezTo>
                            <a:pt x="267" y="1943"/>
                            <a:pt x="-93" y="1389"/>
                            <a:pt x="21" y="834"/>
                          </a:cubicBezTo>
                          <a:cubicBezTo>
                            <a:pt x="137" y="263"/>
                            <a:pt x="684" y="-102"/>
                            <a:pt x="1245" y="25"/>
                          </a:cubicBezTo>
                          <a:cubicBezTo>
                            <a:pt x="1806" y="136"/>
                            <a:pt x="2166" y="691"/>
                            <a:pt x="2052" y="1246"/>
                          </a:cubicBezTo>
                          <a:cubicBezTo>
                            <a:pt x="1936" y="1801"/>
                            <a:pt x="1389" y="2165"/>
                            <a:pt x="828" y="205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96" name="Freeform: Shape 895">
                      <a:extLst>
                        <a:ext uri="{FF2B5EF4-FFF2-40B4-BE49-F238E27FC236}">
                          <a16:creationId xmlns:a16="http://schemas.microsoft.com/office/drawing/2014/main" id="{0F1E5535-BED7-8FC3-7E0F-62BA8C2697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535" y="5172807"/>
                      <a:ext cx="2073" cy="2084"/>
                    </a:xfrm>
                    <a:custGeom>
                      <a:avLst/>
                      <a:gdLst>
                        <a:gd name="connsiteX0" fmla="*/ 828 w 2073"/>
                        <a:gd name="connsiteY0" fmla="*/ 2065 h 2084"/>
                        <a:gd name="connsiteX1" fmla="*/ 21 w 2073"/>
                        <a:gd name="connsiteY1" fmla="*/ 828 h 2084"/>
                        <a:gd name="connsiteX2" fmla="*/ 1245 w 2073"/>
                        <a:gd name="connsiteY2" fmla="*/ 20 h 2084"/>
                        <a:gd name="connsiteX3" fmla="*/ 2052 w 2073"/>
                        <a:gd name="connsiteY3" fmla="*/ 1256 h 2084"/>
                        <a:gd name="connsiteX4" fmla="*/ 828 w 2073"/>
                        <a:gd name="connsiteY4" fmla="*/ 2065 h 20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4">
                          <a:moveTo>
                            <a:pt x="828" y="2065"/>
                          </a:moveTo>
                          <a:cubicBezTo>
                            <a:pt x="267" y="1938"/>
                            <a:pt x="-93" y="1399"/>
                            <a:pt x="21" y="828"/>
                          </a:cubicBezTo>
                          <a:cubicBezTo>
                            <a:pt x="137" y="274"/>
                            <a:pt x="684" y="-91"/>
                            <a:pt x="1245" y="20"/>
                          </a:cubicBezTo>
                          <a:cubicBezTo>
                            <a:pt x="1806" y="147"/>
                            <a:pt x="2166" y="686"/>
                            <a:pt x="2052" y="1256"/>
                          </a:cubicBezTo>
                          <a:cubicBezTo>
                            <a:pt x="1936" y="1811"/>
                            <a:pt x="1388" y="2176"/>
                            <a:pt x="828" y="206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97" name="Freeform: Shape 896">
                      <a:extLst>
                        <a:ext uri="{FF2B5EF4-FFF2-40B4-BE49-F238E27FC236}">
                          <a16:creationId xmlns:a16="http://schemas.microsoft.com/office/drawing/2014/main" id="{8FE9DDEE-E5B1-BD6E-AAE6-71C392FAE7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5729" y="5160838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49 h 2074"/>
                        <a:gd name="connsiteX1" fmla="*/ 22 w 2073"/>
                        <a:gd name="connsiteY1" fmla="*/ 828 h 2074"/>
                        <a:gd name="connsiteX2" fmla="*/ 1245 w 2073"/>
                        <a:gd name="connsiteY2" fmla="*/ 20 h 2074"/>
                        <a:gd name="connsiteX3" fmla="*/ 2052 w 2073"/>
                        <a:gd name="connsiteY3" fmla="*/ 1241 h 2074"/>
                        <a:gd name="connsiteX4" fmla="*/ 828 w 2073"/>
                        <a:gd name="connsiteY4" fmla="*/ 2049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49"/>
                          </a:moveTo>
                          <a:cubicBezTo>
                            <a:pt x="267" y="1938"/>
                            <a:pt x="-94" y="1399"/>
                            <a:pt x="22" y="828"/>
                          </a:cubicBezTo>
                          <a:cubicBezTo>
                            <a:pt x="137" y="273"/>
                            <a:pt x="684" y="-91"/>
                            <a:pt x="1245" y="20"/>
                          </a:cubicBezTo>
                          <a:cubicBezTo>
                            <a:pt x="1807" y="147"/>
                            <a:pt x="2168" y="686"/>
                            <a:pt x="2052" y="1241"/>
                          </a:cubicBezTo>
                          <a:cubicBezTo>
                            <a:pt x="1937" y="1811"/>
                            <a:pt x="1390" y="2176"/>
                            <a:pt x="828" y="204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98" name="Freeform: Shape 897">
                      <a:extLst>
                        <a:ext uri="{FF2B5EF4-FFF2-40B4-BE49-F238E27FC236}">
                          <a16:creationId xmlns:a16="http://schemas.microsoft.com/office/drawing/2014/main" id="{66E74D90-A310-5272-B87B-8DEEF3E20B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5058" y="5167258"/>
                      <a:ext cx="2073" cy="2070"/>
                    </a:xfrm>
                    <a:custGeom>
                      <a:avLst/>
                      <a:gdLst>
                        <a:gd name="connsiteX0" fmla="*/ 829 w 2073"/>
                        <a:gd name="connsiteY0" fmla="*/ 2050 h 2070"/>
                        <a:gd name="connsiteX1" fmla="*/ 22 w 2073"/>
                        <a:gd name="connsiteY1" fmla="*/ 829 h 2070"/>
                        <a:gd name="connsiteX2" fmla="*/ 1245 w 2073"/>
                        <a:gd name="connsiteY2" fmla="*/ 21 h 2070"/>
                        <a:gd name="connsiteX3" fmla="*/ 2052 w 2073"/>
                        <a:gd name="connsiteY3" fmla="*/ 1241 h 2070"/>
                        <a:gd name="connsiteX4" fmla="*/ 829 w 2073"/>
                        <a:gd name="connsiteY4" fmla="*/ 2050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0">
                          <a:moveTo>
                            <a:pt x="829" y="2050"/>
                          </a:moveTo>
                          <a:cubicBezTo>
                            <a:pt x="267" y="1939"/>
                            <a:pt x="-94" y="1384"/>
                            <a:pt x="22" y="829"/>
                          </a:cubicBezTo>
                          <a:cubicBezTo>
                            <a:pt x="137" y="258"/>
                            <a:pt x="684" y="-90"/>
                            <a:pt x="1245" y="21"/>
                          </a:cubicBezTo>
                          <a:cubicBezTo>
                            <a:pt x="1807" y="132"/>
                            <a:pt x="2167" y="686"/>
                            <a:pt x="2052" y="1241"/>
                          </a:cubicBezTo>
                          <a:cubicBezTo>
                            <a:pt x="1937" y="1812"/>
                            <a:pt x="1390" y="2161"/>
                            <a:pt x="829" y="205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99" name="Freeform: Shape 898">
                      <a:extLst>
                        <a:ext uri="{FF2B5EF4-FFF2-40B4-BE49-F238E27FC236}">
                          <a16:creationId xmlns:a16="http://schemas.microsoft.com/office/drawing/2014/main" id="{D175EA0B-866C-8DAF-C35E-7EB9B1D10A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121" y="5160246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54 h 2074"/>
                        <a:gd name="connsiteX1" fmla="*/ 21 w 2073"/>
                        <a:gd name="connsiteY1" fmla="*/ 818 h 2074"/>
                        <a:gd name="connsiteX2" fmla="*/ 1245 w 2073"/>
                        <a:gd name="connsiteY2" fmla="*/ 25 h 2074"/>
                        <a:gd name="connsiteX3" fmla="*/ 2052 w 2073"/>
                        <a:gd name="connsiteY3" fmla="*/ 1246 h 2074"/>
                        <a:gd name="connsiteX4" fmla="*/ 828 w 2073"/>
                        <a:gd name="connsiteY4" fmla="*/ 2054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54"/>
                          </a:moveTo>
                          <a:cubicBezTo>
                            <a:pt x="267" y="1928"/>
                            <a:pt x="-93" y="1389"/>
                            <a:pt x="21" y="818"/>
                          </a:cubicBezTo>
                          <a:cubicBezTo>
                            <a:pt x="137" y="263"/>
                            <a:pt x="684" y="-102"/>
                            <a:pt x="1245" y="25"/>
                          </a:cubicBezTo>
                          <a:cubicBezTo>
                            <a:pt x="1806" y="136"/>
                            <a:pt x="2166" y="675"/>
                            <a:pt x="2052" y="1246"/>
                          </a:cubicBezTo>
                          <a:cubicBezTo>
                            <a:pt x="1936" y="1801"/>
                            <a:pt x="1389" y="2165"/>
                            <a:pt x="828" y="205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00" name="Freeform: Shape 899">
                      <a:extLst>
                        <a:ext uri="{FF2B5EF4-FFF2-40B4-BE49-F238E27FC236}">
                          <a16:creationId xmlns:a16="http://schemas.microsoft.com/office/drawing/2014/main" id="{EA49244B-0FF7-8BAC-AC1D-CDE2AE0622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192" y="5143859"/>
                      <a:ext cx="2073" cy="2074"/>
                    </a:xfrm>
                    <a:custGeom>
                      <a:avLst/>
                      <a:gdLst>
                        <a:gd name="connsiteX0" fmla="*/ 829 w 2073"/>
                        <a:gd name="connsiteY0" fmla="*/ 2049 h 2074"/>
                        <a:gd name="connsiteX1" fmla="*/ 22 w 2073"/>
                        <a:gd name="connsiteY1" fmla="*/ 828 h 2074"/>
                        <a:gd name="connsiteX2" fmla="*/ 1245 w 2073"/>
                        <a:gd name="connsiteY2" fmla="*/ 20 h 2074"/>
                        <a:gd name="connsiteX3" fmla="*/ 2052 w 2073"/>
                        <a:gd name="connsiteY3" fmla="*/ 1256 h 2074"/>
                        <a:gd name="connsiteX4" fmla="*/ 829 w 2073"/>
                        <a:gd name="connsiteY4" fmla="*/ 2049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9" y="2049"/>
                          </a:moveTo>
                          <a:cubicBezTo>
                            <a:pt x="267" y="1938"/>
                            <a:pt x="-94" y="1399"/>
                            <a:pt x="22" y="828"/>
                          </a:cubicBezTo>
                          <a:cubicBezTo>
                            <a:pt x="137" y="274"/>
                            <a:pt x="684" y="-91"/>
                            <a:pt x="1245" y="20"/>
                          </a:cubicBezTo>
                          <a:cubicBezTo>
                            <a:pt x="1807" y="147"/>
                            <a:pt x="2167" y="686"/>
                            <a:pt x="2052" y="1256"/>
                          </a:cubicBezTo>
                          <a:cubicBezTo>
                            <a:pt x="1937" y="1811"/>
                            <a:pt x="1388" y="2176"/>
                            <a:pt x="829" y="204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01" name="Freeform: Shape 900">
                      <a:extLst>
                        <a:ext uri="{FF2B5EF4-FFF2-40B4-BE49-F238E27FC236}">
                          <a16:creationId xmlns:a16="http://schemas.microsoft.com/office/drawing/2014/main" id="{34526828-37E6-AD3D-59CA-668887DC2A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985" y="5139626"/>
                      <a:ext cx="2073" cy="2069"/>
                    </a:xfrm>
                    <a:custGeom>
                      <a:avLst/>
                      <a:gdLst>
                        <a:gd name="connsiteX0" fmla="*/ 828 w 2073"/>
                        <a:gd name="connsiteY0" fmla="*/ 2049 h 2069"/>
                        <a:gd name="connsiteX1" fmla="*/ 21 w 2073"/>
                        <a:gd name="connsiteY1" fmla="*/ 828 h 2069"/>
                        <a:gd name="connsiteX2" fmla="*/ 1245 w 2073"/>
                        <a:gd name="connsiteY2" fmla="*/ 20 h 2069"/>
                        <a:gd name="connsiteX3" fmla="*/ 2052 w 2073"/>
                        <a:gd name="connsiteY3" fmla="*/ 1241 h 2069"/>
                        <a:gd name="connsiteX4" fmla="*/ 828 w 2073"/>
                        <a:gd name="connsiteY4" fmla="*/ 2049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828" y="2049"/>
                          </a:moveTo>
                          <a:cubicBezTo>
                            <a:pt x="267" y="1938"/>
                            <a:pt x="-93" y="1383"/>
                            <a:pt x="21" y="828"/>
                          </a:cubicBezTo>
                          <a:cubicBezTo>
                            <a:pt x="137" y="273"/>
                            <a:pt x="684" y="-91"/>
                            <a:pt x="1245" y="20"/>
                          </a:cubicBezTo>
                          <a:cubicBezTo>
                            <a:pt x="1806" y="131"/>
                            <a:pt x="2166" y="686"/>
                            <a:pt x="2052" y="1241"/>
                          </a:cubicBezTo>
                          <a:cubicBezTo>
                            <a:pt x="1936" y="1811"/>
                            <a:pt x="1389" y="2160"/>
                            <a:pt x="828" y="204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02" name="Freeform: Shape 901">
                      <a:extLst>
                        <a:ext uri="{FF2B5EF4-FFF2-40B4-BE49-F238E27FC236}">
                          <a16:creationId xmlns:a16="http://schemas.microsoft.com/office/drawing/2014/main" id="{BA3AF030-B679-BFA8-0E4F-44CE645251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161" y="5139483"/>
                      <a:ext cx="2073" cy="2074"/>
                    </a:xfrm>
                    <a:custGeom>
                      <a:avLst/>
                      <a:gdLst>
                        <a:gd name="connsiteX0" fmla="*/ 829 w 2073"/>
                        <a:gd name="connsiteY0" fmla="*/ 2049 h 2074"/>
                        <a:gd name="connsiteX1" fmla="*/ 22 w 2073"/>
                        <a:gd name="connsiteY1" fmla="*/ 828 h 2074"/>
                        <a:gd name="connsiteX2" fmla="*/ 1245 w 2073"/>
                        <a:gd name="connsiteY2" fmla="*/ 20 h 2074"/>
                        <a:gd name="connsiteX3" fmla="*/ 2052 w 2073"/>
                        <a:gd name="connsiteY3" fmla="*/ 1256 h 2074"/>
                        <a:gd name="connsiteX4" fmla="*/ 829 w 2073"/>
                        <a:gd name="connsiteY4" fmla="*/ 2049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9" y="2049"/>
                          </a:moveTo>
                          <a:cubicBezTo>
                            <a:pt x="267" y="1938"/>
                            <a:pt x="-94" y="1399"/>
                            <a:pt x="22" y="828"/>
                          </a:cubicBezTo>
                          <a:cubicBezTo>
                            <a:pt x="137" y="274"/>
                            <a:pt x="684" y="-91"/>
                            <a:pt x="1245" y="20"/>
                          </a:cubicBezTo>
                          <a:cubicBezTo>
                            <a:pt x="1807" y="147"/>
                            <a:pt x="2168" y="686"/>
                            <a:pt x="2052" y="1256"/>
                          </a:cubicBezTo>
                          <a:cubicBezTo>
                            <a:pt x="1937" y="1811"/>
                            <a:pt x="1388" y="2176"/>
                            <a:pt x="829" y="204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03" name="Freeform: Shape 902">
                      <a:extLst>
                        <a:ext uri="{FF2B5EF4-FFF2-40B4-BE49-F238E27FC236}">
                          <a16:creationId xmlns:a16="http://schemas.microsoft.com/office/drawing/2014/main" id="{9000E1EF-5748-8B3E-4F4E-590190FADD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035" y="5149692"/>
                      <a:ext cx="2073" cy="2070"/>
                    </a:xfrm>
                    <a:custGeom>
                      <a:avLst/>
                      <a:gdLst>
                        <a:gd name="connsiteX0" fmla="*/ 829 w 2073"/>
                        <a:gd name="connsiteY0" fmla="*/ 2050 h 2070"/>
                        <a:gd name="connsiteX1" fmla="*/ 22 w 2073"/>
                        <a:gd name="connsiteY1" fmla="*/ 829 h 2070"/>
                        <a:gd name="connsiteX2" fmla="*/ 1245 w 2073"/>
                        <a:gd name="connsiteY2" fmla="*/ 21 h 2070"/>
                        <a:gd name="connsiteX3" fmla="*/ 2052 w 2073"/>
                        <a:gd name="connsiteY3" fmla="*/ 1241 h 2070"/>
                        <a:gd name="connsiteX4" fmla="*/ 829 w 2073"/>
                        <a:gd name="connsiteY4" fmla="*/ 2050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0">
                          <a:moveTo>
                            <a:pt x="829" y="2050"/>
                          </a:moveTo>
                          <a:cubicBezTo>
                            <a:pt x="267" y="1939"/>
                            <a:pt x="-94" y="1384"/>
                            <a:pt x="22" y="829"/>
                          </a:cubicBezTo>
                          <a:cubicBezTo>
                            <a:pt x="137" y="258"/>
                            <a:pt x="684" y="-91"/>
                            <a:pt x="1245" y="21"/>
                          </a:cubicBezTo>
                          <a:cubicBezTo>
                            <a:pt x="1807" y="131"/>
                            <a:pt x="2167" y="686"/>
                            <a:pt x="2052" y="1241"/>
                          </a:cubicBezTo>
                          <a:cubicBezTo>
                            <a:pt x="1937" y="1812"/>
                            <a:pt x="1390" y="2161"/>
                            <a:pt x="829" y="205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04" name="Freeform: Shape 903">
                      <a:extLst>
                        <a:ext uri="{FF2B5EF4-FFF2-40B4-BE49-F238E27FC236}">
                          <a16:creationId xmlns:a16="http://schemas.microsoft.com/office/drawing/2014/main" id="{B6EC4084-D8E8-3CFE-BCCA-E327E92FA2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877" y="5137343"/>
                      <a:ext cx="2073" cy="2074"/>
                    </a:xfrm>
                    <a:custGeom>
                      <a:avLst/>
                      <a:gdLst>
                        <a:gd name="connsiteX0" fmla="*/ 829 w 2073"/>
                        <a:gd name="connsiteY0" fmla="*/ 2049 h 2074"/>
                        <a:gd name="connsiteX1" fmla="*/ 22 w 2073"/>
                        <a:gd name="connsiteY1" fmla="*/ 828 h 2074"/>
                        <a:gd name="connsiteX2" fmla="*/ 1245 w 2073"/>
                        <a:gd name="connsiteY2" fmla="*/ 20 h 2074"/>
                        <a:gd name="connsiteX3" fmla="*/ 2052 w 2073"/>
                        <a:gd name="connsiteY3" fmla="*/ 1241 h 2074"/>
                        <a:gd name="connsiteX4" fmla="*/ 829 w 2073"/>
                        <a:gd name="connsiteY4" fmla="*/ 2049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9" y="2049"/>
                          </a:moveTo>
                          <a:cubicBezTo>
                            <a:pt x="267" y="1938"/>
                            <a:pt x="-94" y="1399"/>
                            <a:pt x="22" y="828"/>
                          </a:cubicBezTo>
                          <a:cubicBezTo>
                            <a:pt x="137" y="274"/>
                            <a:pt x="684" y="-91"/>
                            <a:pt x="1245" y="20"/>
                          </a:cubicBezTo>
                          <a:cubicBezTo>
                            <a:pt x="1807" y="147"/>
                            <a:pt x="2167" y="686"/>
                            <a:pt x="2052" y="1241"/>
                          </a:cubicBezTo>
                          <a:cubicBezTo>
                            <a:pt x="1937" y="1811"/>
                            <a:pt x="1390" y="2176"/>
                            <a:pt x="829" y="204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05" name="Freeform: Shape 904">
                      <a:extLst>
                        <a:ext uri="{FF2B5EF4-FFF2-40B4-BE49-F238E27FC236}">
                          <a16:creationId xmlns:a16="http://schemas.microsoft.com/office/drawing/2014/main" id="{696FC6BB-AE8A-6DF1-0D58-B0F7052D58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809" y="5139763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54 h 2074"/>
                        <a:gd name="connsiteX1" fmla="*/ 22 w 2073"/>
                        <a:gd name="connsiteY1" fmla="*/ 834 h 2074"/>
                        <a:gd name="connsiteX2" fmla="*/ 1245 w 2073"/>
                        <a:gd name="connsiteY2" fmla="*/ 25 h 2074"/>
                        <a:gd name="connsiteX3" fmla="*/ 2052 w 2073"/>
                        <a:gd name="connsiteY3" fmla="*/ 1246 h 2074"/>
                        <a:gd name="connsiteX4" fmla="*/ 828 w 2073"/>
                        <a:gd name="connsiteY4" fmla="*/ 2054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54"/>
                          </a:moveTo>
                          <a:cubicBezTo>
                            <a:pt x="267" y="1927"/>
                            <a:pt x="-94" y="1389"/>
                            <a:pt x="22" y="834"/>
                          </a:cubicBezTo>
                          <a:cubicBezTo>
                            <a:pt x="137" y="263"/>
                            <a:pt x="684" y="-102"/>
                            <a:pt x="1245" y="25"/>
                          </a:cubicBezTo>
                          <a:cubicBezTo>
                            <a:pt x="1807" y="136"/>
                            <a:pt x="2168" y="691"/>
                            <a:pt x="2052" y="1246"/>
                          </a:cubicBezTo>
                          <a:cubicBezTo>
                            <a:pt x="1937" y="1801"/>
                            <a:pt x="1388" y="2165"/>
                            <a:pt x="828" y="205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06" name="Freeform: Shape 905">
                      <a:extLst>
                        <a:ext uri="{FF2B5EF4-FFF2-40B4-BE49-F238E27FC236}">
                          <a16:creationId xmlns:a16="http://schemas.microsoft.com/office/drawing/2014/main" id="{9DD4B882-B9E4-8C80-F926-7E62B6C30C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871" y="5132746"/>
                      <a:ext cx="2073" cy="2074"/>
                    </a:xfrm>
                    <a:custGeom>
                      <a:avLst/>
                      <a:gdLst>
                        <a:gd name="connsiteX0" fmla="*/ 829 w 2073"/>
                        <a:gd name="connsiteY0" fmla="*/ 2049 h 2074"/>
                        <a:gd name="connsiteX1" fmla="*/ 22 w 2073"/>
                        <a:gd name="connsiteY1" fmla="*/ 828 h 2074"/>
                        <a:gd name="connsiteX2" fmla="*/ 1245 w 2073"/>
                        <a:gd name="connsiteY2" fmla="*/ 20 h 2074"/>
                        <a:gd name="connsiteX3" fmla="*/ 2052 w 2073"/>
                        <a:gd name="connsiteY3" fmla="*/ 1241 h 2074"/>
                        <a:gd name="connsiteX4" fmla="*/ 829 w 2073"/>
                        <a:gd name="connsiteY4" fmla="*/ 2049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9" y="2049"/>
                          </a:moveTo>
                          <a:cubicBezTo>
                            <a:pt x="267" y="1938"/>
                            <a:pt x="-94" y="1399"/>
                            <a:pt x="22" y="828"/>
                          </a:cubicBezTo>
                          <a:cubicBezTo>
                            <a:pt x="137" y="274"/>
                            <a:pt x="684" y="-91"/>
                            <a:pt x="1245" y="20"/>
                          </a:cubicBezTo>
                          <a:cubicBezTo>
                            <a:pt x="1807" y="131"/>
                            <a:pt x="2168" y="686"/>
                            <a:pt x="2052" y="1241"/>
                          </a:cubicBezTo>
                          <a:cubicBezTo>
                            <a:pt x="1937" y="1811"/>
                            <a:pt x="1388" y="2176"/>
                            <a:pt x="829" y="204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07" name="Freeform: Shape 906">
                      <a:extLst>
                        <a:ext uri="{FF2B5EF4-FFF2-40B4-BE49-F238E27FC236}">
                          <a16:creationId xmlns:a16="http://schemas.microsoft.com/office/drawing/2014/main" id="{BF8CC46D-1A09-5EC1-FED1-266FE1B55B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551" y="5155923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49 h 2074"/>
                        <a:gd name="connsiteX1" fmla="*/ 21 w 2073"/>
                        <a:gd name="connsiteY1" fmla="*/ 828 h 2074"/>
                        <a:gd name="connsiteX2" fmla="*/ 1245 w 2073"/>
                        <a:gd name="connsiteY2" fmla="*/ 20 h 2074"/>
                        <a:gd name="connsiteX3" fmla="*/ 2052 w 2073"/>
                        <a:gd name="connsiteY3" fmla="*/ 1241 h 2074"/>
                        <a:gd name="connsiteX4" fmla="*/ 828 w 2073"/>
                        <a:gd name="connsiteY4" fmla="*/ 2049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49"/>
                          </a:moveTo>
                          <a:cubicBezTo>
                            <a:pt x="267" y="1938"/>
                            <a:pt x="-93" y="1399"/>
                            <a:pt x="21" y="828"/>
                          </a:cubicBezTo>
                          <a:cubicBezTo>
                            <a:pt x="137" y="274"/>
                            <a:pt x="684" y="-91"/>
                            <a:pt x="1245" y="20"/>
                          </a:cubicBezTo>
                          <a:cubicBezTo>
                            <a:pt x="1806" y="147"/>
                            <a:pt x="2166" y="686"/>
                            <a:pt x="2052" y="1241"/>
                          </a:cubicBezTo>
                          <a:cubicBezTo>
                            <a:pt x="1938" y="1811"/>
                            <a:pt x="1389" y="2176"/>
                            <a:pt x="828" y="204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08" name="Freeform: Shape 907">
                      <a:extLst>
                        <a:ext uri="{FF2B5EF4-FFF2-40B4-BE49-F238E27FC236}">
                          <a16:creationId xmlns:a16="http://schemas.microsoft.com/office/drawing/2014/main" id="{B7C31F39-0CD7-8D50-C099-5B52644F7F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629" y="5146426"/>
                      <a:ext cx="2073" cy="2069"/>
                    </a:xfrm>
                    <a:custGeom>
                      <a:avLst/>
                      <a:gdLst>
                        <a:gd name="connsiteX0" fmla="*/ 828 w 2073"/>
                        <a:gd name="connsiteY0" fmla="*/ 2050 h 2069"/>
                        <a:gd name="connsiteX1" fmla="*/ 22 w 2073"/>
                        <a:gd name="connsiteY1" fmla="*/ 829 h 2069"/>
                        <a:gd name="connsiteX2" fmla="*/ 1245 w 2073"/>
                        <a:gd name="connsiteY2" fmla="*/ 21 h 2069"/>
                        <a:gd name="connsiteX3" fmla="*/ 2052 w 2073"/>
                        <a:gd name="connsiteY3" fmla="*/ 1241 h 2069"/>
                        <a:gd name="connsiteX4" fmla="*/ 828 w 2073"/>
                        <a:gd name="connsiteY4" fmla="*/ 2050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828" y="2050"/>
                          </a:moveTo>
                          <a:cubicBezTo>
                            <a:pt x="267" y="1939"/>
                            <a:pt x="-94" y="1384"/>
                            <a:pt x="22" y="829"/>
                          </a:cubicBezTo>
                          <a:cubicBezTo>
                            <a:pt x="137" y="258"/>
                            <a:pt x="684" y="-90"/>
                            <a:pt x="1245" y="21"/>
                          </a:cubicBezTo>
                          <a:cubicBezTo>
                            <a:pt x="1807" y="132"/>
                            <a:pt x="2167" y="686"/>
                            <a:pt x="2052" y="1241"/>
                          </a:cubicBezTo>
                          <a:cubicBezTo>
                            <a:pt x="1938" y="1796"/>
                            <a:pt x="1390" y="2161"/>
                            <a:pt x="828" y="205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09" name="Freeform: Shape 908">
                      <a:extLst>
                        <a:ext uri="{FF2B5EF4-FFF2-40B4-BE49-F238E27FC236}">
                          <a16:creationId xmlns:a16="http://schemas.microsoft.com/office/drawing/2014/main" id="{3A7680A8-59FB-EBCC-B9AA-3A6C85CD51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649" y="5136307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54 h 2074"/>
                        <a:gd name="connsiteX1" fmla="*/ 21 w 2073"/>
                        <a:gd name="connsiteY1" fmla="*/ 818 h 2074"/>
                        <a:gd name="connsiteX2" fmla="*/ 1245 w 2073"/>
                        <a:gd name="connsiteY2" fmla="*/ 25 h 2074"/>
                        <a:gd name="connsiteX3" fmla="*/ 2052 w 2073"/>
                        <a:gd name="connsiteY3" fmla="*/ 1246 h 2074"/>
                        <a:gd name="connsiteX4" fmla="*/ 828 w 2073"/>
                        <a:gd name="connsiteY4" fmla="*/ 2054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54"/>
                          </a:moveTo>
                          <a:cubicBezTo>
                            <a:pt x="267" y="1928"/>
                            <a:pt x="-93" y="1389"/>
                            <a:pt x="21" y="818"/>
                          </a:cubicBezTo>
                          <a:cubicBezTo>
                            <a:pt x="137" y="263"/>
                            <a:pt x="684" y="-102"/>
                            <a:pt x="1245" y="25"/>
                          </a:cubicBezTo>
                          <a:cubicBezTo>
                            <a:pt x="1806" y="136"/>
                            <a:pt x="2166" y="675"/>
                            <a:pt x="2052" y="1246"/>
                          </a:cubicBezTo>
                          <a:cubicBezTo>
                            <a:pt x="1936" y="1801"/>
                            <a:pt x="1388" y="2166"/>
                            <a:pt x="828" y="205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10" name="Freeform: Shape 909">
                      <a:extLst>
                        <a:ext uri="{FF2B5EF4-FFF2-40B4-BE49-F238E27FC236}">
                          <a16:creationId xmlns:a16="http://schemas.microsoft.com/office/drawing/2014/main" id="{E400C43D-A520-9C28-5291-364FC599D0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930" y="5152118"/>
                      <a:ext cx="2073" cy="2070"/>
                    </a:xfrm>
                    <a:custGeom>
                      <a:avLst/>
                      <a:gdLst>
                        <a:gd name="connsiteX0" fmla="*/ 829 w 2073"/>
                        <a:gd name="connsiteY0" fmla="*/ 2050 h 2070"/>
                        <a:gd name="connsiteX1" fmla="*/ 22 w 2073"/>
                        <a:gd name="connsiteY1" fmla="*/ 829 h 2070"/>
                        <a:gd name="connsiteX2" fmla="*/ 1245 w 2073"/>
                        <a:gd name="connsiteY2" fmla="*/ 21 h 2070"/>
                        <a:gd name="connsiteX3" fmla="*/ 2052 w 2073"/>
                        <a:gd name="connsiteY3" fmla="*/ 1241 h 2070"/>
                        <a:gd name="connsiteX4" fmla="*/ 829 w 2073"/>
                        <a:gd name="connsiteY4" fmla="*/ 2050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0">
                          <a:moveTo>
                            <a:pt x="829" y="2050"/>
                          </a:moveTo>
                          <a:cubicBezTo>
                            <a:pt x="267" y="1939"/>
                            <a:pt x="-94" y="1384"/>
                            <a:pt x="22" y="829"/>
                          </a:cubicBezTo>
                          <a:cubicBezTo>
                            <a:pt x="137" y="258"/>
                            <a:pt x="684" y="-91"/>
                            <a:pt x="1245" y="21"/>
                          </a:cubicBezTo>
                          <a:cubicBezTo>
                            <a:pt x="1807" y="131"/>
                            <a:pt x="2168" y="686"/>
                            <a:pt x="2052" y="1241"/>
                          </a:cubicBezTo>
                          <a:cubicBezTo>
                            <a:pt x="1937" y="1812"/>
                            <a:pt x="1388" y="2161"/>
                            <a:pt x="829" y="205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11" name="Freeform: Shape 910">
                      <a:extLst>
                        <a:ext uri="{FF2B5EF4-FFF2-40B4-BE49-F238E27FC236}">
                          <a16:creationId xmlns:a16="http://schemas.microsoft.com/office/drawing/2014/main" id="{A76CB04F-6D94-95B9-64DE-D03EB59ED1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027" y="5150084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54 h 2074"/>
                        <a:gd name="connsiteX1" fmla="*/ 21 w 2073"/>
                        <a:gd name="connsiteY1" fmla="*/ 834 h 2074"/>
                        <a:gd name="connsiteX2" fmla="*/ 1245 w 2073"/>
                        <a:gd name="connsiteY2" fmla="*/ 25 h 2074"/>
                        <a:gd name="connsiteX3" fmla="*/ 2052 w 2073"/>
                        <a:gd name="connsiteY3" fmla="*/ 1246 h 2074"/>
                        <a:gd name="connsiteX4" fmla="*/ 828 w 2073"/>
                        <a:gd name="connsiteY4" fmla="*/ 2054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54"/>
                          </a:moveTo>
                          <a:cubicBezTo>
                            <a:pt x="267" y="1927"/>
                            <a:pt x="-93" y="1389"/>
                            <a:pt x="21" y="834"/>
                          </a:cubicBezTo>
                          <a:cubicBezTo>
                            <a:pt x="137" y="263"/>
                            <a:pt x="684" y="-102"/>
                            <a:pt x="1245" y="25"/>
                          </a:cubicBezTo>
                          <a:cubicBezTo>
                            <a:pt x="1806" y="136"/>
                            <a:pt x="2166" y="691"/>
                            <a:pt x="2052" y="1246"/>
                          </a:cubicBezTo>
                          <a:cubicBezTo>
                            <a:pt x="1936" y="1801"/>
                            <a:pt x="1389" y="2165"/>
                            <a:pt x="828" y="205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12" name="Freeform: Shape 911">
                      <a:extLst>
                        <a:ext uri="{FF2B5EF4-FFF2-40B4-BE49-F238E27FC236}">
                          <a16:creationId xmlns:a16="http://schemas.microsoft.com/office/drawing/2014/main" id="{7B3F45D6-E7BA-F1A6-19C2-CE213192C8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454" y="5146554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49 h 2074"/>
                        <a:gd name="connsiteX1" fmla="*/ 21 w 2073"/>
                        <a:gd name="connsiteY1" fmla="*/ 828 h 2074"/>
                        <a:gd name="connsiteX2" fmla="*/ 1245 w 2073"/>
                        <a:gd name="connsiteY2" fmla="*/ 20 h 2074"/>
                        <a:gd name="connsiteX3" fmla="*/ 2052 w 2073"/>
                        <a:gd name="connsiteY3" fmla="*/ 1257 h 2074"/>
                        <a:gd name="connsiteX4" fmla="*/ 828 w 2073"/>
                        <a:gd name="connsiteY4" fmla="*/ 2049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49"/>
                          </a:moveTo>
                          <a:cubicBezTo>
                            <a:pt x="267" y="1938"/>
                            <a:pt x="-93" y="1399"/>
                            <a:pt x="21" y="828"/>
                          </a:cubicBezTo>
                          <a:cubicBezTo>
                            <a:pt x="137" y="273"/>
                            <a:pt x="684" y="-91"/>
                            <a:pt x="1245" y="20"/>
                          </a:cubicBezTo>
                          <a:cubicBezTo>
                            <a:pt x="1806" y="147"/>
                            <a:pt x="2168" y="686"/>
                            <a:pt x="2052" y="1257"/>
                          </a:cubicBezTo>
                          <a:cubicBezTo>
                            <a:pt x="1936" y="1811"/>
                            <a:pt x="1389" y="2176"/>
                            <a:pt x="828" y="204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13" name="Freeform: Shape 912">
                      <a:extLst>
                        <a:ext uri="{FF2B5EF4-FFF2-40B4-BE49-F238E27FC236}">
                          <a16:creationId xmlns:a16="http://schemas.microsoft.com/office/drawing/2014/main" id="{EDEAE94B-CF3C-43F1-C3F5-5D65D8463C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209" y="5144504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54 h 2074"/>
                        <a:gd name="connsiteX1" fmla="*/ 21 w 2073"/>
                        <a:gd name="connsiteY1" fmla="*/ 818 h 2074"/>
                        <a:gd name="connsiteX2" fmla="*/ 1245 w 2073"/>
                        <a:gd name="connsiteY2" fmla="*/ 25 h 2074"/>
                        <a:gd name="connsiteX3" fmla="*/ 2052 w 2073"/>
                        <a:gd name="connsiteY3" fmla="*/ 1246 h 2074"/>
                        <a:gd name="connsiteX4" fmla="*/ 828 w 2073"/>
                        <a:gd name="connsiteY4" fmla="*/ 2054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54"/>
                          </a:moveTo>
                          <a:cubicBezTo>
                            <a:pt x="267" y="1928"/>
                            <a:pt x="-93" y="1389"/>
                            <a:pt x="21" y="818"/>
                          </a:cubicBezTo>
                          <a:cubicBezTo>
                            <a:pt x="137" y="263"/>
                            <a:pt x="684" y="-102"/>
                            <a:pt x="1245" y="25"/>
                          </a:cubicBezTo>
                          <a:cubicBezTo>
                            <a:pt x="1806" y="136"/>
                            <a:pt x="2166" y="675"/>
                            <a:pt x="2052" y="1246"/>
                          </a:cubicBezTo>
                          <a:cubicBezTo>
                            <a:pt x="1936" y="1801"/>
                            <a:pt x="1389" y="2165"/>
                            <a:pt x="828" y="205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14" name="Freeform: Shape 913">
                      <a:extLst>
                        <a:ext uri="{FF2B5EF4-FFF2-40B4-BE49-F238E27FC236}">
                          <a16:creationId xmlns:a16="http://schemas.microsoft.com/office/drawing/2014/main" id="{F7C57A20-7AA6-BBC4-878D-113C235124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6138" y="5187371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55 h 2074"/>
                        <a:gd name="connsiteX1" fmla="*/ 22 w 2073"/>
                        <a:gd name="connsiteY1" fmla="*/ 818 h 2074"/>
                        <a:gd name="connsiteX2" fmla="*/ 1245 w 2073"/>
                        <a:gd name="connsiteY2" fmla="*/ 25 h 2074"/>
                        <a:gd name="connsiteX3" fmla="*/ 2052 w 2073"/>
                        <a:gd name="connsiteY3" fmla="*/ 1246 h 2074"/>
                        <a:gd name="connsiteX4" fmla="*/ 828 w 2073"/>
                        <a:gd name="connsiteY4" fmla="*/ 20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55"/>
                          </a:moveTo>
                          <a:cubicBezTo>
                            <a:pt x="267" y="1928"/>
                            <a:pt x="-94" y="1389"/>
                            <a:pt x="22" y="818"/>
                          </a:cubicBezTo>
                          <a:cubicBezTo>
                            <a:pt x="137" y="263"/>
                            <a:pt x="684" y="-102"/>
                            <a:pt x="1245" y="25"/>
                          </a:cubicBezTo>
                          <a:cubicBezTo>
                            <a:pt x="1807" y="136"/>
                            <a:pt x="2168" y="675"/>
                            <a:pt x="2052" y="1246"/>
                          </a:cubicBezTo>
                          <a:cubicBezTo>
                            <a:pt x="1937" y="1801"/>
                            <a:pt x="1390" y="2165"/>
                            <a:pt x="828" y="20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15" name="Freeform: Shape 914">
                      <a:extLst>
                        <a:ext uri="{FF2B5EF4-FFF2-40B4-BE49-F238E27FC236}">
                          <a16:creationId xmlns:a16="http://schemas.microsoft.com/office/drawing/2014/main" id="{29408B17-B253-28E2-4CB2-AFA3AA27ED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605" y="5189928"/>
                      <a:ext cx="2073" cy="2070"/>
                    </a:xfrm>
                    <a:custGeom>
                      <a:avLst/>
                      <a:gdLst>
                        <a:gd name="connsiteX0" fmla="*/ 828 w 2073"/>
                        <a:gd name="connsiteY0" fmla="*/ 2050 h 2070"/>
                        <a:gd name="connsiteX1" fmla="*/ 21 w 2073"/>
                        <a:gd name="connsiteY1" fmla="*/ 829 h 2070"/>
                        <a:gd name="connsiteX2" fmla="*/ 1245 w 2073"/>
                        <a:gd name="connsiteY2" fmla="*/ 21 h 2070"/>
                        <a:gd name="connsiteX3" fmla="*/ 2052 w 2073"/>
                        <a:gd name="connsiteY3" fmla="*/ 1241 h 2070"/>
                        <a:gd name="connsiteX4" fmla="*/ 828 w 2073"/>
                        <a:gd name="connsiteY4" fmla="*/ 2050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0">
                          <a:moveTo>
                            <a:pt x="828" y="2050"/>
                          </a:moveTo>
                          <a:cubicBezTo>
                            <a:pt x="267" y="1939"/>
                            <a:pt x="-93" y="1384"/>
                            <a:pt x="21" y="829"/>
                          </a:cubicBezTo>
                          <a:cubicBezTo>
                            <a:pt x="137" y="258"/>
                            <a:pt x="684" y="-91"/>
                            <a:pt x="1245" y="21"/>
                          </a:cubicBezTo>
                          <a:cubicBezTo>
                            <a:pt x="1806" y="131"/>
                            <a:pt x="2166" y="686"/>
                            <a:pt x="2052" y="1241"/>
                          </a:cubicBezTo>
                          <a:cubicBezTo>
                            <a:pt x="1936" y="1812"/>
                            <a:pt x="1389" y="2161"/>
                            <a:pt x="828" y="205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16" name="Freeform: Shape 915">
                      <a:extLst>
                        <a:ext uri="{FF2B5EF4-FFF2-40B4-BE49-F238E27FC236}">
                          <a16:creationId xmlns:a16="http://schemas.microsoft.com/office/drawing/2014/main" id="{6423F2BB-8AA7-CCD3-882B-BF1F1FB807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411" y="5178039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49 h 2074"/>
                        <a:gd name="connsiteX1" fmla="*/ 21 w 2073"/>
                        <a:gd name="connsiteY1" fmla="*/ 828 h 2074"/>
                        <a:gd name="connsiteX2" fmla="*/ 1245 w 2073"/>
                        <a:gd name="connsiteY2" fmla="*/ 20 h 2074"/>
                        <a:gd name="connsiteX3" fmla="*/ 2052 w 2073"/>
                        <a:gd name="connsiteY3" fmla="*/ 1257 h 2074"/>
                        <a:gd name="connsiteX4" fmla="*/ 828 w 2073"/>
                        <a:gd name="connsiteY4" fmla="*/ 2049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49"/>
                          </a:moveTo>
                          <a:cubicBezTo>
                            <a:pt x="267" y="1938"/>
                            <a:pt x="-93" y="1399"/>
                            <a:pt x="21" y="828"/>
                          </a:cubicBezTo>
                          <a:cubicBezTo>
                            <a:pt x="137" y="274"/>
                            <a:pt x="684" y="-91"/>
                            <a:pt x="1245" y="20"/>
                          </a:cubicBezTo>
                          <a:cubicBezTo>
                            <a:pt x="1806" y="147"/>
                            <a:pt x="2168" y="686"/>
                            <a:pt x="2052" y="1257"/>
                          </a:cubicBezTo>
                          <a:cubicBezTo>
                            <a:pt x="1936" y="1811"/>
                            <a:pt x="1388" y="2176"/>
                            <a:pt x="828" y="204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17" name="Freeform: Shape 916">
                      <a:extLst>
                        <a:ext uri="{FF2B5EF4-FFF2-40B4-BE49-F238E27FC236}">
                          <a16:creationId xmlns:a16="http://schemas.microsoft.com/office/drawing/2014/main" id="{9F22BE19-B5BF-B5F5-FE44-4CC5D4B799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777" y="5184745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49 h 2074"/>
                        <a:gd name="connsiteX1" fmla="*/ 22 w 2073"/>
                        <a:gd name="connsiteY1" fmla="*/ 828 h 2074"/>
                        <a:gd name="connsiteX2" fmla="*/ 1245 w 2073"/>
                        <a:gd name="connsiteY2" fmla="*/ 20 h 2074"/>
                        <a:gd name="connsiteX3" fmla="*/ 2052 w 2073"/>
                        <a:gd name="connsiteY3" fmla="*/ 1256 h 2074"/>
                        <a:gd name="connsiteX4" fmla="*/ 828 w 2073"/>
                        <a:gd name="connsiteY4" fmla="*/ 2049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49"/>
                          </a:moveTo>
                          <a:cubicBezTo>
                            <a:pt x="267" y="1938"/>
                            <a:pt x="-94" y="1399"/>
                            <a:pt x="22" y="828"/>
                          </a:cubicBezTo>
                          <a:cubicBezTo>
                            <a:pt x="137" y="274"/>
                            <a:pt x="684" y="-91"/>
                            <a:pt x="1245" y="20"/>
                          </a:cubicBezTo>
                          <a:cubicBezTo>
                            <a:pt x="1807" y="147"/>
                            <a:pt x="2166" y="686"/>
                            <a:pt x="2052" y="1256"/>
                          </a:cubicBezTo>
                          <a:cubicBezTo>
                            <a:pt x="1937" y="1811"/>
                            <a:pt x="1390" y="2176"/>
                            <a:pt x="828" y="204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18" name="Freeform: Shape 917">
                      <a:extLst>
                        <a:ext uri="{FF2B5EF4-FFF2-40B4-BE49-F238E27FC236}">
                          <a16:creationId xmlns:a16="http://schemas.microsoft.com/office/drawing/2014/main" id="{80567E0B-4F94-9384-3EE8-284C8BE2B1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5100" y="5183645"/>
                      <a:ext cx="2073" cy="2074"/>
                    </a:xfrm>
                    <a:custGeom>
                      <a:avLst/>
                      <a:gdLst>
                        <a:gd name="connsiteX0" fmla="*/ 828 w 2073"/>
                        <a:gd name="connsiteY0" fmla="*/ 2054 h 2074"/>
                        <a:gd name="connsiteX1" fmla="*/ 21 w 2073"/>
                        <a:gd name="connsiteY1" fmla="*/ 834 h 2074"/>
                        <a:gd name="connsiteX2" fmla="*/ 1245 w 2073"/>
                        <a:gd name="connsiteY2" fmla="*/ 25 h 2074"/>
                        <a:gd name="connsiteX3" fmla="*/ 2052 w 2073"/>
                        <a:gd name="connsiteY3" fmla="*/ 1246 h 2074"/>
                        <a:gd name="connsiteX4" fmla="*/ 828 w 2073"/>
                        <a:gd name="connsiteY4" fmla="*/ 2054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828" y="2054"/>
                          </a:moveTo>
                          <a:cubicBezTo>
                            <a:pt x="267" y="1943"/>
                            <a:pt x="-93" y="1389"/>
                            <a:pt x="21" y="834"/>
                          </a:cubicBezTo>
                          <a:cubicBezTo>
                            <a:pt x="137" y="263"/>
                            <a:pt x="684" y="-102"/>
                            <a:pt x="1245" y="25"/>
                          </a:cubicBezTo>
                          <a:cubicBezTo>
                            <a:pt x="1806" y="136"/>
                            <a:pt x="2166" y="691"/>
                            <a:pt x="2052" y="1246"/>
                          </a:cubicBezTo>
                          <a:cubicBezTo>
                            <a:pt x="1936" y="1801"/>
                            <a:pt x="1388" y="2165"/>
                            <a:pt x="828" y="205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19" name="Freeform: Shape 918">
                      <a:extLst>
                        <a:ext uri="{FF2B5EF4-FFF2-40B4-BE49-F238E27FC236}">
                          <a16:creationId xmlns:a16="http://schemas.microsoft.com/office/drawing/2014/main" id="{BB6CE624-F131-546A-ED51-375C4B6000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266" y="5192116"/>
                      <a:ext cx="2073" cy="2070"/>
                    </a:xfrm>
                    <a:custGeom>
                      <a:avLst/>
                      <a:gdLst>
                        <a:gd name="connsiteX0" fmla="*/ 828 w 2073"/>
                        <a:gd name="connsiteY0" fmla="*/ 2050 h 2070"/>
                        <a:gd name="connsiteX1" fmla="*/ 22 w 2073"/>
                        <a:gd name="connsiteY1" fmla="*/ 829 h 2070"/>
                        <a:gd name="connsiteX2" fmla="*/ 1245 w 2073"/>
                        <a:gd name="connsiteY2" fmla="*/ 21 h 2070"/>
                        <a:gd name="connsiteX3" fmla="*/ 2052 w 2073"/>
                        <a:gd name="connsiteY3" fmla="*/ 1241 h 2070"/>
                        <a:gd name="connsiteX4" fmla="*/ 828 w 2073"/>
                        <a:gd name="connsiteY4" fmla="*/ 2050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0">
                          <a:moveTo>
                            <a:pt x="828" y="2050"/>
                          </a:moveTo>
                          <a:cubicBezTo>
                            <a:pt x="267" y="1939"/>
                            <a:pt x="-94" y="1384"/>
                            <a:pt x="22" y="829"/>
                          </a:cubicBezTo>
                          <a:cubicBezTo>
                            <a:pt x="137" y="258"/>
                            <a:pt x="684" y="-91"/>
                            <a:pt x="1245" y="21"/>
                          </a:cubicBezTo>
                          <a:cubicBezTo>
                            <a:pt x="1807" y="131"/>
                            <a:pt x="2168" y="686"/>
                            <a:pt x="2052" y="1241"/>
                          </a:cubicBezTo>
                          <a:cubicBezTo>
                            <a:pt x="1937" y="1812"/>
                            <a:pt x="1388" y="2161"/>
                            <a:pt x="828" y="205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20" name="Freeform: Shape 919">
                      <a:extLst>
                        <a:ext uri="{FF2B5EF4-FFF2-40B4-BE49-F238E27FC236}">
                          <a16:creationId xmlns:a16="http://schemas.microsoft.com/office/drawing/2014/main" id="{65C31C44-EB39-B5BB-FF36-FC0B9AED48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492" y="5183048"/>
                      <a:ext cx="2073" cy="2069"/>
                    </a:xfrm>
                    <a:custGeom>
                      <a:avLst/>
                      <a:gdLst>
                        <a:gd name="connsiteX0" fmla="*/ 828 w 2073"/>
                        <a:gd name="connsiteY0" fmla="*/ 2049 h 2069"/>
                        <a:gd name="connsiteX1" fmla="*/ 22 w 2073"/>
                        <a:gd name="connsiteY1" fmla="*/ 828 h 2069"/>
                        <a:gd name="connsiteX2" fmla="*/ 1245 w 2073"/>
                        <a:gd name="connsiteY2" fmla="*/ 20 h 2069"/>
                        <a:gd name="connsiteX3" fmla="*/ 2052 w 2073"/>
                        <a:gd name="connsiteY3" fmla="*/ 1240 h 2069"/>
                        <a:gd name="connsiteX4" fmla="*/ 828 w 2073"/>
                        <a:gd name="connsiteY4" fmla="*/ 2049 h 20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9">
                          <a:moveTo>
                            <a:pt x="828" y="2049"/>
                          </a:moveTo>
                          <a:cubicBezTo>
                            <a:pt x="267" y="1938"/>
                            <a:pt x="-94" y="1383"/>
                            <a:pt x="22" y="828"/>
                          </a:cubicBezTo>
                          <a:cubicBezTo>
                            <a:pt x="137" y="273"/>
                            <a:pt x="684" y="-91"/>
                            <a:pt x="1245" y="20"/>
                          </a:cubicBezTo>
                          <a:cubicBezTo>
                            <a:pt x="1807" y="131"/>
                            <a:pt x="2168" y="686"/>
                            <a:pt x="2052" y="1240"/>
                          </a:cubicBezTo>
                          <a:cubicBezTo>
                            <a:pt x="1937" y="1811"/>
                            <a:pt x="1388" y="2160"/>
                            <a:pt x="828" y="204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921" name="Graphic 21">
                    <a:extLst>
                      <a:ext uri="{FF2B5EF4-FFF2-40B4-BE49-F238E27FC236}">
                        <a16:creationId xmlns:a16="http://schemas.microsoft.com/office/drawing/2014/main" id="{30DA787A-B0F0-6879-8882-6F6E8D4086BF}"/>
                      </a:ext>
                    </a:extLst>
                  </p:cNvPr>
                  <p:cNvGrpSpPr/>
                  <p:nvPr/>
                </p:nvGrpSpPr>
                <p:grpSpPr>
                  <a:xfrm>
                    <a:off x="851560" y="5115564"/>
                    <a:ext cx="62010" cy="50558"/>
                    <a:chOff x="851560" y="5115564"/>
                    <a:chExt cx="62010" cy="50558"/>
                  </a:xfrm>
                  <a:solidFill>
                    <a:srgbClr val="F0BB74"/>
                  </a:solidFill>
                </p:grpSpPr>
                <p:sp>
                  <p:nvSpPr>
                    <p:cNvPr id="922" name="Freeform: Shape 921">
                      <a:extLst>
                        <a:ext uri="{FF2B5EF4-FFF2-40B4-BE49-F238E27FC236}">
                          <a16:creationId xmlns:a16="http://schemas.microsoft.com/office/drawing/2014/main" id="{011DB1C6-A737-A59F-0E0D-29209E8722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7138" y="5138487"/>
                      <a:ext cx="2073" cy="2064"/>
                    </a:xfrm>
                    <a:custGeom>
                      <a:avLst/>
                      <a:gdLst>
                        <a:gd name="connsiteX0" fmla="*/ 2072 w 2073"/>
                        <a:gd name="connsiteY0" fmla="*/ 984 h 2064"/>
                        <a:gd name="connsiteX1" fmla="*/ 1092 w 2073"/>
                        <a:gd name="connsiteY1" fmla="*/ 2062 h 2064"/>
                        <a:gd name="connsiteX2" fmla="*/ 1 w 2073"/>
                        <a:gd name="connsiteY2" fmla="*/ 1095 h 2064"/>
                        <a:gd name="connsiteX3" fmla="*/ 981 w 2073"/>
                        <a:gd name="connsiteY3" fmla="*/ 2 h 2064"/>
                        <a:gd name="connsiteX4" fmla="*/ 2072 w 2073"/>
                        <a:gd name="connsiteY4" fmla="*/ 984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2072" y="984"/>
                          </a:moveTo>
                          <a:cubicBezTo>
                            <a:pt x="2102" y="1555"/>
                            <a:pt x="1665" y="2031"/>
                            <a:pt x="1092" y="2062"/>
                          </a:cubicBezTo>
                          <a:cubicBezTo>
                            <a:pt x="520" y="2094"/>
                            <a:pt x="32" y="1666"/>
                            <a:pt x="1" y="1095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2" y="-30"/>
                            <a:pt x="2040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23" name="Freeform: Shape 922">
                      <a:extLst>
                        <a:ext uri="{FF2B5EF4-FFF2-40B4-BE49-F238E27FC236}">
                          <a16:creationId xmlns:a16="http://schemas.microsoft.com/office/drawing/2014/main" id="{A0A7D0FE-0D58-18DF-587E-9743C5A1BE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076" y="5135887"/>
                      <a:ext cx="2073" cy="2078"/>
                    </a:xfrm>
                    <a:custGeom>
                      <a:avLst/>
                      <a:gdLst>
                        <a:gd name="connsiteX0" fmla="*/ 2072 w 2073"/>
                        <a:gd name="connsiteY0" fmla="*/ 984 h 2078"/>
                        <a:gd name="connsiteX1" fmla="*/ 1092 w 2073"/>
                        <a:gd name="connsiteY1" fmla="*/ 2078 h 2078"/>
                        <a:gd name="connsiteX2" fmla="*/ 1 w 2073"/>
                        <a:gd name="connsiteY2" fmla="*/ 1095 h 2078"/>
                        <a:gd name="connsiteX3" fmla="*/ 981 w 2073"/>
                        <a:gd name="connsiteY3" fmla="*/ 2 h 2078"/>
                        <a:gd name="connsiteX4" fmla="*/ 2072 w 2073"/>
                        <a:gd name="connsiteY4" fmla="*/ 984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2072" y="984"/>
                          </a:moveTo>
                          <a:cubicBezTo>
                            <a:pt x="2102" y="1555"/>
                            <a:pt x="1664" y="2047"/>
                            <a:pt x="1092" y="2078"/>
                          </a:cubicBezTo>
                          <a:cubicBezTo>
                            <a:pt x="520" y="2094"/>
                            <a:pt x="32" y="1666"/>
                            <a:pt x="1" y="1095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24" name="Freeform: Shape 923">
                      <a:extLst>
                        <a:ext uri="{FF2B5EF4-FFF2-40B4-BE49-F238E27FC236}">
                          <a16:creationId xmlns:a16="http://schemas.microsoft.com/office/drawing/2014/main" id="{507E1123-C869-7363-848B-DB8366CF4A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19" y="5141563"/>
                      <a:ext cx="2073" cy="2064"/>
                    </a:xfrm>
                    <a:custGeom>
                      <a:avLst/>
                      <a:gdLst>
                        <a:gd name="connsiteX0" fmla="*/ 2072 w 2073"/>
                        <a:gd name="connsiteY0" fmla="*/ 969 h 2064"/>
                        <a:gd name="connsiteX1" fmla="*/ 1092 w 2073"/>
                        <a:gd name="connsiteY1" fmla="*/ 2063 h 2064"/>
                        <a:gd name="connsiteX2" fmla="*/ 2 w 2073"/>
                        <a:gd name="connsiteY2" fmla="*/ 1080 h 2064"/>
                        <a:gd name="connsiteX3" fmla="*/ 981 w 2073"/>
                        <a:gd name="connsiteY3" fmla="*/ 2 h 2064"/>
                        <a:gd name="connsiteX4" fmla="*/ 2072 w 2073"/>
                        <a:gd name="connsiteY4" fmla="*/ 969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2072" y="969"/>
                          </a:moveTo>
                          <a:cubicBezTo>
                            <a:pt x="2102" y="1539"/>
                            <a:pt x="1665" y="2031"/>
                            <a:pt x="1092" y="2063"/>
                          </a:cubicBezTo>
                          <a:cubicBezTo>
                            <a:pt x="522" y="2094"/>
                            <a:pt x="33" y="1666"/>
                            <a:pt x="2" y="1080"/>
                          </a:cubicBezTo>
                          <a:cubicBezTo>
                            <a:pt x="-30" y="509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398"/>
                            <a:pt x="2072" y="9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25" name="Freeform: Shape 924">
                      <a:extLst>
                        <a:ext uri="{FF2B5EF4-FFF2-40B4-BE49-F238E27FC236}">
                          <a16:creationId xmlns:a16="http://schemas.microsoft.com/office/drawing/2014/main" id="{B369AA8C-DBA3-A1A3-7D06-A43D431E52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6750" y="5131258"/>
                      <a:ext cx="2073" cy="2064"/>
                    </a:xfrm>
                    <a:custGeom>
                      <a:avLst/>
                      <a:gdLst>
                        <a:gd name="connsiteX0" fmla="*/ 2072 w 2073"/>
                        <a:gd name="connsiteY0" fmla="*/ 969 h 2064"/>
                        <a:gd name="connsiteX1" fmla="*/ 1092 w 2073"/>
                        <a:gd name="connsiteY1" fmla="*/ 2063 h 2064"/>
                        <a:gd name="connsiteX2" fmla="*/ 1 w 2073"/>
                        <a:gd name="connsiteY2" fmla="*/ 1096 h 2064"/>
                        <a:gd name="connsiteX3" fmla="*/ 981 w 2073"/>
                        <a:gd name="connsiteY3" fmla="*/ 2 h 2064"/>
                        <a:gd name="connsiteX4" fmla="*/ 2072 w 2073"/>
                        <a:gd name="connsiteY4" fmla="*/ 969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2072" y="969"/>
                          </a:moveTo>
                          <a:cubicBezTo>
                            <a:pt x="2102" y="1539"/>
                            <a:pt x="1665" y="2031"/>
                            <a:pt x="1092" y="2063"/>
                          </a:cubicBezTo>
                          <a:cubicBezTo>
                            <a:pt x="520" y="2094"/>
                            <a:pt x="32" y="1666"/>
                            <a:pt x="1" y="1096"/>
                          </a:cubicBezTo>
                          <a:cubicBezTo>
                            <a:pt x="-29" y="509"/>
                            <a:pt x="409" y="33"/>
                            <a:pt x="981" y="2"/>
                          </a:cubicBezTo>
                          <a:cubicBezTo>
                            <a:pt x="1552" y="-30"/>
                            <a:pt x="2040" y="398"/>
                            <a:pt x="2072" y="9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26" name="Freeform: Shape 925">
                      <a:extLst>
                        <a:ext uri="{FF2B5EF4-FFF2-40B4-BE49-F238E27FC236}">
                          <a16:creationId xmlns:a16="http://schemas.microsoft.com/office/drawing/2014/main" id="{130B5BDC-C3C3-AC93-2D46-1193751ADF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891" y="5140865"/>
                      <a:ext cx="2073" cy="2079"/>
                    </a:xfrm>
                    <a:custGeom>
                      <a:avLst/>
                      <a:gdLst>
                        <a:gd name="connsiteX0" fmla="*/ 2072 w 2073"/>
                        <a:gd name="connsiteY0" fmla="*/ 984 h 2079"/>
                        <a:gd name="connsiteX1" fmla="*/ 1092 w 2073"/>
                        <a:gd name="connsiteY1" fmla="*/ 2078 h 2079"/>
                        <a:gd name="connsiteX2" fmla="*/ 1 w 2073"/>
                        <a:gd name="connsiteY2" fmla="*/ 1095 h 2079"/>
                        <a:gd name="connsiteX3" fmla="*/ 981 w 2073"/>
                        <a:gd name="connsiteY3" fmla="*/ 2 h 2079"/>
                        <a:gd name="connsiteX4" fmla="*/ 2072 w 2073"/>
                        <a:gd name="connsiteY4" fmla="*/ 984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9">
                          <a:moveTo>
                            <a:pt x="2072" y="984"/>
                          </a:moveTo>
                          <a:cubicBezTo>
                            <a:pt x="2102" y="1555"/>
                            <a:pt x="1664" y="2047"/>
                            <a:pt x="1092" y="2078"/>
                          </a:cubicBezTo>
                          <a:cubicBezTo>
                            <a:pt x="520" y="2110"/>
                            <a:pt x="32" y="1666"/>
                            <a:pt x="1" y="1095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27" name="Freeform: Shape 926">
                      <a:extLst>
                        <a:ext uri="{FF2B5EF4-FFF2-40B4-BE49-F238E27FC236}">
                          <a16:creationId xmlns:a16="http://schemas.microsoft.com/office/drawing/2014/main" id="{ADD69224-3839-6677-6945-33470B124B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734" y="5130213"/>
                      <a:ext cx="2073" cy="2078"/>
                    </a:xfrm>
                    <a:custGeom>
                      <a:avLst/>
                      <a:gdLst>
                        <a:gd name="connsiteX0" fmla="*/ 2072 w 2073"/>
                        <a:gd name="connsiteY0" fmla="*/ 983 h 2078"/>
                        <a:gd name="connsiteX1" fmla="*/ 1092 w 2073"/>
                        <a:gd name="connsiteY1" fmla="*/ 2077 h 2078"/>
                        <a:gd name="connsiteX2" fmla="*/ 1 w 2073"/>
                        <a:gd name="connsiteY2" fmla="*/ 1094 h 2078"/>
                        <a:gd name="connsiteX3" fmla="*/ 981 w 2073"/>
                        <a:gd name="connsiteY3" fmla="*/ 0 h 2078"/>
                        <a:gd name="connsiteX4" fmla="*/ 2072 w 2073"/>
                        <a:gd name="connsiteY4" fmla="*/ 983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2072" y="983"/>
                          </a:moveTo>
                          <a:cubicBezTo>
                            <a:pt x="2102" y="1554"/>
                            <a:pt x="1664" y="2046"/>
                            <a:pt x="1092" y="2077"/>
                          </a:cubicBezTo>
                          <a:cubicBezTo>
                            <a:pt x="521" y="2109"/>
                            <a:pt x="32" y="1665"/>
                            <a:pt x="1" y="1094"/>
                          </a:cubicBezTo>
                          <a:cubicBezTo>
                            <a:pt x="-29" y="524"/>
                            <a:pt x="409" y="32"/>
                            <a:pt x="981" y="0"/>
                          </a:cubicBezTo>
                          <a:cubicBezTo>
                            <a:pt x="1554" y="-15"/>
                            <a:pt x="2042" y="413"/>
                            <a:pt x="2072" y="98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28" name="Freeform: Shape 927">
                      <a:extLst>
                        <a:ext uri="{FF2B5EF4-FFF2-40B4-BE49-F238E27FC236}">
                          <a16:creationId xmlns:a16="http://schemas.microsoft.com/office/drawing/2014/main" id="{58CB2023-9C69-B2F7-75AE-C057F214E2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438" y="5133874"/>
                      <a:ext cx="2073" cy="2064"/>
                    </a:xfrm>
                    <a:custGeom>
                      <a:avLst/>
                      <a:gdLst>
                        <a:gd name="connsiteX0" fmla="*/ 2072 w 2073"/>
                        <a:gd name="connsiteY0" fmla="*/ 984 h 2064"/>
                        <a:gd name="connsiteX1" fmla="*/ 1092 w 2073"/>
                        <a:gd name="connsiteY1" fmla="*/ 2062 h 2064"/>
                        <a:gd name="connsiteX2" fmla="*/ 1 w 2073"/>
                        <a:gd name="connsiteY2" fmla="*/ 1095 h 2064"/>
                        <a:gd name="connsiteX3" fmla="*/ 981 w 2073"/>
                        <a:gd name="connsiteY3" fmla="*/ 2 h 2064"/>
                        <a:gd name="connsiteX4" fmla="*/ 2072 w 2073"/>
                        <a:gd name="connsiteY4" fmla="*/ 984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2072" y="984"/>
                          </a:moveTo>
                          <a:cubicBezTo>
                            <a:pt x="2102" y="1555"/>
                            <a:pt x="1664" y="2031"/>
                            <a:pt x="1092" y="2062"/>
                          </a:cubicBezTo>
                          <a:cubicBezTo>
                            <a:pt x="521" y="2094"/>
                            <a:pt x="32" y="1666"/>
                            <a:pt x="1" y="1095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3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29" name="Freeform: Shape 928">
                      <a:extLst>
                        <a:ext uri="{FF2B5EF4-FFF2-40B4-BE49-F238E27FC236}">
                          <a16:creationId xmlns:a16="http://schemas.microsoft.com/office/drawing/2014/main" id="{E88CF180-1210-E682-EF9A-6DB7DF81AE13}"/>
                        </a:ext>
                      </a:extLst>
                    </p:cNvPr>
                    <p:cNvSpPr/>
                    <p:nvPr/>
                  </p:nvSpPr>
                  <p:spPr>
                    <a:xfrm rot="-4688097">
                      <a:off x="882935" y="5146066"/>
                      <a:ext cx="2073" cy="2073"/>
                    </a:xfrm>
                    <a:custGeom>
                      <a:avLst/>
                      <a:gdLst>
                        <a:gd name="connsiteX0" fmla="*/ 2073 w 2073"/>
                        <a:gd name="connsiteY0" fmla="*/ 1037 h 2073"/>
                        <a:gd name="connsiteX1" fmla="*/ 1037 w 2073"/>
                        <a:gd name="connsiteY1" fmla="*/ 2074 h 2073"/>
                        <a:gd name="connsiteX2" fmla="*/ 0 w 2073"/>
                        <a:gd name="connsiteY2" fmla="*/ 1037 h 2073"/>
                        <a:gd name="connsiteX3" fmla="*/ 1037 w 2073"/>
                        <a:gd name="connsiteY3" fmla="*/ 0 h 2073"/>
                        <a:gd name="connsiteX4" fmla="*/ 2073 w 2073"/>
                        <a:gd name="connsiteY4" fmla="*/ 103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2073" y="1037"/>
                          </a:moveTo>
                          <a:cubicBezTo>
                            <a:pt x="2073" y="1609"/>
                            <a:pt x="1609" y="2074"/>
                            <a:pt x="1037" y="2074"/>
                          </a:cubicBezTo>
                          <a:cubicBezTo>
                            <a:pt x="464" y="2074"/>
                            <a:pt x="0" y="1609"/>
                            <a:pt x="0" y="1037"/>
                          </a:cubicBezTo>
                          <a:cubicBezTo>
                            <a:pt x="0" y="464"/>
                            <a:pt x="464" y="0"/>
                            <a:pt x="1037" y="0"/>
                          </a:cubicBezTo>
                          <a:cubicBezTo>
                            <a:pt x="1609" y="0"/>
                            <a:pt x="2073" y="464"/>
                            <a:pt x="2073" y="10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30" name="Freeform: Shape 929">
                      <a:extLst>
                        <a:ext uri="{FF2B5EF4-FFF2-40B4-BE49-F238E27FC236}">
                          <a16:creationId xmlns:a16="http://schemas.microsoft.com/office/drawing/2014/main" id="{43AC5B6F-259C-1E69-6B26-077294ECEE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956" y="5143433"/>
                      <a:ext cx="2073" cy="2064"/>
                    </a:xfrm>
                    <a:custGeom>
                      <a:avLst/>
                      <a:gdLst>
                        <a:gd name="connsiteX0" fmla="*/ 2072 w 2073"/>
                        <a:gd name="connsiteY0" fmla="*/ 969 h 2064"/>
                        <a:gd name="connsiteX1" fmla="*/ 1092 w 2073"/>
                        <a:gd name="connsiteY1" fmla="*/ 2062 h 2064"/>
                        <a:gd name="connsiteX2" fmla="*/ 2 w 2073"/>
                        <a:gd name="connsiteY2" fmla="*/ 1080 h 2064"/>
                        <a:gd name="connsiteX3" fmla="*/ 981 w 2073"/>
                        <a:gd name="connsiteY3" fmla="*/ 2 h 2064"/>
                        <a:gd name="connsiteX4" fmla="*/ 2072 w 2073"/>
                        <a:gd name="connsiteY4" fmla="*/ 969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2072" y="969"/>
                          </a:moveTo>
                          <a:cubicBezTo>
                            <a:pt x="2102" y="1539"/>
                            <a:pt x="1665" y="2031"/>
                            <a:pt x="1092" y="2062"/>
                          </a:cubicBezTo>
                          <a:cubicBezTo>
                            <a:pt x="520" y="2094"/>
                            <a:pt x="33" y="1650"/>
                            <a:pt x="2" y="1080"/>
                          </a:cubicBezTo>
                          <a:cubicBezTo>
                            <a:pt x="-30" y="509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398"/>
                            <a:pt x="2072" y="9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31" name="Freeform: Shape 930">
                      <a:extLst>
                        <a:ext uri="{FF2B5EF4-FFF2-40B4-BE49-F238E27FC236}">
                          <a16:creationId xmlns:a16="http://schemas.microsoft.com/office/drawing/2014/main" id="{8FE47357-4745-233A-DF00-8F215F72E5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299" y="5149093"/>
                      <a:ext cx="2073" cy="2080"/>
                    </a:xfrm>
                    <a:custGeom>
                      <a:avLst/>
                      <a:gdLst>
                        <a:gd name="connsiteX0" fmla="*/ 2072 w 2073"/>
                        <a:gd name="connsiteY0" fmla="*/ 984 h 2080"/>
                        <a:gd name="connsiteX1" fmla="*/ 1092 w 2073"/>
                        <a:gd name="connsiteY1" fmla="*/ 2078 h 2080"/>
                        <a:gd name="connsiteX2" fmla="*/ 1 w 2073"/>
                        <a:gd name="connsiteY2" fmla="*/ 1096 h 2080"/>
                        <a:gd name="connsiteX3" fmla="*/ 981 w 2073"/>
                        <a:gd name="connsiteY3" fmla="*/ 2 h 2080"/>
                        <a:gd name="connsiteX4" fmla="*/ 2072 w 2073"/>
                        <a:gd name="connsiteY4" fmla="*/ 984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0">
                          <a:moveTo>
                            <a:pt x="2072" y="984"/>
                          </a:moveTo>
                          <a:cubicBezTo>
                            <a:pt x="2102" y="1555"/>
                            <a:pt x="1664" y="2047"/>
                            <a:pt x="1092" y="2078"/>
                          </a:cubicBezTo>
                          <a:cubicBezTo>
                            <a:pt x="520" y="2110"/>
                            <a:pt x="32" y="1666"/>
                            <a:pt x="1" y="1096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32" name="Freeform: Shape 931">
                      <a:extLst>
                        <a:ext uri="{FF2B5EF4-FFF2-40B4-BE49-F238E27FC236}">
                          <a16:creationId xmlns:a16="http://schemas.microsoft.com/office/drawing/2014/main" id="{8243896C-5F54-C1FD-2F7E-D90FCD6D4F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628" y="5138788"/>
                      <a:ext cx="2073" cy="2080"/>
                    </a:xfrm>
                    <a:custGeom>
                      <a:avLst/>
                      <a:gdLst>
                        <a:gd name="connsiteX0" fmla="*/ 2072 w 2073"/>
                        <a:gd name="connsiteY0" fmla="*/ 984 h 2080"/>
                        <a:gd name="connsiteX1" fmla="*/ 1092 w 2073"/>
                        <a:gd name="connsiteY1" fmla="*/ 2078 h 2080"/>
                        <a:gd name="connsiteX2" fmla="*/ 1 w 2073"/>
                        <a:gd name="connsiteY2" fmla="*/ 1096 h 2080"/>
                        <a:gd name="connsiteX3" fmla="*/ 981 w 2073"/>
                        <a:gd name="connsiteY3" fmla="*/ 2 h 2080"/>
                        <a:gd name="connsiteX4" fmla="*/ 2072 w 2073"/>
                        <a:gd name="connsiteY4" fmla="*/ 984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0">
                          <a:moveTo>
                            <a:pt x="2072" y="984"/>
                          </a:moveTo>
                          <a:cubicBezTo>
                            <a:pt x="2102" y="1555"/>
                            <a:pt x="1664" y="2047"/>
                            <a:pt x="1092" y="2078"/>
                          </a:cubicBezTo>
                          <a:cubicBezTo>
                            <a:pt x="520" y="2110"/>
                            <a:pt x="33" y="1666"/>
                            <a:pt x="1" y="1096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33" name="Freeform: Shape 932">
                      <a:extLst>
                        <a:ext uri="{FF2B5EF4-FFF2-40B4-BE49-F238E27FC236}">
                          <a16:creationId xmlns:a16="http://schemas.microsoft.com/office/drawing/2014/main" id="{E158E0D9-1EDD-1CB7-8053-E947156BBE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770" y="5148411"/>
                      <a:ext cx="2073" cy="2064"/>
                    </a:xfrm>
                    <a:custGeom>
                      <a:avLst/>
                      <a:gdLst>
                        <a:gd name="connsiteX0" fmla="*/ 2072 w 2073"/>
                        <a:gd name="connsiteY0" fmla="*/ 985 h 2064"/>
                        <a:gd name="connsiteX1" fmla="*/ 1092 w 2073"/>
                        <a:gd name="connsiteY1" fmla="*/ 2063 h 2064"/>
                        <a:gd name="connsiteX2" fmla="*/ 1 w 2073"/>
                        <a:gd name="connsiteY2" fmla="*/ 1096 h 2064"/>
                        <a:gd name="connsiteX3" fmla="*/ 981 w 2073"/>
                        <a:gd name="connsiteY3" fmla="*/ 2 h 2064"/>
                        <a:gd name="connsiteX4" fmla="*/ 2072 w 2073"/>
                        <a:gd name="connsiteY4" fmla="*/ 985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2072" y="985"/>
                          </a:moveTo>
                          <a:cubicBezTo>
                            <a:pt x="2102" y="1555"/>
                            <a:pt x="1664" y="2031"/>
                            <a:pt x="1092" y="2063"/>
                          </a:cubicBezTo>
                          <a:cubicBezTo>
                            <a:pt x="521" y="2094"/>
                            <a:pt x="33" y="1666"/>
                            <a:pt x="1" y="1096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34" name="Freeform: Shape 933">
                      <a:extLst>
                        <a:ext uri="{FF2B5EF4-FFF2-40B4-BE49-F238E27FC236}">
                          <a16:creationId xmlns:a16="http://schemas.microsoft.com/office/drawing/2014/main" id="{796B8179-D900-76C7-BF7C-C35A057E4D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613" y="5137758"/>
                      <a:ext cx="2073" cy="2080"/>
                    </a:xfrm>
                    <a:custGeom>
                      <a:avLst/>
                      <a:gdLst>
                        <a:gd name="connsiteX0" fmla="*/ 2072 w 2073"/>
                        <a:gd name="connsiteY0" fmla="*/ 984 h 2080"/>
                        <a:gd name="connsiteX1" fmla="*/ 1092 w 2073"/>
                        <a:gd name="connsiteY1" fmla="*/ 2078 h 2080"/>
                        <a:gd name="connsiteX2" fmla="*/ 1 w 2073"/>
                        <a:gd name="connsiteY2" fmla="*/ 1096 h 2080"/>
                        <a:gd name="connsiteX3" fmla="*/ 981 w 2073"/>
                        <a:gd name="connsiteY3" fmla="*/ 2 h 2080"/>
                        <a:gd name="connsiteX4" fmla="*/ 2072 w 2073"/>
                        <a:gd name="connsiteY4" fmla="*/ 984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0">
                          <a:moveTo>
                            <a:pt x="2072" y="984"/>
                          </a:moveTo>
                          <a:cubicBezTo>
                            <a:pt x="2102" y="1555"/>
                            <a:pt x="1664" y="2047"/>
                            <a:pt x="1092" y="2078"/>
                          </a:cubicBezTo>
                          <a:cubicBezTo>
                            <a:pt x="520" y="2110"/>
                            <a:pt x="32" y="1666"/>
                            <a:pt x="1" y="1096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35" name="Freeform: Shape 934">
                      <a:extLst>
                        <a:ext uri="{FF2B5EF4-FFF2-40B4-BE49-F238E27FC236}">
                          <a16:creationId xmlns:a16="http://schemas.microsoft.com/office/drawing/2014/main" id="{70904850-6F56-61FA-CE89-530A43736F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318" y="5141404"/>
                      <a:ext cx="2073" cy="2079"/>
                    </a:xfrm>
                    <a:custGeom>
                      <a:avLst/>
                      <a:gdLst>
                        <a:gd name="connsiteX0" fmla="*/ 2072 w 2073"/>
                        <a:gd name="connsiteY0" fmla="*/ 984 h 2079"/>
                        <a:gd name="connsiteX1" fmla="*/ 1092 w 2073"/>
                        <a:gd name="connsiteY1" fmla="*/ 2078 h 2079"/>
                        <a:gd name="connsiteX2" fmla="*/ 1 w 2073"/>
                        <a:gd name="connsiteY2" fmla="*/ 1095 h 2079"/>
                        <a:gd name="connsiteX3" fmla="*/ 981 w 2073"/>
                        <a:gd name="connsiteY3" fmla="*/ 2 h 2079"/>
                        <a:gd name="connsiteX4" fmla="*/ 2072 w 2073"/>
                        <a:gd name="connsiteY4" fmla="*/ 984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9">
                          <a:moveTo>
                            <a:pt x="2072" y="984"/>
                          </a:moveTo>
                          <a:cubicBezTo>
                            <a:pt x="2102" y="1555"/>
                            <a:pt x="1664" y="2047"/>
                            <a:pt x="1092" y="2078"/>
                          </a:cubicBezTo>
                          <a:cubicBezTo>
                            <a:pt x="520" y="2110"/>
                            <a:pt x="32" y="1666"/>
                            <a:pt x="1" y="1095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36" name="Freeform: Shape 935">
                      <a:extLst>
                        <a:ext uri="{FF2B5EF4-FFF2-40B4-BE49-F238E27FC236}">
                          <a16:creationId xmlns:a16="http://schemas.microsoft.com/office/drawing/2014/main" id="{DA3D737D-F624-42BF-A665-23622628F58D}"/>
                        </a:ext>
                      </a:extLst>
                    </p:cNvPr>
                    <p:cNvSpPr/>
                    <p:nvPr/>
                  </p:nvSpPr>
                  <p:spPr>
                    <a:xfrm rot="-4735157">
                      <a:off x="882495" y="5129357"/>
                      <a:ext cx="2073" cy="2073"/>
                    </a:xfrm>
                    <a:custGeom>
                      <a:avLst/>
                      <a:gdLst>
                        <a:gd name="connsiteX0" fmla="*/ 2074 w 2073"/>
                        <a:gd name="connsiteY0" fmla="*/ 1037 h 2073"/>
                        <a:gd name="connsiteX1" fmla="*/ 1037 w 2073"/>
                        <a:gd name="connsiteY1" fmla="*/ 2074 h 2073"/>
                        <a:gd name="connsiteX2" fmla="*/ 0 w 2073"/>
                        <a:gd name="connsiteY2" fmla="*/ 1037 h 2073"/>
                        <a:gd name="connsiteX3" fmla="*/ 1037 w 2073"/>
                        <a:gd name="connsiteY3" fmla="*/ 0 h 2073"/>
                        <a:gd name="connsiteX4" fmla="*/ 2074 w 2073"/>
                        <a:gd name="connsiteY4" fmla="*/ 103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2074" y="1037"/>
                          </a:moveTo>
                          <a:cubicBezTo>
                            <a:pt x="2074" y="1609"/>
                            <a:pt x="1610" y="2074"/>
                            <a:pt x="1037" y="2074"/>
                          </a:cubicBezTo>
                          <a:cubicBezTo>
                            <a:pt x="464" y="2074"/>
                            <a:pt x="0" y="1609"/>
                            <a:pt x="0" y="1037"/>
                          </a:cubicBezTo>
                          <a:cubicBezTo>
                            <a:pt x="0" y="464"/>
                            <a:pt x="464" y="0"/>
                            <a:pt x="1037" y="0"/>
                          </a:cubicBezTo>
                          <a:cubicBezTo>
                            <a:pt x="1610" y="0"/>
                            <a:pt x="2074" y="464"/>
                            <a:pt x="2074" y="10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37" name="Freeform: Shape 936">
                      <a:extLst>
                        <a:ext uri="{FF2B5EF4-FFF2-40B4-BE49-F238E27FC236}">
                          <a16:creationId xmlns:a16="http://schemas.microsoft.com/office/drawing/2014/main" id="{B28ABF5E-E839-77A8-BA31-266DBF684D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328" y="5126819"/>
                      <a:ext cx="2073" cy="2080"/>
                    </a:xfrm>
                    <a:custGeom>
                      <a:avLst/>
                      <a:gdLst>
                        <a:gd name="connsiteX0" fmla="*/ 2072 w 2073"/>
                        <a:gd name="connsiteY0" fmla="*/ 984 h 2080"/>
                        <a:gd name="connsiteX1" fmla="*/ 1092 w 2073"/>
                        <a:gd name="connsiteY1" fmla="*/ 2078 h 2080"/>
                        <a:gd name="connsiteX2" fmla="*/ 1 w 2073"/>
                        <a:gd name="connsiteY2" fmla="*/ 1096 h 2080"/>
                        <a:gd name="connsiteX3" fmla="*/ 981 w 2073"/>
                        <a:gd name="connsiteY3" fmla="*/ 2 h 2080"/>
                        <a:gd name="connsiteX4" fmla="*/ 2072 w 2073"/>
                        <a:gd name="connsiteY4" fmla="*/ 984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0">
                          <a:moveTo>
                            <a:pt x="2072" y="984"/>
                          </a:moveTo>
                          <a:cubicBezTo>
                            <a:pt x="2102" y="1555"/>
                            <a:pt x="1664" y="2047"/>
                            <a:pt x="1092" y="2078"/>
                          </a:cubicBezTo>
                          <a:cubicBezTo>
                            <a:pt x="521" y="2110"/>
                            <a:pt x="33" y="1666"/>
                            <a:pt x="1" y="1096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38" name="Freeform: Shape 937">
                      <a:extLst>
                        <a:ext uri="{FF2B5EF4-FFF2-40B4-BE49-F238E27FC236}">
                          <a16:creationId xmlns:a16="http://schemas.microsoft.com/office/drawing/2014/main" id="{9FE51552-AE88-5CD5-F463-13A9A117E5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671" y="5132495"/>
                      <a:ext cx="2073" cy="2064"/>
                    </a:xfrm>
                    <a:custGeom>
                      <a:avLst/>
                      <a:gdLst>
                        <a:gd name="connsiteX0" fmla="*/ 2072 w 2073"/>
                        <a:gd name="connsiteY0" fmla="*/ 985 h 2064"/>
                        <a:gd name="connsiteX1" fmla="*/ 1092 w 2073"/>
                        <a:gd name="connsiteY1" fmla="*/ 2062 h 2064"/>
                        <a:gd name="connsiteX2" fmla="*/ 1 w 2073"/>
                        <a:gd name="connsiteY2" fmla="*/ 1080 h 2064"/>
                        <a:gd name="connsiteX3" fmla="*/ 981 w 2073"/>
                        <a:gd name="connsiteY3" fmla="*/ 2 h 2064"/>
                        <a:gd name="connsiteX4" fmla="*/ 2072 w 2073"/>
                        <a:gd name="connsiteY4" fmla="*/ 985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2072" y="985"/>
                          </a:moveTo>
                          <a:cubicBezTo>
                            <a:pt x="2102" y="1539"/>
                            <a:pt x="1664" y="2031"/>
                            <a:pt x="1092" y="2062"/>
                          </a:cubicBezTo>
                          <a:cubicBezTo>
                            <a:pt x="521" y="2094"/>
                            <a:pt x="33" y="1666"/>
                            <a:pt x="1" y="1080"/>
                          </a:cubicBezTo>
                          <a:cubicBezTo>
                            <a:pt x="-29" y="509"/>
                            <a:pt x="409" y="33"/>
                            <a:pt x="981" y="2"/>
                          </a:cubicBezTo>
                          <a:cubicBezTo>
                            <a:pt x="1553" y="-30"/>
                            <a:pt x="2042" y="398"/>
                            <a:pt x="2072" y="98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39" name="Freeform: Shape 938">
                      <a:extLst>
                        <a:ext uri="{FF2B5EF4-FFF2-40B4-BE49-F238E27FC236}">
                          <a16:creationId xmlns:a16="http://schemas.microsoft.com/office/drawing/2014/main" id="{DAE4AD09-1863-849D-2ED8-E90EBC0B6C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000" y="5122190"/>
                      <a:ext cx="2073" cy="2064"/>
                    </a:xfrm>
                    <a:custGeom>
                      <a:avLst/>
                      <a:gdLst>
                        <a:gd name="connsiteX0" fmla="*/ 2072 w 2073"/>
                        <a:gd name="connsiteY0" fmla="*/ 984 h 2064"/>
                        <a:gd name="connsiteX1" fmla="*/ 1092 w 2073"/>
                        <a:gd name="connsiteY1" fmla="*/ 2062 h 2064"/>
                        <a:gd name="connsiteX2" fmla="*/ 1 w 2073"/>
                        <a:gd name="connsiteY2" fmla="*/ 1095 h 2064"/>
                        <a:gd name="connsiteX3" fmla="*/ 981 w 2073"/>
                        <a:gd name="connsiteY3" fmla="*/ 2 h 2064"/>
                        <a:gd name="connsiteX4" fmla="*/ 2072 w 2073"/>
                        <a:gd name="connsiteY4" fmla="*/ 984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2072" y="984"/>
                          </a:moveTo>
                          <a:cubicBezTo>
                            <a:pt x="2102" y="1555"/>
                            <a:pt x="1664" y="2031"/>
                            <a:pt x="1092" y="2062"/>
                          </a:cubicBezTo>
                          <a:cubicBezTo>
                            <a:pt x="521" y="2094"/>
                            <a:pt x="33" y="1666"/>
                            <a:pt x="1" y="1095"/>
                          </a:cubicBezTo>
                          <a:cubicBezTo>
                            <a:pt x="-29" y="509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40" name="Freeform: Shape 939">
                      <a:extLst>
                        <a:ext uri="{FF2B5EF4-FFF2-40B4-BE49-F238E27FC236}">
                          <a16:creationId xmlns:a16="http://schemas.microsoft.com/office/drawing/2014/main" id="{5EB36B46-6136-44B9-3FE9-0E675EE46A10}"/>
                        </a:ext>
                      </a:extLst>
                    </p:cNvPr>
                    <p:cNvSpPr/>
                    <p:nvPr/>
                  </p:nvSpPr>
                  <p:spPr>
                    <a:xfrm rot="-4735157">
                      <a:off x="872255" y="5131742"/>
                      <a:ext cx="2073" cy="2073"/>
                    </a:xfrm>
                    <a:custGeom>
                      <a:avLst/>
                      <a:gdLst>
                        <a:gd name="connsiteX0" fmla="*/ 2074 w 2073"/>
                        <a:gd name="connsiteY0" fmla="*/ 1037 h 2073"/>
                        <a:gd name="connsiteX1" fmla="*/ 1037 w 2073"/>
                        <a:gd name="connsiteY1" fmla="*/ 2074 h 2073"/>
                        <a:gd name="connsiteX2" fmla="*/ 0 w 2073"/>
                        <a:gd name="connsiteY2" fmla="*/ 1037 h 2073"/>
                        <a:gd name="connsiteX3" fmla="*/ 1037 w 2073"/>
                        <a:gd name="connsiteY3" fmla="*/ 0 h 2073"/>
                        <a:gd name="connsiteX4" fmla="*/ 2074 w 2073"/>
                        <a:gd name="connsiteY4" fmla="*/ 103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2074" y="1037"/>
                          </a:moveTo>
                          <a:cubicBezTo>
                            <a:pt x="2074" y="1609"/>
                            <a:pt x="1610" y="2074"/>
                            <a:pt x="1037" y="2074"/>
                          </a:cubicBezTo>
                          <a:cubicBezTo>
                            <a:pt x="464" y="2074"/>
                            <a:pt x="0" y="1609"/>
                            <a:pt x="0" y="1037"/>
                          </a:cubicBezTo>
                          <a:cubicBezTo>
                            <a:pt x="0" y="464"/>
                            <a:pt x="464" y="0"/>
                            <a:pt x="1037" y="0"/>
                          </a:cubicBezTo>
                          <a:cubicBezTo>
                            <a:pt x="1610" y="0"/>
                            <a:pt x="2074" y="464"/>
                            <a:pt x="2074" y="10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41" name="Freeform: Shape 940">
                      <a:extLst>
                        <a:ext uri="{FF2B5EF4-FFF2-40B4-BE49-F238E27FC236}">
                          <a16:creationId xmlns:a16="http://schemas.microsoft.com/office/drawing/2014/main" id="{A9633A6B-C20B-B9DB-0770-6C71F69784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611" y="5123331"/>
                      <a:ext cx="2073" cy="2064"/>
                    </a:xfrm>
                    <a:custGeom>
                      <a:avLst/>
                      <a:gdLst>
                        <a:gd name="connsiteX0" fmla="*/ 2072 w 2073"/>
                        <a:gd name="connsiteY0" fmla="*/ 969 h 2064"/>
                        <a:gd name="connsiteX1" fmla="*/ 1092 w 2073"/>
                        <a:gd name="connsiteY1" fmla="*/ 2063 h 2064"/>
                        <a:gd name="connsiteX2" fmla="*/ 1 w 2073"/>
                        <a:gd name="connsiteY2" fmla="*/ 1080 h 2064"/>
                        <a:gd name="connsiteX3" fmla="*/ 981 w 2073"/>
                        <a:gd name="connsiteY3" fmla="*/ 2 h 2064"/>
                        <a:gd name="connsiteX4" fmla="*/ 2072 w 2073"/>
                        <a:gd name="connsiteY4" fmla="*/ 969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2072" y="969"/>
                          </a:moveTo>
                          <a:cubicBezTo>
                            <a:pt x="2102" y="1539"/>
                            <a:pt x="1664" y="2031"/>
                            <a:pt x="1092" y="2063"/>
                          </a:cubicBezTo>
                          <a:cubicBezTo>
                            <a:pt x="521" y="2094"/>
                            <a:pt x="33" y="1666"/>
                            <a:pt x="1" y="1080"/>
                          </a:cubicBezTo>
                          <a:cubicBezTo>
                            <a:pt x="-29" y="509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398"/>
                            <a:pt x="2072" y="9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42" name="Freeform: Shape 941">
                      <a:extLst>
                        <a:ext uri="{FF2B5EF4-FFF2-40B4-BE49-F238E27FC236}">
                          <a16:creationId xmlns:a16="http://schemas.microsoft.com/office/drawing/2014/main" id="{C64B4A3E-A578-3B5F-6071-B127062656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6564" y="5129482"/>
                      <a:ext cx="2073" cy="2064"/>
                    </a:xfrm>
                    <a:custGeom>
                      <a:avLst/>
                      <a:gdLst>
                        <a:gd name="connsiteX0" fmla="*/ 2072 w 2073"/>
                        <a:gd name="connsiteY0" fmla="*/ 969 h 2064"/>
                        <a:gd name="connsiteX1" fmla="*/ 1092 w 2073"/>
                        <a:gd name="connsiteY1" fmla="*/ 2063 h 2064"/>
                        <a:gd name="connsiteX2" fmla="*/ 1 w 2073"/>
                        <a:gd name="connsiteY2" fmla="*/ 1080 h 2064"/>
                        <a:gd name="connsiteX3" fmla="*/ 981 w 2073"/>
                        <a:gd name="connsiteY3" fmla="*/ 2 h 2064"/>
                        <a:gd name="connsiteX4" fmla="*/ 2072 w 2073"/>
                        <a:gd name="connsiteY4" fmla="*/ 969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2072" y="969"/>
                          </a:moveTo>
                          <a:cubicBezTo>
                            <a:pt x="2102" y="1539"/>
                            <a:pt x="1664" y="2031"/>
                            <a:pt x="1092" y="2063"/>
                          </a:cubicBezTo>
                          <a:cubicBezTo>
                            <a:pt x="521" y="2094"/>
                            <a:pt x="33" y="1666"/>
                            <a:pt x="1" y="1080"/>
                          </a:cubicBezTo>
                          <a:cubicBezTo>
                            <a:pt x="-29" y="509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398"/>
                            <a:pt x="2072" y="9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43" name="Freeform: Shape 942">
                      <a:extLst>
                        <a:ext uri="{FF2B5EF4-FFF2-40B4-BE49-F238E27FC236}">
                          <a16:creationId xmlns:a16="http://schemas.microsoft.com/office/drawing/2014/main" id="{81BB3439-D8A1-5C34-800E-0572DAD964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636" y="5122808"/>
                      <a:ext cx="2073" cy="2064"/>
                    </a:xfrm>
                    <a:custGeom>
                      <a:avLst/>
                      <a:gdLst>
                        <a:gd name="connsiteX0" fmla="*/ 2072 w 2073"/>
                        <a:gd name="connsiteY0" fmla="*/ 969 h 2064"/>
                        <a:gd name="connsiteX1" fmla="*/ 1092 w 2073"/>
                        <a:gd name="connsiteY1" fmla="*/ 2062 h 2064"/>
                        <a:gd name="connsiteX2" fmla="*/ 1 w 2073"/>
                        <a:gd name="connsiteY2" fmla="*/ 1080 h 2064"/>
                        <a:gd name="connsiteX3" fmla="*/ 981 w 2073"/>
                        <a:gd name="connsiteY3" fmla="*/ 2 h 2064"/>
                        <a:gd name="connsiteX4" fmla="*/ 2072 w 2073"/>
                        <a:gd name="connsiteY4" fmla="*/ 969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2072" y="969"/>
                          </a:moveTo>
                          <a:cubicBezTo>
                            <a:pt x="2102" y="1539"/>
                            <a:pt x="1664" y="2031"/>
                            <a:pt x="1092" y="2062"/>
                          </a:cubicBezTo>
                          <a:cubicBezTo>
                            <a:pt x="520" y="2094"/>
                            <a:pt x="32" y="1650"/>
                            <a:pt x="1" y="1080"/>
                          </a:cubicBezTo>
                          <a:cubicBezTo>
                            <a:pt x="-29" y="509"/>
                            <a:pt x="409" y="33"/>
                            <a:pt x="981" y="2"/>
                          </a:cubicBezTo>
                          <a:cubicBezTo>
                            <a:pt x="1552" y="-30"/>
                            <a:pt x="2040" y="398"/>
                            <a:pt x="2072" y="9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44" name="Freeform: Shape 943">
                      <a:extLst>
                        <a:ext uri="{FF2B5EF4-FFF2-40B4-BE49-F238E27FC236}">
                          <a16:creationId xmlns:a16="http://schemas.microsoft.com/office/drawing/2014/main" id="{E00E685D-EB4D-C4B2-189F-691A6C611D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574" y="5120208"/>
                      <a:ext cx="2073" cy="2064"/>
                    </a:xfrm>
                    <a:custGeom>
                      <a:avLst/>
                      <a:gdLst>
                        <a:gd name="connsiteX0" fmla="*/ 2072 w 2073"/>
                        <a:gd name="connsiteY0" fmla="*/ 984 h 2064"/>
                        <a:gd name="connsiteX1" fmla="*/ 1092 w 2073"/>
                        <a:gd name="connsiteY1" fmla="*/ 2062 h 2064"/>
                        <a:gd name="connsiteX2" fmla="*/ 1 w 2073"/>
                        <a:gd name="connsiteY2" fmla="*/ 1095 h 2064"/>
                        <a:gd name="connsiteX3" fmla="*/ 981 w 2073"/>
                        <a:gd name="connsiteY3" fmla="*/ 2 h 2064"/>
                        <a:gd name="connsiteX4" fmla="*/ 2072 w 2073"/>
                        <a:gd name="connsiteY4" fmla="*/ 984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2072" y="984"/>
                          </a:moveTo>
                          <a:cubicBezTo>
                            <a:pt x="2102" y="1555"/>
                            <a:pt x="1664" y="2031"/>
                            <a:pt x="1092" y="2062"/>
                          </a:cubicBezTo>
                          <a:cubicBezTo>
                            <a:pt x="521" y="2094"/>
                            <a:pt x="33" y="1666"/>
                            <a:pt x="1" y="1095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3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45" name="Freeform: Shape 944">
                      <a:extLst>
                        <a:ext uri="{FF2B5EF4-FFF2-40B4-BE49-F238E27FC236}">
                          <a16:creationId xmlns:a16="http://schemas.microsoft.com/office/drawing/2014/main" id="{1CC6568A-121C-C4E1-33C1-20EC72C781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917" y="5125868"/>
                      <a:ext cx="2073" cy="2080"/>
                    </a:xfrm>
                    <a:custGeom>
                      <a:avLst/>
                      <a:gdLst>
                        <a:gd name="connsiteX0" fmla="*/ 2072 w 2073"/>
                        <a:gd name="connsiteY0" fmla="*/ 984 h 2080"/>
                        <a:gd name="connsiteX1" fmla="*/ 1092 w 2073"/>
                        <a:gd name="connsiteY1" fmla="*/ 2078 h 2080"/>
                        <a:gd name="connsiteX2" fmla="*/ 1 w 2073"/>
                        <a:gd name="connsiteY2" fmla="*/ 1096 h 2080"/>
                        <a:gd name="connsiteX3" fmla="*/ 981 w 2073"/>
                        <a:gd name="connsiteY3" fmla="*/ 2 h 2080"/>
                        <a:gd name="connsiteX4" fmla="*/ 2072 w 2073"/>
                        <a:gd name="connsiteY4" fmla="*/ 984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0">
                          <a:moveTo>
                            <a:pt x="2072" y="984"/>
                          </a:moveTo>
                          <a:cubicBezTo>
                            <a:pt x="2102" y="1555"/>
                            <a:pt x="1665" y="2047"/>
                            <a:pt x="1092" y="2078"/>
                          </a:cubicBezTo>
                          <a:cubicBezTo>
                            <a:pt x="521" y="2110"/>
                            <a:pt x="32" y="1666"/>
                            <a:pt x="1" y="1096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46" name="Freeform: Shape 945">
                      <a:extLst>
                        <a:ext uri="{FF2B5EF4-FFF2-40B4-BE49-F238E27FC236}">
                          <a16:creationId xmlns:a16="http://schemas.microsoft.com/office/drawing/2014/main" id="{BF2CF47F-7FAB-4E6C-9665-FBE6F7F2F6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246" y="5115564"/>
                      <a:ext cx="2073" cy="2078"/>
                    </a:xfrm>
                    <a:custGeom>
                      <a:avLst/>
                      <a:gdLst>
                        <a:gd name="connsiteX0" fmla="*/ 2072 w 2073"/>
                        <a:gd name="connsiteY0" fmla="*/ 983 h 2078"/>
                        <a:gd name="connsiteX1" fmla="*/ 1092 w 2073"/>
                        <a:gd name="connsiteY1" fmla="*/ 2077 h 2078"/>
                        <a:gd name="connsiteX2" fmla="*/ 1 w 2073"/>
                        <a:gd name="connsiteY2" fmla="*/ 1094 h 2078"/>
                        <a:gd name="connsiteX3" fmla="*/ 981 w 2073"/>
                        <a:gd name="connsiteY3" fmla="*/ 0 h 2078"/>
                        <a:gd name="connsiteX4" fmla="*/ 2072 w 2073"/>
                        <a:gd name="connsiteY4" fmla="*/ 983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2072" y="983"/>
                          </a:moveTo>
                          <a:cubicBezTo>
                            <a:pt x="2102" y="1554"/>
                            <a:pt x="1664" y="2046"/>
                            <a:pt x="1092" y="2077"/>
                          </a:cubicBezTo>
                          <a:cubicBezTo>
                            <a:pt x="520" y="2109"/>
                            <a:pt x="32" y="1665"/>
                            <a:pt x="1" y="1094"/>
                          </a:cubicBezTo>
                          <a:cubicBezTo>
                            <a:pt x="-29" y="524"/>
                            <a:pt x="409" y="32"/>
                            <a:pt x="981" y="0"/>
                          </a:cubicBezTo>
                          <a:cubicBezTo>
                            <a:pt x="1554" y="-15"/>
                            <a:pt x="2042" y="413"/>
                            <a:pt x="2072" y="98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47" name="Freeform: Shape 946">
                      <a:extLst>
                        <a:ext uri="{FF2B5EF4-FFF2-40B4-BE49-F238E27FC236}">
                          <a16:creationId xmlns:a16="http://schemas.microsoft.com/office/drawing/2014/main" id="{75199AF3-19F4-D907-F004-33AAF9D822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389" y="5125186"/>
                      <a:ext cx="2073" cy="2079"/>
                    </a:xfrm>
                    <a:custGeom>
                      <a:avLst/>
                      <a:gdLst>
                        <a:gd name="connsiteX0" fmla="*/ 2072 w 2073"/>
                        <a:gd name="connsiteY0" fmla="*/ 984 h 2079"/>
                        <a:gd name="connsiteX1" fmla="*/ 1092 w 2073"/>
                        <a:gd name="connsiteY1" fmla="*/ 2078 h 2079"/>
                        <a:gd name="connsiteX2" fmla="*/ 1 w 2073"/>
                        <a:gd name="connsiteY2" fmla="*/ 1095 h 2079"/>
                        <a:gd name="connsiteX3" fmla="*/ 981 w 2073"/>
                        <a:gd name="connsiteY3" fmla="*/ 2 h 2079"/>
                        <a:gd name="connsiteX4" fmla="*/ 2072 w 2073"/>
                        <a:gd name="connsiteY4" fmla="*/ 984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9">
                          <a:moveTo>
                            <a:pt x="2072" y="984"/>
                          </a:moveTo>
                          <a:cubicBezTo>
                            <a:pt x="2102" y="1555"/>
                            <a:pt x="1664" y="2047"/>
                            <a:pt x="1092" y="2078"/>
                          </a:cubicBezTo>
                          <a:cubicBezTo>
                            <a:pt x="520" y="2110"/>
                            <a:pt x="32" y="1666"/>
                            <a:pt x="1" y="1095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48" name="Freeform: Shape 947">
                      <a:extLst>
                        <a:ext uri="{FF2B5EF4-FFF2-40B4-BE49-F238E27FC236}">
                          <a16:creationId xmlns:a16="http://schemas.microsoft.com/office/drawing/2014/main" id="{93F07ABA-4456-01AC-97E8-B908E7FDC2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606" y="5116261"/>
                      <a:ext cx="2073" cy="2064"/>
                    </a:xfrm>
                    <a:custGeom>
                      <a:avLst/>
                      <a:gdLst>
                        <a:gd name="connsiteX0" fmla="*/ 2072 w 2073"/>
                        <a:gd name="connsiteY0" fmla="*/ 969 h 2064"/>
                        <a:gd name="connsiteX1" fmla="*/ 1092 w 2073"/>
                        <a:gd name="connsiteY1" fmla="*/ 2062 h 2064"/>
                        <a:gd name="connsiteX2" fmla="*/ 1 w 2073"/>
                        <a:gd name="connsiteY2" fmla="*/ 1080 h 2064"/>
                        <a:gd name="connsiteX3" fmla="*/ 981 w 2073"/>
                        <a:gd name="connsiteY3" fmla="*/ 2 h 2064"/>
                        <a:gd name="connsiteX4" fmla="*/ 2072 w 2073"/>
                        <a:gd name="connsiteY4" fmla="*/ 969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2072" y="969"/>
                          </a:moveTo>
                          <a:cubicBezTo>
                            <a:pt x="2102" y="1539"/>
                            <a:pt x="1664" y="2031"/>
                            <a:pt x="1092" y="2062"/>
                          </a:cubicBezTo>
                          <a:cubicBezTo>
                            <a:pt x="520" y="2094"/>
                            <a:pt x="33" y="1650"/>
                            <a:pt x="1" y="1080"/>
                          </a:cubicBezTo>
                          <a:cubicBezTo>
                            <a:pt x="-29" y="509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398"/>
                            <a:pt x="2072" y="9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49" name="Freeform: Shape 948">
                      <a:extLst>
                        <a:ext uri="{FF2B5EF4-FFF2-40B4-BE49-F238E27FC236}">
                          <a16:creationId xmlns:a16="http://schemas.microsoft.com/office/drawing/2014/main" id="{BB5D3B82-5046-F8F3-682F-8E2646C1F4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936" y="5118195"/>
                      <a:ext cx="2073" cy="2064"/>
                    </a:xfrm>
                    <a:custGeom>
                      <a:avLst/>
                      <a:gdLst>
                        <a:gd name="connsiteX0" fmla="*/ 2072 w 2073"/>
                        <a:gd name="connsiteY0" fmla="*/ 969 h 2064"/>
                        <a:gd name="connsiteX1" fmla="*/ 1092 w 2073"/>
                        <a:gd name="connsiteY1" fmla="*/ 2063 h 2064"/>
                        <a:gd name="connsiteX2" fmla="*/ 1 w 2073"/>
                        <a:gd name="connsiteY2" fmla="*/ 1080 h 2064"/>
                        <a:gd name="connsiteX3" fmla="*/ 981 w 2073"/>
                        <a:gd name="connsiteY3" fmla="*/ 2 h 2064"/>
                        <a:gd name="connsiteX4" fmla="*/ 2072 w 2073"/>
                        <a:gd name="connsiteY4" fmla="*/ 969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2072" y="969"/>
                          </a:moveTo>
                          <a:cubicBezTo>
                            <a:pt x="2102" y="1539"/>
                            <a:pt x="1664" y="2031"/>
                            <a:pt x="1092" y="2063"/>
                          </a:cubicBezTo>
                          <a:cubicBezTo>
                            <a:pt x="521" y="2094"/>
                            <a:pt x="33" y="1666"/>
                            <a:pt x="1" y="1080"/>
                          </a:cubicBezTo>
                          <a:cubicBezTo>
                            <a:pt x="-29" y="509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398"/>
                            <a:pt x="2072" y="9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50" name="Freeform: Shape 949">
                      <a:extLst>
                        <a:ext uri="{FF2B5EF4-FFF2-40B4-BE49-F238E27FC236}">
                          <a16:creationId xmlns:a16="http://schemas.microsoft.com/office/drawing/2014/main" id="{332393EF-4241-613B-EC35-CCD152CD67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6185" y="5154388"/>
                      <a:ext cx="2073" cy="2080"/>
                    </a:xfrm>
                    <a:custGeom>
                      <a:avLst/>
                      <a:gdLst>
                        <a:gd name="connsiteX0" fmla="*/ 2072 w 2073"/>
                        <a:gd name="connsiteY0" fmla="*/ 984 h 2080"/>
                        <a:gd name="connsiteX1" fmla="*/ 1092 w 2073"/>
                        <a:gd name="connsiteY1" fmla="*/ 2078 h 2080"/>
                        <a:gd name="connsiteX2" fmla="*/ 1 w 2073"/>
                        <a:gd name="connsiteY2" fmla="*/ 1096 h 2080"/>
                        <a:gd name="connsiteX3" fmla="*/ 981 w 2073"/>
                        <a:gd name="connsiteY3" fmla="*/ 2 h 2080"/>
                        <a:gd name="connsiteX4" fmla="*/ 2072 w 2073"/>
                        <a:gd name="connsiteY4" fmla="*/ 984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0">
                          <a:moveTo>
                            <a:pt x="2072" y="984"/>
                          </a:moveTo>
                          <a:cubicBezTo>
                            <a:pt x="2102" y="1555"/>
                            <a:pt x="1664" y="2047"/>
                            <a:pt x="1092" y="2078"/>
                          </a:cubicBezTo>
                          <a:cubicBezTo>
                            <a:pt x="521" y="2110"/>
                            <a:pt x="33" y="1666"/>
                            <a:pt x="1" y="1096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51" name="Freeform: Shape 950">
                      <a:extLst>
                        <a:ext uri="{FF2B5EF4-FFF2-40B4-BE49-F238E27FC236}">
                          <a16:creationId xmlns:a16="http://schemas.microsoft.com/office/drawing/2014/main" id="{209759F0-F98B-982E-B2FE-5213EB9C58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125" y="5151804"/>
                      <a:ext cx="2073" cy="2064"/>
                    </a:xfrm>
                    <a:custGeom>
                      <a:avLst/>
                      <a:gdLst>
                        <a:gd name="connsiteX0" fmla="*/ 2072 w 2073"/>
                        <a:gd name="connsiteY0" fmla="*/ 969 h 2064"/>
                        <a:gd name="connsiteX1" fmla="*/ 1092 w 2073"/>
                        <a:gd name="connsiteY1" fmla="*/ 2063 h 2064"/>
                        <a:gd name="connsiteX2" fmla="*/ 1 w 2073"/>
                        <a:gd name="connsiteY2" fmla="*/ 1080 h 2064"/>
                        <a:gd name="connsiteX3" fmla="*/ 981 w 2073"/>
                        <a:gd name="connsiteY3" fmla="*/ 2 h 2064"/>
                        <a:gd name="connsiteX4" fmla="*/ 2072 w 2073"/>
                        <a:gd name="connsiteY4" fmla="*/ 969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2072" y="969"/>
                          </a:moveTo>
                          <a:cubicBezTo>
                            <a:pt x="2102" y="1540"/>
                            <a:pt x="1664" y="2031"/>
                            <a:pt x="1092" y="2063"/>
                          </a:cubicBezTo>
                          <a:cubicBezTo>
                            <a:pt x="520" y="2094"/>
                            <a:pt x="32" y="1666"/>
                            <a:pt x="1" y="1080"/>
                          </a:cubicBezTo>
                          <a:cubicBezTo>
                            <a:pt x="-29" y="509"/>
                            <a:pt x="409" y="18"/>
                            <a:pt x="981" y="2"/>
                          </a:cubicBezTo>
                          <a:cubicBezTo>
                            <a:pt x="1552" y="-30"/>
                            <a:pt x="2040" y="398"/>
                            <a:pt x="2072" y="9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52" name="Freeform: Shape 951">
                      <a:extLst>
                        <a:ext uri="{FF2B5EF4-FFF2-40B4-BE49-F238E27FC236}">
                          <a16:creationId xmlns:a16="http://schemas.microsoft.com/office/drawing/2014/main" id="{E0738607-BF0E-5C74-6028-51F3230203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32" y="5161078"/>
                      <a:ext cx="2073" cy="2079"/>
                    </a:xfrm>
                    <a:custGeom>
                      <a:avLst/>
                      <a:gdLst>
                        <a:gd name="connsiteX0" fmla="*/ 2072 w 2073"/>
                        <a:gd name="connsiteY0" fmla="*/ 984 h 2079"/>
                        <a:gd name="connsiteX1" fmla="*/ 1092 w 2073"/>
                        <a:gd name="connsiteY1" fmla="*/ 2078 h 2079"/>
                        <a:gd name="connsiteX2" fmla="*/ 1 w 2073"/>
                        <a:gd name="connsiteY2" fmla="*/ 1095 h 2079"/>
                        <a:gd name="connsiteX3" fmla="*/ 981 w 2073"/>
                        <a:gd name="connsiteY3" fmla="*/ 2 h 2079"/>
                        <a:gd name="connsiteX4" fmla="*/ 2072 w 2073"/>
                        <a:gd name="connsiteY4" fmla="*/ 984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9">
                          <a:moveTo>
                            <a:pt x="2072" y="984"/>
                          </a:moveTo>
                          <a:cubicBezTo>
                            <a:pt x="2102" y="1555"/>
                            <a:pt x="1664" y="2047"/>
                            <a:pt x="1092" y="2078"/>
                          </a:cubicBezTo>
                          <a:cubicBezTo>
                            <a:pt x="520" y="2110"/>
                            <a:pt x="33" y="1666"/>
                            <a:pt x="1" y="1095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53" name="Freeform: Shape 952">
                      <a:extLst>
                        <a:ext uri="{FF2B5EF4-FFF2-40B4-BE49-F238E27FC236}">
                          <a16:creationId xmlns:a16="http://schemas.microsoft.com/office/drawing/2014/main" id="{075B07D8-F160-C43A-BAAB-CDB2E0704A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797" y="5147159"/>
                      <a:ext cx="2073" cy="2079"/>
                    </a:xfrm>
                    <a:custGeom>
                      <a:avLst/>
                      <a:gdLst>
                        <a:gd name="connsiteX0" fmla="*/ 2072 w 2073"/>
                        <a:gd name="connsiteY0" fmla="*/ 984 h 2079"/>
                        <a:gd name="connsiteX1" fmla="*/ 1092 w 2073"/>
                        <a:gd name="connsiteY1" fmla="*/ 2078 h 2079"/>
                        <a:gd name="connsiteX2" fmla="*/ 1 w 2073"/>
                        <a:gd name="connsiteY2" fmla="*/ 1095 h 2079"/>
                        <a:gd name="connsiteX3" fmla="*/ 981 w 2073"/>
                        <a:gd name="connsiteY3" fmla="*/ 2 h 2079"/>
                        <a:gd name="connsiteX4" fmla="*/ 2072 w 2073"/>
                        <a:gd name="connsiteY4" fmla="*/ 984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9">
                          <a:moveTo>
                            <a:pt x="2072" y="984"/>
                          </a:moveTo>
                          <a:cubicBezTo>
                            <a:pt x="2102" y="1555"/>
                            <a:pt x="1664" y="2047"/>
                            <a:pt x="1092" y="2078"/>
                          </a:cubicBezTo>
                          <a:cubicBezTo>
                            <a:pt x="520" y="2110"/>
                            <a:pt x="33" y="1666"/>
                            <a:pt x="1" y="1095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54" name="Freeform: Shape 953">
                      <a:extLst>
                        <a:ext uri="{FF2B5EF4-FFF2-40B4-BE49-F238E27FC236}">
                          <a16:creationId xmlns:a16="http://schemas.microsoft.com/office/drawing/2014/main" id="{AB772BAC-D47E-DC77-A08F-5BB3243876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939" y="5156782"/>
                      <a:ext cx="2073" cy="2078"/>
                    </a:xfrm>
                    <a:custGeom>
                      <a:avLst/>
                      <a:gdLst>
                        <a:gd name="connsiteX0" fmla="*/ 2072 w 2073"/>
                        <a:gd name="connsiteY0" fmla="*/ 984 h 2078"/>
                        <a:gd name="connsiteX1" fmla="*/ 1092 w 2073"/>
                        <a:gd name="connsiteY1" fmla="*/ 2078 h 2078"/>
                        <a:gd name="connsiteX2" fmla="*/ 2 w 2073"/>
                        <a:gd name="connsiteY2" fmla="*/ 1096 h 2078"/>
                        <a:gd name="connsiteX3" fmla="*/ 981 w 2073"/>
                        <a:gd name="connsiteY3" fmla="*/ 2 h 2078"/>
                        <a:gd name="connsiteX4" fmla="*/ 2072 w 2073"/>
                        <a:gd name="connsiteY4" fmla="*/ 984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2072" y="984"/>
                          </a:moveTo>
                          <a:cubicBezTo>
                            <a:pt x="2102" y="1555"/>
                            <a:pt x="1665" y="2047"/>
                            <a:pt x="1092" y="2078"/>
                          </a:cubicBezTo>
                          <a:cubicBezTo>
                            <a:pt x="520" y="2094"/>
                            <a:pt x="33" y="1666"/>
                            <a:pt x="2" y="1096"/>
                          </a:cubicBezTo>
                          <a:cubicBezTo>
                            <a:pt x="-30" y="525"/>
                            <a:pt x="409" y="33"/>
                            <a:pt x="981" y="2"/>
                          </a:cubicBezTo>
                          <a:cubicBezTo>
                            <a:pt x="1552" y="-30"/>
                            <a:pt x="2040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55" name="Freeform: Shape 954">
                      <a:extLst>
                        <a:ext uri="{FF2B5EF4-FFF2-40B4-BE49-F238E27FC236}">
                          <a16:creationId xmlns:a16="http://schemas.microsoft.com/office/drawing/2014/main" id="{8CFF4EC0-2859-0E36-9AC1-2E399468569F}"/>
                        </a:ext>
                      </a:extLst>
                    </p:cNvPr>
                    <p:cNvSpPr/>
                    <p:nvPr/>
                  </p:nvSpPr>
                  <p:spPr>
                    <a:xfrm rot="-4688097">
                      <a:off x="889687" y="5146172"/>
                      <a:ext cx="2073" cy="2073"/>
                    </a:xfrm>
                    <a:custGeom>
                      <a:avLst/>
                      <a:gdLst>
                        <a:gd name="connsiteX0" fmla="*/ 2073 w 2073"/>
                        <a:gd name="connsiteY0" fmla="*/ 1037 h 2073"/>
                        <a:gd name="connsiteX1" fmla="*/ 1037 w 2073"/>
                        <a:gd name="connsiteY1" fmla="*/ 2074 h 2073"/>
                        <a:gd name="connsiteX2" fmla="*/ 0 w 2073"/>
                        <a:gd name="connsiteY2" fmla="*/ 1037 h 2073"/>
                        <a:gd name="connsiteX3" fmla="*/ 1037 w 2073"/>
                        <a:gd name="connsiteY3" fmla="*/ 0 h 2073"/>
                        <a:gd name="connsiteX4" fmla="*/ 2073 w 2073"/>
                        <a:gd name="connsiteY4" fmla="*/ 103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2073" y="1037"/>
                          </a:moveTo>
                          <a:cubicBezTo>
                            <a:pt x="2073" y="1609"/>
                            <a:pt x="1609" y="2074"/>
                            <a:pt x="1037" y="2074"/>
                          </a:cubicBezTo>
                          <a:cubicBezTo>
                            <a:pt x="464" y="2074"/>
                            <a:pt x="0" y="1609"/>
                            <a:pt x="0" y="1037"/>
                          </a:cubicBezTo>
                          <a:cubicBezTo>
                            <a:pt x="0" y="464"/>
                            <a:pt x="464" y="0"/>
                            <a:pt x="1037" y="0"/>
                          </a:cubicBezTo>
                          <a:cubicBezTo>
                            <a:pt x="1609" y="0"/>
                            <a:pt x="2073" y="464"/>
                            <a:pt x="2073" y="10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56" name="Freeform: Shape 955">
                      <a:extLst>
                        <a:ext uri="{FF2B5EF4-FFF2-40B4-BE49-F238E27FC236}">
                          <a16:creationId xmlns:a16="http://schemas.microsoft.com/office/drawing/2014/main" id="{E392C760-DCB8-C57B-4CC0-0A0B8A1E6F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487" y="5149776"/>
                      <a:ext cx="2073" cy="2078"/>
                    </a:xfrm>
                    <a:custGeom>
                      <a:avLst/>
                      <a:gdLst>
                        <a:gd name="connsiteX0" fmla="*/ 2072 w 2073"/>
                        <a:gd name="connsiteY0" fmla="*/ 983 h 2078"/>
                        <a:gd name="connsiteX1" fmla="*/ 1092 w 2073"/>
                        <a:gd name="connsiteY1" fmla="*/ 2077 h 2078"/>
                        <a:gd name="connsiteX2" fmla="*/ 1 w 2073"/>
                        <a:gd name="connsiteY2" fmla="*/ 1094 h 2078"/>
                        <a:gd name="connsiteX3" fmla="*/ 981 w 2073"/>
                        <a:gd name="connsiteY3" fmla="*/ 0 h 2078"/>
                        <a:gd name="connsiteX4" fmla="*/ 2072 w 2073"/>
                        <a:gd name="connsiteY4" fmla="*/ 983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2072" y="983"/>
                          </a:moveTo>
                          <a:cubicBezTo>
                            <a:pt x="2102" y="1554"/>
                            <a:pt x="1664" y="2045"/>
                            <a:pt x="1092" y="2077"/>
                          </a:cubicBezTo>
                          <a:cubicBezTo>
                            <a:pt x="520" y="2109"/>
                            <a:pt x="32" y="1665"/>
                            <a:pt x="1" y="1094"/>
                          </a:cubicBezTo>
                          <a:cubicBezTo>
                            <a:pt x="-29" y="524"/>
                            <a:pt x="409" y="32"/>
                            <a:pt x="981" y="0"/>
                          </a:cubicBezTo>
                          <a:cubicBezTo>
                            <a:pt x="1554" y="-15"/>
                            <a:pt x="2040" y="413"/>
                            <a:pt x="2072" y="98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57" name="Freeform: Shape 956">
                      <a:extLst>
                        <a:ext uri="{FF2B5EF4-FFF2-40B4-BE49-F238E27FC236}">
                          <a16:creationId xmlns:a16="http://schemas.microsoft.com/office/drawing/2014/main" id="{74370758-A33C-9A19-BA31-F3C3EED473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4331" y="5141293"/>
                      <a:ext cx="2073" cy="2064"/>
                    </a:xfrm>
                    <a:custGeom>
                      <a:avLst/>
                      <a:gdLst>
                        <a:gd name="connsiteX0" fmla="*/ 2072 w 2073"/>
                        <a:gd name="connsiteY0" fmla="*/ 969 h 2064"/>
                        <a:gd name="connsiteX1" fmla="*/ 1092 w 2073"/>
                        <a:gd name="connsiteY1" fmla="*/ 2063 h 2064"/>
                        <a:gd name="connsiteX2" fmla="*/ 1 w 2073"/>
                        <a:gd name="connsiteY2" fmla="*/ 1080 h 2064"/>
                        <a:gd name="connsiteX3" fmla="*/ 981 w 2073"/>
                        <a:gd name="connsiteY3" fmla="*/ 2 h 2064"/>
                        <a:gd name="connsiteX4" fmla="*/ 2072 w 2073"/>
                        <a:gd name="connsiteY4" fmla="*/ 969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2072" y="969"/>
                          </a:moveTo>
                          <a:cubicBezTo>
                            <a:pt x="2102" y="1540"/>
                            <a:pt x="1664" y="2031"/>
                            <a:pt x="1092" y="2063"/>
                          </a:cubicBezTo>
                          <a:cubicBezTo>
                            <a:pt x="520" y="2094"/>
                            <a:pt x="32" y="1650"/>
                            <a:pt x="1" y="1080"/>
                          </a:cubicBezTo>
                          <a:cubicBezTo>
                            <a:pt x="-29" y="509"/>
                            <a:pt x="409" y="18"/>
                            <a:pt x="981" y="2"/>
                          </a:cubicBezTo>
                          <a:cubicBezTo>
                            <a:pt x="1554" y="-30"/>
                            <a:pt x="2042" y="398"/>
                            <a:pt x="2072" y="9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58" name="Freeform: Shape 957">
                      <a:extLst>
                        <a:ext uri="{FF2B5EF4-FFF2-40B4-BE49-F238E27FC236}">
                          <a16:creationId xmlns:a16="http://schemas.microsoft.com/office/drawing/2014/main" id="{5842826B-5959-A83A-867A-414D410578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271" y="5138693"/>
                      <a:ext cx="2073" cy="2064"/>
                    </a:xfrm>
                    <a:custGeom>
                      <a:avLst/>
                      <a:gdLst>
                        <a:gd name="connsiteX0" fmla="*/ 2072 w 2073"/>
                        <a:gd name="connsiteY0" fmla="*/ 984 h 2064"/>
                        <a:gd name="connsiteX1" fmla="*/ 1092 w 2073"/>
                        <a:gd name="connsiteY1" fmla="*/ 2062 h 2064"/>
                        <a:gd name="connsiteX2" fmla="*/ 1 w 2073"/>
                        <a:gd name="connsiteY2" fmla="*/ 1095 h 2064"/>
                        <a:gd name="connsiteX3" fmla="*/ 981 w 2073"/>
                        <a:gd name="connsiteY3" fmla="*/ 2 h 2064"/>
                        <a:gd name="connsiteX4" fmla="*/ 2072 w 2073"/>
                        <a:gd name="connsiteY4" fmla="*/ 984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2072" y="984"/>
                          </a:moveTo>
                          <a:cubicBezTo>
                            <a:pt x="2102" y="1555"/>
                            <a:pt x="1664" y="2047"/>
                            <a:pt x="1092" y="2062"/>
                          </a:cubicBezTo>
                          <a:cubicBezTo>
                            <a:pt x="520" y="2094"/>
                            <a:pt x="33" y="1666"/>
                            <a:pt x="1" y="1095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2" y="-30"/>
                            <a:pt x="2040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59" name="Freeform: Shape 958">
                      <a:extLst>
                        <a:ext uri="{FF2B5EF4-FFF2-40B4-BE49-F238E27FC236}">
                          <a16:creationId xmlns:a16="http://schemas.microsoft.com/office/drawing/2014/main" id="{746D355E-1A40-0888-3C65-C355385695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0614" y="5144353"/>
                      <a:ext cx="2073" cy="2079"/>
                    </a:xfrm>
                    <a:custGeom>
                      <a:avLst/>
                      <a:gdLst>
                        <a:gd name="connsiteX0" fmla="*/ 2072 w 2073"/>
                        <a:gd name="connsiteY0" fmla="*/ 984 h 2079"/>
                        <a:gd name="connsiteX1" fmla="*/ 1092 w 2073"/>
                        <a:gd name="connsiteY1" fmla="*/ 2078 h 2079"/>
                        <a:gd name="connsiteX2" fmla="*/ 1 w 2073"/>
                        <a:gd name="connsiteY2" fmla="*/ 1095 h 2079"/>
                        <a:gd name="connsiteX3" fmla="*/ 981 w 2073"/>
                        <a:gd name="connsiteY3" fmla="*/ 2 h 2079"/>
                        <a:gd name="connsiteX4" fmla="*/ 2072 w 2073"/>
                        <a:gd name="connsiteY4" fmla="*/ 984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9">
                          <a:moveTo>
                            <a:pt x="2072" y="984"/>
                          </a:moveTo>
                          <a:cubicBezTo>
                            <a:pt x="2102" y="1555"/>
                            <a:pt x="1665" y="2047"/>
                            <a:pt x="1092" y="2078"/>
                          </a:cubicBezTo>
                          <a:cubicBezTo>
                            <a:pt x="520" y="2110"/>
                            <a:pt x="32" y="1666"/>
                            <a:pt x="1" y="1095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2" y="-30"/>
                            <a:pt x="2040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0" name="Freeform: Shape 959">
                      <a:extLst>
                        <a:ext uri="{FF2B5EF4-FFF2-40B4-BE49-F238E27FC236}">
                          <a16:creationId xmlns:a16="http://schemas.microsoft.com/office/drawing/2014/main" id="{2591A2E7-A815-D74F-8E60-551B60280A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994" y="5136093"/>
                      <a:ext cx="2073" cy="2064"/>
                    </a:xfrm>
                    <a:custGeom>
                      <a:avLst/>
                      <a:gdLst>
                        <a:gd name="connsiteX0" fmla="*/ 2072 w 2073"/>
                        <a:gd name="connsiteY0" fmla="*/ 984 h 2064"/>
                        <a:gd name="connsiteX1" fmla="*/ 1092 w 2073"/>
                        <a:gd name="connsiteY1" fmla="*/ 2062 h 2064"/>
                        <a:gd name="connsiteX2" fmla="*/ 1 w 2073"/>
                        <a:gd name="connsiteY2" fmla="*/ 1095 h 2064"/>
                        <a:gd name="connsiteX3" fmla="*/ 981 w 2073"/>
                        <a:gd name="connsiteY3" fmla="*/ 2 h 2064"/>
                        <a:gd name="connsiteX4" fmla="*/ 2072 w 2073"/>
                        <a:gd name="connsiteY4" fmla="*/ 984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2072" y="984"/>
                          </a:moveTo>
                          <a:cubicBezTo>
                            <a:pt x="2102" y="1555"/>
                            <a:pt x="1664" y="2047"/>
                            <a:pt x="1092" y="2062"/>
                          </a:cubicBezTo>
                          <a:cubicBezTo>
                            <a:pt x="520" y="2094"/>
                            <a:pt x="32" y="1666"/>
                            <a:pt x="1" y="1095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1" name="Freeform: Shape 960">
                      <a:extLst>
                        <a:ext uri="{FF2B5EF4-FFF2-40B4-BE49-F238E27FC236}">
                          <a16:creationId xmlns:a16="http://schemas.microsoft.com/office/drawing/2014/main" id="{D560B002-F2AA-B43B-DE70-73B34F80A7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880" y="5150012"/>
                      <a:ext cx="2073" cy="2080"/>
                    </a:xfrm>
                    <a:custGeom>
                      <a:avLst/>
                      <a:gdLst>
                        <a:gd name="connsiteX0" fmla="*/ 2072 w 2073"/>
                        <a:gd name="connsiteY0" fmla="*/ 984 h 2080"/>
                        <a:gd name="connsiteX1" fmla="*/ 1092 w 2073"/>
                        <a:gd name="connsiteY1" fmla="*/ 2078 h 2080"/>
                        <a:gd name="connsiteX2" fmla="*/ 1 w 2073"/>
                        <a:gd name="connsiteY2" fmla="*/ 1096 h 2080"/>
                        <a:gd name="connsiteX3" fmla="*/ 981 w 2073"/>
                        <a:gd name="connsiteY3" fmla="*/ 2 h 2080"/>
                        <a:gd name="connsiteX4" fmla="*/ 2072 w 2073"/>
                        <a:gd name="connsiteY4" fmla="*/ 984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0">
                          <a:moveTo>
                            <a:pt x="2072" y="984"/>
                          </a:moveTo>
                          <a:cubicBezTo>
                            <a:pt x="2102" y="1555"/>
                            <a:pt x="1664" y="2047"/>
                            <a:pt x="1092" y="2078"/>
                          </a:cubicBezTo>
                          <a:cubicBezTo>
                            <a:pt x="520" y="2110"/>
                            <a:pt x="32" y="1666"/>
                            <a:pt x="1" y="1096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0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2" name="Freeform: Shape 961">
                      <a:extLst>
                        <a:ext uri="{FF2B5EF4-FFF2-40B4-BE49-F238E27FC236}">
                          <a16:creationId xmlns:a16="http://schemas.microsoft.com/office/drawing/2014/main" id="{CE250876-EB32-6905-AD0C-4861DF08D0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927" y="5133018"/>
                      <a:ext cx="2073" cy="2080"/>
                    </a:xfrm>
                    <a:custGeom>
                      <a:avLst/>
                      <a:gdLst>
                        <a:gd name="connsiteX0" fmla="*/ 2072 w 2073"/>
                        <a:gd name="connsiteY0" fmla="*/ 984 h 2080"/>
                        <a:gd name="connsiteX1" fmla="*/ 1092 w 2073"/>
                        <a:gd name="connsiteY1" fmla="*/ 2078 h 2080"/>
                        <a:gd name="connsiteX2" fmla="*/ 2 w 2073"/>
                        <a:gd name="connsiteY2" fmla="*/ 1096 h 2080"/>
                        <a:gd name="connsiteX3" fmla="*/ 981 w 2073"/>
                        <a:gd name="connsiteY3" fmla="*/ 2 h 2080"/>
                        <a:gd name="connsiteX4" fmla="*/ 2072 w 2073"/>
                        <a:gd name="connsiteY4" fmla="*/ 984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0">
                          <a:moveTo>
                            <a:pt x="2072" y="984"/>
                          </a:moveTo>
                          <a:cubicBezTo>
                            <a:pt x="2102" y="1555"/>
                            <a:pt x="1665" y="2047"/>
                            <a:pt x="1092" y="2078"/>
                          </a:cubicBezTo>
                          <a:cubicBezTo>
                            <a:pt x="522" y="2110"/>
                            <a:pt x="33" y="1666"/>
                            <a:pt x="2" y="1096"/>
                          </a:cubicBezTo>
                          <a:cubicBezTo>
                            <a:pt x="-30" y="525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3" name="Freeform: Shape 962">
                      <a:extLst>
                        <a:ext uri="{FF2B5EF4-FFF2-40B4-BE49-F238E27FC236}">
                          <a16:creationId xmlns:a16="http://schemas.microsoft.com/office/drawing/2014/main" id="{8ABA27F5-C411-46E0-9215-122131D6637B}"/>
                        </a:ext>
                      </a:extLst>
                    </p:cNvPr>
                    <p:cNvSpPr/>
                    <p:nvPr/>
                  </p:nvSpPr>
                  <p:spPr>
                    <a:xfrm rot="-4735157">
                      <a:off x="851740" y="5136603"/>
                      <a:ext cx="2073" cy="2073"/>
                    </a:xfrm>
                    <a:custGeom>
                      <a:avLst/>
                      <a:gdLst>
                        <a:gd name="connsiteX0" fmla="*/ 2074 w 2073"/>
                        <a:gd name="connsiteY0" fmla="*/ 1037 h 2073"/>
                        <a:gd name="connsiteX1" fmla="*/ 1037 w 2073"/>
                        <a:gd name="connsiteY1" fmla="*/ 2074 h 2073"/>
                        <a:gd name="connsiteX2" fmla="*/ 0 w 2073"/>
                        <a:gd name="connsiteY2" fmla="*/ 1037 h 2073"/>
                        <a:gd name="connsiteX3" fmla="*/ 1037 w 2073"/>
                        <a:gd name="connsiteY3" fmla="*/ 0 h 2073"/>
                        <a:gd name="connsiteX4" fmla="*/ 2074 w 2073"/>
                        <a:gd name="connsiteY4" fmla="*/ 103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2074" y="1037"/>
                          </a:moveTo>
                          <a:cubicBezTo>
                            <a:pt x="2074" y="1609"/>
                            <a:pt x="1610" y="2074"/>
                            <a:pt x="1037" y="2074"/>
                          </a:cubicBezTo>
                          <a:cubicBezTo>
                            <a:pt x="464" y="2074"/>
                            <a:pt x="0" y="1609"/>
                            <a:pt x="0" y="1037"/>
                          </a:cubicBezTo>
                          <a:cubicBezTo>
                            <a:pt x="0" y="464"/>
                            <a:pt x="464" y="0"/>
                            <a:pt x="1037" y="0"/>
                          </a:cubicBezTo>
                          <a:cubicBezTo>
                            <a:pt x="1610" y="0"/>
                            <a:pt x="2074" y="464"/>
                            <a:pt x="2074" y="10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4" name="Freeform: Shape 963">
                      <a:extLst>
                        <a:ext uri="{FF2B5EF4-FFF2-40B4-BE49-F238E27FC236}">
                          <a16:creationId xmlns:a16="http://schemas.microsoft.com/office/drawing/2014/main" id="{01A346CC-F613-706E-E309-5CB48B229E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722" y="5156259"/>
                      <a:ext cx="2073" cy="2079"/>
                    </a:xfrm>
                    <a:custGeom>
                      <a:avLst/>
                      <a:gdLst>
                        <a:gd name="connsiteX0" fmla="*/ 2072 w 2073"/>
                        <a:gd name="connsiteY0" fmla="*/ 984 h 2079"/>
                        <a:gd name="connsiteX1" fmla="*/ 1092 w 2073"/>
                        <a:gd name="connsiteY1" fmla="*/ 2078 h 2079"/>
                        <a:gd name="connsiteX2" fmla="*/ 1 w 2073"/>
                        <a:gd name="connsiteY2" fmla="*/ 1095 h 2079"/>
                        <a:gd name="connsiteX3" fmla="*/ 981 w 2073"/>
                        <a:gd name="connsiteY3" fmla="*/ 2 h 2079"/>
                        <a:gd name="connsiteX4" fmla="*/ 2072 w 2073"/>
                        <a:gd name="connsiteY4" fmla="*/ 984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9">
                          <a:moveTo>
                            <a:pt x="2072" y="984"/>
                          </a:moveTo>
                          <a:cubicBezTo>
                            <a:pt x="2102" y="1555"/>
                            <a:pt x="1664" y="2047"/>
                            <a:pt x="1092" y="2078"/>
                          </a:cubicBezTo>
                          <a:cubicBezTo>
                            <a:pt x="520" y="2110"/>
                            <a:pt x="33" y="1666"/>
                            <a:pt x="1" y="1095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5" name="Freeform: Shape 964">
                      <a:extLst>
                        <a:ext uri="{FF2B5EF4-FFF2-40B4-BE49-F238E27FC236}">
                          <a16:creationId xmlns:a16="http://schemas.microsoft.com/office/drawing/2014/main" id="{49A58931-9E8F-253F-D3C4-9E517AEA00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508" y="5158589"/>
                      <a:ext cx="2073" cy="2080"/>
                    </a:xfrm>
                    <a:custGeom>
                      <a:avLst/>
                      <a:gdLst>
                        <a:gd name="connsiteX0" fmla="*/ 2072 w 2073"/>
                        <a:gd name="connsiteY0" fmla="*/ 984 h 2080"/>
                        <a:gd name="connsiteX1" fmla="*/ 1092 w 2073"/>
                        <a:gd name="connsiteY1" fmla="*/ 2078 h 2080"/>
                        <a:gd name="connsiteX2" fmla="*/ 1 w 2073"/>
                        <a:gd name="connsiteY2" fmla="*/ 1096 h 2080"/>
                        <a:gd name="connsiteX3" fmla="*/ 981 w 2073"/>
                        <a:gd name="connsiteY3" fmla="*/ 2 h 2080"/>
                        <a:gd name="connsiteX4" fmla="*/ 2072 w 2073"/>
                        <a:gd name="connsiteY4" fmla="*/ 984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0">
                          <a:moveTo>
                            <a:pt x="2072" y="984"/>
                          </a:moveTo>
                          <a:cubicBezTo>
                            <a:pt x="2102" y="1555"/>
                            <a:pt x="1664" y="2047"/>
                            <a:pt x="1092" y="2078"/>
                          </a:cubicBezTo>
                          <a:cubicBezTo>
                            <a:pt x="520" y="2110"/>
                            <a:pt x="32" y="1666"/>
                            <a:pt x="1" y="1096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6" name="Freeform: Shape 965">
                      <a:extLst>
                        <a:ext uri="{FF2B5EF4-FFF2-40B4-BE49-F238E27FC236}">
                          <a16:creationId xmlns:a16="http://schemas.microsoft.com/office/drawing/2014/main" id="{07178622-D167-6A23-7EEE-CE4326DBC2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464" y="5160174"/>
                      <a:ext cx="2073" cy="2078"/>
                    </a:xfrm>
                    <a:custGeom>
                      <a:avLst/>
                      <a:gdLst>
                        <a:gd name="connsiteX0" fmla="*/ 2072 w 2073"/>
                        <a:gd name="connsiteY0" fmla="*/ 984 h 2078"/>
                        <a:gd name="connsiteX1" fmla="*/ 1092 w 2073"/>
                        <a:gd name="connsiteY1" fmla="*/ 2078 h 2078"/>
                        <a:gd name="connsiteX2" fmla="*/ 1 w 2073"/>
                        <a:gd name="connsiteY2" fmla="*/ 1096 h 2078"/>
                        <a:gd name="connsiteX3" fmla="*/ 981 w 2073"/>
                        <a:gd name="connsiteY3" fmla="*/ 2 h 2078"/>
                        <a:gd name="connsiteX4" fmla="*/ 2072 w 2073"/>
                        <a:gd name="connsiteY4" fmla="*/ 984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2072" y="984"/>
                          </a:moveTo>
                          <a:cubicBezTo>
                            <a:pt x="2102" y="1555"/>
                            <a:pt x="1664" y="2047"/>
                            <a:pt x="1092" y="2078"/>
                          </a:cubicBezTo>
                          <a:cubicBezTo>
                            <a:pt x="520" y="2094"/>
                            <a:pt x="32" y="1666"/>
                            <a:pt x="1" y="1096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7" name="Freeform: Shape 966">
                      <a:extLst>
                        <a:ext uri="{FF2B5EF4-FFF2-40B4-BE49-F238E27FC236}">
                          <a16:creationId xmlns:a16="http://schemas.microsoft.com/office/drawing/2014/main" id="{A80F3545-8CB4-ADB7-DAC2-2AC1D28A14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182" y="5153960"/>
                      <a:ext cx="2073" cy="2080"/>
                    </a:xfrm>
                    <a:custGeom>
                      <a:avLst/>
                      <a:gdLst>
                        <a:gd name="connsiteX0" fmla="*/ 2072 w 2073"/>
                        <a:gd name="connsiteY0" fmla="*/ 985 h 2080"/>
                        <a:gd name="connsiteX1" fmla="*/ 1092 w 2073"/>
                        <a:gd name="connsiteY1" fmla="*/ 2078 h 2080"/>
                        <a:gd name="connsiteX2" fmla="*/ 1 w 2073"/>
                        <a:gd name="connsiteY2" fmla="*/ 1096 h 2080"/>
                        <a:gd name="connsiteX3" fmla="*/ 981 w 2073"/>
                        <a:gd name="connsiteY3" fmla="*/ 2 h 2080"/>
                        <a:gd name="connsiteX4" fmla="*/ 2072 w 2073"/>
                        <a:gd name="connsiteY4" fmla="*/ 985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0">
                          <a:moveTo>
                            <a:pt x="2072" y="985"/>
                          </a:moveTo>
                          <a:cubicBezTo>
                            <a:pt x="2102" y="1555"/>
                            <a:pt x="1664" y="2047"/>
                            <a:pt x="1092" y="2078"/>
                          </a:cubicBezTo>
                          <a:cubicBezTo>
                            <a:pt x="520" y="2110"/>
                            <a:pt x="32" y="1666"/>
                            <a:pt x="1" y="1096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2" y="-30"/>
                            <a:pt x="2040" y="414"/>
                            <a:pt x="2072" y="98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8" name="Freeform: Shape 967">
                      <a:extLst>
                        <a:ext uri="{FF2B5EF4-FFF2-40B4-BE49-F238E27FC236}">
                          <a16:creationId xmlns:a16="http://schemas.microsoft.com/office/drawing/2014/main" id="{9CDD91DE-1EEB-E811-244B-40113C42E0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724" y="5164059"/>
                      <a:ext cx="2073" cy="2064"/>
                    </a:xfrm>
                    <a:custGeom>
                      <a:avLst/>
                      <a:gdLst>
                        <a:gd name="connsiteX0" fmla="*/ 2072 w 2073"/>
                        <a:gd name="connsiteY0" fmla="*/ 985 h 2064"/>
                        <a:gd name="connsiteX1" fmla="*/ 1092 w 2073"/>
                        <a:gd name="connsiteY1" fmla="*/ 2062 h 2064"/>
                        <a:gd name="connsiteX2" fmla="*/ 2 w 2073"/>
                        <a:gd name="connsiteY2" fmla="*/ 1080 h 2064"/>
                        <a:gd name="connsiteX3" fmla="*/ 981 w 2073"/>
                        <a:gd name="connsiteY3" fmla="*/ 2 h 2064"/>
                        <a:gd name="connsiteX4" fmla="*/ 2072 w 2073"/>
                        <a:gd name="connsiteY4" fmla="*/ 985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2072" y="985"/>
                          </a:moveTo>
                          <a:cubicBezTo>
                            <a:pt x="2104" y="1555"/>
                            <a:pt x="1665" y="2031"/>
                            <a:pt x="1092" y="2062"/>
                          </a:cubicBezTo>
                          <a:cubicBezTo>
                            <a:pt x="520" y="2094"/>
                            <a:pt x="33" y="1666"/>
                            <a:pt x="2" y="1080"/>
                          </a:cubicBezTo>
                          <a:cubicBezTo>
                            <a:pt x="-30" y="509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398"/>
                            <a:pt x="2072" y="98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9" name="Freeform: Shape 968">
                      <a:extLst>
                        <a:ext uri="{FF2B5EF4-FFF2-40B4-BE49-F238E27FC236}">
                          <a16:creationId xmlns:a16="http://schemas.microsoft.com/office/drawing/2014/main" id="{0A695803-DD35-47EC-D8D0-EE0452E83F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165" y="5152930"/>
                      <a:ext cx="2073" cy="2064"/>
                    </a:xfrm>
                    <a:custGeom>
                      <a:avLst/>
                      <a:gdLst>
                        <a:gd name="connsiteX0" fmla="*/ 2072 w 2073"/>
                        <a:gd name="connsiteY0" fmla="*/ 984 h 2064"/>
                        <a:gd name="connsiteX1" fmla="*/ 1092 w 2073"/>
                        <a:gd name="connsiteY1" fmla="*/ 2062 h 2064"/>
                        <a:gd name="connsiteX2" fmla="*/ 1 w 2073"/>
                        <a:gd name="connsiteY2" fmla="*/ 1095 h 2064"/>
                        <a:gd name="connsiteX3" fmla="*/ 981 w 2073"/>
                        <a:gd name="connsiteY3" fmla="*/ 2 h 2064"/>
                        <a:gd name="connsiteX4" fmla="*/ 2072 w 2073"/>
                        <a:gd name="connsiteY4" fmla="*/ 984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2072" y="984"/>
                          </a:moveTo>
                          <a:cubicBezTo>
                            <a:pt x="2102" y="1555"/>
                            <a:pt x="1664" y="2031"/>
                            <a:pt x="1092" y="2062"/>
                          </a:cubicBezTo>
                          <a:cubicBezTo>
                            <a:pt x="520" y="2094"/>
                            <a:pt x="32" y="1666"/>
                            <a:pt x="1" y="1095"/>
                          </a:cubicBezTo>
                          <a:cubicBezTo>
                            <a:pt x="-29" y="509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70" name="Freeform: Shape 969">
                      <a:extLst>
                        <a:ext uri="{FF2B5EF4-FFF2-40B4-BE49-F238E27FC236}">
                          <a16:creationId xmlns:a16="http://schemas.microsoft.com/office/drawing/2014/main" id="{5CF2CAF3-0F7B-092C-4F8B-D7FCFDD8F8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6464" y="5146905"/>
                      <a:ext cx="2073" cy="2080"/>
                    </a:xfrm>
                    <a:custGeom>
                      <a:avLst/>
                      <a:gdLst>
                        <a:gd name="connsiteX0" fmla="*/ 2072 w 2073"/>
                        <a:gd name="connsiteY0" fmla="*/ 984 h 2080"/>
                        <a:gd name="connsiteX1" fmla="*/ 1092 w 2073"/>
                        <a:gd name="connsiteY1" fmla="*/ 2078 h 2080"/>
                        <a:gd name="connsiteX2" fmla="*/ 1 w 2073"/>
                        <a:gd name="connsiteY2" fmla="*/ 1096 h 2080"/>
                        <a:gd name="connsiteX3" fmla="*/ 981 w 2073"/>
                        <a:gd name="connsiteY3" fmla="*/ 2 h 2080"/>
                        <a:gd name="connsiteX4" fmla="*/ 2072 w 2073"/>
                        <a:gd name="connsiteY4" fmla="*/ 984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0">
                          <a:moveTo>
                            <a:pt x="2072" y="984"/>
                          </a:moveTo>
                          <a:cubicBezTo>
                            <a:pt x="2102" y="1555"/>
                            <a:pt x="1665" y="2047"/>
                            <a:pt x="1092" y="2078"/>
                          </a:cubicBezTo>
                          <a:cubicBezTo>
                            <a:pt x="520" y="2110"/>
                            <a:pt x="33" y="1666"/>
                            <a:pt x="1" y="1096"/>
                          </a:cubicBezTo>
                          <a:cubicBezTo>
                            <a:pt x="-29" y="525"/>
                            <a:pt x="409" y="49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71" name="Freeform: Shape 970">
                      <a:extLst>
                        <a:ext uri="{FF2B5EF4-FFF2-40B4-BE49-F238E27FC236}">
                          <a16:creationId xmlns:a16="http://schemas.microsoft.com/office/drawing/2014/main" id="{404F9E9C-BC90-67DC-7EF9-2BDC8B9308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1497" y="5149664"/>
                      <a:ext cx="2073" cy="2080"/>
                    </a:xfrm>
                    <a:custGeom>
                      <a:avLst/>
                      <a:gdLst>
                        <a:gd name="connsiteX0" fmla="*/ 2072 w 2073"/>
                        <a:gd name="connsiteY0" fmla="*/ 984 h 2080"/>
                        <a:gd name="connsiteX1" fmla="*/ 1092 w 2073"/>
                        <a:gd name="connsiteY1" fmla="*/ 2078 h 2080"/>
                        <a:gd name="connsiteX2" fmla="*/ 1 w 2073"/>
                        <a:gd name="connsiteY2" fmla="*/ 1096 h 2080"/>
                        <a:gd name="connsiteX3" fmla="*/ 981 w 2073"/>
                        <a:gd name="connsiteY3" fmla="*/ 2 h 2080"/>
                        <a:gd name="connsiteX4" fmla="*/ 2072 w 2073"/>
                        <a:gd name="connsiteY4" fmla="*/ 984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0">
                          <a:moveTo>
                            <a:pt x="2072" y="984"/>
                          </a:moveTo>
                          <a:cubicBezTo>
                            <a:pt x="2102" y="1555"/>
                            <a:pt x="1664" y="2047"/>
                            <a:pt x="1092" y="2078"/>
                          </a:cubicBezTo>
                          <a:cubicBezTo>
                            <a:pt x="520" y="2110"/>
                            <a:pt x="32" y="1666"/>
                            <a:pt x="1" y="1096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2" y="-30"/>
                            <a:pt x="2040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72" name="Freeform: Shape 971">
                      <a:extLst>
                        <a:ext uri="{FF2B5EF4-FFF2-40B4-BE49-F238E27FC236}">
                          <a16:creationId xmlns:a16="http://schemas.microsoft.com/office/drawing/2014/main" id="{F9B39584-27F1-194F-C1E5-E5B541E68D46}"/>
                        </a:ext>
                      </a:extLst>
                    </p:cNvPr>
                    <p:cNvSpPr/>
                    <p:nvPr/>
                  </p:nvSpPr>
                  <p:spPr>
                    <a:xfrm rot="-4688097">
                      <a:off x="910727" y="5137010"/>
                      <a:ext cx="2073" cy="2073"/>
                    </a:xfrm>
                    <a:custGeom>
                      <a:avLst/>
                      <a:gdLst>
                        <a:gd name="connsiteX0" fmla="*/ 2074 w 2073"/>
                        <a:gd name="connsiteY0" fmla="*/ 1037 h 2073"/>
                        <a:gd name="connsiteX1" fmla="*/ 1037 w 2073"/>
                        <a:gd name="connsiteY1" fmla="*/ 2074 h 2073"/>
                        <a:gd name="connsiteX2" fmla="*/ 0 w 2073"/>
                        <a:gd name="connsiteY2" fmla="*/ 1037 h 2073"/>
                        <a:gd name="connsiteX3" fmla="*/ 1037 w 2073"/>
                        <a:gd name="connsiteY3" fmla="*/ 0 h 2073"/>
                        <a:gd name="connsiteX4" fmla="*/ 2074 w 2073"/>
                        <a:gd name="connsiteY4" fmla="*/ 103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2074" y="1037"/>
                          </a:moveTo>
                          <a:cubicBezTo>
                            <a:pt x="2074" y="1609"/>
                            <a:pt x="1609" y="2074"/>
                            <a:pt x="1037" y="2074"/>
                          </a:cubicBezTo>
                          <a:cubicBezTo>
                            <a:pt x="464" y="2074"/>
                            <a:pt x="0" y="1609"/>
                            <a:pt x="0" y="1037"/>
                          </a:cubicBezTo>
                          <a:cubicBezTo>
                            <a:pt x="0" y="464"/>
                            <a:pt x="464" y="0"/>
                            <a:pt x="1037" y="0"/>
                          </a:cubicBezTo>
                          <a:cubicBezTo>
                            <a:pt x="1609" y="0"/>
                            <a:pt x="2074" y="464"/>
                            <a:pt x="2074" y="10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73" name="Freeform: Shape 972">
                      <a:extLst>
                        <a:ext uri="{FF2B5EF4-FFF2-40B4-BE49-F238E27FC236}">
                          <a16:creationId xmlns:a16="http://schemas.microsoft.com/office/drawing/2014/main" id="{838C3A85-6312-0C0F-9636-99415833E426}"/>
                        </a:ext>
                      </a:extLst>
                    </p:cNvPr>
                    <p:cNvSpPr/>
                    <p:nvPr/>
                  </p:nvSpPr>
                  <p:spPr>
                    <a:xfrm rot="-4735157">
                      <a:off x="902014" y="5149757"/>
                      <a:ext cx="2073" cy="2073"/>
                    </a:xfrm>
                    <a:custGeom>
                      <a:avLst/>
                      <a:gdLst>
                        <a:gd name="connsiteX0" fmla="*/ 2074 w 2073"/>
                        <a:gd name="connsiteY0" fmla="*/ 1037 h 2073"/>
                        <a:gd name="connsiteX1" fmla="*/ 1037 w 2073"/>
                        <a:gd name="connsiteY1" fmla="*/ 2074 h 2073"/>
                        <a:gd name="connsiteX2" fmla="*/ 0 w 2073"/>
                        <a:gd name="connsiteY2" fmla="*/ 1037 h 2073"/>
                        <a:gd name="connsiteX3" fmla="*/ 1037 w 2073"/>
                        <a:gd name="connsiteY3" fmla="*/ 0 h 2073"/>
                        <a:gd name="connsiteX4" fmla="*/ 2074 w 2073"/>
                        <a:gd name="connsiteY4" fmla="*/ 103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2074" y="1037"/>
                          </a:moveTo>
                          <a:cubicBezTo>
                            <a:pt x="2074" y="1609"/>
                            <a:pt x="1610" y="2074"/>
                            <a:pt x="1037" y="2074"/>
                          </a:cubicBezTo>
                          <a:cubicBezTo>
                            <a:pt x="464" y="2074"/>
                            <a:pt x="0" y="1609"/>
                            <a:pt x="0" y="1037"/>
                          </a:cubicBezTo>
                          <a:cubicBezTo>
                            <a:pt x="0" y="464"/>
                            <a:pt x="464" y="0"/>
                            <a:pt x="1037" y="0"/>
                          </a:cubicBezTo>
                          <a:cubicBezTo>
                            <a:pt x="1610" y="0"/>
                            <a:pt x="2074" y="464"/>
                            <a:pt x="2074" y="103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74" name="Freeform: Shape 973">
                      <a:extLst>
                        <a:ext uri="{FF2B5EF4-FFF2-40B4-BE49-F238E27FC236}">
                          <a16:creationId xmlns:a16="http://schemas.microsoft.com/office/drawing/2014/main" id="{91FD2F29-D2A5-5A61-22C1-0A53FE873A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2720" y="5126486"/>
                      <a:ext cx="2073" cy="2080"/>
                    </a:xfrm>
                    <a:custGeom>
                      <a:avLst/>
                      <a:gdLst>
                        <a:gd name="connsiteX0" fmla="*/ 2072 w 2073"/>
                        <a:gd name="connsiteY0" fmla="*/ 984 h 2080"/>
                        <a:gd name="connsiteX1" fmla="*/ 1092 w 2073"/>
                        <a:gd name="connsiteY1" fmla="*/ 2078 h 2080"/>
                        <a:gd name="connsiteX2" fmla="*/ 2 w 2073"/>
                        <a:gd name="connsiteY2" fmla="*/ 1096 h 2080"/>
                        <a:gd name="connsiteX3" fmla="*/ 981 w 2073"/>
                        <a:gd name="connsiteY3" fmla="*/ 2 h 2080"/>
                        <a:gd name="connsiteX4" fmla="*/ 2072 w 2073"/>
                        <a:gd name="connsiteY4" fmla="*/ 984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0">
                          <a:moveTo>
                            <a:pt x="2072" y="984"/>
                          </a:moveTo>
                          <a:cubicBezTo>
                            <a:pt x="2102" y="1555"/>
                            <a:pt x="1665" y="2047"/>
                            <a:pt x="1092" y="2078"/>
                          </a:cubicBezTo>
                          <a:cubicBezTo>
                            <a:pt x="520" y="2110"/>
                            <a:pt x="33" y="1666"/>
                            <a:pt x="2" y="1096"/>
                          </a:cubicBezTo>
                          <a:cubicBezTo>
                            <a:pt x="-30" y="525"/>
                            <a:pt x="409" y="33"/>
                            <a:pt x="981" y="2"/>
                          </a:cubicBezTo>
                          <a:cubicBezTo>
                            <a:pt x="1552" y="-30"/>
                            <a:pt x="2040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75" name="Freeform: Shape 974">
                      <a:extLst>
                        <a:ext uri="{FF2B5EF4-FFF2-40B4-BE49-F238E27FC236}">
                          <a16:creationId xmlns:a16="http://schemas.microsoft.com/office/drawing/2014/main" id="{5EA853DA-1A08-42D2-41A8-FA3367F401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5626" y="5141943"/>
                      <a:ext cx="2073" cy="2064"/>
                    </a:xfrm>
                    <a:custGeom>
                      <a:avLst/>
                      <a:gdLst>
                        <a:gd name="connsiteX0" fmla="*/ 2072 w 2073"/>
                        <a:gd name="connsiteY0" fmla="*/ 969 h 2064"/>
                        <a:gd name="connsiteX1" fmla="*/ 1092 w 2073"/>
                        <a:gd name="connsiteY1" fmla="*/ 2063 h 2064"/>
                        <a:gd name="connsiteX2" fmla="*/ 1 w 2073"/>
                        <a:gd name="connsiteY2" fmla="*/ 1080 h 2064"/>
                        <a:gd name="connsiteX3" fmla="*/ 981 w 2073"/>
                        <a:gd name="connsiteY3" fmla="*/ 2 h 2064"/>
                        <a:gd name="connsiteX4" fmla="*/ 2072 w 2073"/>
                        <a:gd name="connsiteY4" fmla="*/ 969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2072" y="969"/>
                          </a:moveTo>
                          <a:cubicBezTo>
                            <a:pt x="2102" y="1539"/>
                            <a:pt x="1665" y="2031"/>
                            <a:pt x="1092" y="2063"/>
                          </a:cubicBezTo>
                          <a:cubicBezTo>
                            <a:pt x="521" y="2094"/>
                            <a:pt x="33" y="1666"/>
                            <a:pt x="1" y="1080"/>
                          </a:cubicBezTo>
                          <a:cubicBezTo>
                            <a:pt x="-29" y="509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398"/>
                            <a:pt x="2072" y="96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76" name="Freeform: Shape 975">
                      <a:extLst>
                        <a:ext uri="{FF2B5EF4-FFF2-40B4-BE49-F238E27FC236}">
                          <a16:creationId xmlns:a16="http://schemas.microsoft.com/office/drawing/2014/main" id="{2A1F486D-E218-F5CE-6066-280F422DBF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0227" y="5126090"/>
                      <a:ext cx="2073" cy="2078"/>
                    </a:xfrm>
                    <a:custGeom>
                      <a:avLst/>
                      <a:gdLst>
                        <a:gd name="connsiteX0" fmla="*/ 2072 w 2073"/>
                        <a:gd name="connsiteY0" fmla="*/ 984 h 2078"/>
                        <a:gd name="connsiteX1" fmla="*/ 1092 w 2073"/>
                        <a:gd name="connsiteY1" fmla="*/ 2078 h 2078"/>
                        <a:gd name="connsiteX2" fmla="*/ 2 w 2073"/>
                        <a:gd name="connsiteY2" fmla="*/ 1096 h 2078"/>
                        <a:gd name="connsiteX3" fmla="*/ 981 w 2073"/>
                        <a:gd name="connsiteY3" fmla="*/ 2 h 2078"/>
                        <a:gd name="connsiteX4" fmla="*/ 2072 w 2073"/>
                        <a:gd name="connsiteY4" fmla="*/ 984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2072" y="984"/>
                          </a:moveTo>
                          <a:cubicBezTo>
                            <a:pt x="2102" y="1555"/>
                            <a:pt x="1665" y="2047"/>
                            <a:pt x="1092" y="2078"/>
                          </a:cubicBezTo>
                          <a:cubicBezTo>
                            <a:pt x="522" y="2094"/>
                            <a:pt x="33" y="1666"/>
                            <a:pt x="2" y="1096"/>
                          </a:cubicBezTo>
                          <a:cubicBezTo>
                            <a:pt x="-30" y="525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77" name="Freeform: Shape 976">
                      <a:extLst>
                        <a:ext uri="{FF2B5EF4-FFF2-40B4-BE49-F238E27FC236}">
                          <a16:creationId xmlns:a16="http://schemas.microsoft.com/office/drawing/2014/main" id="{A0CAF769-4ECE-C784-891A-4165AD91A1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3174" y="5134936"/>
                      <a:ext cx="2073" cy="2080"/>
                    </a:xfrm>
                    <a:custGeom>
                      <a:avLst/>
                      <a:gdLst>
                        <a:gd name="connsiteX0" fmla="*/ 2072 w 2073"/>
                        <a:gd name="connsiteY0" fmla="*/ 985 h 2080"/>
                        <a:gd name="connsiteX1" fmla="*/ 1092 w 2073"/>
                        <a:gd name="connsiteY1" fmla="*/ 2078 h 2080"/>
                        <a:gd name="connsiteX2" fmla="*/ 1 w 2073"/>
                        <a:gd name="connsiteY2" fmla="*/ 1096 h 2080"/>
                        <a:gd name="connsiteX3" fmla="*/ 981 w 2073"/>
                        <a:gd name="connsiteY3" fmla="*/ 2 h 2080"/>
                        <a:gd name="connsiteX4" fmla="*/ 2072 w 2073"/>
                        <a:gd name="connsiteY4" fmla="*/ 985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0">
                          <a:moveTo>
                            <a:pt x="2072" y="985"/>
                          </a:moveTo>
                          <a:cubicBezTo>
                            <a:pt x="2102" y="1555"/>
                            <a:pt x="1664" y="2047"/>
                            <a:pt x="1092" y="2078"/>
                          </a:cubicBezTo>
                          <a:cubicBezTo>
                            <a:pt x="520" y="2110"/>
                            <a:pt x="33" y="1666"/>
                            <a:pt x="1" y="1096"/>
                          </a:cubicBezTo>
                          <a:cubicBezTo>
                            <a:pt x="-29" y="525"/>
                            <a:pt x="409" y="33"/>
                            <a:pt x="981" y="2"/>
                          </a:cubicBezTo>
                          <a:cubicBezTo>
                            <a:pt x="1554" y="-30"/>
                            <a:pt x="2042" y="414"/>
                            <a:pt x="2072" y="98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978" name="Graphic 21">
                    <a:extLst>
                      <a:ext uri="{FF2B5EF4-FFF2-40B4-BE49-F238E27FC236}">
                        <a16:creationId xmlns:a16="http://schemas.microsoft.com/office/drawing/2014/main" id="{66C1C060-40A7-D418-7BA9-FFC9E23EE319}"/>
                      </a:ext>
                    </a:extLst>
                  </p:cNvPr>
                  <p:cNvGrpSpPr/>
                  <p:nvPr/>
                </p:nvGrpSpPr>
                <p:grpSpPr>
                  <a:xfrm>
                    <a:off x="852537" y="5087885"/>
                    <a:ext cx="53712" cy="63303"/>
                    <a:chOff x="852537" y="5087885"/>
                    <a:chExt cx="53712" cy="63303"/>
                  </a:xfrm>
                  <a:solidFill>
                    <a:srgbClr val="F0BB74"/>
                  </a:solidFill>
                </p:grpSpPr>
                <p:sp>
                  <p:nvSpPr>
                    <p:cNvPr id="979" name="Freeform: Shape 978">
                      <a:extLst>
                        <a:ext uri="{FF2B5EF4-FFF2-40B4-BE49-F238E27FC236}">
                          <a16:creationId xmlns:a16="http://schemas.microsoft.com/office/drawing/2014/main" id="{90F494C5-995F-31FC-E393-B0A8B92379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5256" y="5104071"/>
                      <a:ext cx="2073" cy="2072"/>
                    </a:xfrm>
                    <a:custGeom>
                      <a:avLst/>
                      <a:gdLst>
                        <a:gd name="connsiteX0" fmla="*/ 790 w 2073"/>
                        <a:gd name="connsiteY0" fmla="*/ 32 h 2072"/>
                        <a:gd name="connsiteX1" fmla="*/ 2044 w 2073"/>
                        <a:gd name="connsiteY1" fmla="*/ 793 h 2072"/>
                        <a:gd name="connsiteX2" fmla="*/ 1284 w 2073"/>
                        <a:gd name="connsiteY2" fmla="*/ 2045 h 2072"/>
                        <a:gd name="connsiteX3" fmla="*/ 30 w 2073"/>
                        <a:gd name="connsiteY3" fmla="*/ 1284 h 2072"/>
                        <a:gd name="connsiteX4" fmla="*/ 790 w 2073"/>
                        <a:gd name="connsiteY4" fmla="*/ 32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90" y="32"/>
                          </a:moveTo>
                          <a:cubicBezTo>
                            <a:pt x="1346" y="-111"/>
                            <a:pt x="1907" y="238"/>
                            <a:pt x="2044" y="793"/>
                          </a:cubicBezTo>
                          <a:cubicBezTo>
                            <a:pt x="2180" y="1348"/>
                            <a:pt x="1841" y="1903"/>
                            <a:pt x="1284" y="2045"/>
                          </a:cubicBezTo>
                          <a:cubicBezTo>
                            <a:pt x="728" y="2172"/>
                            <a:pt x="166" y="1839"/>
                            <a:pt x="30" y="1284"/>
                          </a:cubicBezTo>
                          <a:cubicBezTo>
                            <a:pt x="-106" y="730"/>
                            <a:pt x="233" y="159"/>
                            <a:pt x="790" y="3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80" name="Freeform: Shape 979">
                      <a:extLst>
                        <a:ext uri="{FF2B5EF4-FFF2-40B4-BE49-F238E27FC236}">
                          <a16:creationId xmlns:a16="http://schemas.microsoft.com/office/drawing/2014/main" id="{10D5CEC1-5BCD-A511-D1C2-10C73518F6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647" y="5109524"/>
                      <a:ext cx="2073" cy="2077"/>
                    </a:xfrm>
                    <a:custGeom>
                      <a:avLst/>
                      <a:gdLst>
                        <a:gd name="connsiteX0" fmla="*/ 790 w 2073"/>
                        <a:gd name="connsiteY0" fmla="*/ 32 h 2077"/>
                        <a:gd name="connsiteX1" fmla="*/ 2043 w 2073"/>
                        <a:gd name="connsiteY1" fmla="*/ 793 h 2077"/>
                        <a:gd name="connsiteX2" fmla="*/ 1284 w 2073"/>
                        <a:gd name="connsiteY2" fmla="*/ 2045 h 2077"/>
                        <a:gd name="connsiteX3" fmla="*/ 30 w 2073"/>
                        <a:gd name="connsiteY3" fmla="*/ 1284 h 2077"/>
                        <a:gd name="connsiteX4" fmla="*/ 790 w 2073"/>
                        <a:gd name="connsiteY4" fmla="*/ 32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790" y="32"/>
                          </a:moveTo>
                          <a:cubicBezTo>
                            <a:pt x="1346" y="-111"/>
                            <a:pt x="1907" y="238"/>
                            <a:pt x="2043" y="793"/>
                          </a:cubicBezTo>
                          <a:cubicBezTo>
                            <a:pt x="2180" y="1348"/>
                            <a:pt x="1841" y="1903"/>
                            <a:pt x="1284" y="2045"/>
                          </a:cubicBezTo>
                          <a:cubicBezTo>
                            <a:pt x="728" y="2188"/>
                            <a:pt x="166" y="1839"/>
                            <a:pt x="30" y="1284"/>
                          </a:cubicBezTo>
                          <a:cubicBezTo>
                            <a:pt x="-106" y="729"/>
                            <a:pt x="233" y="175"/>
                            <a:pt x="790" y="3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81" name="Freeform: Shape 980">
                      <a:extLst>
                        <a:ext uri="{FF2B5EF4-FFF2-40B4-BE49-F238E27FC236}">
                          <a16:creationId xmlns:a16="http://schemas.microsoft.com/office/drawing/2014/main" id="{5C36B50E-0717-561E-232B-E23913A94D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967" y="5107152"/>
                      <a:ext cx="2073" cy="2072"/>
                    </a:xfrm>
                    <a:custGeom>
                      <a:avLst/>
                      <a:gdLst>
                        <a:gd name="connsiteX0" fmla="*/ 790 w 2073"/>
                        <a:gd name="connsiteY0" fmla="*/ 27 h 2072"/>
                        <a:gd name="connsiteX1" fmla="*/ 2044 w 2073"/>
                        <a:gd name="connsiteY1" fmla="*/ 788 h 2072"/>
                        <a:gd name="connsiteX2" fmla="*/ 1284 w 2073"/>
                        <a:gd name="connsiteY2" fmla="*/ 2040 h 2072"/>
                        <a:gd name="connsiteX3" fmla="*/ 30 w 2073"/>
                        <a:gd name="connsiteY3" fmla="*/ 1279 h 2072"/>
                        <a:gd name="connsiteX4" fmla="*/ 790 w 2073"/>
                        <a:gd name="connsiteY4" fmla="*/ 27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90" y="27"/>
                          </a:moveTo>
                          <a:cubicBezTo>
                            <a:pt x="1346" y="-100"/>
                            <a:pt x="1907" y="233"/>
                            <a:pt x="2044" y="788"/>
                          </a:cubicBezTo>
                          <a:cubicBezTo>
                            <a:pt x="2180" y="1343"/>
                            <a:pt x="1841" y="1913"/>
                            <a:pt x="1284" y="2040"/>
                          </a:cubicBezTo>
                          <a:cubicBezTo>
                            <a:pt x="728" y="2183"/>
                            <a:pt x="166" y="1834"/>
                            <a:pt x="30" y="1279"/>
                          </a:cubicBezTo>
                          <a:cubicBezTo>
                            <a:pt x="-106" y="724"/>
                            <a:pt x="233" y="170"/>
                            <a:pt x="790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82" name="Freeform: Shape 981">
                      <a:extLst>
                        <a:ext uri="{FF2B5EF4-FFF2-40B4-BE49-F238E27FC236}">
                          <a16:creationId xmlns:a16="http://schemas.microsoft.com/office/drawing/2014/main" id="{756903C3-6C92-4AF4-AB97-2D80F63628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225" y="5105798"/>
                      <a:ext cx="2073" cy="2073"/>
                    </a:xfrm>
                    <a:custGeom>
                      <a:avLst/>
                      <a:gdLst>
                        <a:gd name="connsiteX0" fmla="*/ 790 w 2073"/>
                        <a:gd name="connsiteY0" fmla="*/ 33 h 2073"/>
                        <a:gd name="connsiteX1" fmla="*/ 2044 w 2073"/>
                        <a:gd name="connsiteY1" fmla="*/ 794 h 2073"/>
                        <a:gd name="connsiteX2" fmla="*/ 1284 w 2073"/>
                        <a:gd name="connsiteY2" fmla="*/ 2046 h 2073"/>
                        <a:gd name="connsiteX3" fmla="*/ 30 w 2073"/>
                        <a:gd name="connsiteY3" fmla="*/ 1285 h 2073"/>
                        <a:gd name="connsiteX4" fmla="*/ 790 w 2073"/>
                        <a:gd name="connsiteY4" fmla="*/ 33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790" y="33"/>
                          </a:moveTo>
                          <a:cubicBezTo>
                            <a:pt x="1346" y="-110"/>
                            <a:pt x="1907" y="223"/>
                            <a:pt x="2044" y="794"/>
                          </a:cubicBezTo>
                          <a:cubicBezTo>
                            <a:pt x="2180" y="1349"/>
                            <a:pt x="1841" y="1904"/>
                            <a:pt x="1284" y="2046"/>
                          </a:cubicBezTo>
                          <a:cubicBezTo>
                            <a:pt x="728" y="2173"/>
                            <a:pt x="166" y="1840"/>
                            <a:pt x="30" y="1285"/>
                          </a:cubicBezTo>
                          <a:cubicBezTo>
                            <a:pt x="-106" y="731"/>
                            <a:pt x="233" y="160"/>
                            <a:pt x="790" y="3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83" name="Freeform: Shape 982">
                      <a:extLst>
                        <a:ext uri="{FF2B5EF4-FFF2-40B4-BE49-F238E27FC236}">
                          <a16:creationId xmlns:a16="http://schemas.microsoft.com/office/drawing/2014/main" id="{224D530F-184A-13E3-5D51-474423E3E3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506" y="5113694"/>
                      <a:ext cx="2073" cy="2077"/>
                    </a:xfrm>
                    <a:custGeom>
                      <a:avLst/>
                      <a:gdLst>
                        <a:gd name="connsiteX0" fmla="*/ 790 w 2073"/>
                        <a:gd name="connsiteY0" fmla="*/ 32 h 2077"/>
                        <a:gd name="connsiteX1" fmla="*/ 2044 w 2073"/>
                        <a:gd name="connsiteY1" fmla="*/ 793 h 2077"/>
                        <a:gd name="connsiteX2" fmla="*/ 1284 w 2073"/>
                        <a:gd name="connsiteY2" fmla="*/ 2045 h 2077"/>
                        <a:gd name="connsiteX3" fmla="*/ 30 w 2073"/>
                        <a:gd name="connsiteY3" fmla="*/ 1284 h 2077"/>
                        <a:gd name="connsiteX4" fmla="*/ 790 w 2073"/>
                        <a:gd name="connsiteY4" fmla="*/ 32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790" y="32"/>
                          </a:moveTo>
                          <a:cubicBezTo>
                            <a:pt x="1346" y="-111"/>
                            <a:pt x="1907" y="238"/>
                            <a:pt x="2044" y="793"/>
                          </a:cubicBezTo>
                          <a:cubicBezTo>
                            <a:pt x="2180" y="1348"/>
                            <a:pt x="1841" y="1903"/>
                            <a:pt x="1284" y="2045"/>
                          </a:cubicBezTo>
                          <a:cubicBezTo>
                            <a:pt x="728" y="2188"/>
                            <a:pt x="166" y="1839"/>
                            <a:pt x="30" y="1284"/>
                          </a:cubicBezTo>
                          <a:cubicBezTo>
                            <a:pt x="-106" y="730"/>
                            <a:pt x="233" y="175"/>
                            <a:pt x="790" y="3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84" name="Freeform: Shape 983">
                      <a:extLst>
                        <a:ext uri="{FF2B5EF4-FFF2-40B4-BE49-F238E27FC236}">
                          <a16:creationId xmlns:a16="http://schemas.microsoft.com/office/drawing/2014/main" id="{6417FA91-5F7E-33D9-A31A-3EAFDAD351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326" y="5111902"/>
                      <a:ext cx="2073" cy="2073"/>
                    </a:xfrm>
                    <a:custGeom>
                      <a:avLst/>
                      <a:gdLst>
                        <a:gd name="connsiteX0" fmla="*/ 789 w 2073"/>
                        <a:gd name="connsiteY0" fmla="*/ 33 h 2073"/>
                        <a:gd name="connsiteX1" fmla="*/ 2043 w 2073"/>
                        <a:gd name="connsiteY1" fmla="*/ 794 h 2073"/>
                        <a:gd name="connsiteX2" fmla="*/ 1284 w 2073"/>
                        <a:gd name="connsiteY2" fmla="*/ 2046 h 2073"/>
                        <a:gd name="connsiteX3" fmla="*/ 30 w 2073"/>
                        <a:gd name="connsiteY3" fmla="*/ 1285 h 2073"/>
                        <a:gd name="connsiteX4" fmla="*/ 789 w 2073"/>
                        <a:gd name="connsiteY4" fmla="*/ 33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789" y="33"/>
                          </a:moveTo>
                          <a:cubicBezTo>
                            <a:pt x="1346" y="-110"/>
                            <a:pt x="1907" y="223"/>
                            <a:pt x="2043" y="794"/>
                          </a:cubicBezTo>
                          <a:cubicBezTo>
                            <a:pt x="2180" y="1349"/>
                            <a:pt x="1840" y="1904"/>
                            <a:pt x="1284" y="2046"/>
                          </a:cubicBezTo>
                          <a:cubicBezTo>
                            <a:pt x="728" y="2173"/>
                            <a:pt x="166" y="1840"/>
                            <a:pt x="30" y="1285"/>
                          </a:cubicBezTo>
                          <a:cubicBezTo>
                            <a:pt x="-106" y="730"/>
                            <a:pt x="234" y="160"/>
                            <a:pt x="789" y="3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85" name="Freeform: Shape 984">
                      <a:extLst>
                        <a:ext uri="{FF2B5EF4-FFF2-40B4-BE49-F238E27FC236}">
                          <a16:creationId xmlns:a16="http://schemas.microsoft.com/office/drawing/2014/main" id="{5734449B-A886-41C9-D12D-1F9C1F3A5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084" y="5117404"/>
                      <a:ext cx="2073" cy="2077"/>
                    </a:xfrm>
                    <a:custGeom>
                      <a:avLst/>
                      <a:gdLst>
                        <a:gd name="connsiteX0" fmla="*/ 789 w 2073"/>
                        <a:gd name="connsiteY0" fmla="*/ 32 h 2077"/>
                        <a:gd name="connsiteX1" fmla="*/ 2043 w 2073"/>
                        <a:gd name="connsiteY1" fmla="*/ 793 h 2077"/>
                        <a:gd name="connsiteX2" fmla="*/ 1284 w 2073"/>
                        <a:gd name="connsiteY2" fmla="*/ 2045 h 2077"/>
                        <a:gd name="connsiteX3" fmla="*/ 30 w 2073"/>
                        <a:gd name="connsiteY3" fmla="*/ 1284 h 2077"/>
                        <a:gd name="connsiteX4" fmla="*/ 789 w 2073"/>
                        <a:gd name="connsiteY4" fmla="*/ 32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789" y="32"/>
                          </a:moveTo>
                          <a:cubicBezTo>
                            <a:pt x="1346" y="-111"/>
                            <a:pt x="1907" y="238"/>
                            <a:pt x="2043" y="793"/>
                          </a:cubicBezTo>
                          <a:cubicBezTo>
                            <a:pt x="2180" y="1348"/>
                            <a:pt x="1841" y="1903"/>
                            <a:pt x="1284" y="2045"/>
                          </a:cubicBezTo>
                          <a:cubicBezTo>
                            <a:pt x="728" y="2188"/>
                            <a:pt x="166" y="1839"/>
                            <a:pt x="30" y="1284"/>
                          </a:cubicBezTo>
                          <a:cubicBezTo>
                            <a:pt x="-106" y="729"/>
                            <a:pt x="235" y="175"/>
                            <a:pt x="789" y="3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86" name="Freeform: Shape 985">
                      <a:extLst>
                        <a:ext uri="{FF2B5EF4-FFF2-40B4-BE49-F238E27FC236}">
                          <a16:creationId xmlns:a16="http://schemas.microsoft.com/office/drawing/2014/main" id="{4249740A-B028-AF23-28B0-59B347F22D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288" y="5116546"/>
                      <a:ext cx="2073" cy="2073"/>
                    </a:xfrm>
                    <a:custGeom>
                      <a:avLst/>
                      <a:gdLst>
                        <a:gd name="connsiteX0" fmla="*/ 790 w 2073"/>
                        <a:gd name="connsiteY0" fmla="*/ 33 h 2073"/>
                        <a:gd name="connsiteX1" fmla="*/ 2044 w 2073"/>
                        <a:gd name="connsiteY1" fmla="*/ 778 h 2073"/>
                        <a:gd name="connsiteX2" fmla="*/ 1284 w 2073"/>
                        <a:gd name="connsiteY2" fmla="*/ 2046 h 2073"/>
                        <a:gd name="connsiteX3" fmla="*/ 30 w 2073"/>
                        <a:gd name="connsiteY3" fmla="*/ 1285 h 2073"/>
                        <a:gd name="connsiteX4" fmla="*/ 790 w 2073"/>
                        <a:gd name="connsiteY4" fmla="*/ 33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790" y="33"/>
                          </a:moveTo>
                          <a:cubicBezTo>
                            <a:pt x="1346" y="-110"/>
                            <a:pt x="1907" y="223"/>
                            <a:pt x="2044" y="778"/>
                          </a:cubicBezTo>
                          <a:cubicBezTo>
                            <a:pt x="2180" y="1349"/>
                            <a:pt x="1841" y="1904"/>
                            <a:pt x="1284" y="2046"/>
                          </a:cubicBezTo>
                          <a:cubicBezTo>
                            <a:pt x="728" y="2173"/>
                            <a:pt x="166" y="1840"/>
                            <a:pt x="30" y="1285"/>
                          </a:cubicBezTo>
                          <a:cubicBezTo>
                            <a:pt x="-106" y="731"/>
                            <a:pt x="233" y="160"/>
                            <a:pt x="790" y="3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87" name="Freeform: Shape 986">
                      <a:extLst>
                        <a:ext uri="{FF2B5EF4-FFF2-40B4-BE49-F238E27FC236}">
                          <a16:creationId xmlns:a16="http://schemas.microsoft.com/office/drawing/2014/main" id="{6E947593-420D-C45B-DA0E-F3BF7C3933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679" y="5122001"/>
                      <a:ext cx="2073" cy="2072"/>
                    </a:xfrm>
                    <a:custGeom>
                      <a:avLst/>
                      <a:gdLst>
                        <a:gd name="connsiteX0" fmla="*/ 789 w 2073"/>
                        <a:gd name="connsiteY0" fmla="*/ 32 h 2072"/>
                        <a:gd name="connsiteX1" fmla="*/ 2043 w 2073"/>
                        <a:gd name="connsiteY1" fmla="*/ 793 h 2072"/>
                        <a:gd name="connsiteX2" fmla="*/ 1284 w 2073"/>
                        <a:gd name="connsiteY2" fmla="*/ 2045 h 2072"/>
                        <a:gd name="connsiteX3" fmla="*/ 30 w 2073"/>
                        <a:gd name="connsiteY3" fmla="*/ 1284 h 2072"/>
                        <a:gd name="connsiteX4" fmla="*/ 789 w 2073"/>
                        <a:gd name="connsiteY4" fmla="*/ 32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89" y="32"/>
                          </a:moveTo>
                          <a:cubicBezTo>
                            <a:pt x="1346" y="-111"/>
                            <a:pt x="1907" y="238"/>
                            <a:pt x="2043" y="793"/>
                          </a:cubicBezTo>
                          <a:cubicBezTo>
                            <a:pt x="2180" y="1348"/>
                            <a:pt x="1841" y="1903"/>
                            <a:pt x="1284" y="2045"/>
                          </a:cubicBezTo>
                          <a:cubicBezTo>
                            <a:pt x="728" y="2172"/>
                            <a:pt x="166" y="1839"/>
                            <a:pt x="30" y="1284"/>
                          </a:cubicBezTo>
                          <a:cubicBezTo>
                            <a:pt x="-106" y="729"/>
                            <a:pt x="233" y="159"/>
                            <a:pt x="789" y="3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88" name="Freeform: Shape 987">
                      <a:extLst>
                        <a:ext uri="{FF2B5EF4-FFF2-40B4-BE49-F238E27FC236}">
                          <a16:creationId xmlns:a16="http://schemas.microsoft.com/office/drawing/2014/main" id="{8AB757C4-5514-BD86-D0B3-84914F944F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999" y="5119623"/>
                      <a:ext cx="2073" cy="2077"/>
                    </a:xfrm>
                    <a:custGeom>
                      <a:avLst/>
                      <a:gdLst>
                        <a:gd name="connsiteX0" fmla="*/ 790 w 2073"/>
                        <a:gd name="connsiteY0" fmla="*/ 32 h 2077"/>
                        <a:gd name="connsiteX1" fmla="*/ 2044 w 2073"/>
                        <a:gd name="connsiteY1" fmla="*/ 793 h 2077"/>
                        <a:gd name="connsiteX2" fmla="*/ 1284 w 2073"/>
                        <a:gd name="connsiteY2" fmla="*/ 2045 h 2077"/>
                        <a:gd name="connsiteX3" fmla="*/ 30 w 2073"/>
                        <a:gd name="connsiteY3" fmla="*/ 1284 h 2077"/>
                        <a:gd name="connsiteX4" fmla="*/ 790 w 2073"/>
                        <a:gd name="connsiteY4" fmla="*/ 32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790" y="32"/>
                          </a:moveTo>
                          <a:cubicBezTo>
                            <a:pt x="1346" y="-111"/>
                            <a:pt x="1907" y="238"/>
                            <a:pt x="2044" y="793"/>
                          </a:cubicBezTo>
                          <a:cubicBezTo>
                            <a:pt x="2180" y="1348"/>
                            <a:pt x="1841" y="1903"/>
                            <a:pt x="1284" y="2045"/>
                          </a:cubicBezTo>
                          <a:cubicBezTo>
                            <a:pt x="728" y="2188"/>
                            <a:pt x="166" y="1839"/>
                            <a:pt x="30" y="1284"/>
                          </a:cubicBezTo>
                          <a:cubicBezTo>
                            <a:pt x="-106" y="729"/>
                            <a:pt x="233" y="175"/>
                            <a:pt x="790" y="3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89" name="Freeform: Shape 988">
                      <a:extLst>
                        <a:ext uri="{FF2B5EF4-FFF2-40B4-BE49-F238E27FC236}">
                          <a16:creationId xmlns:a16="http://schemas.microsoft.com/office/drawing/2014/main" id="{DC262B01-6B59-0F43-D469-B1AF6C1897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257" y="5118265"/>
                      <a:ext cx="2073" cy="2073"/>
                    </a:xfrm>
                    <a:custGeom>
                      <a:avLst/>
                      <a:gdLst>
                        <a:gd name="connsiteX0" fmla="*/ 790 w 2073"/>
                        <a:gd name="connsiteY0" fmla="*/ 27 h 2073"/>
                        <a:gd name="connsiteX1" fmla="*/ 2044 w 2073"/>
                        <a:gd name="connsiteY1" fmla="*/ 788 h 2073"/>
                        <a:gd name="connsiteX2" fmla="*/ 1284 w 2073"/>
                        <a:gd name="connsiteY2" fmla="*/ 2040 h 2073"/>
                        <a:gd name="connsiteX3" fmla="*/ 30 w 2073"/>
                        <a:gd name="connsiteY3" fmla="*/ 1295 h 2073"/>
                        <a:gd name="connsiteX4" fmla="*/ 790 w 2073"/>
                        <a:gd name="connsiteY4" fmla="*/ 2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790" y="27"/>
                          </a:moveTo>
                          <a:cubicBezTo>
                            <a:pt x="1346" y="-100"/>
                            <a:pt x="1907" y="233"/>
                            <a:pt x="2044" y="788"/>
                          </a:cubicBezTo>
                          <a:cubicBezTo>
                            <a:pt x="2180" y="1359"/>
                            <a:pt x="1841" y="1914"/>
                            <a:pt x="1284" y="2040"/>
                          </a:cubicBezTo>
                          <a:cubicBezTo>
                            <a:pt x="728" y="2183"/>
                            <a:pt x="166" y="1850"/>
                            <a:pt x="30" y="1295"/>
                          </a:cubicBezTo>
                          <a:cubicBezTo>
                            <a:pt x="-106" y="740"/>
                            <a:pt x="233" y="170"/>
                            <a:pt x="790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90" name="Freeform: Shape 989">
                      <a:extLst>
                        <a:ext uri="{FF2B5EF4-FFF2-40B4-BE49-F238E27FC236}">
                          <a16:creationId xmlns:a16="http://schemas.microsoft.com/office/drawing/2014/main" id="{C70E1B08-37B2-26A9-B36F-135ABE1499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538" y="5126170"/>
                      <a:ext cx="2073" cy="2072"/>
                    </a:xfrm>
                    <a:custGeom>
                      <a:avLst/>
                      <a:gdLst>
                        <a:gd name="connsiteX0" fmla="*/ 790 w 2073"/>
                        <a:gd name="connsiteY0" fmla="*/ 32 h 2072"/>
                        <a:gd name="connsiteX1" fmla="*/ 2043 w 2073"/>
                        <a:gd name="connsiteY1" fmla="*/ 793 h 2072"/>
                        <a:gd name="connsiteX2" fmla="*/ 1284 w 2073"/>
                        <a:gd name="connsiteY2" fmla="*/ 2045 h 2072"/>
                        <a:gd name="connsiteX3" fmla="*/ 30 w 2073"/>
                        <a:gd name="connsiteY3" fmla="*/ 1284 h 2072"/>
                        <a:gd name="connsiteX4" fmla="*/ 790 w 2073"/>
                        <a:gd name="connsiteY4" fmla="*/ 32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90" y="32"/>
                          </a:moveTo>
                          <a:cubicBezTo>
                            <a:pt x="1346" y="-111"/>
                            <a:pt x="1907" y="238"/>
                            <a:pt x="2043" y="793"/>
                          </a:cubicBezTo>
                          <a:cubicBezTo>
                            <a:pt x="2180" y="1348"/>
                            <a:pt x="1841" y="1903"/>
                            <a:pt x="1284" y="2045"/>
                          </a:cubicBezTo>
                          <a:cubicBezTo>
                            <a:pt x="728" y="2172"/>
                            <a:pt x="166" y="1839"/>
                            <a:pt x="30" y="1284"/>
                          </a:cubicBezTo>
                          <a:cubicBezTo>
                            <a:pt x="-106" y="729"/>
                            <a:pt x="233" y="159"/>
                            <a:pt x="790" y="3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91" name="Freeform: Shape 990">
                      <a:extLst>
                        <a:ext uri="{FF2B5EF4-FFF2-40B4-BE49-F238E27FC236}">
                          <a16:creationId xmlns:a16="http://schemas.microsoft.com/office/drawing/2014/main" id="{47C8CAD7-ED03-2A77-B6F4-B48FA7812A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358" y="5124368"/>
                      <a:ext cx="2073" cy="2073"/>
                    </a:xfrm>
                    <a:custGeom>
                      <a:avLst/>
                      <a:gdLst>
                        <a:gd name="connsiteX0" fmla="*/ 790 w 2073"/>
                        <a:gd name="connsiteY0" fmla="*/ 27 h 2073"/>
                        <a:gd name="connsiteX1" fmla="*/ 2043 w 2073"/>
                        <a:gd name="connsiteY1" fmla="*/ 788 h 2073"/>
                        <a:gd name="connsiteX2" fmla="*/ 1284 w 2073"/>
                        <a:gd name="connsiteY2" fmla="*/ 2040 h 2073"/>
                        <a:gd name="connsiteX3" fmla="*/ 30 w 2073"/>
                        <a:gd name="connsiteY3" fmla="*/ 1279 h 2073"/>
                        <a:gd name="connsiteX4" fmla="*/ 790 w 2073"/>
                        <a:gd name="connsiteY4" fmla="*/ 2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790" y="27"/>
                          </a:moveTo>
                          <a:cubicBezTo>
                            <a:pt x="1346" y="-100"/>
                            <a:pt x="1907" y="233"/>
                            <a:pt x="2043" y="788"/>
                          </a:cubicBezTo>
                          <a:cubicBezTo>
                            <a:pt x="2180" y="1343"/>
                            <a:pt x="1841" y="1913"/>
                            <a:pt x="1284" y="2040"/>
                          </a:cubicBezTo>
                          <a:cubicBezTo>
                            <a:pt x="728" y="2183"/>
                            <a:pt x="166" y="1850"/>
                            <a:pt x="30" y="1279"/>
                          </a:cubicBezTo>
                          <a:cubicBezTo>
                            <a:pt x="-106" y="724"/>
                            <a:pt x="233" y="170"/>
                            <a:pt x="790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92" name="Freeform: Shape 991">
                      <a:extLst>
                        <a:ext uri="{FF2B5EF4-FFF2-40B4-BE49-F238E27FC236}">
                          <a16:creationId xmlns:a16="http://schemas.microsoft.com/office/drawing/2014/main" id="{78E7A950-370C-070C-79C2-26B2321977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116" y="5129880"/>
                      <a:ext cx="2073" cy="2072"/>
                    </a:xfrm>
                    <a:custGeom>
                      <a:avLst/>
                      <a:gdLst>
                        <a:gd name="connsiteX0" fmla="*/ 789 w 2073"/>
                        <a:gd name="connsiteY0" fmla="*/ 32 h 2072"/>
                        <a:gd name="connsiteX1" fmla="*/ 2043 w 2073"/>
                        <a:gd name="connsiteY1" fmla="*/ 793 h 2072"/>
                        <a:gd name="connsiteX2" fmla="*/ 1284 w 2073"/>
                        <a:gd name="connsiteY2" fmla="*/ 2045 h 2072"/>
                        <a:gd name="connsiteX3" fmla="*/ 30 w 2073"/>
                        <a:gd name="connsiteY3" fmla="*/ 1284 h 2072"/>
                        <a:gd name="connsiteX4" fmla="*/ 789 w 2073"/>
                        <a:gd name="connsiteY4" fmla="*/ 32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89" y="32"/>
                          </a:moveTo>
                          <a:cubicBezTo>
                            <a:pt x="1346" y="-111"/>
                            <a:pt x="1907" y="238"/>
                            <a:pt x="2043" y="793"/>
                          </a:cubicBezTo>
                          <a:cubicBezTo>
                            <a:pt x="2180" y="1348"/>
                            <a:pt x="1841" y="1903"/>
                            <a:pt x="1284" y="2045"/>
                          </a:cubicBezTo>
                          <a:cubicBezTo>
                            <a:pt x="728" y="2172"/>
                            <a:pt x="166" y="1839"/>
                            <a:pt x="30" y="1284"/>
                          </a:cubicBezTo>
                          <a:cubicBezTo>
                            <a:pt x="-106" y="729"/>
                            <a:pt x="235" y="159"/>
                            <a:pt x="789" y="3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93" name="Freeform: Shape 992">
                      <a:extLst>
                        <a:ext uri="{FF2B5EF4-FFF2-40B4-BE49-F238E27FC236}">
                          <a16:creationId xmlns:a16="http://schemas.microsoft.com/office/drawing/2014/main" id="{7630139A-6081-E005-020C-0AA7A43C88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087" y="5120246"/>
                      <a:ext cx="2073" cy="2072"/>
                    </a:xfrm>
                    <a:custGeom>
                      <a:avLst/>
                      <a:gdLst>
                        <a:gd name="connsiteX0" fmla="*/ 789 w 2073"/>
                        <a:gd name="connsiteY0" fmla="*/ 27 h 2072"/>
                        <a:gd name="connsiteX1" fmla="*/ 2043 w 2073"/>
                        <a:gd name="connsiteY1" fmla="*/ 788 h 2072"/>
                        <a:gd name="connsiteX2" fmla="*/ 1284 w 2073"/>
                        <a:gd name="connsiteY2" fmla="*/ 2040 h 2072"/>
                        <a:gd name="connsiteX3" fmla="*/ 30 w 2073"/>
                        <a:gd name="connsiteY3" fmla="*/ 1279 h 2072"/>
                        <a:gd name="connsiteX4" fmla="*/ 789 w 2073"/>
                        <a:gd name="connsiteY4" fmla="*/ 27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89" y="27"/>
                          </a:moveTo>
                          <a:cubicBezTo>
                            <a:pt x="1346" y="-100"/>
                            <a:pt x="1907" y="233"/>
                            <a:pt x="2043" y="788"/>
                          </a:cubicBezTo>
                          <a:cubicBezTo>
                            <a:pt x="2180" y="1343"/>
                            <a:pt x="1841" y="1914"/>
                            <a:pt x="1284" y="2040"/>
                          </a:cubicBezTo>
                          <a:cubicBezTo>
                            <a:pt x="728" y="2183"/>
                            <a:pt x="166" y="1834"/>
                            <a:pt x="30" y="1279"/>
                          </a:cubicBezTo>
                          <a:cubicBezTo>
                            <a:pt x="-106" y="725"/>
                            <a:pt x="235" y="170"/>
                            <a:pt x="789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94" name="Freeform: Shape 993">
                      <a:extLst>
                        <a:ext uri="{FF2B5EF4-FFF2-40B4-BE49-F238E27FC236}">
                          <a16:creationId xmlns:a16="http://schemas.microsoft.com/office/drawing/2014/main" id="{59A9D831-4486-205D-D838-4A5730C5F9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478" y="5125700"/>
                      <a:ext cx="2073" cy="2073"/>
                    </a:xfrm>
                    <a:custGeom>
                      <a:avLst/>
                      <a:gdLst>
                        <a:gd name="connsiteX0" fmla="*/ 789 w 2073"/>
                        <a:gd name="connsiteY0" fmla="*/ 27 h 2073"/>
                        <a:gd name="connsiteX1" fmla="*/ 2043 w 2073"/>
                        <a:gd name="connsiteY1" fmla="*/ 788 h 2073"/>
                        <a:gd name="connsiteX2" fmla="*/ 1284 w 2073"/>
                        <a:gd name="connsiteY2" fmla="*/ 2040 h 2073"/>
                        <a:gd name="connsiteX3" fmla="*/ 30 w 2073"/>
                        <a:gd name="connsiteY3" fmla="*/ 1295 h 2073"/>
                        <a:gd name="connsiteX4" fmla="*/ 789 w 2073"/>
                        <a:gd name="connsiteY4" fmla="*/ 2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789" y="27"/>
                          </a:moveTo>
                          <a:cubicBezTo>
                            <a:pt x="1346" y="-100"/>
                            <a:pt x="1907" y="233"/>
                            <a:pt x="2043" y="788"/>
                          </a:cubicBezTo>
                          <a:cubicBezTo>
                            <a:pt x="2180" y="1343"/>
                            <a:pt x="1841" y="1913"/>
                            <a:pt x="1284" y="2040"/>
                          </a:cubicBezTo>
                          <a:cubicBezTo>
                            <a:pt x="728" y="2183"/>
                            <a:pt x="166" y="1850"/>
                            <a:pt x="30" y="1295"/>
                          </a:cubicBezTo>
                          <a:cubicBezTo>
                            <a:pt x="-106" y="724"/>
                            <a:pt x="235" y="170"/>
                            <a:pt x="789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95" name="Freeform: Shape 994">
                      <a:extLst>
                        <a:ext uri="{FF2B5EF4-FFF2-40B4-BE49-F238E27FC236}">
                          <a16:creationId xmlns:a16="http://schemas.microsoft.com/office/drawing/2014/main" id="{55F3F2B8-F37F-45A0-9E02-3D6F51AF96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799" y="5123333"/>
                      <a:ext cx="2073" cy="2072"/>
                    </a:xfrm>
                    <a:custGeom>
                      <a:avLst/>
                      <a:gdLst>
                        <a:gd name="connsiteX0" fmla="*/ 790 w 2073"/>
                        <a:gd name="connsiteY0" fmla="*/ 32 h 2072"/>
                        <a:gd name="connsiteX1" fmla="*/ 2044 w 2073"/>
                        <a:gd name="connsiteY1" fmla="*/ 793 h 2072"/>
                        <a:gd name="connsiteX2" fmla="*/ 1284 w 2073"/>
                        <a:gd name="connsiteY2" fmla="*/ 2045 h 2072"/>
                        <a:gd name="connsiteX3" fmla="*/ 30 w 2073"/>
                        <a:gd name="connsiteY3" fmla="*/ 1284 h 2072"/>
                        <a:gd name="connsiteX4" fmla="*/ 790 w 2073"/>
                        <a:gd name="connsiteY4" fmla="*/ 32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90" y="32"/>
                          </a:moveTo>
                          <a:cubicBezTo>
                            <a:pt x="1346" y="-111"/>
                            <a:pt x="1907" y="238"/>
                            <a:pt x="2044" y="793"/>
                          </a:cubicBezTo>
                          <a:cubicBezTo>
                            <a:pt x="2180" y="1348"/>
                            <a:pt x="1841" y="1903"/>
                            <a:pt x="1284" y="2045"/>
                          </a:cubicBezTo>
                          <a:cubicBezTo>
                            <a:pt x="728" y="2172"/>
                            <a:pt x="166" y="1839"/>
                            <a:pt x="30" y="1284"/>
                          </a:cubicBezTo>
                          <a:cubicBezTo>
                            <a:pt x="-106" y="729"/>
                            <a:pt x="233" y="159"/>
                            <a:pt x="790" y="3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96" name="Freeform: Shape 995">
                      <a:extLst>
                        <a:ext uri="{FF2B5EF4-FFF2-40B4-BE49-F238E27FC236}">
                          <a16:creationId xmlns:a16="http://schemas.microsoft.com/office/drawing/2014/main" id="{09DB1F37-5CEB-B391-2638-4F1615E138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2056" y="5121969"/>
                      <a:ext cx="2073" cy="2077"/>
                    </a:xfrm>
                    <a:custGeom>
                      <a:avLst/>
                      <a:gdLst>
                        <a:gd name="connsiteX0" fmla="*/ 790 w 2073"/>
                        <a:gd name="connsiteY0" fmla="*/ 32 h 2077"/>
                        <a:gd name="connsiteX1" fmla="*/ 2044 w 2073"/>
                        <a:gd name="connsiteY1" fmla="*/ 793 h 2077"/>
                        <a:gd name="connsiteX2" fmla="*/ 1284 w 2073"/>
                        <a:gd name="connsiteY2" fmla="*/ 2045 h 2077"/>
                        <a:gd name="connsiteX3" fmla="*/ 30 w 2073"/>
                        <a:gd name="connsiteY3" fmla="*/ 1284 h 2077"/>
                        <a:gd name="connsiteX4" fmla="*/ 790 w 2073"/>
                        <a:gd name="connsiteY4" fmla="*/ 32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790" y="32"/>
                          </a:moveTo>
                          <a:cubicBezTo>
                            <a:pt x="1346" y="-111"/>
                            <a:pt x="1907" y="238"/>
                            <a:pt x="2044" y="793"/>
                          </a:cubicBezTo>
                          <a:cubicBezTo>
                            <a:pt x="2180" y="1348"/>
                            <a:pt x="1841" y="1903"/>
                            <a:pt x="1284" y="2045"/>
                          </a:cubicBezTo>
                          <a:cubicBezTo>
                            <a:pt x="728" y="2188"/>
                            <a:pt x="166" y="1839"/>
                            <a:pt x="30" y="1284"/>
                          </a:cubicBezTo>
                          <a:cubicBezTo>
                            <a:pt x="-106" y="729"/>
                            <a:pt x="233" y="175"/>
                            <a:pt x="790" y="3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97" name="Freeform: Shape 996">
                      <a:extLst>
                        <a:ext uri="{FF2B5EF4-FFF2-40B4-BE49-F238E27FC236}">
                          <a16:creationId xmlns:a16="http://schemas.microsoft.com/office/drawing/2014/main" id="{8DD8583C-3767-0F9F-B9C9-0B62EC98B4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338" y="5129869"/>
                      <a:ext cx="2073" cy="2073"/>
                    </a:xfrm>
                    <a:custGeom>
                      <a:avLst/>
                      <a:gdLst>
                        <a:gd name="connsiteX0" fmla="*/ 790 w 2073"/>
                        <a:gd name="connsiteY0" fmla="*/ 27 h 2073"/>
                        <a:gd name="connsiteX1" fmla="*/ 2043 w 2073"/>
                        <a:gd name="connsiteY1" fmla="*/ 788 h 2073"/>
                        <a:gd name="connsiteX2" fmla="*/ 1284 w 2073"/>
                        <a:gd name="connsiteY2" fmla="*/ 2040 h 2073"/>
                        <a:gd name="connsiteX3" fmla="*/ 30 w 2073"/>
                        <a:gd name="connsiteY3" fmla="*/ 1279 h 2073"/>
                        <a:gd name="connsiteX4" fmla="*/ 790 w 2073"/>
                        <a:gd name="connsiteY4" fmla="*/ 2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790" y="27"/>
                          </a:moveTo>
                          <a:cubicBezTo>
                            <a:pt x="1346" y="-100"/>
                            <a:pt x="1907" y="233"/>
                            <a:pt x="2043" y="788"/>
                          </a:cubicBezTo>
                          <a:cubicBezTo>
                            <a:pt x="2180" y="1343"/>
                            <a:pt x="1841" y="1913"/>
                            <a:pt x="1284" y="2040"/>
                          </a:cubicBezTo>
                          <a:cubicBezTo>
                            <a:pt x="728" y="2183"/>
                            <a:pt x="166" y="1850"/>
                            <a:pt x="30" y="1279"/>
                          </a:cubicBezTo>
                          <a:cubicBezTo>
                            <a:pt x="-106" y="724"/>
                            <a:pt x="233" y="170"/>
                            <a:pt x="790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98" name="Freeform: Shape 997">
                      <a:extLst>
                        <a:ext uri="{FF2B5EF4-FFF2-40B4-BE49-F238E27FC236}">
                          <a16:creationId xmlns:a16="http://schemas.microsoft.com/office/drawing/2014/main" id="{1C14F52C-4B5D-37BD-ABC3-C3ABC9EB0F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5479" y="5133938"/>
                      <a:ext cx="2073" cy="2073"/>
                    </a:xfrm>
                    <a:custGeom>
                      <a:avLst/>
                      <a:gdLst>
                        <a:gd name="connsiteX0" fmla="*/ 790 w 2073"/>
                        <a:gd name="connsiteY0" fmla="*/ 33 h 2073"/>
                        <a:gd name="connsiteX1" fmla="*/ 2044 w 2073"/>
                        <a:gd name="connsiteY1" fmla="*/ 794 h 2073"/>
                        <a:gd name="connsiteX2" fmla="*/ 1284 w 2073"/>
                        <a:gd name="connsiteY2" fmla="*/ 2046 h 2073"/>
                        <a:gd name="connsiteX3" fmla="*/ 30 w 2073"/>
                        <a:gd name="connsiteY3" fmla="*/ 1285 h 2073"/>
                        <a:gd name="connsiteX4" fmla="*/ 790 w 2073"/>
                        <a:gd name="connsiteY4" fmla="*/ 33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790" y="33"/>
                          </a:moveTo>
                          <a:cubicBezTo>
                            <a:pt x="1346" y="-110"/>
                            <a:pt x="1907" y="223"/>
                            <a:pt x="2044" y="794"/>
                          </a:cubicBezTo>
                          <a:cubicBezTo>
                            <a:pt x="2180" y="1349"/>
                            <a:pt x="1841" y="1904"/>
                            <a:pt x="1284" y="2046"/>
                          </a:cubicBezTo>
                          <a:cubicBezTo>
                            <a:pt x="728" y="2173"/>
                            <a:pt x="166" y="1840"/>
                            <a:pt x="30" y="1285"/>
                          </a:cubicBezTo>
                          <a:cubicBezTo>
                            <a:pt x="-106" y="731"/>
                            <a:pt x="233" y="160"/>
                            <a:pt x="790" y="3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99" name="Freeform: Shape 998">
                      <a:extLst>
                        <a:ext uri="{FF2B5EF4-FFF2-40B4-BE49-F238E27FC236}">
                          <a16:creationId xmlns:a16="http://schemas.microsoft.com/office/drawing/2014/main" id="{FC998B11-C1F7-9D53-759C-11D27004D9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088" y="5135783"/>
                      <a:ext cx="2073" cy="2073"/>
                    </a:xfrm>
                    <a:custGeom>
                      <a:avLst/>
                      <a:gdLst>
                        <a:gd name="connsiteX0" fmla="*/ 790 w 2073"/>
                        <a:gd name="connsiteY0" fmla="*/ 27 h 2073"/>
                        <a:gd name="connsiteX1" fmla="*/ 2044 w 2073"/>
                        <a:gd name="connsiteY1" fmla="*/ 788 h 2073"/>
                        <a:gd name="connsiteX2" fmla="*/ 1284 w 2073"/>
                        <a:gd name="connsiteY2" fmla="*/ 2040 h 2073"/>
                        <a:gd name="connsiteX3" fmla="*/ 30 w 2073"/>
                        <a:gd name="connsiteY3" fmla="*/ 1295 h 2073"/>
                        <a:gd name="connsiteX4" fmla="*/ 790 w 2073"/>
                        <a:gd name="connsiteY4" fmla="*/ 2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790" y="27"/>
                          </a:moveTo>
                          <a:cubicBezTo>
                            <a:pt x="1346" y="-100"/>
                            <a:pt x="1907" y="233"/>
                            <a:pt x="2044" y="788"/>
                          </a:cubicBezTo>
                          <a:cubicBezTo>
                            <a:pt x="2180" y="1343"/>
                            <a:pt x="1841" y="1914"/>
                            <a:pt x="1284" y="2040"/>
                          </a:cubicBezTo>
                          <a:cubicBezTo>
                            <a:pt x="728" y="2183"/>
                            <a:pt x="166" y="1850"/>
                            <a:pt x="30" y="1295"/>
                          </a:cubicBezTo>
                          <a:cubicBezTo>
                            <a:pt x="-106" y="725"/>
                            <a:pt x="233" y="170"/>
                            <a:pt x="790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00" name="Freeform: Shape 999">
                      <a:extLst>
                        <a:ext uri="{FF2B5EF4-FFF2-40B4-BE49-F238E27FC236}">
                          <a16:creationId xmlns:a16="http://schemas.microsoft.com/office/drawing/2014/main" id="{E4300414-F02C-1107-3AF9-593B017994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569" y="5105514"/>
                      <a:ext cx="2073" cy="2077"/>
                    </a:xfrm>
                    <a:custGeom>
                      <a:avLst/>
                      <a:gdLst>
                        <a:gd name="connsiteX0" fmla="*/ 790 w 2073"/>
                        <a:gd name="connsiteY0" fmla="*/ 32 h 2077"/>
                        <a:gd name="connsiteX1" fmla="*/ 2043 w 2073"/>
                        <a:gd name="connsiteY1" fmla="*/ 793 h 2077"/>
                        <a:gd name="connsiteX2" fmla="*/ 1284 w 2073"/>
                        <a:gd name="connsiteY2" fmla="*/ 2045 h 2077"/>
                        <a:gd name="connsiteX3" fmla="*/ 30 w 2073"/>
                        <a:gd name="connsiteY3" fmla="*/ 1284 h 2077"/>
                        <a:gd name="connsiteX4" fmla="*/ 790 w 2073"/>
                        <a:gd name="connsiteY4" fmla="*/ 32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790" y="32"/>
                          </a:moveTo>
                          <a:cubicBezTo>
                            <a:pt x="1346" y="-111"/>
                            <a:pt x="1907" y="238"/>
                            <a:pt x="2043" y="793"/>
                          </a:cubicBezTo>
                          <a:cubicBezTo>
                            <a:pt x="2180" y="1348"/>
                            <a:pt x="1841" y="1903"/>
                            <a:pt x="1284" y="2045"/>
                          </a:cubicBezTo>
                          <a:cubicBezTo>
                            <a:pt x="728" y="2188"/>
                            <a:pt x="166" y="1839"/>
                            <a:pt x="30" y="1284"/>
                          </a:cubicBezTo>
                          <a:cubicBezTo>
                            <a:pt x="-106" y="729"/>
                            <a:pt x="233" y="159"/>
                            <a:pt x="790" y="3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01" name="Freeform: Shape 1000">
                      <a:extLst>
                        <a:ext uri="{FF2B5EF4-FFF2-40B4-BE49-F238E27FC236}">
                          <a16:creationId xmlns:a16="http://schemas.microsoft.com/office/drawing/2014/main" id="{02A52961-60AD-22F9-7FEA-B0037B0DFA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960" y="5110967"/>
                      <a:ext cx="2073" cy="2077"/>
                    </a:xfrm>
                    <a:custGeom>
                      <a:avLst/>
                      <a:gdLst>
                        <a:gd name="connsiteX0" fmla="*/ 790 w 2073"/>
                        <a:gd name="connsiteY0" fmla="*/ 32 h 2077"/>
                        <a:gd name="connsiteX1" fmla="*/ 2044 w 2073"/>
                        <a:gd name="connsiteY1" fmla="*/ 793 h 2077"/>
                        <a:gd name="connsiteX2" fmla="*/ 1284 w 2073"/>
                        <a:gd name="connsiteY2" fmla="*/ 2045 h 2077"/>
                        <a:gd name="connsiteX3" fmla="*/ 30 w 2073"/>
                        <a:gd name="connsiteY3" fmla="*/ 1284 h 2077"/>
                        <a:gd name="connsiteX4" fmla="*/ 790 w 2073"/>
                        <a:gd name="connsiteY4" fmla="*/ 32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790" y="32"/>
                          </a:moveTo>
                          <a:cubicBezTo>
                            <a:pt x="1346" y="-111"/>
                            <a:pt x="1907" y="238"/>
                            <a:pt x="2044" y="793"/>
                          </a:cubicBezTo>
                          <a:cubicBezTo>
                            <a:pt x="2180" y="1348"/>
                            <a:pt x="1841" y="1903"/>
                            <a:pt x="1284" y="2045"/>
                          </a:cubicBezTo>
                          <a:cubicBezTo>
                            <a:pt x="728" y="2188"/>
                            <a:pt x="166" y="1839"/>
                            <a:pt x="30" y="1284"/>
                          </a:cubicBezTo>
                          <a:cubicBezTo>
                            <a:pt x="-106" y="730"/>
                            <a:pt x="233" y="175"/>
                            <a:pt x="790" y="3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02" name="Freeform: Shape 1001">
                      <a:extLst>
                        <a:ext uri="{FF2B5EF4-FFF2-40B4-BE49-F238E27FC236}">
                          <a16:creationId xmlns:a16="http://schemas.microsoft.com/office/drawing/2014/main" id="{C4B18B92-4373-8D57-D5B0-3FDE8C326C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279" y="5108594"/>
                      <a:ext cx="2073" cy="2072"/>
                    </a:xfrm>
                    <a:custGeom>
                      <a:avLst/>
                      <a:gdLst>
                        <a:gd name="connsiteX0" fmla="*/ 789 w 2073"/>
                        <a:gd name="connsiteY0" fmla="*/ 27 h 2072"/>
                        <a:gd name="connsiteX1" fmla="*/ 2043 w 2073"/>
                        <a:gd name="connsiteY1" fmla="*/ 788 h 2072"/>
                        <a:gd name="connsiteX2" fmla="*/ 1284 w 2073"/>
                        <a:gd name="connsiteY2" fmla="*/ 2040 h 2072"/>
                        <a:gd name="connsiteX3" fmla="*/ 30 w 2073"/>
                        <a:gd name="connsiteY3" fmla="*/ 1279 h 2072"/>
                        <a:gd name="connsiteX4" fmla="*/ 789 w 2073"/>
                        <a:gd name="connsiteY4" fmla="*/ 27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89" y="27"/>
                          </a:moveTo>
                          <a:cubicBezTo>
                            <a:pt x="1346" y="-100"/>
                            <a:pt x="1907" y="233"/>
                            <a:pt x="2043" y="788"/>
                          </a:cubicBezTo>
                          <a:cubicBezTo>
                            <a:pt x="2180" y="1343"/>
                            <a:pt x="1841" y="1914"/>
                            <a:pt x="1284" y="2040"/>
                          </a:cubicBezTo>
                          <a:cubicBezTo>
                            <a:pt x="728" y="2183"/>
                            <a:pt x="166" y="1834"/>
                            <a:pt x="30" y="1279"/>
                          </a:cubicBezTo>
                          <a:cubicBezTo>
                            <a:pt x="-106" y="725"/>
                            <a:pt x="235" y="170"/>
                            <a:pt x="789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03" name="Freeform: Shape 1002">
                      <a:extLst>
                        <a:ext uri="{FF2B5EF4-FFF2-40B4-BE49-F238E27FC236}">
                          <a16:creationId xmlns:a16="http://schemas.microsoft.com/office/drawing/2014/main" id="{AF2DAB26-A250-75BE-7BEE-269D0FFB4F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2537" y="5107241"/>
                      <a:ext cx="2073" cy="2073"/>
                    </a:xfrm>
                    <a:custGeom>
                      <a:avLst/>
                      <a:gdLst>
                        <a:gd name="connsiteX0" fmla="*/ 789 w 2073"/>
                        <a:gd name="connsiteY0" fmla="*/ 33 h 2073"/>
                        <a:gd name="connsiteX1" fmla="*/ 2043 w 2073"/>
                        <a:gd name="connsiteY1" fmla="*/ 794 h 2073"/>
                        <a:gd name="connsiteX2" fmla="*/ 1284 w 2073"/>
                        <a:gd name="connsiteY2" fmla="*/ 2046 h 2073"/>
                        <a:gd name="connsiteX3" fmla="*/ 30 w 2073"/>
                        <a:gd name="connsiteY3" fmla="*/ 1285 h 2073"/>
                        <a:gd name="connsiteX4" fmla="*/ 789 w 2073"/>
                        <a:gd name="connsiteY4" fmla="*/ 33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789" y="33"/>
                          </a:moveTo>
                          <a:cubicBezTo>
                            <a:pt x="1346" y="-110"/>
                            <a:pt x="1907" y="223"/>
                            <a:pt x="2043" y="794"/>
                          </a:cubicBezTo>
                          <a:cubicBezTo>
                            <a:pt x="2180" y="1349"/>
                            <a:pt x="1841" y="1904"/>
                            <a:pt x="1284" y="2046"/>
                          </a:cubicBezTo>
                          <a:cubicBezTo>
                            <a:pt x="728" y="2173"/>
                            <a:pt x="166" y="1840"/>
                            <a:pt x="30" y="1285"/>
                          </a:cubicBezTo>
                          <a:cubicBezTo>
                            <a:pt x="-106" y="731"/>
                            <a:pt x="235" y="160"/>
                            <a:pt x="789" y="3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04" name="Freeform: Shape 1003">
                      <a:extLst>
                        <a:ext uri="{FF2B5EF4-FFF2-40B4-BE49-F238E27FC236}">
                          <a16:creationId xmlns:a16="http://schemas.microsoft.com/office/drawing/2014/main" id="{9834D2F3-AC05-3314-A8C6-0EAE6AC1B0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818" y="5115136"/>
                      <a:ext cx="2073" cy="2077"/>
                    </a:xfrm>
                    <a:custGeom>
                      <a:avLst/>
                      <a:gdLst>
                        <a:gd name="connsiteX0" fmla="*/ 789 w 2073"/>
                        <a:gd name="connsiteY0" fmla="*/ 32 h 2077"/>
                        <a:gd name="connsiteX1" fmla="*/ 2043 w 2073"/>
                        <a:gd name="connsiteY1" fmla="*/ 793 h 2077"/>
                        <a:gd name="connsiteX2" fmla="*/ 1284 w 2073"/>
                        <a:gd name="connsiteY2" fmla="*/ 2045 h 2077"/>
                        <a:gd name="connsiteX3" fmla="*/ 30 w 2073"/>
                        <a:gd name="connsiteY3" fmla="*/ 1284 h 2077"/>
                        <a:gd name="connsiteX4" fmla="*/ 789 w 2073"/>
                        <a:gd name="connsiteY4" fmla="*/ 32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789" y="32"/>
                          </a:moveTo>
                          <a:cubicBezTo>
                            <a:pt x="1346" y="-111"/>
                            <a:pt x="1907" y="238"/>
                            <a:pt x="2043" y="793"/>
                          </a:cubicBezTo>
                          <a:cubicBezTo>
                            <a:pt x="2180" y="1348"/>
                            <a:pt x="1840" y="1903"/>
                            <a:pt x="1284" y="2045"/>
                          </a:cubicBezTo>
                          <a:cubicBezTo>
                            <a:pt x="728" y="2188"/>
                            <a:pt x="166" y="1839"/>
                            <a:pt x="30" y="1284"/>
                          </a:cubicBezTo>
                          <a:cubicBezTo>
                            <a:pt x="-106" y="730"/>
                            <a:pt x="234" y="175"/>
                            <a:pt x="789" y="3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05" name="Freeform: Shape 1004">
                      <a:extLst>
                        <a:ext uri="{FF2B5EF4-FFF2-40B4-BE49-F238E27FC236}">
                          <a16:creationId xmlns:a16="http://schemas.microsoft.com/office/drawing/2014/main" id="{57DE14C7-67A8-E206-9EAA-9EAA1D90A3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673" y="5125425"/>
                      <a:ext cx="2073" cy="2077"/>
                    </a:xfrm>
                    <a:custGeom>
                      <a:avLst/>
                      <a:gdLst>
                        <a:gd name="connsiteX0" fmla="*/ 789 w 2073"/>
                        <a:gd name="connsiteY0" fmla="*/ 32 h 2077"/>
                        <a:gd name="connsiteX1" fmla="*/ 2043 w 2073"/>
                        <a:gd name="connsiteY1" fmla="*/ 793 h 2077"/>
                        <a:gd name="connsiteX2" fmla="*/ 1284 w 2073"/>
                        <a:gd name="connsiteY2" fmla="*/ 2045 h 2077"/>
                        <a:gd name="connsiteX3" fmla="*/ 30 w 2073"/>
                        <a:gd name="connsiteY3" fmla="*/ 1284 h 2077"/>
                        <a:gd name="connsiteX4" fmla="*/ 789 w 2073"/>
                        <a:gd name="connsiteY4" fmla="*/ 32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789" y="32"/>
                          </a:moveTo>
                          <a:cubicBezTo>
                            <a:pt x="1346" y="-111"/>
                            <a:pt x="1907" y="238"/>
                            <a:pt x="2043" y="793"/>
                          </a:cubicBezTo>
                          <a:cubicBezTo>
                            <a:pt x="2180" y="1348"/>
                            <a:pt x="1841" y="1903"/>
                            <a:pt x="1284" y="2045"/>
                          </a:cubicBezTo>
                          <a:cubicBezTo>
                            <a:pt x="728" y="2188"/>
                            <a:pt x="166" y="1839"/>
                            <a:pt x="30" y="1284"/>
                          </a:cubicBezTo>
                          <a:cubicBezTo>
                            <a:pt x="-106" y="730"/>
                            <a:pt x="235" y="175"/>
                            <a:pt x="789" y="3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06" name="Freeform: Shape 1005">
                      <a:extLst>
                        <a:ext uri="{FF2B5EF4-FFF2-40B4-BE49-F238E27FC236}">
                          <a16:creationId xmlns:a16="http://schemas.microsoft.com/office/drawing/2014/main" id="{EBC65C13-7D7F-5467-5BF1-0CC952C0AB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397" y="5118846"/>
                      <a:ext cx="2073" cy="2077"/>
                    </a:xfrm>
                    <a:custGeom>
                      <a:avLst/>
                      <a:gdLst>
                        <a:gd name="connsiteX0" fmla="*/ 790 w 2073"/>
                        <a:gd name="connsiteY0" fmla="*/ 32 h 2077"/>
                        <a:gd name="connsiteX1" fmla="*/ 2043 w 2073"/>
                        <a:gd name="connsiteY1" fmla="*/ 793 h 2077"/>
                        <a:gd name="connsiteX2" fmla="*/ 1284 w 2073"/>
                        <a:gd name="connsiteY2" fmla="*/ 2045 h 2077"/>
                        <a:gd name="connsiteX3" fmla="*/ 30 w 2073"/>
                        <a:gd name="connsiteY3" fmla="*/ 1284 h 2077"/>
                        <a:gd name="connsiteX4" fmla="*/ 790 w 2073"/>
                        <a:gd name="connsiteY4" fmla="*/ 32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790" y="32"/>
                          </a:moveTo>
                          <a:cubicBezTo>
                            <a:pt x="1346" y="-111"/>
                            <a:pt x="1907" y="238"/>
                            <a:pt x="2043" y="793"/>
                          </a:cubicBezTo>
                          <a:cubicBezTo>
                            <a:pt x="2180" y="1348"/>
                            <a:pt x="1841" y="1903"/>
                            <a:pt x="1284" y="2045"/>
                          </a:cubicBezTo>
                          <a:cubicBezTo>
                            <a:pt x="728" y="2188"/>
                            <a:pt x="166" y="1839"/>
                            <a:pt x="30" y="1284"/>
                          </a:cubicBezTo>
                          <a:cubicBezTo>
                            <a:pt x="-106" y="730"/>
                            <a:pt x="233" y="175"/>
                            <a:pt x="790" y="3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07" name="Freeform: Shape 1006">
                      <a:extLst>
                        <a:ext uri="{FF2B5EF4-FFF2-40B4-BE49-F238E27FC236}">
                          <a16:creationId xmlns:a16="http://schemas.microsoft.com/office/drawing/2014/main" id="{9685C3B2-013B-B891-49D0-F3552B35D0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065" y="5102047"/>
                      <a:ext cx="2073" cy="2072"/>
                    </a:xfrm>
                    <a:custGeom>
                      <a:avLst/>
                      <a:gdLst>
                        <a:gd name="connsiteX0" fmla="*/ 789 w 2073"/>
                        <a:gd name="connsiteY0" fmla="*/ 27 h 2072"/>
                        <a:gd name="connsiteX1" fmla="*/ 2043 w 2073"/>
                        <a:gd name="connsiteY1" fmla="*/ 788 h 2072"/>
                        <a:gd name="connsiteX2" fmla="*/ 1284 w 2073"/>
                        <a:gd name="connsiteY2" fmla="*/ 2040 h 2072"/>
                        <a:gd name="connsiteX3" fmla="*/ 30 w 2073"/>
                        <a:gd name="connsiteY3" fmla="*/ 1279 h 2072"/>
                        <a:gd name="connsiteX4" fmla="*/ 789 w 2073"/>
                        <a:gd name="connsiteY4" fmla="*/ 27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89" y="27"/>
                          </a:moveTo>
                          <a:cubicBezTo>
                            <a:pt x="1346" y="-100"/>
                            <a:pt x="1907" y="233"/>
                            <a:pt x="2043" y="788"/>
                          </a:cubicBezTo>
                          <a:cubicBezTo>
                            <a:pt x="2180" y="1343"/>
                            <a:pt x="1840" y="1914"/>
                            <a:pt x="1284" y="2040"/>
                          </a:cubicBezTo>
                          <a:cubicBezTo>
                            <a:pt x="728" y="2183"/>
                            <a:pt x="166" y="1834"/>
                            <a:pt x="30" y="1279"/>
                          </a:cubicBezTo>
                          <a:cubicBezTo>
                            <a:pt x="-106" y="725"/>
                            <a:pt x="234" y="170"/>
                            <a:pt x="789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08" name="Freeform: Shape 1007">
                      <a:extLst>
                        <a:ext uri="{FF2B5EF4-FFF2-40B4-BE49-F238E27FC236}">
                          <a16:creationId xmlns:a16="http://schemas.microsoft.com/office/drawing/2014/main" id="{E59890C2-83C1-F50B-9249-D0CC99438E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457" y="5107500"/>
                      <a:ext cx="2074" cy="2073"/>
                    </a:xfrm>
                    <a:custGeom>
                      <a:avLst/>
                      <a:gdLst>
                        <a:gd name="connsiteX0" fmla="*/ 790 w 2074"/>
                        <a:gd name="connsiteY0" fmla="*/ 27 h 2073"/>
                        <a:gd name="connsiteX1" fmla="*/ 2044 w 2074"/>
                        <a:gd name="connsiteY1" fmla="*/ 788 h 2073"/>
                        <a:gd name="connsiteX2" fmla="*/ 1285 w 2074"/>
                        <a:gd name="connsiteY2" fmla="*/ 2040 h 2073"/>
                        <a:gd name="connsiteX3" fmla="*/ 31 w 2074"/>
                        <a:gd name="connsiteY3" fmla="*/ 1279 h 2073"/>
                        <a:gd name="connsiteX4" fmla="*/ 790 w 2074"/>
                        <a:gd name="connsiteY4" fmla="*/ 2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3">
                          <a:moveTo>
                            <a:pt x="790" y="27"/>
                          </a:moveTo>
                          <a:cubicBezTo>
                            <a:pt x="1346" y="-100"/>
                            <a:pt x="1908" y="233"/>
                            <a:pt x="2044" y="788"/>
                          </a:cubicBezTo>
                          <a:cubicBezTo>
                            <a:pt x="2180" y="1343"/>
                            <a:pt x="1841" y="1913"/>
                            <a:pt x="1285" y="2040"/>
                          </a:cubicBezTo>
                          <a:cubicBezTo>
                            <a:pt x="728" y="2183"/>
                            <a:pt x="167" y="1850"/>
                            <a:pt x="31" y="1279"/>
                          </a:cubicBezTo>
                          <a:cubicBezTo>
                            <a:pt x="-107" y="724"/>
                            <a:pt x="234" y="170"/>
                            <a:pt x="790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09" name="Freeform: Shape 1008">
                      <a:extLst>
                        <a:ext uri="{FF2B5EF4-FFF2-40B4-BE49-F238E27FC236}">
                          <a16:creationId xmlns:a16="http://schemas.microsoft.com/office/drawing/2014/main" id="{B676C777-5259-3F3F-BC29-9A211F5C9A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147" y="5103515"/>
                      <a:ext cx="2073" cy="2073"/>
                    </a:xfrm>
                    <a:custGeom>
                      <a:avLst/>
                      <a:gdLst>
                        <a:gd name="connsiteX0" fmla="*/ 789 w 2073"/>
                        <a:gd name="connsiteY0" fmla="*/ 33 h 2073"/>
                        <a:gd name="connsiteX1" fmla="*/ 2043 w 2073"/>
                        <a:gd name="connsiteY1" fmla="*/ 778 h 2073"/>
                        <a:gd name="connsiteX2" fmla="*/ 1284 w 2073"/>
                        <a:gd name="connsiteY2" fmla="*/ 2046 h 2073"/>
                        <a:gd name="connsiteX3" fmla="*/ 30 w 2073"/>
                        <a:gd name="connsiteY3" fmla="*/ 1285 h 2073"/>
                        <a:gd name="connsiteX4" fmla="*/ 789 w 2073"/>
                        <a:gd name="connsiteY4" fmla="*/ 33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789" y="33"/>
                          </a:moveTo>
                          <a:cubicBezTo>
                            <a:pt x="1346" y="-110"/>
                            <a:pt x="1907" y="223"/>
                            <a:pt x="2043" y="778"/>
                          </a:cubicBezTo>
                          <a:cubicBezTo>
                            <a:pt x="2180" y="1333"/>
                            <a:pt x="1840" y="1904"/>
                            <a:pt x="1284" y="2046"/>
                          </a:cubicBezTo>
                          <a:cubicBezTo>
                            <a:pt x="728" y="2173"/>
                            <a:pt x="166" y="1840"/>
                            <a:pt x="30" y="1285"/>
                          </a:cubicBezTo>
                          <a:cubicBezTo>
                            <a:pt x="-106" y="730"/>
                            <a:pt x="234" y="160"/>
                            <a:pt x="789" y="3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10" name="Freeform: Shape 1009">
                      <a:extLst>
                        <a:ext uri="{FF2B5EF4-FFF2-40B4-BE49-F238E27FC236}">
                          <a16:creationId xmlns:a16="http://schemas.microsoft.com/office/drawing/2014/main" id="{BFDEF066-AB1B-3F00-AE7A-5650A738BD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034" y="5103775"/>
                      <a:ext cx="2073" cy="2072"/>
                    </a:xfrm>
                    <a:custGeom>
                      <a:avLst/>
                      <a:gdLst>
                        <a:gd name="connsiteX0" fmla="*/ 789 w 2073"/>
                        <a:gd name="connsiteY0" fmla="*/ 27 h 2072"/>
                        <a:gd name="connsiteX1" fmla="*/ 2043 w 2073"/>
                        <a:gd name="connsiteY1" fmla="*/ 788 h 2072"/>
                        <a:gd name="connsiteX2" fmla="*/ 1284 w 2073"/>
                        <a:gd name="connsiteY2" fmla="*/ 2040 h 2072"/>
                        <a:gd name="connsiteX3" fmla="*/ 30 w 2073"/>
                        <a:gd name="connsiteY3" fmla="*/ 1279 h 2072"/>
                        <a:gd name="connsiteX4" fmla="*/ 789 w 2073"/>
                        <a:gd name="connsiteY4" fmla="*/ 27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89" y="27"/>
                          </a:moveTo>
                          <a:cubicBezTo>
                            <a:pt x="1346" y="-100"/>
                            <a:pt x="1907" y="233"/>
                            <a:pt x="2043" y="788"/>
                          </a:cubicBezTo>
                          <a:cubicBezTo>
                            <a:pt x="2180" y="1343"/>
                            <a:pt x="1840" y="1913"/>
                            <a:pt x="1284" y="2040"/>
                          </a:cubicBezTo>
                          <a:cubicBezTo>
                            <a:pt x="727" y="2183"/>
                            <a:pt x="166" y="1834"/>
                            <a:pt x="30" y="1279"/>
                          </a:cubicBezTo>
                          <a:cubicBezTo>
                            <a:pt x="-106" y="724"/>
                            <a:pt x="234" y="170"/>
                            <a:pt x="789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11" name="Freeform: Shape 1010">
                      <a:extLst>
                        <a:ext uri="{FF2B5EF4-FFF2-40B4-BE49-F238E27FC236}">
                          <a16:creationId xmlns:a16="http://schemas.microsoft.com/office/drawing/2014/main" id="{2C87DC86-428A-F82F-D4E9-3DE0F4856F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315" y="5111670"/>
                      <a:ext cx="2073" cy="2073"/>
                    </a:xfrm>
                    <a:custGeom>
                      <a:avLst/>
                      <a:gdLst>
                        <a:gd name="connsiteX0" fmla="*/ 789 w 2073"/>
                        <a:gd name="connsiteY0" fmla="*/ 27 h 2073"/>
                        <a:gd name="connsiteX1" fmla="*/ 2043 w 2073"/>
                        <a:gd name="connsiteY1" fmla="*/ 788 h 2073"/>
                        <a:gd name="connsiteX2" fmla="*/ 1284 w 2073"/>
                        <a:gd name="connsiteY2" fmla="*/ 2040 h 2073"/>
                        <a:gd name="connsiteX3" fmla="*/ 30 w 2073"/>
                        <a:gd name="connsiteY3" fmla="*/ 1279 h 2073"/>
                        <a:gd name="connsiteX4" fmla="*/ 789 w 2073"/>
                        <a:gd name="connsiteY4" fmla="*/ 2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789" y="27"/>
                          </a:moveTo>
                          <a:cubicBezTo>
                            <a:pt x="1346" y="-100"/>
                            <a:pt x="1907" y="233"/>
                            <a:pt x="2043" y="788"/>
                          </a:cubicBezTo>
                          <a:cubicBezTo>
                            <a:pt x="2180" y="1343"/>
                            <a:pt x="1841" y="1913"/>
                            <a:pt x="1284" y="2040"/>
                          </a:cubicBezTo>
                          <a:cubicBezTo>
                            <a:pt x="728" y="2183"/>
                            <a:pt x="166" y="1850"/>
                            <a:pt x="30" y="1279"/>
                          </a:cubicBezTo>
                          <a:cubicBezTo>
                            <a:pt x="-106" y="724"/>
                            <a:pt x="235" y="170"/>
                            <a:pt x="789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12" name="Freeform: Shape 1011">
                      <a:extLst>
                        <a:ext uri="{FF2B5EF4-FFF2-40B4-BE49-F238E27FC236}">
                          <a16:creationId xmlns:a16="http://schemas.microsoft.com/office/drawing/2014/main" id="{A7C7ADDD-7DA2-DCC4-FFB6-BFA3A3B7CE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137" y="5109873"/>
                      <a:ext cx="2073" cy="2077"/>
                    </a:xfrm>
                    <a:custGeom>
                      <a:avLst/>
                      <a:gdLst>
                        <a:gd name="connsiteX0" fmla="*/ 789 w 2073"/>
                        <a:gd name="connsiteY0" fmla="*/ 32 h 2077"/>
                        <a:gd name="connsiteX1" fmla="*/ 2044 w 2073"/>
                        <a:gd name="connsiteY1" fmla="*/ 793 h 2077"/>
                        <a:gd name="connsiteX2" fmla="*/ 1284 w 2073"/>
                        <a:gd name="connsiteY2" fmla="*/ 2045 h 2077"/>
                        <a:gd name="connsiteX3" fmla="*/ 30 w 2073"/>
                        <a:gd name="connsiteY3" fmla="*/ 1284 h 2077"/>
                        <a:gd name="connsiteX4" fmla="*/ 789 w 2073"/>
                        <a:gd name="connsiteY4" fmla="*/ 32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789" y="32"/>
                          </a:moveTo>
                          <a:cubicBezTo>
                            <a:pt x="1346" y="-111"/>
                            <a:pt x="1907" y="238"/>
                            <a:pt x="2044" y="793"/>
                          </a:cubicBezTo>
                          <a:cubicBezTo>
                            <a:pt x="2180" y="1348"/>
                            <a:pt x="1841" y="1903"/>
                            <a:pt x="1284" y="2045"/>
                          </a:cubicBezTo>
                          <a:cubicBezTo>
                            <a:pt x="728" y="2188"/>
                            <a:pt x="167" y="1839"/>
                            <a:pt x="30" y="1284"/>
                          </a:cubicBezTo>
                          <a:cubicBezTo>
                            <a:pt x="-106" y="729"/>
                            <a:pt x="233" y="175"/>
                            <a:pt x="789" y="3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13" name="Freeform: Shape 1012">
                      <a:extLst>
                        <a:ext uri="{FF2B5EF4-FFF2-40B4-BE49-F238E27FC236}">
                          <a16:creationId xmlns:a16="http://schemas.microsoft.com/office/drawing/2014/main" id="{E80D9510-B139-F7B2-CBEA-2BC8AE117E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894" y="5115379"/>
                      <a:ext cx="2073" cy="2073"/>
                    </a:xfrm>
                    <a:custGeom>
                      <a:avLst/>
                      <a:gdLst>
                        <a:gd name="connsiteX0" fmla="*/ 790 w 2073"/>
                        <a:gd name="connsiteY0" fmla="*/ 27 h 2073"/>
                        <a:gd name="connsiteX1" fmla="*/ 2044 w 2073"/>
                        <a:gd name="connsiteY1" fmla="*/ 788 h 2073"/>
                        <a:gd name="connsiteX2" fmla="*/ 1284 w 2073"/>
                        <a:gd name="connsiteY2" fmla="*/ 2040 h 2073"/>
                        <a:gd name="connsiteX3" fmla="*/ 30 w 2073"/>
                        <a:gd name="connsiteY3" fmla="*/ 1295 h 2073"/>
                        <a:gd name="connsiteX4" fmla="*/ 790 w 2073"/>
                        <a:gd name="connsiteY4" fmla="*/ 2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790" y="27"/>
                          </a:moveTo>
                          <a:cubicBezTo>
                            <a:pt x="1346" y="-100"/>
                            <a:pt x="1907" y="233"/>
                            <a:pt x="2044" y="788"/>
                          </a:cubicBezTo>
                          <a:cubicBezTo>
                            <a:pt x="2180" y="1343"/>
                            <a:pt x="1841" y="1914"/>
                            <a:pt x="1284" y="2040"/>
                          </a:cubicBezTo>
                          <a:cubicBezTo>
                            <a:pt x="728" y="2183"/>
                            <a:pt x="166" y="1850"/>
                            <a:pt x="30" y="1295"/>
                          </a:cubicBezTo>
                          <a:cubicBezTo>
                            <a:pt x="-106" y="725"/>
                            <a:pt x="233" y="170"/>
                            <a:pt x="790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14" name="Freeform: Shape 1013">
                      <a:extLst>
                        <a:ext uri="{FF2B5EF4-FFF2-40B4-BE49-F238E27FC236}">
                          <a16:creationId xmlns:a16="http://schemas.microsoft.com/office/drawing/2014/main" id="{3E2784D6-14A6-9E2A-D0C6-1822FE1787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108" y="5135783"/>
                      <a:ext cx="2073" cy="2073"/>
                    </a:xfrm>
                    <a:custGeom>
                      <a:avLst/>
                      <a:gdLst>
                        <a:gd name="connsiteX0" fmla="*/ 790 w 2073"/>
                        <a:gd name="connsiteY0" fmla="*/ 27 h 2073"/>
                        <a:gd name="connsiteX1" fmla="*/ 2043 w 2073"/>
                        <a:gd name="connsiteY1" fmla="*/ 788 h 2073"/>
                        <a:gd name="connsiteX2" fmla="*/ 1284 w 2073"/>
                        <a:gd name="connsiteY2" fmla="*/ 2040 h 2073"/>
                        <a:gd name="connsiteX3" fmla="*/ 30 w 2073"/>
                        <a:gd name="connsiteY3" fmla="*/ 1279 h 2073"/>
                        <a:gd name="connsiteX4" fmla="*/ 790 w 2073"/>
                        <a:gd name="connsiteY4" fmla="*/ 2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790" y="27"/>
                          </a:moveTo>
                          <a:cubicBezTo>
                            <a:pt x="1346" y="-100"/>
                            <a:pt x="1907" y="233"/>
                            <a:pt x="2043" y="788"/>
                          </a:cubicBezTo>
                          <a:cubicBezTo>
                            <a:pt x="2180" y="1343"/>
                            <a:pt x="1841" y="1914"/>
                            <a:pt x="1284" y="2040"/>
                          </a:cubicBezTo>
                          <a:cubicBezTo>
                            <a:pt x="728" y="2183"/>
                            <a:pt x="166" y="1850"/>
                            <a:pt x="30" y="1279"/>
                          </a:cubicBezTo>
                          <a:cubicBezTo>
                            <a:pt x="-106" y="725"/>
                            <a:pt x="233" y="170"/>
                            <a:pt x="790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15" name="Freeform: Shape 1014">
                      <a:extLst>
                        <a:ext uri="{FF2B5EF4-FFF2-40B4-BE49-F238E27FC236}">
                          <a16:creationId xmlns:a16="http://schemas.microsoft.com/office/drawing/2014/main" id="{12C97A32-3043-05DD-53D4-61BD7A2945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499" y="5141236"/>
                      <a:ext cx="2073" cy="2073"/>
                    </a:xfrm>
                    <a:custGeom>
                      <a:avLst/>
                      <a:gdLst>
                        <a:gd name="connsiteX0" fmla="*/ 790 w 2073"/>
                        <a:gd name="connsiteY0" fmla="*/ 27 h 2073"/>
                        <a:gd name="connsiteX1" fmla="*/ 2044 w 2073"/>
                        <a:gd name="connsiteY1" fmla="*/ 788 h 2073"/>
                        <a:gd name="connsiteX2" fmla="*/ 1284 w 2073"/>
                        <a:gd name="connsiteY2" fmla="*/ 2040 h 2073"/>
                        <a:gd name="connsiteX3" fmla="*/ 30 w 2073"/>
                        <a:gd name="connsiteY3" fmla="*/ 1279 h 2073"/>
                        <a:gd name="connsiteX4" fmla="*/ 790 w 2073"/>
                        <a:gd name="connsiteY4" fmla="*/ 2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790" y="27"/>
                          </a:moveTo>
                          <a:cubicBezTo>
                            <a:pt x="1346" y="-100"/>
                            <a:pt x="1907" y="233"/>
                            <a:pt x="2044" y="788"/>
                          </a:cubicBezTo>
                          <a:cubicBezTo>
                            <a:pt x="2180" y="1343"/>
                            <a:pt x="1841" y="1913"/>
                            <a:pt x="1284" y="2040"/>
                          </a:cubicBezTo>
                          <a:cubicBezTo>
                            <a:pt x="728" y="2183"/>
                            <a:pt x="166" y="1850"/>
                            <a:pt x="30" y="1279"/>
                          </a:cubicBezTo>
                          <a:cubicBezTo>
                            <a:pt x="-106" y="724"/>
                            <a:pt x="233" y="170"/>
                            <a:pt x="790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16" name="Freeform: Shape 1015">
                      <a:extLst>
                        <a:ext uri="{FF2B5EF4-FFF2-40B4-BE49-F238E27FC236}">
                          <a16:creationId xmlns:a16="http://schemas.microsoft.com/office/drawing/2014/main" id="{729789D7-F22F-EE9A-74A9-7870702750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7820" y="5138868"/>
                      <a:ext cx="2073" cy="2073"/>
                    </a:xfrm>
                    <a:custGeom>
                      <a:avLst/>
                      <a:gdLst>
                        <a:gd name="connsiteX0" fmla="*/ 789 w 2073"/>
                        <a:gd name="connsiteY0" fmla="*/ 33 h 2073"/>
                        <a:gd name="connsiteX1" fmla="*/ 2043 w 2073"/>
                        <a:gd name="connsiteY1" fmla="*/ 794 h 2073"/>
                        <a:gd name="connsiteX2" fmla="*/ 1284 w 2073"/>
                        <a:gd name="connsiteY2" fmla="*/ 2046 h 2073"/>
                        <a:gd name="connsiteX3" fmla="*/ 30 w 2073"/>
                        <a:gd name="connsiteY3" fmla="*/ 1285 h 2073"/>
                        <a:gd name="connsiteX4" fmla="*/ 789 w 2073"/>
                        <a:gd name="connsiteY4" fmla="*/ 33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789" y="33"/>
                          </a:moveTo>
                          <a:cubicBezTo>
                            <a:pt x="1346" y="-110"/>
                            <a:pt x="1907" y="223"/>
                            <a:pt x="2043" y="794"/>
                          </a:cubicBezTo>
                          <a:cubicBezTo>
                            <a:pt x="2180" y="1349"/>
                            <a:pt x="1841" y="1904"/>
                            <a:pt x="1284" y="2046"/>
                          </a:cubicBezTo>
                          <a:cubicBezTo>
                            <a:pt x="728" y="2173"/>
                            <a:pt x="166" y="1840"/>
                            <a:pt x="30" y="1285"/>
                          </a:cubicBezTo>
                          <a:cubicBezTo>
                            <a:pt x="-106" y="731"/>
                            <a:pt x="233" y="160"/>
                            <a:pt x="789" y="3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17" name="Freeform: Shape 1016">
                      <a:extLst>
                        <a:ext uri="{FF2B5EF4-FFF2-40B4-BE49-F238E27FC236}">
                          <a16:creationId xmlns:a16="http://schemas.microsoft.com/office/drawing/2014/main" id="{96D2ACB5-9A66-8ACC-370D-FB0AC4A5EA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138" y="5132168"/>
                      <a:ext cx="2073" cy="2072"/>
                    </a:xfrm>
                    <a:custGeom>
                      <a:avLst/>
                      <a:gdLst>
                        <a:gd name="connsiteX0" fmla="*/ 789 w 2073"/>
                        <a:gd name="connsiteY0" fmla="*/ 27 h 2072"/>
                        <a:gd name="connsiteX1" fmla="*/ 2044 w 2073"/>
                        <a:gd name="connsiteY1" fmla="*/ 788 h 2072"/>
                        <a:gd name="connsiteX2" fmla="*/ 1284 w 2073"/>
                        <a:gd name="connsiteY2" fmla="*/ 2040 h 2072"/>
                        <a:gd name="connsiteX3" fmla="*/ 30 w 2073"/>
                        <a:gd name="connsiteY3" fmla="*/ 1279 h 2072"/>
                        <a:gd name="connsiteX4" fmla="*/ 789 w 2073"/>
                        <a:gd name="connsiteY4" fmla="*/ 27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89" y="27"/>
                          </a:moveTo>
                          <a:cubicBezTo>
                            <a:pt x="1346" y="-100"/>
                            <a:pt x="1907" y="233"/>
                            <a:pt x="2044" y="788"/>
                          </a:cubicBezTo>
                          <a:cubicBezTo>
                            <a:pt x="2180" y="1343"/>
                            <a:pt x="1841" y="1914"/>
                            <a:pt x="1284" y="2040"/>
                          </a:cubicBezTo>
                          <a:cubicBezTo>
                            <a:pt x="728" y="2183"/>
                            <a:pt x="166" y="1834"/>
                            <a:pt x="30" y="1279"/>
                          </a:cubicBezTo>
                          <a:cubicBezTo>
                            <a:pt x="-106" y="725"/>
                            <a:pt x="233" y="170"/>
                            <a:pt x="789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18" name="Freeform: Shape 1017">
                      <a:extLst>
                        <a:ext uri="{FF2B5EF4-FFF2-40B4-BE49-F238E27FC236}">
                          <a16:creationId xmlns:a16="http://schemas.microsoft.com/office/drawing/2014/main" id="{F6B6D74D-3266-2299-FB9E-C1FAC0DA65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511" y="5138536"/>
                      <a:ext cx="2073" cy="2072"/>
                    </a:xfrm>
                    <a:custGeom>
                      <a:avLst/>
                      <a:gdLst>
                        <a:gd name="connsiteX0" fmla="*/ 790 w 2073"/>
                        <a:gd name="connsiteY0" fmla="*/ 32 h 2072"/>
                        <a:gd name="connsiteX1" fmla="*/ 2044 w 2073"/>
                        <a:gd name="connsiteY1" fmla="*/ 793 h 2072"/>
                        <a:gd name="connsiteX2" fmla="*/ 1284 w 2073"/>
                        <a:gd name="connsiteY2" fmla="*/ 2045 h 2072"/>
                        <a:gd name="connsiteX3" fmla="*/ 30 w 2073"/>
                        <a:gd name="connsiteY3" fmla="*/ 1284 h 2072"/>
                        <a:gd name="connsiteX4" fmla="*/ 790 w 2073"/>
                        <a:gd name="connsiteY4" fmla="*/ 32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90" y="32"/>
                          </a:moveTo>
                          <a:cubicBezTo>
                            <a:pt x="1346" y="-111"/>
                            <a:pt x="1907" y="238"/>
                            <a:pt x="2044" y="793"/>
                          </a:cubicBezTo>
                          <a:cubicBezTo>
                            <a:pt x="2180" y="1348"/>
                            <a:pt x="1841" y="1903"/>
                            <a:pt x="1284" y="2045"/>
                          </a:cubicBezTo>
                          <a:cubicBezTo>
                            <a:pt x="728" y="2172"/>
                            <a:pt x="166" y="1839"/>
                            <a:pt x="30" y="1284"/>
                          </a:cubicBezTo>
                          <a:cubicBezTo>
                            <a:pt x="-106" y="730"/>
                            <a:pt x="233" y="159"/>
                            <a:pt x="790" y="3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19" name="Freeform: Shape 1018">
                      <a:extLst>
                        <a:ext uri="{FF2B5EF4-FFF2-40B4-BE49-F238E27FC236}">
                          <a16:creationId xmlns:a16="http://schemas.microsoft.com/office/drawing/2014/main" id="{E557659D-34FD-A645-303D-DD3256BBC0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179" y="5143609"/>
                      <a:ext cx="2073" cy="2077"/>
                    </a:xfrm>
                    <a:custGeom>
                      <a:avLst/>
                      <a:gdLst>
                        <a:gd name="connsiteX0" fmla="*/ 790 w 2073"/>
                        <a:gd name="connsiteY0" fmla="*/ 32 h 2077"/>
                        <a:gd name="connsiteX1" fmla="*/ 2044 w 2073"/>
                        <a:gd name="connsiteY1" fmla="*/ 793 h 2077"/>
                        <a:gd name="connsiteX2" fmla="*/ 1284 w 2073"/>
                        <a:gd name="connsiteY2" fmla="*/ 2045 h 2077"/>
                        <a:gd name="connsiteX3" fmla="*/ 30 w 2073"/>
                        <a:gd name="connsiteY3" fmla="*/ 1284 h 2077"/>
                        <a:gd name="connsiteX4" fmla="*/ 790 w 2073"/>
                        <a:gd name="connsiteY4" fmla="*/ 32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790" y="32"/>
                          </a:moveTo>
                          <a:cubicBezTo>
                            <a:pt x="1346" y="-111"/>
                            <a:pt x="1907" y="238"/>
                            <a:pt x="2044" y="793"/>
                          </a:cubicBezTo>
                          <a:cubicBezTo>
                            <a:pt x="2180" y="1348"/>
                            <a:pt x="1841" y="1903"/>
                            <a:pt x="1284" y="2045"/>
                          </a:cubicBezTo>
                          <a:cubicBezTo>
                            <a:pt x="728" y="2188"/>
                            <a:pt x="166" y="1839"/>
                            <a:pt x="30" y="1284"/>
                          </a:cubicBezTo>
                          <a:cubicBezTo>
                            <a:pt x="-106" y="729"/>
                            <a:pt x="233" y="175"/>
                            <a:pt x="790" y="3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0" name="Freeform: Shape 1019">
                      <a:extLst>
                        <a:ext uri="{FF2B5EF4-FFF2-40B4-BE49-F238E27FC236}">
                          <a16:creationId xmlns:a16="http://schemas.microsoft.com/office/drawing/2014/main" id="{16E00C3F-1181-CEF2-FAE6-B95037FE56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937" y="5149115"/>
                      <a:ext cx="2073" cy="2073"/>
                    </a:xfrm>
                    <a:custGeom>
                      <a:avLst/>
                      <a:gdLst>
                        <a:gd name="connsiteX0" fmla="*/ 789 w 2073"/>
                        <a:gd name="connsiteY0" fmla="*/ 27 h 2073"/>
                        <a:gd name="connsiteX1" fmla="*/ 2043 w 2073"/>
                        <a:gd name="connsiteY1" fmla="*/ 788 h 2073"/>
                        <a:gd name="connsiteX2" fmla="*/ 1284 w 2073"/>
                        <a:gd name="connsiteY2" fmla="*/ 2040 h 2073"/>
                        <a:gd name="connsiteX3" fmla="*/ 30 w 2073"/>
                        <a:gd name="connsiteY3" fmla="*/ 1279 h 2073"/>
                        <a:gd name="connsiteX4" fmla="*/ 789 w 2073"/>
                        <a:gd name="connsiteY4" fmla="*/ 2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789" y="27"/>
                          </a:moveTo>
                          <a:cubicBezTo>
                            <a:pt x="1346" y="-100"/>
                            <a:pt x="1907" y="233"/>
                            <a:pt x="2043" y="788"/>
                          </a:cubicBezTo>
                          <a:cubicBezTo>
                            <a:pt x="2180" y="1343"/>
                            <a:pt x="1840" y="1913"/>
                            <a:pt x="1284" y="2040"/>
                          </a:cubicBezTo>
                          <a:cubicBezTo>
                            <a:pt x="728" y="2183"/>
                            <a:pt x="166" y="1850"/>
                            <a:pt x="30" y="1279"/>
                          </a:cubicBezTo>
                          <a:cubicBezTo>
                            <a:pt x="-106" y="724"/>
                            <a:pt x="235" y="170"/>
                            <a:pt x="789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1" name="Freeform: Shape 1020">
                      <a:extLst>
                        <a:ext uri="{FF2B5EF4-FFF2-40B4-BE49-F238E27FC236}">
                          <a16:creationId xmlns:a16="http://schemas.microsoft.com/office/drawing/2014/main" id="{DCF0D80C-3EB2-1934-FF35-2D8A0BE16C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778" y="5116896"/>
                      <a:ext cx="2073" cy="2072"/>
                    </a:xfrm>
                    <a:custGeom>
                      <a:avLst/>
                      <a:gdLst>
                        <a:gd name="connsiteX0" fmla="*/ 790 w 2073"/>
                        <a:gd name="connsiteY0" fmla="*/ 32 h 2072"/>
                        <a:gd name="connsiteX1" fmla="*/ 2044 w 2073"/>
                        <a:gd name="connsiteY1" fmla="*/ 793 h 2072"/>
                        <a:gd name="connsiteX2" fmla="*/ 1284 w 2073"/>
                        <a:gd name="connsiteY2" fmla="*/ 2045 h 2072"/>
                        <a:gd name="connsiteX3" fmla="*/ 30 w 2073"/>
                        <a:gd name="connsiteY3" fmla="*/ 1284 h 2072"/>
                        <a:gd name="connsiteX4" fmla="*/ 790 w 2073"/>
                        <a:gd name="connsiteY4" fmla="*/ 32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90" y="32"/>
                          </a:moveTo>
                          <a:cubicBezTo>
                            <a:pt x="1346" y="-111"/>
                            <a:pt x="1907" y="238"/>
                            <a:pt x="2044" y="793"/>
                          </a:cubicBezTo>
                          <a:cubicBezTo>
                            <a:pt x="2180" y="1348"/>
                            <a:pt x="1841" y="1903"/>
                            <a:pt x="1284" y="2045"/>
                          </a:cubicBezTo>
                          <a:cubicBezTo>
                            <a:pt x="728" y="2172"/>
                            <a:pt x="166" y="1839"/>
                            <a:pt x="30" y="1284"/>
                          </a:cubicBezTo>
                          <a:cubicBezTo>
                            <a:pt x="-106" y="730"/>
                            <a:pt x="233" y="159"/>
                            <a:pt x="790" y="3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2" name="Freeform: Shape 1021">
                      <a:extLst>
                        <a:ext uri="{FF2B5EF4-FFF2-40B4-BE49-F238E27FC236}">
                          <a16:creationId xmlns:a16="http://schemas.microsoft.com/office/drawing/2014/main" id="{611C3A92-1A0A-5E56-C4B0-180507BF85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9781" y="5125519"/>
                      <a:ext cx="2073" cy="2073"/>
                    </a:xfrm>
                    <a:custGeom>
                      <a:avLst/>
                      <a:gdLst>
                        <a:gd name="connsiteX0" fmla="*/ 790 w 2073"/>
                        <a:gd name="connsiteY0" fmla="*/ 33 h 2073"/>
                        <a:gd name="connsiteX1" fmla="*/ 2043 w 2073"/>
                        <a:gd name="connsiteY1" fmla="*/ 778 h 2073"/>
                        <a:gd name="connsiteX2" fmla="*/ 1284 w 2073"/>
                        <a:gd name="connsiteY2" fmla="*/ 2046 h 2073"/>
                        <a:gd name="connsiteX3" fmla="*/ 30 w 2073"/>
                        <a:gd name="connsiteY3" fmla="*/ 1285 h 2073"/>
                        <a:gd name="connsiteX4" fmla="*/ 790 w 2073"/>
                        <a:gd name="connsiteY4" fmla="*/ 33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790" y="33"/>
                          </a:moveTo>
                          <a:cubicBezTo>
                            <a:pt x="1346" y="-110"/>
                            <a:pt x="1907" y="223"/>
                            <a:pt x="2043" y="778"/>
                          </a:cubicBezTo>
                          <a:cubicBezTo>
                            <a:pt x="2180" y="1333"/>
                            <a:pt x="1841" y="1904"/>
                            <a:pt x="1284" y="2046"/>
                          </a:cubicBezTo>
                          <a:cubicBezTo>
                            <a:pt x="728" y="2173"/>
                            <a:pt x="166" y="1840"/>
                            <a:pt x="30" y="1285"/>
                          </a:cubicBezTo>
                          <a:cubicBezTo>
                            <a:pt x="-106" y="715"/>
                            <a:pt x="233" y="160"/>
                            <a:pt x="790" y="3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3" name="Freeform: Shape 1022">
                      <a:extLst>
                        <a:ext uri="{FF2B5EF4-FFF2-40B4-BE49-F238E27FC236}">
                          <a16:creationId xmlns:a16="http://schemas.microsoft.com/office/drawing/2014/main" id="{CE1BEBE9-69D7-8FF0-1FE3-9D401E67FB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3199" y="5135095"/>
                      <a:ext cx="2073" cy="2073"/>
                    </a:xfrm>
                    <a:custGeom>
                      <a:avLst/>
                      <a:gdLst>
                        <a:gd name="connsiteX0" fmla="*/ 790 w 2073"/>
                        <a:gd name="connsiteY0" fmla="*/ 33 h 2073"/>
                        <a:gd name="connsiteX1" fmla="*/ 2043 w 2073"/>
                        <a:gd name="connsiteY1" fmla="*/ 794 h 2073"/>
                        <a:gd name="connsiteX2" fmla="*/ 1284 w 2073"/>
                        <a:gd name="connsiteY2" fmla="*/ 2046 h 2073"/>
                        <a:gd name="connsiteX3" fmla="*/ 30 w 2073"/>
                        <a:gd name="connsiteY3" fmla="*/ 1285 h 2073"/>
                        <a:gd name="connsiteX4" fmla="*/ 790 w 2073"/>
                        <a:gd name="connsiteY4" fmla="*/ 33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790" y="33"/>
                          </a:moveTo>
                          <a:cubicBezTo>
                            <a:pt x="1346" y="-110"/>
                            <a:pt x="1907" y="223"/>
                            <a:pt x="2043" y="794"/>
                          </a:cubicBezTo>
                          <a:cubicBezTo>
                            <a:pt x="2180" y="1349"/>
                            <a:pt x="1841" y="1904"/>
                            <a:pt x="1284" y="2046"/>
                          </a:cubicBezTo>
                          <a:cubicBezTo>
                            <a:pt x="728" y="2173"/>
                            <a:pt x="166" y="1840"/>
                            <a:pt x="30" y="1285"/>
                          </a:cubicBezTo>
                          <a:cubicBezTo>
                            <a:pt x="-106" y="715"/>
                            <a:pt x="233" y="160"/>
                            <a:pt x="790" y="3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4" name="Freeform: Shape 1023">
                      <a:extLst>
                        <a:ext uri="{FF2B5EF4-FFF2-40B4-BE49-F238E27FC236}">
                          <a16:creationId xmlns:a16="http://schemas.microsoft.com/office/drawing/2014/main" id="{8494E291-66AF-C484-6DB6-7165F41C23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358" y="5121784"/>
                      <a:ext cx="2073" cy="2072"/>
                    </a:xfrm>
                    <a:custGeom>
                      <a:avLst/>
                      <a:gdLst>
                        <a:gd name="connsiteX0" fmla="*/ 789 w 2073"/>
                        <a:gd name="connsiteY0" fmla="*/ 27 h 2072"/>
                        <a:gd name="connsiteX1" fmla="*/ 2043 w 2073"/>
                        <a:gd name="connsiteY1" fmla="*/ 788 h 2072"/>
                        <a:gd name="connsiteX2" fmla="*/ 1284 w 2073"/>
                        <a:gd name="connsiteY2" fmla="*/ 2040 h 2072"/>
                        <a:gd name="connsiteX3" fmla="*/ 30 w 2073"/>
                        <a:gd name="connsiteY3" fmla="*/ 1279 h 2072"/>
                        <a:gd name="connsiteX4" fmla="*/ 789 w 2073"/>
                        <a:gd name="connsiteY4" fmla="*/ 27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89" y="27"/>
                          </a:moveTo>
                          <a:cubicBezTo>
                            <a:pt x="1346" y="-100"/>
                            <a:pt x="1907" y="233"/>
                            <a:pt x="2043" y="788"/>
                          </a:cubicBezTo>
                          <a:cubicBezTo>
                            <a:pt x="2180" y="1343"/>
                            <a:pt x="1841" y="1913"/>
                            <a:pt x="1284" y="2040"/>
                          </a:cubicBezTo>
                          <a:cubicBezTo>
                            <a:pt x="728" y="2183"/>
                            <a:pt x="166" y="1834"/>
                            <a:pt x="30" y="1279"/>
                          </a:cubicBezTo>
                          <a:cubicBezTo>
                            <a:pt x="-106" y="724"/>
                            <a:pt x="235" y="170"/>
                            <a:pt x="789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5" name="Freeform: Shape 1024">
                      <a:extLst>
                        <a:ext uri="{FF2B5EF4-FFF2-40B4-BE49-F238E27FC236}">
                          <a16:creationId xmlns:a16="http://schemas.microsoft.com/office/drawing/2014/main" id="{11F548E9-34F6-D049-B5A6-187E572404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4176" y="5119374"/>
                      <a:ext cx="2073" cy="2072"/>
                    </a:xfrm>
                    <a:custGeom>
                      <a:avLst/>
                      <a:gdLst>
                        <a:gd name="connsiteX0" fmla="*/ 789 w 2073"/>
                        <a:gd name="connsiteY0" fmla="*/ 27 h 2072"/>
                        <a:gd name="connsiteX1" fmla="*/ 2043 w 2073"/>
                        <a:gd name="connsiteY1" fmla="*/ 788 h 2072"/>
                        <a:gd name="connsiteX2" fmla="*/ 1284 w 2073"/>
                        <a:gd name="connsiteY2" fmla="*/ 2040 h 2072"/>
                        <a:gd name="connsiteX3" fmla="*/ 30 w 2073"/>
                        <a:gd name="connsiteY3" fmla="*/ 1279 h 2072"/>
                        <a:gd name="connsiteX4" fmla="*/ 789 w 2073"/>
                        <a:gd name="connsiteY4" fmla="*/ 27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89" y="27"/>
                          </a:moveTo>
                          <a:cubicBezTo>
                            <a:pt x="1346" y="-100"/>
                            <a:pt x="1907" y="233"/>
                            <a:pt x="2043" y="788"/>
                          </a:cubicBezTo>
                          <a:cubicBezTo>
                            <a:pt x="2180" y="1343"/>
                            <a:pt x="1841" y="1913"/>
                            <a:pt x="1284" y="2040"/>
                          </a:cubicBezTo>
                          <a:cubicBezTo>
                            <a:pt x="728" y="2183"/>
                            <a:pt x="166" y="1834"/>
                            <a:pt x="30" y="1279"/>
                          </a:cubicBezTo>
                          <a:cubicBezTo>
                            <a:pt x="-106" y="724"/>
                            <a:pt x="235" y="170"/>
                            <a:pt x="789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6" name="Freeform: Shape 1025">
                      <a:extLst>
                        <a:ext uri="{FF2B5EF4-FFF2-40B4-BE49-F238E27FC236}">
                          <a16:creationId xmlns:a16="http://schemas.microsoft.com/office/drawing/2014/main" id="{534C33E2-6035-D1D9-0AF7-97304363BF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461" y="5127888"/>
                      <a:ext cx="2073" cy="2072"/>
                    </a:xfrm>
                    <a:custGeom>
                      <a:avLst/>
                      <a:gdLst>
                        <a:gd name="connsiteX0" fmla="*/ 790 w 2073"/>
                        <a:gd name="connsiteY0" fmla="*/ 27 h 2072"/>
                        <a:gd name="connsiteX1" fmla="*/ 2044 w 2073"/>
                        <a:gd name="connsiteY1" fmla="*/ 788 h 2072"/>
                        <a:gd name="connsiteX2" fmla="*/ 1284 w 2073"/>
                        <a:gd name="connsiteY2" fmla="*/ 2040 h 2072"/>
                        <a:gd name="connsiteX3" fmla="*/ 30 w 2073"/>
                        <a:gd name="connsiteY3" fmla="*/ 1279 h 2072"/>
                        <a:gd name="connsiteX4" fmla="*/ 790 w 2073"/>
                        <a:gd name="connsiteY4" fmla="*/ 27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90" y="27"/>
                          </a:moveTo>
                          <a:cubicBezTo>
                            <a:pt x="1346" y="-100"/>
                            <a:pt x="1907" y="233"/>
                            <a:pt x="2044" y="788"/>
                          </a:cubicBezTo>
                          <a:cubicBezTo>
                            <a:pt x="2180" y="1343"/>
                            <a:pt x="1841" y="1913"/>
                            <a:pt x="1284" y="2040"/>
                          </a:cubicBezTo>
                          <a:cubicBezTo>
                            <a:pt x="728" y="2183"/>
                            <a:pt x="166" y="1834"/>
                            <a:pt x="30" y="1279"/>
                          </a:cubicBezTo>
                          <a:cubicBezTo>
                            <a:pt x="-106" y="724"/>
                            <a:pt x="233" y="170"/>
                            <a:pt x="790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7" name="Freeform: Shape 1026">
                      <a:extLst>
                        <a:ext uri="{FF2B5EF4-FFF2-40B4-BE49-F238E27FC236}">
                          <a16:creationId xmlns:a16="http://schemas.microsoft.com/office/drawing/2014/main" id="{989E93C5-7924-3003-37D7-81033F6C2D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240" y="5132644"/>
                      <a:ext cx="2073" cy="2072"/>
                    </a:xfrm>
                    <a:custGeom>
                      <a:avLst/>
                      <a:gdLst>
                        <a:gd name="connsiteX0" fmla="*/ 790 w 2073"/>
                        <a:gd name="connsiteY0" fmla="*/ 27 h 2072"/>
                        <a:gd name="connsiteX1" fmla="*/ 2043 w 2073"/>
                        <a:gd name="connsiteY1" fmla="*/ 788 h 2072"/>
                        <a:gd name="connsiteX2" fmla="*/ 1284 w 2073"/>
                        <a:gd name="connsiteY2" fmla="*/ 2040 h 2072"/>
                        <a:gd name="connsiteX3" fmla="*/ 30 w 2073"/>
                        <a:gd name="connsiteY3" fmla="*/ 1279 h 2072"/>
                        <a:gd name="connsiteX4" fmla="*/ 790 w 2073"/>
                        <a:gd name="connsiteY4" fmla="*/ 27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90" y="27"/>
                          </a:moveTo>
                          <a:cubicBezTo>
                            <a:pt x="1346" y="-100"/>
                            <a:pt x="1907" y="233"/>
                            <a:pt x="2043" y="788"/>
                          </a:cubicBezTo>
                          <a:cubicBezTo>
                            <a:pt x="2180" y="1343"/>
                            <a:pt x="1841" y="1897"/>
                            <a:pt x="1284" y="2040"/>
                          </a:cubicBezTo>
                          <a:cubicBezTo>
                            <a:pt x="728" y="2183"/>
                            <a:pt x="166" y="1834"/>
                            <a:pt x="30" y="1279"/>
                          </a:cubicBezTo>
                          <a:cubicBezTo>
                            <a:pt x="-106" y="724"/>
                            <a:pt x="233" y="170"/>
                            <a:pt x="790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8" name="Freeform: Shape 1027">
                      <a:extLst>
                        <a:ext uri="{FF2B5EF4-FFF2-40B4-BE49-F238E27FC236}">
                          <a16:creationId xmlns:a16="http://schemas.microsoft.com/office/drawing/2014/main" id="{43CEF68B-5F78-1CBA-A6C0-9FE226FA95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573" y="5087885"/>
                      <a:ext cx="2073" cy="2072"/>
                    </a:xfrm>
                    <a:custGeom>
                      <a:avLst/>
                      <a:gdLst>
                        <a:gd name="connsiteX0" fmla="*/ 789 w 2073"/>
                        <a:gd name="connsiteY0" fmla="*/ 32 h 2072"/>
                        <a:gd name="connsiteX1" fmla="*/ 2043 w 2073"/>
                        <a:gd name="connsiteY1" fmla="*/ 793 h 2072"/>
                        <a:gd name="connsiteX2" fmla="*/ 1284 w 2073"/>
                        <a:gd name="connsiteY2" fmla="*/ 2045 h 2072"/>
                        <a:gd name="connsiteX3" fmla="*/ 30 w 2073"/>
                        <a:gd name="connsiteY3" fmla="*/ 1284 h 2072"/>
                        <a:gd name="connsiteX4" fmla="*/ 789 w 2073"/>
                        <a:gd name="connsiteY4" fmla="*/ 32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89" y="32"/>
                          </a:moveTo>
                          <a:cubicBezTo>
                            <a:pt x="1346" y="-111"/>
                            <a:pt x="1907" y="238"/>
                            <a:pt x="2043" y="793"/>
                          </a:cubicBezTo>
                          <a:cubicBezTo>
                            <a:pt x="2180" y="1348"/>
                            <a:pt x="1840" y="1903"/>
                            <a:pt x="1284" y="2045"/>
                          </a:cubicBezTo>
                          <a:cubicBezTo>
                            <a:pt x="728" y="2172"/>
                            <a:pt x="166" y="1839"/>
                            <a:pt x="30" y="1284"/>
                          </a:cubicBezTo>
                          <a:cubicBezTo>
                            <a:pt x="-106" y="729"/>
                            <a:pt x="234" y="159"/>
                            <a:pt x="789" y="3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9" name="Freeform: Shape 1028">
                      <a:extLst>
                        <a:ext uri="{FF2B5EF4-FFF2-40B4-BE49-F238E27FC236}">
                          <a16:creationId xmlns:a16="http://schemas.microsoft.com/office/drawing/2014/main" id="{AA1F166D-EC93-FE9E-50FE-6D5E2A2672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213" y="5090918"/>
                      <a:ext cx="2073" cy="2072"/>
                    </a:xfrm>
                    <a:custGeom>
                      <a:avLst/>
                      <a:gdLst>
                        <a:gd name="connsiteX0" fmla="*/ 790 w 2073"/>
                        <a:gd name="connsiteY0" fmla="*/ 27 h 2072"/>
                        <a:gd name="connsiteX1" fmla="*/ 2044 w 2073"/>
                        <a:gd name="connsiteY1" fmla="*/ 788 h 2072"/>
                        <a:gd name="connsiteX2" fmla="*/ 1284 w 2073"/>
                        <a:gd name="connsiteY2" fmla="*/ 2040 h 2072"/>
                        <a:gd name="connsiteX3" fmla="*/ 30 w 2073"/>
                        <a:gd name="connsiteY3" fmla="*/ 1279 h 2072"/>
                        <a:gd name="connsiteX4" fmla="*/ 790 w 2073"/>
                        <a:gd name="connsiteY4" fmla="*/ 27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90" y="27"/>
                          </a:moveTo>
                          <a:cubicBezTo>
                            <a:pt x="1346" y="-100"/>
                            <a:pt x="1907" y="233"/>
                            <a:pt x="2044" y="788"/>
                          </a:cubicBezTo>
                          <a:cubicBezTo>
                            <a:pt x="2180" y="1343"/>
                            <a:pt x="1841" y="1914"/>
                            <a:pt x="1284" y="2040"/>
                          </a:cubicBezTo>
                          <a:cubicBezTo>
                            <a:pt x="728" y="2183"/>
                            <a:pt x="166" y="1834"/>
                            <a:pt x="30" y="1279"/>
                          </a:cubicBezTo>
                          <a:cubicBezTo>
                            <a:pt x="-106" y="725"/>
                            <a:pt x="233" y="170"/>
                            <a:pt x="790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30" name="Freeform: Shape 1029">
                      <a:extLst>
                        <a:ext uri="{FF2B5EF4-FFF2-40B4-BE49-F238E27FC236}">
                          <a16:creationId xmlns:a16="http://schemas.microsoft.com/office/drawing/2014/main" id="{3D6D4E29-F750-5FE7-B775-3FC882E2BF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518" y="5097285"/>
                      <a:ext cx="2073" cy="2073"/>
                    </a:xfrm>
                    <a:custGeom>
                      <a:avLst/>
                      <a:gdLst>
                        <a:gd name="connsiteX0" fmla="*/ 790 w 2073"/>
                        <a:gd name="connsiteY0" fmla="*/ 33 h 2073"/>
                        <a:gd name="connsiteX1" fmla="*/ 2044 w 2073"/>
                        <a:gd name="connsiteY1" fmla="*/ 794 h 2073"/>
                        <a:gd name="connsiteX2" fmla="*/ 1284 w 2073"/>
                        <a:gd name="connsiteY2" fmla="*/ 2046 h 2073"/>
                        <a:gd name="connsiteX3" fmla="*/ 30 w 2073"/>
                        <a:gd name="connsiteY3" fmla="*/ 1285 h 2073"/>
                        <a:gd name="connsiteX4" fmla="*/ 790 w 2073"/>
                        <a:gd name="connsiteY4" fmla="*/ 33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790" y="33"/>
                          </a:moveTo>
                          <a:cubicBezTo>
                            <a:pt x="1346" y="-110"/>
                            <a:pt x="1907" y="223"/>
                            <a:pt x="2044" y="794"/>
                          </a:cubicBezTo>
                          <a:cubicBezTo>
                            <a:pt x="2180" y="1349"/>
                            <a:pt x="1841" y="1904"/>
                            <a:pt x="1284" y="2046"/>
                          </a:cubicBezTo>
                          <a:cubicBezTo>
                            <a:pt x="728" y="2173"/>
                            <a:pt x="166" y="1840"/>
                            <a:pt x="30" y="1285"/>
                          </a:cubicBezTo>
                          <a:cubicBezTo>
                            <a:pt x="-106" y="731"/>
                            <a:pt x="233" y="160"/>
                            <a:pt x="790" y="3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31" name="Freeform: Shape 1030">
                      <a:extLst>
                        <a:ext uri="{FF2B5EF4-FFF2-40B4-BE49-F238E27FC236}">
                          <a16:creationId xmlns:a16="http://schemas.microsoft.com/office/drawing/2014/main" id="{9B58E059-9840-9F41-1216-A8A16D507C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2436" y="5100820"/>
                      <a:ext cx="2074" cy="2063"/>
                    </a:xfrm>
                    <a:custGeom>
                      <a:avLst/>
                      <a:gdLst>
                        <a:gd name="connsiteX0" fmla="*/ 790 w 2074"/>
                        <a:gd name="connsiteY0" fmla="*/ 33 h 2063"/>
                        <a:gd name="connsiteX1" fmla="*/ 2044 w 2074"/>
                        <a:gd name="connsiteY1" fmla="*/ 778 h 2063"/>
                        <a:gd name="connsiteX2" fmla="*/ 1285 w 2074"/>
                        <a:gd name="connsiteY2" fmla="*/ 2031 h 2063"/>
                        <a:gd name="connsiteX3" fmla="*/ 31 w 2074"/>
                        <a:gd name="connsiteY3" fmla="*/ 1285 h 2063"/>
                        <a:gd name="connsiteX4" fmla="*/ 790 w 2074"/>
                        <a:gd name="connsiteY4" fmla="*/ 33 h 206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63">
                          <a:moveTo>
                            <a:pt x="790" y="33"/>
                          </a:moveTo>
                          <a:cubicBezTo>
                            <a:pt x="1346" y="-110"/>
                            <a:pt x="1908" y="223"/>
                            <a:pt x="2044" y="778"/>
                          </a:cubicBezTo>
                          <a:cubicBezTo>
                            <a:pt x="2180" y="1349"/>
                            <a:pt x="1841" y="1904"/>
                            <a:pt x="1285" y="2031"/>
                          </a:cubicBezTo>
                          <a:cubicBezTo>
                            <a:pt x="728" y="2173"/>
                            <a:pt x="167" y="1840"/>
                            <a:pt x="31" y="1285"/>
                          </a:cubicBezTo>
                          <a:cubicBezTo>
                            <a:pt x="-107" y="715"/>
                            <a:pt x="234" y="160"/>
                            <a:pt x="790" y="3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32" name="Freeform: Shape 1031">
                      <a:extLst>
                        <a:ext uri="{FF2B5EF4-FFF2-40B4-BE49-F238E27FC236}">
                          <a16:creationId xmlns:a16="http://schemas.microsoft.com/office/drawing/2014/main" id="{D4F0886D-C145-D39F-80F2-F0EB9A2A54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073" y="5095087"/>
                      <a:ext cx="2073" cy="2072"/>
                    </a:xfrm>
                    <a:custGeom>
                      <a:avLst/>
                      <a:gdLst>
                        <a:gd name="connsiteX0" fmla="*/ 789 w 2073"/>
                        <a:gd name="connsiteY0" fmla="*/ 27 h 2072"/>
                        <a:gd name="connsiteX1" fmla="*/ 2044 w 2073"/>
                        <a:gd name="connsiteY1" fmla="*/ 788 h 2072"/>
                        <a:gd name="connsiteX2" fmla="*/ 1284 w 2073"/>
                        <a:gd name="connsiteY2" fmla="*/ 2040 h 2072"/>
                        <a:gd name="connsiteX3" fmla="*/ 30 w 2073"/>
                        <a:gd name="connsiteY3" fmla="*/ 1279 h 2072"/>
                        <a:gd name="connsiteX4" fmla="*/ 789 w 2073"/>
                        <a:gd name="connsiteY4" fmla="*/ 27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89" y="27"/>
                          </a:moveTo>
                          <a:cubicBezTo>
                            <a:pt x="1346" y="-100"/>
                            <a:pt x="1907" y="233"/>
                            <a:pt x="2044" y="788"/>
                          </a:cubicBezTo>
                          <a:cubicBezTo>
                            <a:pt x="2180" y="1343"/>
                            <a:pt x="1841" y="1914"/>
                            <a:pt x="1284" y="2040"/>
                          </a:cubicBezTo>
                          <a:cubicBezTo>
                            <a:pt x="728" y="2183"/>
                            <a:pt x="166" y="1834"/>
                            <a:pt x="30" y="1279"/>
                          </a:cubicBezTo>
                          <a:cubicBezTo>
                            <a:pt x="-106" y="725"/>
                            <a:pt x="233" y="170"/>
                            <a:pt x="789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33" name="Freeform: Shape 1032">
                      <a:extLst>
                        <a:ext uri="{FF2B5EF4-FFF2-40B4-BE49-F238E27FC236}">
                          <a16:creationId xmlns:a16="http://schemas.microsoft.com/office/drawing/2014/main" id="{655B9D08-1F58-3C1A-653B-86196E835B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0644" y="5093513"/>
                      <a:ext cx="2073" cy="2077"/>
                    </a:xfrm>
                    <a:custGeom>
                      <a:avLst/>
                      <a:gdLst>
                        <a:gd name="connsiteX0" fmla="*/ 790 w 2073"/>
                        <a:gd name="connsiteY0" fmla="*/ 32 h 2077"/>
                        <a:gd name="connsiteX1" fmla="*/ 2044 w 2073"/>
                        <a:gd name="connsiteY1" fmla="*/ 793 h 2077"/>
                        <a:gd name="connsiteX2" fmla="*/ 1284 w 2073"/>
                        <a:gd name="connsiteY2" fmla="*/ 2045 h 2077"/>
                        <a:gd name="connsiteX3" fmla="*/ 30 w 2073"/>
                        <a:gd name="connsiteY3" fmla="*/ 1284 h 2077"/>
                        <a:gd name="connsiteX4" fmla="*/ 790 w 2073"/>
                        <a:gd name="connsiteY4" fmla="*/ 32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790" y="32"/>
                          </a:moveTo>
                          <a:cubicBezTo>
                            <a:pt x="1346" y="-111"/>
                            <a:pt x="1907" y="238"/>
                            <a:pt x="2044" y="793"/>
                          </a:cubicBezTo>
                          <a:cubicBezTo>
                            <a:pt x="2180" y="1348"/>
                            <a:pt x="1841" y="1903"/>
                            <a:pt x="1284" y="2045"/>
                          </a:cubicBezTo>
                          <a:cubicBezTo>
                            <a:pt x="728" y="2188"/>
                            <a:pt x="166" y="1839"/>
                            <a:pt x="30" y="1284"/>
                          </a:cubicBezTo>
                          <a:cubicBezTo>
                            <a:pt x="-106" y="730"/>
                            <a:pt x="233" y="175"/>
                            <a:pt x="790" y="3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34" name="Freeform: Shape 1033">
                      <a:extLst>
                        <a:ext uri="{FF2B5EF4-FFF2-40B4-BE49-F238E27FC236}">
                          <a16:creationId xmlns:a16="http://schemas.microsoft.com/office/drawing/2014/main" id="{2A74E234-A16E-261E-280A-AF0A022351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651" y="5098797"/>
                      <a:ext cx="2073" cy="2073"/>
                    </a:xfrm>
                    <a:custGeom>
                      <a:avLst/>
                      <a:gdLst>
                        <a:gd name="connsiteX0" fmla="*/ 789 w 2073"/>
                        <a:gd name="connsiteY0" fmla="*/ 27 h 2073"/>
                        <a:gd name="connsiteX1" fmla="*/ 2043 w 2073"/>
                        <a:gd name="connsiteY1" fmla="*/ 788 h 2073"/>
                        <a:gd name="connsiteX2" fmla="*/ 1284 w 2073"/>
                        <a:gd name="connsiteY2" fmla="*/ 2040 h 2073"/>
                        <a:gd name="connsiteX3" fmla="*/ 30 w 2073"/>
                        <a:gd name="connsiteY3" fmla="*/ 1279 h 2073"/>
                        <a:gd name="connsiteX4" fmla="*/ 789 w 2073"/>
                        <a:gd name="connsiteY4" fmla="*/ 2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789" y="27"/>
                          </a:moveTo>
                          <a:cubicBezTo>
                            <a:pt x="1346" y="-100"/>
                            <a:pt x="1907" y="233"/>
                            <a:pt x="2043" y="788"/>
                          </a:cubicBezTo>
                          <a:cubicBezTo>
                            <a:pt x="2180" y="1343"/>
                            <a:pt x="1840" y="1913"/>
                            <a:pt x="1284" y="2040"/>
                          </a:cubicBezTo>
                          <a:cubicBezTo>
                            <a:pt x="728" y="2183"/>
                            <a:pt x="166" y="1850"/>
                            <a:pt x="30" y="1279"/>
                          </a:cubicBezTo>
                          <a:cubicBezTo>
                            <a:pt x="-106" y="724"/>
                            <a:pt x="234" y="170"/>
                            <a:pt x="789" y="2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035" name="Graphic 21">
                    <a:extLst>
                      <a:ext uri="{FF2B5EF4-FFF2-40B4-BE49-F238E27FC236}">
                        <a16:creationId xmlns:a16="http://schemas.microsoft.com/office/drawing/2014/main" id="{59B6DFE1-1455-5E6D-9A8E-F01E1015BBA9}"/>
                      </a:ext>
                    </a:extLst>
                  </p:cNvPr>
                  <p:cNvGrpSpPr/>
                  <p:nvPr/>
                </p:nvGrpSpPr>
                <p:grpSpPr>
                  <a:xfrm>
                    <a:off x="847973" y="5072234"/>
                    <a:ext cx="63086" cy="52845"/>
                    <a:chOff x="847973" y="5072234"/>
                    <a:chExt cx="63086" cy="52845"/>
                  </a:xfrm>
                  <a:solidFill>
                    <a:srgbClr val="F0BB74"/>
                  </a:solidFill>
                </p:grpSpPr>
                <p:sp>
                  <p:nvSpPr>
                    <p:cNvPr id="1036" name="Freeform: Shape 1035">
                      <a:extLst>
                        <a:ext uri="{FF2B5EF4-FFF2-40B4-BE49-F238E27FC236}">
                          <a16:creationId xmlns:a16="http://schemas.microsoft.com/office/drawing/2014/main" id="{B7979E26-4526-0CE0-F0BF-AEDB236158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353" y="5095099"/>
                      <a:ext cx="2073" cy="2078"/>
                    </a:xfrm>
                    <a:custGeom>
                      <a:avLst/>
                      <a:gdLst>
                        <a:gd name="connsiteX0" fmla="*/ 2057 w 2073"/>
                        <a:gd name="connsiteY0" fmla="*/ 855 h 2078"/>
                        <a:gd name="connsiteX1" fmla="*/ 1220 w 2073"/>
                        <a:gd name="connsiteY1" fmla="*/ 2060 h 2078"/>
                        <a:gd name="connsiteX2" fmla="*/ 17 w 2073"/>
                        <a:gd name="connsiteY2" fmla="*/ 1219 h 2078"/>
                        <a:gd name="connsiteX3" fmla="*/ 852 w 2073"/>
                        <a:gd name="connsiteY3" fmla="*/ 15 h 2078"/>
                        <a:gd name="connsiteX4" fmla="*/ 2057 w 2073"/>
                        <a:gd name="connsiteY4" fmla="*/ 855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2057" y="855"/>
                          </a:moveTo>
                          <a:cubicBezTo>
                            <a:pt x="2158" y="1426"/>
                            <a:pt x="1784" y="1965"/>
                            <a:pt x="1220" y="2060"/>
                          </a:cubicBezTo>
                          <a:cubicBezTo>
                            <a:pt x="657" y="2171"/>
                            <a:pt x="118" y="1790"/>
                            <a:pt x="17" y="1219"/>
                          </a:cubicBezTo>
                          <a:cubicBezTo>
                            <a:pt x="-85" y="665"/>
                            <a:pt x="289" y="126"/>
                            <a:pt x="852" y="15"/>
                          </a:cubicBezTo>
                          <a:cubicBezTo>
                            <a:pt x="1416" y="-80"/>
                            <a:pt x="1955" y="300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37" name="Freeform: Shape 1036">
                      <a:extLst>
                        <a:ext uri="{FF2B5EF4-FFF2-40B4-BE49-F238E27FC236}">
                          <a16:creationId xmlns:a16="http://schemas.microsoft.com/office/drawing/2014/main" id="{03BDF963-6541-BB55-2947-1A79B91D84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011" y="5093161"/>
                      <a:ext cx="2071" cy="2067"/>
                    </a:xfrm>
                    <a:custGeom>
                      <a:avLst/>
                      <a:gdLst>
                        <a:gd name="connsiteX0" fmla="*/ 2055 w 2071"/>
                        <a:gd name="connsiteY0" fmla="*/ 844 h 2067"/>
                        <a:gd name="connsiteX1" fmla="*/ 1220 w 2071"/>
                        <a:gd name="connsiteY1" fmla="*/ 2049 h 2067"/>
                        <a:gd name="connsiteX2" fmla="*/ 17 w 2071"/>
                        <a:gd name="connsiteY2" fmla="*/ 1208 h 2067"/>
                        <a:gd name="connsiteX3" fmla="*/ 854 w 2071"/>
                        <a:gd name="connsiteY3" fmla="*/ 19 h 2067"/>
                        <a:gd name="connsiteX4" fmla="*/ 2055 w 2071"/>
                        <a:gd name="connsiteY4" fmla="*/ 844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7">
                          <a:moveTo>
                            <a:pt x="2055" y="844"/>
                          </a:moveTo>
                          <a:cubicBezTo>
                            <a:pt x="2157" y="1414"/>
                            <a:pt x="1783" y="1953"/>
                            <a:pt x="1220" y="2049"/>
                          </a:cubicBezTo>
                          <a:cubicBezTo>
                            <a:pt x="657" y="2159"/>
                            <a:pt x="118" y="1779"/>
                            <a:pt x="17" y="1208"/>
                          </a:cubicBezTo>
                          <a:cubicBezTo>
                            <a:pt x="-85" y="653"/>
                            <a:pt x="289" y="114"/>
                            <a:pt x="854" y="19"/>
                          </a:cubicBezTo>
                          <a:cubicBezTo>
                            <a:pt x="1415" y="-92"/>
                            <a:pt x="1954" y="289"/>
                            <a:pt x="2055" y="84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38" name="Freeform: Shape 1037">
                      <a:extLst>
                        <a:ext uri="{FF2B5EF4-FFF2-40B4-BE49-F238E27FC236}">
                          <a16:creationId xmlns:a16="http://schemas.microsoft.com/office/drawing/2014/main" id="{33193047-89F6-8219-5D12-F61EB2CE28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045" y="5098618"/>
                      <a:ext cx="2071" cy="2074"/>
                    </a:xfrm>
                    <a:custGeom>
                      <a:avLst/>
                      <a:gdLst>
                        <a:gd name="connsiteX0" fmla="*/ 2055 w 2071"/>
                        <a:gd name="connsiteY0" fmla="*/ 855 h 2074"/>
                        <a:gd name="connsiteX1" fmla="*/ 1220 w 2071"/>
                        <a:gd name="connsiteY1" fmla="*/ 2060 h 2074"/>
                        <a:gd name="connsiteX2" fmla="*/ 17 w 2071"/>
                        <a:gd name="connsiteY2" fmla="*/ 1220 h 2074"/>
                        <a:gd name="connsiteX3" fmla="*/ 854 w 2071"/>
                        <a:gd name="connsiteY3" fmla="*/ 15 h 2074"/>
                        <a:gd name="connsiteX4" fmla="*/ 2055 w 2071"/>
                        <a:gd name="connsiteY4" fmla="*/ 8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4">
                          <a:moveTo>
                            <a:pt x="2055" y="855"/>
                          </a:moveTo>
                          <a:cubicBezTo>
                            <a:pt x="2157" y="1410"/>
                            <a:pt x="1783" y="1949"/>
                            <a:pt x="1220" y="2060"/>
                          </a:cubicBezTo>
                          <a:cubicBezTo>
                            <a:pt x="657" y="2155"/>
                            <a:pt x="118" y="1775"/>
                            <a:pt x="17" y="1220"/>
                          </a:cubicBezTo>
                          <a:cubicBezTo>
                            <a:pt x="-85" y="649"/>
                            <a:pt x="289" y="110"/>
                            <a:pt x="854" y="15"/>
                          </a:cubicBezTo>
                          <a:cubicBezTo>
                            <a:pt x="1416" y="-80"/>
                            <a:pt x="1955" y="284"/>
                            <a:pt x="2055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39" name="Freeform: Shape 1038">
                      <a:extLst>
                        <a:ext uri="{FF2B5EF4-FFF2-40B4-BE49-F238E27FC236}">
                          <a16:creationId xmlns:a16="http://schemas.microsoft.com/office/drawing/2014/main" id="{EF3A69BC-7553-3F4C-FE08-FB49AEBF4C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071" y="5087981"/>
                      <a:ext cx="2073" cy="2074"/>
                    </a:xfrm>
                    <a:custGeom>
                      <a:avLst/>
                      <a:gdLst>
                        <a:gd name="connsiteX0" fmla="*/ 2057 w 2073"/>
                        <a:gd name="connsiteY0" fmla="*/ 855 h 2074"/>
                        <a:gd name="connsiteX1" fmla="*/ 1220 w 2073"/>
                        <a:gd name="connsiteY1" fmla="*/ 2060 h 2074"/>
                        <a:gd name="connsiteX2" fmla="*/ 17 w 2073"/>
                        <a:gd name="connsiteY2" fmla="*/ 1220 h 2074"/>
                        <a:gd name="connsiteX3" fmla="*/ 854 w 2073"/>
                        <a:gd name="connsiteY3" fmla="*/ 15 h 2074"/>
                        <a:gd name="connsiteX4" fmla="*/ 2057 w 2073"/>
                        <a:gd name="connsiteY4" fmla="*/ 8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2057" y="855"/>
                          </a:moveTo>
                          <a:cubicBezTo>
                            <a:pt x="2158" y="1410"/>
                            <a:pt x="1784" y="1949"/>
                            <a:pt x="1220" y="2060"/>
                          </a:cubicBezTo>
                          <a:cubicBezTo>
                            <a:pt x="657" y="2155"/>
                            <a:pt x="118" y="1775"/>
                            <a:pt x="17" y="1220"/>
                          </a:cubicBezTo>
                          <a:cubicBezTo>
                            <a:pt x="-85" y="649"/>
                            <a:pt x="289" y="126"/>
                            <a:pt x="854" y="15"/>
                          </a:cubicBezTo>
                          <a:cubicBezTo>
                            <a:pt x="1416" y="-80"/>
                            <a:pt x="1956" y="285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40" name="Freeform: Shape 1039">
                      <a:extLst>
                        <a:ext uri="{FF2B5EF4-FFF2-40B4-BE49-F238E27FC236}">
                          <a16:creationId xmlns:a16="http://schemas.microsoft.com/office/drawing/2014/main" id="{B95B3FB5-DB45-67E9-61D4-8BA733E9EE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481" y="5098745"/>
                      <a:ext cx="2073" cy="2074"/>
                    </a:xfrm>
                    <a:custGeom>
                      <a:avLst/>
                      <a:gdLst>
                        <a:gd name="connsiteX0" fmla="*/ 2057 w 2073"/>
                        <a:gd name="connsiteY0" fmla="*/ 855 h 2074"/>
                        <a:gd name="connsiteX1" fmla="*/ 1220 w 2073"/>
                        <a:gd name="connsiteY1" fmla="*/ 2060 h 2074"/>
                        <a:gd name="connsiteX2" fmla="*/ 17 w 2073"/>
                        <a:gd name="connsiteY2" fmla="*/ 1220 h 2074"/>
                        <a:gd name="connsiteX3" fmla="*/ 854 w 2073"/>
                        <a:gd name="connsiteY3" fmla="*/ 15 h 2074"/>
                        <a:gd name="connsiteX4" fmla="*/ 2057 w 2073"/>
                        <a:gd name="connsiteY4" fmla="*/ 8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2057" y="855"/>
                          </a:moveTo>
                          <a:cubicBezTo>
                            <a:pt x="2158" y="1410"/>
                            <a:pt x="1784" y="1949"/>
                            <a:pt x="1220" y="2060"/>
                          </a:cubicBezTo>
                          <a:cubicBezTo>
                            <a:pt x="657" y="2155"/>
                            <a:pt x="118" y="1775"/>
                            <a:pt x="17" y="1220"/>
                          </a:cubicBezTo>
                          <a:cubicBezTo>
                            <a:pt x="-85" y="665"/>
                            <a:pt x="289" y="126"/>
                            <a:pt x="854" y="15"/>
                          </a:cubicBezTo>
                          <a:cubicBezTo>
                            <a:pt x="1417" y="-80"/>
                            <a:pt x="1955" y="285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41" name="Freeform: Shape 1040">
                      <a:extLst>
                        <a:ext uri="{FF2B5EF4-FFF2-40B4-BE49-F238E27FC236}">
                          <a16:creationId xmlns:a16="http://schemas.microsoft.com/office/drawing/2014/main" id="{ED28A85E-BEB1-4A60-3903-FBBE423956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974" y="5087696"/>
                      <a:ext cx="2073" cy="2074"/>
                    </a:xfrm>
                    <a:custGeom>
                      <a:avLst/>
                      <a:gdLst>
                        <a:gd name="connsiteX0" fmla="*/ 2057 w 2073"/>
                        <a:gd name="connsiteY0" fmla="*/ 855 h 2074"/>
                        <a:gd name="connsiteX1" fmla="*/ 1220 w 2073"/>
                        <a:gd name="connsiteY1" fmla="*/ 2060 h 2074"/>
                        <a:gd name="connsiteX2" fmla="*/ 17 w 2073"/>
                        <a:gd name="connsiteY2" fmla="*/ 1219 h 2074"/>
                        <a:gd name="connsiteX3" fmla="*/ 854 w 2073"/>
                        <a:gd name="connsiteY3" fmla="*/ 15 h 2074"/>
                        <a:gd name="connsiteX4" fmla="*/ 2057 w 2073"/>
                        <a:gd name="connsiteY4" fmla="*/ 8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2057" y="855"/>
                          </a:moveTo>
                          <a:cubicBezTo>
                            <a:pt x="2158" y="1426"/>
                            <a:pt x="1784" y="1965"/>
                            <a:pt x="1220" y="2060"/>
                          </a:cubicBezTo>
                          <a:cubicBezTo>
                            <a:pt x="657" y="2155"/>
                            <a:pt x="118" y="1790"/>
                            <a:pt x="17" y="1219"/>
                          </a:cubicBezTo>
                          <a:cubicBezTo>
                            <a:pt x="-85" y="665"/>
                            <a:pt x="289" y="125"/>
                            <a:pt x="854" y="15"/>
                          </a:cubicBezTo>
                          <a:cubicBezTo>
                            <a:pt x="1416" y="-81"/>
                            <a:pt x="1955" y="300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42" name="Freeform: Shape 1041">
                      <a:extLst>
                        <a:ext uri="{FF2B5EF4-FFF2-40B4-BE49-F238E27FC236}">
                          <a16:creationId xmlns:a16="http://schemas.microsoft.com/office/drawing/2014/main" id="{28E4F729-4E07-46FC-4897-B321ACB0C3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181" y="5092103"/>
                      <a:ext cx="2071" cy="2075"/>
                    </a:xfrm>
                    <a:custGeom>
                      <a:avLst/>
                      <a:gdLst>
                        <a:gd name="connsiteX0" fmla="*/ 2055 w 2071"/>
                        <a:gd name="connsiteY0" fmla="*/ 855 h 2075"/>
                        <a:gd name="connsiteX1" fmla="*/ 1220 w 2071"/>
                        <a:gd name="connsiteY1" fmla="*/ 2060 h 2075"/>
                        <a:gd name="connsiteX2" fmla="*/ 17 w 2071"/>
                        <a:gd name="connsiteY2" fmla="*/ 1220 h 2075"/>
                        <a:gd name="connsiteX3" fmla="*/ 854 w 2071"/>
                        <a:gd name="connsiteY3" fmla="*/ 15 h 2075"/>
                        <a:gd name="connsiteX4" fmla="*/ 2055 w 2071"/>
                        <a:gd name="connsiteY4" fmla="*/ 855 h 20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5">
                          <a:moveTo>
                            <a:pt x="2055" y="855"/>
                          </a:moveTo>
                          <a:cubicBezTo>
                            <a:pt x="2157" y="1410"/>
                            <a:pt x="1783" y="1949"/>
                            <a:pt x="1220" y="2060"/>
                          </a:cubicBezTo>
                          <a:cubicBezTo>
                            <a:pt x="657" y="2155"/>
                            <a:pt x="118" y="1791"/>
                            <a:pt x="17" y="1220"/>
                          </a:cubicBezTo>
                          <a:cubicBezTo>
                            <a:pt x="-85" y="649"/>
                            <a:pt x="289" y="110"/>
                            <a:pt x="854" y="15"/>
                          </a:cubicBezTo>
                          <a:cubicBezTo>
                            <a:pt x="1415" y="-80"/>
                            <a:pt x="1954" y="284"/>
                            <a:pt x="2055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43" name="Freeform: Shape 1042">
                      <a:extLst>
                        <a:ext uri="{FF2B5EF4-FFF2-40B4-BE49-F238E27FC236}">
                          <a16:creationId xmlns:a16="http://schemas.microsoft.com/office/drawing/2014/main" id="{0C038462-4F8C-246C-20AA-51A212A062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276" y="5104337"/>
                      <a:ext cx="2073" cy="2078"/>
                    </a:xfrm>
                    <a:custGeom>
                      <a:avLst/>
                      <a:gdLst>
                        <a:gd name="connsiteX0" fmla="*/ 2057 w 2073"/>
                        <a:gd name="connsiteY0" fmla="*/ 860 h 2078"/>
                        <a:gd name="connsiteX1" fmla="*/ 1220 w 2073"/>
                        <a:gd name="connsiteY1" fmla="*/ 2064 h 2078"/>
                        <a:gd name="connsiteX2" fmla="*/ 17 w 2073"/>
                        <a:gd name="connsiteY2" fmla="*/ 1224 h 2078"/>
                        <a:gd name="connsiteX3" fmla="*/ 854 w 2073"/>
                        <a:gd name="connsiteY3" fmla="*/ 19 h 2078"/>
                        <a:gd name="connsiteX4" fmla="*/ 2057 w 2073"/>
                        <a:gd name="connsiteY4" fmla="*/ 860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2057" y="860"/>
                          </a:moveTo>
                          <a:cubicBezTo>
                            <a:pt x="2158" y="1414"/>
                            <a:pt x="1784" y="1953"/>
                            <a:pt x="1220" y="2064"/>
                          </a:cubicBezTo>
                          <a:cubicBezTo>
                            <a:pt x="657" y="2159"/>
                            <a:pt x="118" y="1779"/>
                            <a:pt x="17" y="1224"/>
                          </a:cubicBezTo>
                          <a:cubicBezTo>
                            <a:pt x="-85" y="653"/>
                            <a:pt x="289" y="114"/>
                            <a:pt x="854" y="19"/>
                          </a:cubicBezTo>
                          <a:cubicBezTo>
                            <a:pt x="1418" y="-92"/>
                            <a:pt x="1956" y="289"/>
                            <a:pt x="2057" y="86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44" name="Freeform: Shape 1043">
                      <a:extLst>
                        <a:ext uri="{FF2B5EF4-FFF2-40B4-BE49-F238E27FC236}">
                          <a16:creationId xmlns:a16="http://schemas.microsoft.com/office/drawing/2014/main" id="{EC202848-AC3C-C450-7BA4-9139A1EC46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4932" y="5102387"/>
                      <a:ext cx="2073" cy="2078"/>
                    </a:xfrm>
                    <a:custGeom>
                      <a:avLst/>
                      <a:gdLst>
                        <a:gd name="connsiteX0" fmla="*/ 2057 w 2073"/>
                        <a:gd name="connsiteY0" fmla="*/ 859 h 2078"/>
                        <a:gd name="connsiteX1" fmla="*/ 1220 w 2073"/>
                        <a:gd name="connsiteY1" fmla="*/ 2064 h 2078"/>
                        <a:gd name="connsiteX2" fmla="*/ 17 w 2073"/>
                        <a:gd name="connsiteY2" fmla="*/ 1224 h 2078"/>
                        <a:gd name="connsiteX3" fmla="*/ 852 w 2073"/>
                        <a:gd name="connsiteY3" fmla="*/ 19 h 2078"/>
                        <a:gd name="connsiteX4" fmla="*/ 2057 w 2073"/>
                        <a:gd name="connsiteY4" fmla="*/ 859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2057" y="859"/>
                          </a:moveTo>
                          <a:cubicBezTo>
                            <a:pt x="2158" y="1414"/>
                            <a:pt x="1784" y="1953"/>
                            <a:pt x="1220" y="2064"/>
                          </a:cubicBezTo>
                          <a:cubicBezTo>
                            <a:pt x="655" y="2159"/>
                            <a:pt x="118" y="1779"/>
                            <a:pt x="17" y="1224"/>
                          </a:cubicBezTo>
                          <a:cubicBezTo>
                            <a:pt x="-85" y="653"/>
                            <a:pt x="289" y="114"/>
                            <a:pt x="852" y="19"/>
                          </a:cubicBezTo>
                          <a:cubicBezTo>
                            <a:pt x="1416" y="-92"/>
                            <a:pt x="1955" y="289"/>
                            <a:pt x="2057" y="85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45" name="Freeform: Shape 1044">
                      <a:extLst>
                        <a:ext uri="{FF2B5EF4-FFF2-40B4-BE49-F238E27FC236}">
                          <a16:creationId xmlns:a16="http://schemas.microsoft.com/office/drawing/2014/main" id="{8CEE7D3A-01D2-77B0-7B39-FC29D642BC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967" y="5107846"/>
                      <a:ext cx="2073" cy="2074"/>
                    </a:xfrm>
                    <a:custGeom>
                      <a:avLst/>
                      <a:gdLst>
                        <a:gd name="connsiteX0" fmla="*/ 2057 w 2073"/>
                        <a:gd name="connsiteY0" fmla="*/ 855 h 2074"/>
                        <a:gd name="connsiteX1" fmla="*/ 1220 w 2073"/>
                        <a:gd name="connsiteY1" fmla="*/ 2060 h 2074"/>
                        <a:gd name="connsiteX2" fmla="*/ 17 w 2073"/>
                        <a:gd name="connsiteY2" fmla="*/ 1219 h 2074"/>
                        <a:gd name="connsiteX3" fmla="*/ 854 w 2073"/>
                        <a:gd name="connsiteY3" fmla="*/ 15 h 2074"/>
                        <a:gd name="connsiteX4" fmla="*/ 2057 w 2073"/>
                        <a:gd name="connsiteY4" fmla="*/ 8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2057" y="855"/>
                          </a:moveTo>
                          <a:cubicBezTo>
                            <a:pt x="2158" y="1410"/>
                            <a:pt x="1784" y="1949"/>
                            <a:pt x="1220" y="2060"/>
                          </a:cubicBezTo>
                          <a:cubicBezTo>
                            <a:pt x="657" y="2155"/>
                            <a:pt x="118" y="1790"/>
                            <a:pt x="17" y="1219"/>
                          </a:cubicBezTo>
                          <a:cubicBezTo>
                            <a:pt x="-85" y="665"/>
                            <a:pt x="289" y="126"/>
                            <a:pt x="854" y="15"/>
                          </a:cubicBezTo>
                          <a:cubicBezTo>
                            <a:pt x="1416" y="-80"/>
                            <a:pt x="1955" y="300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46" name="Freeform: Shape 1045">
                      <a:extLst>
                        <a:ext uri="{FF2B5EF4-FFF2-40B4-BE49-F238E27FC236}">
                          <a16:creationId xmlns:a16="http://schemas.microsoft.com/office/drawing/2014/main" id="{8F754E4A-17EA-0596-9DEF-5B36989B2A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993" y="5097208"/>
                      <a:ext cx="2073" cy="2075"/>
                    </a:xfrm>
                    <a:custGeom>
                      <a:avLst/>
                      <a:gdLst>
                        <a:gd name="connsiteX0" fmla="*/ 2057 w 2073"/>
                        <a:gd name="connsiteY0" fmla="*/ 855 h 2075"/>
                        <a:gd name="connsiteX1" fmla="*/ 1220 w 2073"/>
                        <a:gd name="connsiteY1" fmla="*/ 2060 h 2075"/>
                        <a:gd name="connsiteX2" fmla="*/ 17 w 2073"/>
                        <a:gd name="connsiteY2" fmla="*/ 1220 h 2075"/>
                        <a:gd name="connsiteX3" fmla="*/ 854 w 2073"/>
                        <a:gd name="connsiteY3" fmla="*/ 15 h 2075"/>
                        <a:gd name="connsiteX4" fmla="*/ 2057 w 2073"/>
                        <a:gd name="connsiteY4" fmla="*/ 855 h 20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5">
                          <a:moveTo>
                            <a:pt x="2057" y="855"/>
                          </a:moveTo>
                          <a:cubicBezTo>
                            <a:pt x="2158" y="1426"/>
                            <a:pt x="1784" y="1965"/>
                            <a:pt x="1220" y="2060"/>
                          </a:cubicBezTo>
                          <a:cubicBezTo>
                            <a:pt x="657" y="2155"/>
                            <a:pt x="118" y="1791"/>
                            <a:pt x="17" y="1220"/>
                          </a:cubicBezTo>
                          <a:cubicBezTo>
                            <a:pt x="-85" y="665"/>
                            <a:pt x="289" y="126"/>
                            <a:pt x="854" y="15"/>
                          </a:cubicBezTo>
                          <a:cubicBezTo>
                            <a:pt x="1416" y="-80"/>
                            <a:pt x="1955" y="284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47" name="Freeform: Shape 1046">
                      <a:extLst>
                        <a:ext uri="{FF2B5EF4-FFF2-40B4-BE49-F238E27FC236}">
                          <a16:creationId xmlns:a16="http://schemas.microsoft.com/office/drawing/2014/main" id="{27F91A79-14CE-43C4-5724-B71A57247B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404" y="5107972"/>
                      <a:ext cx="2073" cy="2075"/>
                    </a:xfrm>
                    <a:custGeom>
                      <a:avLst/>
                      <a:gdLst>
                        <a:gd name="connsiteX0" fmla="*/ 2057 w 2073"/>
                        <a:gd name="connsiteY0" fmla="*/ 855 h 2075"/>
                        <a:gd name="connsiteX1" fmla="*/ 1220 w 2073"/>
                        <a:gd name="connsiteY1" fmla="*/ 2060 h 2075"/>
                        <a:gd name="connsiteX2" fmla="*/ 17 w 2073"/>
                        <a:gd name="connsiteY2" fmla="*/ 1220 h 2075"/>
                        <a:gd name="connsiteX3" fmla="*/ 852 w 2073"/>
                        <a:gd name="connsiteY3" fmla="*/ 15 h 2075"/>
                        <a:gd name="connsiteX4" fmla="*/ 2057 w 2073"/>
                        <a:gd name="connsiteY4" fmla="*/ 855 h 20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5">
                          <a:moveTo>
                            <a:pt x="2057" y="855"/>
                          </a:moveTo>
                          <a:cubicBezTo>
                            <a:pt x="2158" y="1426"/>
                            <a:pt x="1784" y="1965"/>
                            <a:pt x="1220" y="2060"/>
                          </a:cubicBezTo>
                          <a:cubicBezTo>
                            <a:pt x="657" y="2155"/>
                            <a:pt x="118" y="1791"/>
                            <a:pt x="17" y="1220"/>
                          </a:cubicBezTo>
                          <a:cubicBezTo>
                            <a:pt x="-85" y="665"/>
                            <a:pt x="289" y="126"/>
                            <a:pt x="852" y="15"/>
                          </a:cubicBezTo>
                          <a:cubicBezTo>
                            <a:pt x="1416" y="-80"/>
                            <a:pt x="1955" y="285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48" name="Freeform: Shape 1047">
                      <a:extLst>
                        <a:ext uri="{FF2B5EF4-FFF2-40B4-BE49-F238E27FC236}">
                          <a16:creationId xmlns:a16="http://schemas.microsoft.com/office/drawing/2014/main" id="{3DB20E82-DC53-49D4-3CB3-B3F3F9A97E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896" y="5096934"/>
                      <a:ext cx="2073" cy="2067"/>
                    </a:xfrm>
                    <a:custGeom>
                      <a:avLst/>
                      <a:gdLst>
                        <a:gd name="connsiteX0" fmla="*/ 2057 w 2073"/>
                        <a:gd name="connsiteY0" fmla="*/ 844 h 2067"/>
                        <a:gd name="connsiteX1" fmla="*/ 1220 w 2073"/>
                        <a:gd name="connsiteY1" fmla="*/ 2049 h 2067"/>
                        <a:gd name="connsiteX2" fmla="*/ 17 w 2073"/>
                        <a:gd name="connsiteY2" fmla="*/ 1224 h 2067"/>
                        <a:gd name="connsiteX3" fmla="*/ 854 w 2073"/>
                        <a:gd name="connsiteY3" fmla="*/ 19 h 2067"/>
                        <a:gd name="connsiteX4" fmla="*/ 2057 w 2073"/>
                        <a:gd name="connsiteY4" fmla="*/ 844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7">
                          <a:moveTo>
                            <a:pt x="2057" y="844"/>
                          </a:moveTo>
                          <a:cubicBezTo>
                            <a:pt x="2158" y="1414"/>
                            <a:pt x="1784" y="1953"/>
                            <a:pt x="1220" y="2049"/>
                          </a:cubicBezTo>
                          <a:cubicBezTo>
                            <a:pt x="657" y="2159"/>
                            <a:pt x="118" y="1779"/>
                            <a:pt x="17" y="1224"/>
                          </a:cubicBezTo>
                          <a:cubicBezTo>
                            <a:pt x="-85" y="653"/>
                            <a:pt x="289" y="114"/>
                            <a:pt x="854" y="19"/>
                          </a:cubicBezTo>
                          <a:cubicBezTo>
                            <a:pt x="1417" y="-92"/>
                            <a:pt x="1955" y="289"/>
                            <a:pt x="2057" y="84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49" name="Freeform: Shape 1048">
                      <a:extLst>
                        <a:ext uri="{FF2B5EF4-FFF2-40B4-BE49-F238E27FC236}">
                          <a16:creationId xmlns:a16="http://schemas.microsoft.com/office/drawing/2014/main" id="{698C9F6B-16AF-089F-5C66-21993BF9AD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102" y="5101341"/>
                      <a:ext cx="2073" cy="2063"/>
                    </a:xfrm>
                    <a:custGeom>
                      <a:avLst/>
                      <a:gdLst>
                        <a:gd name="connsiteX0" fmla="*/ 2057 w 2073"/>
                        <a:gd name="connsiteY0" fmla="*/ 844 h 2063"/>
                        <a:gd name="connsiteX1" fmla="*/ 1220 w 2073"/>
                        <a:gd name="connsiteY1" fmla="*/ 2049 h 2063"/>
                        <a:gd name="connsiteX2" fmla="*/ 17 w 2073"/>
                        <a:gd name="connsiteY2" fmla="*/ 1208 h 2063"/>
                        <a:gd name="connsiteX3" fmla="*/ 854 w 2073"/>
                        <a:gd name="connsiteY3" fmla="*/ 19 h 2063"/>
                        <a:gd name="connsiteX4" fmla="*/ 2057 w 2073"/>
                        <a:gd name="connsiteY4" fmla="*/ 844 h 206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3">
                          <a:moveTo>
                            <a:pt x="2057" y="844"/>
                          </a:moveTo>
                          <a:cubicBezTo>
                            <a:pt x="2158" y="1414"/>
                            <a:pt x="1784" y="1953"/>
                            <a:pt x="1220" y="2049"/>
                          </a:cubicBezTo>
                          <a:cubicBezTo>
                            <a:pt x="657" y="2144"/>
                            <a:pt x="118" y="1779"/>
                            <a:pt x="17" y="1208"/>
                          </a:cubicBezTo>
                          <a:cubicBezTo>
                            <a:pt x="-85" y="653"/>
                            <a:pt x="289" y="114"/>
                            <a:pt x="854" y="19"/>
                          </a:cubicBezTo>
                          <a:cubicBezTo>
                            <a:pt x="1418" y="-92"/>
                            <a:pt x="1956" y="289"/>
                            <a:pt x="2057" y="84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50" name="Freeform: Shape 1049">
                      <a:extLst>
                        <a:ext uri="{FF2B5EF4-FFF2-40B4-BE49-F238E27FC236}">
                          <a16:creationId xmlns:a16="http://schemas.microsoft.com/office/drawing/2014/main" id="{860750F1-9F6C-2A8D-B636-2C033FE230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593" y="5087933"/>
                      <a:ext cx="2073" cy="2075"/>
                    </a:xfrm>
                    <a:custGeom>
                      <a:avLst/>
                      <a:gdLst>
                        <a:gd name="connsiteX0" fmla="*/ 2057 w 2073"/>
                        <a:gd name="connsiteY0" fmla="*/ 855 h 2075"/>
                        <a:gd name="connsiteX1" fmla="*/ 1220 w 2073"/>
                        <a:gd name="connsiteY1" fmla="*/ 2060 h 2075"/>
                        <a:gd name="connsiteX2" fmla="*/ 17 w 2073"/>
                        <a:gd name="connsiteY2" fmla="*/ 1220 h 2075"/>
                        <a:gd name="connsiteX3" fmla="*/ 854 w 2073"/>
                        <a:gd name="connsiteY3" fmla="*/ 15 h 2075"/>
                        <a:gd name="connsiteX4" fmla="*/ 2057 w 2073"/>
                        <a:gd name="connsiteY4" fmla="*/ 855 h 20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5">
                          <a:moveTo>
                            <a:pt x="2057" y="855"/>
                          </a:moveTo>
                          <a:cubicBezTo>
                            <a:pt x="2158" y="1426"/>
                            <a:pt x="1784" y="1965"/>
                            <a:pt x="1220" y="2060"/>
                          </a:cubicBezTo>
                          <a:cubicBezTo>
                            <a:pt x="657" y="2155"/>
                            <a:pt x="118" y="1791"/>
                            <a:pt x="17" y="1220"/>
                          </a:cubicBezTo>
                          <a:cubicBezTo>
                            <a:pt x="-85" y="665"/>
                            <a:pt x="289" y="126"/>
                            <a:pt x="854" y="15"/>
                          </a:cubicBezTo>
                          <a:cubicBezTo>
                            <a:pt x="1416" y="-80"/>
                            <a:pt x="1955" y="284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51" name="Freeform: Shape 1050">
                      <a:extLst>
                        <a:ext uri="{FF2B5EF4-FFF2-40B4-BE49-F238E27FC236}">
                          <a16:creationId xmlns:a16="http://schemas.microsoft.com/office/drawing/2014/main" id="{AE300EAB-D8D1-926D-D53B-C4E9F6AD0B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249" y="5085984"/>
                      <a:ext cx="2073" cy="2078"/>
                    </a:xfrm>
                    <a:custGeom>
                      <a:avLst/>
                      <a:gdLst>
                        <a:gd name="connsiteX0" fmla="*/ 2057 w 2073"/>
                        <a:gd name="connsiteY0" fmla="*/ 855 h 2078"/>
                        <a:gd name="connsiteX1" fmla="*/ 1220 w 2073"/>
                        <a:gd name="connsiteY1" fmla="*/ 2060 h 2078"/>
                        <a:gd name="connsiteX2" fmla="*/ 17 w 2073"/>
                        <a:gd name="connsiteY2" fmla="*/ 1219 h 2078"/>
                        <a:gd name="connsiteX3" fmla="*/ 854 w 2073"/>
                        <a:gd name="connsiteY3" fmla="*/ 15 h 2078"/>
                        <a:gd name="connsiteX4" fmla="*/ 2057 w 2073"/>
                        <a:gd name="connsiteY4" fmla="*/ 855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2057" y="855"/>
                          </a:moveTo>
                          <a:cubicBezTo>
                            <a:pt x="2158" y="1426"/>
                            <a:pt x="1784" y="1965"/>
                            <a:pt x="1220" y="2060"/>
                          </a:cubicBezTo>
                          <a:cubicBezTo>
                            <a:pt x="657" y="2171"/>
                            <a:pt x="118" y="1790"/>
                            <a:pt x="17" y="1219"/>
                          </a:cubicBezTo>
                          <a:cubicBezTo>
                            <a:pt x="-85" y="665"/>
                            <a:pt x="289" y="126"/>
                            <a:pt x="854" y="15"/>
                          </a:cubicBezTo>
                          <a:cubicBezTo>
                            <a:pt x="1418" y="-80"/>
                            <a:pt x="1955" y="300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52" name="Freeform: Shape 1051">
                      <a:extLst>
                        <a:ext uri="{FF2B5EF4-FFF2-40B4-BE49-F238E27FC236}">
                          <a16:creationId xmlns:a16="http://schemas.microsoft.com/office/drawing/2014/main" id="{ABF39253-F2EE-566B-A478-0918BA3EDD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4285" y="5091449"/>
                      <a:ext cx="2073" cy="2067"/>
                    </a:xfrm>
                    <a:custGeom>
                      <a:avLst/>
                      <a:gdLst>
                        <a:gd name="connsiteX0" fmla="*/ 2057 w 2073"/>
                        <a:gd name="connsiteY0" fmla="*/ 860 h 2067"/>
                        <a:gd name="connsiteX1" fmla="*/ 1220 w 2073"/>
                        <a:gd name="connsiteY1" fmla="*/ 2049 h 2067"/>
                        <a:gd name="connsiteX2" fmla="*/ 17 w 2073"/>
                        <a:gd name="connsiteY2" fmla="*/ 1224 h 2067"/>
                        <a:gd name="connsiteX3" fmla="*/ 854 w 2073"/>
                        <a:gd name="connsiteY3" fmla="*/ 19 h 2067"/>
                        <a:gd name="connsiteX4" fmla="*/ 2057 w 2073"/>
                        <a:gd name="connsiteY4" fmla="*/ 860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7">
                          <a:moveTo>
                            <a:pt x="2057" y="860"/>
                          </a:moveTo>
                          <a:cubicBezTo>
                            <a:pt x="2158" y="1414"/>
                            <a:pt x="1784" y="1953"/>
                            <a:pt x="1220" y="2049"/>
                          </a:cubicBezTo>
                          <a:cubicBezTo>
                            <a:pt x="657" y="2159"/>
                            <a:pt x="118" y="1779"/>
                            <a:pt x="17" y="1224"/>
                          </a:cubicBezTo>
                          <a:cubicBezTo>
                            <a:pt x="-85" y="653"/>
                            <a:pt x="289" y="114"/>
                            <a:pt x="854" y="19"/>
                          </a:cubicBezTo>
                          <a:cubicBezTo>
                            <a:pt x="1416" y="-92"/>
                            <a:pt x="1955" y="289"/>
                            <a:pt x="2057" y="86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53" name="Freeform: Shape 1052">
                      <a:extLst>
                        <a:ext uri="{FF2B5EF4-FFF2-40B4-BE49-F238E27FC236}">
                          <a16:creationId xmlns:a16="http://schemas.microsoft.com/office/drawing/2014/main" id="{A2F57A42-A9AB-83AC-CEB4-446CF13C0A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311" y="5080811"/>
                      <a:ext cx="2073" cy="2067"/>
                    </a:xfrm>
                    <a:custGeom>
                      <a:avLst/>
                      <a:gdLst>
                        <a:gd name="connsiteX0" fmla="*/ 2057 w 2073"/>
                        <a:gd name="connsiteY0" fmla="*/ 859 h 2067"/>
                        <a:gd name="connsiteX1" fmla="*/ 1220 w 2073"/>
                        <a:gd name="connsiteY1" fmla="*/ 2048 h 2067"/>
                        <a:gd name="connsiteX2" fmla="*/ 17 w 2073"/>
                        <a:gd name="connsiteY2" fmla="*/ 1224 h 2067"/>
                        <a:gd name="connsiteX3" fmla="*/ 854 w 2073"/>
                        <a:gd name="connsiteY3" fmla="*/ 19 h 2067"/>
                        <a:gd name="connsiteX4" fmla="*/ 2057 w 2073"/>
                        <a:gd name="connsiteY4" fmla="*/ 859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7">
                          <a:moveTo>
                            <a:pt x="2057" y="859"/>
                          </a:moveTo>
                          <a:cubicBezTo>
                            <a:pt x="2158" y="1414"/>
                            <a:pt x="1784" y="1953"/>
                            <a:pt x="1220" y="2048"/>
                          </a:cubicBezTo>
                          <a:cubicBezTo>
                            <a:pt x="657" y="2159"/>
                            <a:pt x="118" y="1779"/>
                            <a:pt x="17" y="1224"/>
                          </a:cubicBezTo>
                          <a:cubicBezTo>
                            <a:pt x="-85" y="653"/>
                            <a:pt x="289" y="114"/>
                            <a:pt x="854" y="19"/>
                          </a:cubicBezTo>
                          <a:cubicBezTo>
                            <a:pt x="1416" y="-92"/>
                            <a:pt x="1955" y="289"/>
                            <a:pt x="2057" y="85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54" name="Freeform: Shape 1053">
                      <a:extLst>
                        <a:ext uri="{FF2B5EF4-FFF2-40B4-BE49-F238E27FC236}">
                          <a16:creationId xmlns:a16="http://schemas.microsoft.com/office/drawing/2014/main" id="{5BF1C2F3-CE9F-6DD8-4107-191B634554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722" y="5091580"/>
                      <a:ext cx="2073" cy="2074"/>
                    </a:xfrm>
                    <a:custGeom>
                      <a:avLst/>
                      <a:gdLst>
                        <a:gd name="connsiteX0" fmla="*/ 2057 w 2073"/>
                        <a:gd name="connsiteY0" fmla="*/ 855 h 2074"/>
                        <a:gd name="connsiteX1" fmla="*/ 1220 w 2073"/>
                        <a:gd name="connsiteY1" fmla="*/ 2060 h 2074"/>
                        <a:gd name="connsiteX2" fmla="*/ 17 w 2073"/>
                        <a:gd name="connsiteY2" fmla="*/ 1220 h 2074"/>
                        <a:gd name="connsiteX3" fmla="*/ 854 w 2073"/>
                        <a:gd name="connsiteY3" fmla="*/ 15 h 2074"/>
                        <a:gd name="connsiteX4" fmla="*/ 2057 w 2073"/>
                        <a:gd name="connsiteY4" fmla="*/ 8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2057" y="855"/>
                          </a:moveTo>
                          <a:cubicBezTo>
                            <a:pt x="2158" y="1410"/>
                            <a:pt x="1784" y="1949"/>
                            <a:pt x="1220" y="2060"/>
                          </a:cubicBezTo>
                          <a:cubicBezTo>
                            <a:pt x="657" y="2155"/>
                            <a:pt x="118" y="1775"/>
                            <a:pt x="17" y="1220"/>
                          </a:cubicBezTo>
                          <a:cubicBezTo>
                            <a:pt x="-85" y="649"/>
                            <a:pt x="289" y="110"/>
                            <a:pt x="854" y="15"/>
                          </a:cubicBezTo>
                          <a:cubicBezTo>
                            <a:pt x="1416" y="-80"/>
                            <a:pt x="1955" y="285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55" name="Freeform: Shape 1054">
                      <a:extLst>
                        <a:ext uri="{FF2B5EF4-FFF2-40B4-BE49-F238E27FC236}">
                          <a16:creationId xmlns:a16="http://schemas.microsoft.com/office/drawing/2014/main" id="{34258B21-CA9C-5EEB-D022-D62AA7E321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4158" y="5083479"/>
                      <a:ext cx="2073" cy="2074"/>
                    </a:xfrm>
                    <a:custGeom>
                      <a:avLst/>
                      <a:gdLst>
                        <a:gd name="connsiteX0" fmla="*/ 2057 w 2073"/>
                        <a:gd name="connsiteY0" fmla="*/ 855 h 2074"/>
                        <a:gd name="connsiteX1" fmla="*/ 1220 w 2073"/>
                        <a:gd name="connsiteY1" fmla="*/ 2060 h 2074"/>
                        <a:gd name="connsiteX2" fmla="*/ 17 w 2073"/>
                        <a:gd name="connsiteY2" fmla="*/ 1220 h 2074"/>
                        <a:gd name="connsiteX3" fmla="*/ 854 w 2073"/>
                        <a:gd name="connsiteY3" fmla="*/ 15 h 2074"/>
                        <a:gd name="connsiteX4" fmla="*/ 2057 w 2073"/>
                        <a:gd name="connsiteY4" fmla="*/ 8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2057" y="855"/>
                          </a:moveTo>
                          <a:cubicBezTo>
                            <a:pt x="2158" y="1410"/>
                            <a:pt x="1784" y="1949"/>
                            <a:pt x="1220" y="2060"/>
                          </a:cubicBezTo>
                          <a:cubicBezTo>
                            <a:pt x="656" y="2155"/>
                            <a:pt x="118" y="1775"/>
                            <a:pt x="17" y="1220"/>
                          </a:cubicBezTo>
                          <a:cubicBezTo>
                            <a:pt x="-85" y="649"/>
                            <a:pt x="289" y="110"/>
                            <a:pt x="854" y="15"/>
                          </a:cubicBezTo>
                          <a:cubicBezTo>
                            <a:pt x="1418" y="-80"/>
                            <a:pt x="1956" y="285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56" name="Freeform: Shape 1055">
                      <a:extLst>
                        <a:ext uri="{FF2B5EF4-FFF2-40B4-BE49-F238E27FC236}">
                          <a16:creationId xmlns:a16="http://schemas.microsoft.com/office/drawing/2014/main" id="{DB9C4B0F-48BD-0BDA-7EA2-2872104D18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897" y="5089958"/>
                      <a:ext cx="2073" cy="2067"/>
                    </a:xfrm>
                    <a:custGeom>
                      <a:avLst/>
                      <a:gdLst>
                        <a:gd name="connsiteX0" fmla="*/ 2057 w 2073"/>
                        <a:gd name="connsiteY0" fmla="*/ 859 h 2067"/>
                        <a:gd name="connsiteX1" fmla="*/ 1220 w 2073"/>
                        <a:gd name="connsiteY1" fmla="*/ 2048 h 2067"/>
                        <a:gd name="connsiteX2" fmla="*/ 17 w 2073"/>
                        <a:gd name="connsiteY2" fmla="*/ 1224 h 2067"/>
                        <a:gd name="connsiteX3" fmla="*/ 854 w 2073"/>
                        <a:gd name="connsiteY3" fmla="*/ 19 h 2067"/>
                        <a:gd name="connsiteX4" fmla="*/ 2057 w 2073"/>
                        <a:gd name="connsiteY4" fmla="*/ 859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7">
                          <a:moveTo>
                            <a:pt x="2057" y="859"/>
                          </a:moveTo>
                          <a:cubicBezTo>
                            <a:pt x="2158" y="1414"/>
                            <a:pt x="1784" y="1953"/>
                            <a:pt x="1220" y="2048"/>
                          </a:cubicBezTo>
                          <a:cubicBezTo>
                            <a:pt x="657" y="2160"/>
                            <a:pt x="118" y="1779"/>
                            <a:pt x="17" y="1224"/>
                          </a:cubicBezTo>
                          <a:cubicBezTo>
                            <a:pt x="-85" y="653"/>
                            <a:pt x="289" y="114"/>
                            <a:pt x="854" y="19"/>
                          </a:cubicBezTo>
                          <a:cubicBezTo>
                            <a:pt x="1416" y="-92"/>
                            <a:pt x="1955" y="289"/>
                            <a:pt x="2057" y="85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57" name="Freeform: Shape 1056">
                      <a:extLst>
                        <a:ext uri="{FF2B5EF4-FFF2-40B4-BE49-F238E27FC236}">
                          <a16:creationId xmlns:a16="http://schemas.microsoft.com/office/drawing/2014/main" id="{0DEF550E-D33E-2EDA-9BEC-9A3CAB2F34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895" y="5079357"/>
                      <a:ext cx="2073" cy="2075"/>
                    </a:xfrm>
                    <a:custGeom>
                      <a:avLst/>
                      <a:gdLst>
                        <a:gd name="connsiteX0" fmla="*/ 2057 w 2073"/>
                        <a:gd name="connsiteY0" fmla="*/ 855 h 2075"/>
                        <a:gd name="connsiteX1" fmla="*/ 1220 w 2073"/>
                        <a:gd name="connsiteY1" fmla="*/ 2060 h 2075"/>
                        <a:gd name="connsiteX2" fmla="*/ 17 w 2073"/>
                        <a:gd name="connsiteY2" fmla="*/ 1220 h 2075"/>
                        <a:gd name="connsiteX3" fmla="*/ 854 w 2073"/>
                        <a:gd name="connsiteY3" fmla="*/ 15 h 2075"/>
                        <a:gd name="connsiteX4" fmla="*/ 2057 w 2073"/>
                        <a:gd name="connsiteY4" fmla="*/ 855 h 20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5">
                          <a:moveTo>
                            <a:pt x="2057" y="855"/>
                          </a:moveTo>
                          <a:cubicBezTo>
                            <a:pt x="2158" y="1426"/>
                            <a:pt x="1784" y="1949"/>
                            <a:pt x="1220" y="2060"/>
                          </a:cubicBezTo>
                          <a:cubicBezTo>
                            <a:pt x="657" y="2155"/>
                            <a:pt x="118" y="1791"/>
                            <a:pt x="17" y="1220"/>
                          </a:cubicBezTo>
                          <a:cubicBezTo>
                            <a:pt x="-85" y="665"/>
                            <a:pt x="289" y="126"/>
                            <a:pt x="854" y="15"/>
                          </a:cubicBezTo>
                          <a:cubicBezTo>
                            <a:pt x="1418" y="-80"/>
                            <a:pt x="1955" y="285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58" name="Freeform: Shape 1057">
                      <a:extLst>
                        <a:ext uri="{FF2B5EF4-FFF2-40B4-BE49-F238E27FC236}">
                          <a16:creationId xmlns:a16="http://schemas.microsoft.com/office/drawing/2014/main" id="{2D417339-F2E9-2A4E-C0FE-A4E84830C7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7551" y="5077407"/>
                      <a:ext cx="2073" cy="2074"/>
                    </a:xfrm>
                    <a:custGeom>
                      <a:avLst/>
                      <a:gdLst>
                        <a:gd name="connsiteX0" fmla="*/ 2057 w 2073"/>
                        <a:gd name="connsiteY0" fmla="*/ 855 h 2074"/>
                        <a:gd name="connsiteX1" fmla="*/ 1220 w 2073"/>
                        <a:gd name="connsiteY1" fmla="*/ 2060 h 2074"/>
                        <a:gd name="connsiteX2" fmla="*/ 17 w 2073"/>
                        <a:gd name="connsiteY2" fmla="*/ 1219 h 2074"/>
                        <a:gd name="connsiteX3" fmla="*/ 852 w 2073"/>
                        <a:gd name="connsiteY3" fmla="*/ 15 h 2074"/>
                        <a:gd name="connsiteX4" fmla="*/ 2057 w 2073"/>
                        <a:gd name="connsiteY4" fmla="*/ 8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2057" y="855"/>
                          </a:moveTo>
                          <a:cubicBezTo>
                            <a:pt x="2158" y="1426"/>
                            <a:pt x="1784" y="1965"/>
                            <a:pt x="1220" y="2060"/>
                          </a:cubicBezTo>
                          <a:cubicBezTo>
                            <a:pt x="655" y="2155"/>
                            <a:pt x="118" y="1790"/>
                            <a:pt x="17" y="1219"/>
                          </a:cubicBezTo>
                          <a:cubicBezTo>
                            <a:pt x="-85" y="664"/>
                            <a:pt x="289" y="125"/>
                            <a:pt x="852" y="15"/>
                          </a:cubicBezTo>
                          <a:cubicBezTo>
                            <a:pt x="1416" y="-81"/>
                            <a:pt x="1955" y="300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59" name="Freeform: Shape 1058">
                      <a:extLst>
                        <a:ext uri="{FF2B5EF4-FFF2-40B4-BE49-F238E27FC236}">
                          <a16:creationId xmlns:a16="http://schemas.microsoft.com/office/drawing/2014/main" id="{0F2336F4-42DF-2549-03EB-D686A04D93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585" y="5082872"/>
                      <a:ext cx="2073" cy="2067"/>
                    </a:xfrm>
                    <a:custGeom>
                      <a:avLst/>
                      <a:gdLst>
                        <a:gd name="connsiteX0" fmla="*/ 2057 w 2073"/>
                        <a:gd name="connsiteY0" fmla="*/ 844 h 2067"/>
                        <a:gd name="connsiteX1" fmla="*/ 1220 w 2073"/>
                        <a:gd name="connsiteY1" fmla="*/ 2049 h 2067"/>
                        <a:gd name="connsiteX2" fmla="*/ 17 w 2073"/>
                        <a:gd name="connsiteY2" fmla="*/ 1208 h 2067"/>
                        <a:gd name="connsiteX3" fmla="*/ 854 w 2073"/>
                        <a:gd name="connsiteY3" fmla="*/ 19 h 2067"/>
                        <a:gd name="connsiteX4" fmla="*/ 2057 w 2073"/>
                        <a:gd name="connsiteY4" fmla="*/ 844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7">
                          <a:moveTo>
                            <a:pt x="2057" y="844"/>
                          </a:moveTo>
                          <a:cubicBezTo>
                            <a:pt x="2158" y="1414"/>
                            <a:pt x="1784" y="1953"/>
                            <a:pt x="1220" y="2049"/>
                          </a:cubicBezTo>
                          <a:cubicBezTo>
                            <a:pt x="657" y="2159"/>
                            <a:pt x="118" y="1779"/>
                            <a:pt x="17" y="1208"/>
                          </a:cubicBezTo>
                          <a:cubicBezTo>
                            <a:pt x="-85" y="653"/>
                            <a:pt x="289" y="114"/>
                            <a:pt x="854" y="19"/>
                          </a:cubicBezTo>
                          <a:cubicBezTo>
                            <a:pt x="1418" y="-92"/>
                            <a:pt x="1955" y="289"/>
                            <a:pt x="2057" y="84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60" name="Freeform: Shape 1059">
                      <a:extLst>
                        <a:ext uri="{FF2B5EF4-FFF2-40B4-BE49-F238E27FC236}">
                          <a16:creationId xmlns:a16="http://schemas.microsoft.com/office/drawing/2014/main" id="{326442D6-E94C-D720-ED66-2573E485D7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613" y="5072234"/>
                      <a:ext cx="2073" cy="2067"/>
                    </a:xfrm>
                    <a:custGeom>
                      <a:avLst/>
                      <a:gdLst>
                        <a:gd name="connsiteX0" fmla="*/ 2057 w 2073"/>
                        <a:gd name="connsiteY0" fmla="*/ 860 h 2067"/>
                        <a:gd name="connsiteX1" fmla="*/ 1220 w 2073"/>
                        <a:gd name="connsiteY1" fmla="*/ 2049 h 2067"/>
                        <a:gd name="connsiteX2" fmla="*/ 17 w 2073"/>
                        <a:gd name="connsiteY2" fmla="*/ 1224 h 2067"/>
                        <a:gd name="connsiteX3" fmla="*/ 854 w 2073"/>
                        <a:gd name="connsiteY3" fmla="*/ 19 h 2067"/>
                        <a:gd name="connsiteX4" fmla="*/ 2057 w 2073"/>
                        <a:gd name="connsiteY4" fmla="*/ 860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7">
                          <a:moveTo>
                            <a:pt x="2057" y="860"/>
                          </a:moveTo>
                          <a:cubicBezTo>
                            <a:pt x="2158" y="1414"/>
                            <a:pt x="1784" y="1953"/>
                            <a:pt x="1220" y="2049"/>
                          </a:cubicBezTo>
                          <a:cubicBezTo>
                            <a:pt x="657" y="2159"/>
                            <a:pt x="118" y="1779"/>
                            <a:pt x="17" y="1224"/>
                          </a:cubicBezTo>
                          <a:cubicBezTo>
                            <a:pt x="-85" y="653"/>
                            <a:pt x="289" y="114"/>
                            <a:pt x="854" y="19"/>
                          </a:cubicBezTo>
                          <a:cubicBezTo>
                            <a:pt x="1418" y="-92"/>
                            <a:pt x="1956" y="289"/>
                            <a:pt x="2057" y="86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61" name="Freeform: Shape 1060">
                      <a:extLst>
                        <a:ext uri="{FF2B5EF4-FFF2-40B4-BE49-F238E27FC236}">
                          <a16:creationId xmlns:a16="http://schemas.microsoft.com/office/drawing/2014/main" id="{04777027-3A76-6E1E-5F73-7AF7D4A468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023" y="5082999"/>
                      <a:ext cx="2073" cy="2067"/>
                    </a:xfrm>
                    <a:custGeom>
                      <a:avLst/>
                      <a:gdLst>
                        <a:gd name="connsiteX0" fmla="*/ 2057 w 2073"/>
                        <a:gd name="connsiteY0" fmla="*/ 844 h 2067"/>
                        <a:gd name="connsiteX1" fmla="*/ 1220 w 2073"/>
                        <a:gd name="connsiteY1" fmla="*/ 2049 h 2067"/>
                        <a:gd name="connsiteX2" fmla="*/ 17 w 2073"/>
                        <a:gd name="connsiteY2" fmla="*/ 1224 h 2067"/>
                        <a:gd name="connsiteX3" fmla="*/ 854 w 2073"/>
                        <a:gd name="connsiteY3" fmla="*/ 19 h 2067"/>
                        <a:gd name="connsiteX4" fmla="*/ 2057 w 2073"/>
                        <a:gd name="connsiteY4" fmla="*/ 844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7">
                          <a:moveTo>
                            <a:pt x="2057" y="844"/>
                          </a:moveTo>
                          <a:cubicBezTo>
                            <a:pt x="2158" y="1414"/>
                            <a:pt x="1784" y="1954"/>
                            <a:pt x="1220" y="2049"/>
                          </a:cubicBezTo>
                          <a:cubicBezTo>
                            <a:pt x="657" y="2160"/>
                            <a:pt x="118" y="1779"/>
                            <a:pt x="17" y="1224"/>
                          </a:cubicBezTo>
                          <a:cubicBezTo>
                            <a:pt x="-85" y="653"/>
                            <a:pt x="289" y="114"/>
                            <a:pt x="854" y="19"/>
                          </a:cubicBezTo>
                          <a:cubicBezTo>
                            <a:pt x="1417" y="-92"/>
                            <a:pt x="1955" y="289"/>
                            <a:pt x="2057" y="84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62" name="Freeform: Shape 1061">
                      <a:extLst>
                        <a:ext uri="{FF2B5EF4-FFF2-40B4-BE49-F238E27FC236}">
                          <a16:creationId xmlns:a16="http://schemas.microsoft.com/office/drawing/2014/main" id="{12CB9342-ACAE-F8FE-EBD6-820A19B614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202" y="5075219"/>
                      <a:ext cx="2071" cy="2075"/>
                    </a:xfrm>
                    <a:custGeom>
                      <a:avLst/>
                      <a:gdLst>
                        <a:gd name="connsiteX0" fmla="*/ 2055 w 2071"/>
                        <a:gd name="connsiteY0" fmla="*/ 855 h 2075"/>
                        <a:gd name="connsiteX1" fmla="*/ 1220 w 2071"/>
                        <a:gd name="connsiteY1" fmla="*/ 2060 h 2075"/>
                        <a:gd name="connsiteX2" fmla="*/ 17 w 2071"/>
                        <a:gd name="connsiteY2" fmla="*/ 1220 h 2075"/>
                        <a:gd name="connsiteX3" fmla="*/ 854 w 2071"/>
                        <a:gd name="connsiteY3" fmla="*/ 15 h 2075"/>
                        <a:gd name="connsiteX4" fmla="*/ 2055 w 2071"/>
                        <a:gd name="connsiteY4" fmla="*/ 855 h 20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5">
                          <a:moveTo>
                            <a:pt x="2055" y="855"/>
                          </a:moveTo>
                          <a:cubicBezTo>
                            <a:pt x="2157" y="1426"/>
                            <a:pt x="1783" y="1965"/>
                            <a:pt x="1220" y="2060"/>
                          </a:cubicBezTo>
                          <a:cubicBezTo>
                            <a:pt x="657" y="2155"/>
                            <a:pt x="118" y="1791"/>
                            <a:pt x="17" y="1220"/>
                          </a:cubicBezTo>
                          <a:cubicBezTo>
                            <a:pt x="-85" y="665"/>
                            <a:pt x="289" y="126"/>
                            <a:pt x="854" y="15"/>
                          </a:cubicBezTo>
                          <a:cubicBezTo>
                            <a:pt x="1418" y="-80"/>
                            <a:pt x="1954" y="284"/>
                            <a:pt x="2055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63" name="Freeform: Shape 1062">
                      <a:extLst>
                        <a:ext uri="{FF2B5EF4-FFF2-40B4-BE49-F238E27FC236}">
                          <a16:creationId xmlns:a16="http://schemas.microsoft.com/office/drawing/2014/main" id="{80C720BA-7EC5-AF0A-BF56-3A8803388F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721" y="5076360"/>
                      <a:ext cx="2073" cy="2074"/>
                    </a:xfrm>
                    <a:custGeom>
                      <a:avLst/>
                      <a:gdLst>
                        <a:gd name="connsiteX0" fmla="*/ 2057 w 2073"/>
                        <a:gd name="connsiteY0" fmla="*/ 855 h 2074"/>
                        <a:gd name="connsiteX1" fmla="*/ 1220 w 2073"/>
                        <a:gd name="connsiteY1" fmla="*/ 2060 h 2074"/>
                        <a:gd name="connsiteX2" fmla="*/ 17 w 2073"/>
                        <a:gd name="connsiteY2" fmla="*/ 1220 h 2074"/>
                        <a:gd name="connsiteX3" fmla="*/ 854 w 2073"/>
                        <a:gd name="connsiteY3" fmla="*/ 15 h 2074"/>
                        <a:gd name="connsiteX4" fmla="*/ 2057 w 2073"/>
                        <a:gd name="connsiteY4" fmla="*/ 8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2057" y="855"/>
                          </a:moveTo>
                          <a:cubicBezTo>
                            <a:pt x="2158" y="1410"/>
                            <a:pt x="1784" y="1949"/>
                            <a:pt x="1220" y="2060"/>
                          </a:cubicBezTo>
                          <a:cubicBezTo>
                            <a:pt x="657" y="2155"/>
                            <a:pt x="118" y="1775"/>
                            <a:pt x="17" y="1220"/>
                          </a:cubicBezTo>
                          <a:cubicBezTo>
                            <a:pt x="-85" y="649"/>
                            <a:pt x="289" y="110"/>
                            <a:pt x="854" y="15"/>
                          </a:cubicBezTo>
                          <a:cubicBezTo>
                            <a:pt x="1418" y="-80"/>
                            <a:pt x="1955" y="285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64" name="Freeform: Shape 1063">
                      <a:extLst>
                        <a:ext uri="{FF2B5EF4-FFF2-40B4-BE49-F238E27FC236}">
                          <a16:creationId xmlns:a16="http://schemas.microsoft.com/office/drawing/2014/main" id="{F1667872-7290-32EE-9F11-6C7C1587D3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380" y="5111012"/>
                      <a:ext cx="2073" cy="2067"/>
                    </a:xfrm>
                    <a:custGeom>
                      <a:avLst/>
                      <a:gdLst>
                        <a:gd name="connsiteX0" fmla="*/ 2057 w 2073"/>
                        <a:gd name="connsiteY0" fmla="*/ 859 h 2067"/>
                        <a:gd name="connsiteX1" fmla="*/ 1220 w 2073"/>
                        <a:gd name="connsiteY1" fmla="*/ 2048 h 2067"/>
                        <a:gd name="connsiteX2" fmla="*/ 17 w 2073"/>
                        <a:gd name="connsiteY2" fmla="*/ 1224 h 2067"/>
                        <a:gd name="connsiteX3" fmla="*/ 854 w 2073"/>
                        <a:gd name="connsiteY3" fmla="*/ 19 h 2067"/>
                        <a:gd name="connsiteX4" fmla="*/ 2057 w 2073"/>
                        <a:gd name="connsiteY4" fmla="*/ 859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7">
                          <a:moveTo>
                            <a:pt x="2057" y="859"/>
                          </a:moveTo>
                          <a:cubicBezTo>
                            <a:pt x="2158" y="1414"/>
                            <a:pt x="1784" y="1953"/>
                            <a:pt x="1220" y="2048"/>
                          </a:cubicBezTo>
                          <a:cubicBezTo>
                            <a:pt x="655" y="2159"/>
                            <a:pt x="118" y="1779"/>
                            <a:pt x="17" y="1224"/>
                          </a:cubicBezTo>
                          <a:cubicBezTo>
                            <a:pt x="-85" y="653"/>
                            <a:pt x="289" y="114"/>
                            <a:pt x="854" y="19"/>
                          </a:cubicBezTo>
                          <a:cubicBezTo>
                            <a:pt x="1418" y="-92"/>
                            <a:pt x="1955" y="289"/>
                            <a:pt x="2057" y="85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65" name="Freeform: Shape 1064">
                      <a:extLst>
                        <a:ext uri="{FF2B5EF4-FFF2-40B4-BE49-F238E27FC236}">
                          <a16:creationId xmlns:a16="http://schemas.microsoft.com/office/drawing/2014/main" id="{470792D8-6CD2-DB2F-D2B9-4EDD3EED85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036" y="5109066"/>
                      <a:ext cx="2073" cy="2074"/>
                    </a:xfrm>
                    <a:custGeom>
                      <a:avLst/>
                      <a:gdLst>
                        <a:gd name="connsiteX0" fmla="*/ 2057 w 2073"/>
                        <a:gd name="connsiteY0" fmla="*/ 855 h 2074"/>
                        <a:gd name="connsiteX1" fmla="*/ 1220 w 2073"/>
                        <a:gd name="connsiteY1" fmla="*/ 2060 h 2074"/>
                        <a:gd name="connsiteX2" fmla="*/ 17 w 2073"/>
                        <a:gd name="connsiteY2" fmla="*/ 1220 h 2074"/>
                        <a:gd name="connsiteX3" fmla="*/ 854 w 2073"/>
                        <a:gd name="connsiteY3" fmla="*/ 15 h 2074"/>
                        <a:gd name="connsiteX4" fmla="*/ 2057 w 2073"/>
                        <a:gd name="connsiteY4" fmla="*/ 8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2057" y="855"/>
                          </a:moveTo>
                          <a:cubicBezTo>
                            <a:pt x="2158" y="1410"/>
                            <a:pt x="1784" y="1949"/>
                            <a:pt x="1220" y="2060"/>
                          </a:cubicBezTo>
                          <a:cubicBezTo>
                            <a:pt x="657" y="2155"/>
                            <a:pt x="118" y="1775"/>
                            <a:pt x="17" y="1220"/>
                          </a:cubicBezTo>
                          <a:cubicBezTo>
                            <a:pt x="-85" y="649"/>
                            <a:pt x="289" y="110"/>
                            <a:pt x="854" y="15"/>
                          </a:cubicBezTo>
                          <a:cubicBezTo>
                            <a:pt x="1416" y="-80"/>
                            <a:pt x="1956" y="285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66" name="Freeform: Shape 1065">
                      <a:extLst>
                        <a:ext uri="{FF2B5EF4-FFF2-40B4-BE49-F238E27FC236}">
                          <a16:creationId xmlns:a16="http://schemas.microsoft.com/office/drawing/2014/main" id="{0F13ED5C-274B-8A40-5BAD-BD0105A12A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477" y="5117987"/>
                      <a:ext cx="2073" cy="2078"/>
                    </a:xfrm>
                    <a:custGeom>
                      <a:avLst/>
                      <a:gdLst>
                        <a:gd name="connsiteX0" fmla="*/ 2057 w 2073"/>
                        <a:gd name="connsiteY0" fmla="*/ 860 h 2078"/>
                        <a:gd name="connsiteX1" fmla="*/ 1220 w 2073"/>
                        <a:gd name="connsiteY1" fmla="*/ 2064 h 2078"/>
                        <a:gd name="connsiteX2" fmla="*/ 17 w 2073"/>
                        <a:gd name="connsiteY2" fmla="*/ 1224 h 2078"/>
                        <a:gd name="connsiteX3" fmla="*/ 854 w 2073"/>
                        <a:gd name="connsiteY3" fmla="*/ 19 h 2078"/>
                        <a:gd name="connsiteX4" fmla="*/ 2057 w 2073"/>
                        <a:gd name="connsiteY4" fmla="*/ 860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2057" y="860"/>
                          </a:moveTo>
                          <a:cubicBezTo>
                            <a:pt x="2158" y="1414"/>
                            <a:pt x="1784" y="1953"/>
                            <a:pt x="1220" y="2064"/>
                          </a:cubicBezTo>
                          <a:cubicBezTo>
                            <a:pt x="657" y="2159"/>
                            <a:pt x="118" y="1779"/>
                            <a:pt x="17" y="1224"/>
                          </a:cubicBezTo>
                          <a:cubicBezTo>
                            <a:pt x="-85" y="653"/>
                            <a:pt x="289" y="114"/>
                            <a:pt x="854" y="19"/>
                          </a:cubicBezTo>
                          <a:cubicBezTo>
                            <a:pt x="1418" y="-92"/>
                            <a:pt x="1955" y="289"/>
                            <a:pt x="2057" y="86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67" name="Freeform: Shape 1066">
                      <a:extLst>
                        <a:ext uri="{FF2B5EF4-FFF2-40B4-BE49-F238E27FC236}">
                          <a16:creationId xmlns:a16="http://schemas.microsoft.com/office/drawing/2014/main" id="{1261DBD5-5A1F-B28B-A37C-644FE2334D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098" y="5103882"/>
                      <a:ext cx="2073" cy="2074"/>
                    </a:xfrm>
                    <a:custGeom>
                      <a:avLst/>
                      <a:gdLst>
                        <a:gd name="connsiteX0" fmla="*/ 2057 w 2073"/>
                        <a:gd name="connsiteY0" fmla="*/ 855 h 2074"/>
                        <a:gd name="connsiteX1" fmla="*/ 1220 w 2073"/>
                        <a:gd name="connsiteY1" fmla="*/ 2060 h 2074"/>
                        <a:gd name="connsiteX2" fmla="*/ 17 w 2073"/>
                        <a:gd name="connsiteY2" fmla="*/ 1219 h 2074"/>
                        <a:gd name="connsiteX3" fmla="*/ 854 w 2073"/>
                        <a:gd name="connsiteY3" fmla="*/ 15 h 2074"/>
                        <a:gd name="connsiteX4" fmla="*/ 2057 w 2073"/>
                        <a:gd name="connsiteY4" fmla="*/ 8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2057" y="855"/>
                          </a:moveTo>
                          <a:cubicBezTo>
                            <a:pt x="2158" y="1426"/>
                            <a:pt x="1784" y="1964"/>
                            <a:pt x="1220" y="2060"/>
                          </a:cubicBezTo>
                          <a:cubicBezTo>
                            <a:pt x="657" y="2155"/>
                            <a:pt x="118" y="1790"/>
                            <a:pt x="17" y="1219"/>
                          </a:cubicBezTo>
                          <a:cubicBezTo>
                            <a:pt x="-85" y="665"/>
                            <a:pt x="289" y="126"/>
                            <a:pt x="854" y="15"/>
                          </a:cubicBezTo>
                          <a:cubicBezTo>
                            <a:pt x="1418" y="-80"/>
                            <a:pt x="1955" y="300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68" name="Freeform: Shape 1067">
                      <a:extLst>
                        <a:ext uri="{FF2B5EF4-FFF2-40B4-BE49-F238E27FC236}">
                          <a16:creationId xmlns:a16="http://schemas.microsoft.com/office/drawing/2014/main" id="{34D9210B-59FE-F09C-DF9B-55706FCCC2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510" y="5114646"/>
                      <a:ext cx="2071" cy="2075"/>
                    </a:xfrm>
                    <a:custGeom>
                      <a:avLst/>
                      <a:gdLst>
                        <a:gd name="connsiteX0" fmla="*/ 2055 w 2071"/>
                        <a:gd name="connsiteY0" fmla="*/ 855 h 2075"/>
                        <a:gd name="connsiteX1" fmla="*/ 1220 w 2071"/>
                        <a:gd name="connsiteY1" fmla="*/ 2060 h 2075"/>
                        <a:gd name="connsiteX2" fmla="*/ 17 w 2071"/>
                        <a:gd name="connsiteY2" fmla="*/ 1220 h 2075"/>
                        <a:gd name="connsiteX3" fmla="*/ 854 w 2071"/>
                        <a:gd name="connsiteY3" fmla="*/ 15 h 2075"/>
                        <a:gd name="connsiteX4" fmla="*/ 2055 w 2071"/>
                        <a:gd name="connsiteY4" fmla="*/ 855 h 20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5">
                          <a:moveTo>
                            <a:pt x="2055" y="855"/>
                          </a:moveTo>
                          <a:cubicBezTo>
                            <a:pt x="2157" y="1426"/>
                            <a:pt x="1783" y="1965"/>
                            <a:pt x="1220" y="2060"/>
                          </a:cubicBezTo>
                          <a:cubicBezTo>
                            <a:pt x="657" y="2155"/>
                            <a:pt x="118" y="1791"/>
                            <a:pt x="17" y="1220"/>
                          </a:cubicBezTo>
                          <a:cubicBezTo>
                            <a:pt x="-85" y="665"/>
                            <a:pt x="289" y="126"/>
                            <a:pt x="854" y="15"/>
                          </a:cubicBezTo>
                          <a:cubicBezTo>
                            <a:pt x="1415" y="-80"/>
                            <a:pt x="1954" y="284"/>
                            <a:pt x="2055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69" name="Freeform: Shape 1068">
                      <a:extLst>
                        <a:ext uri="{FF2B5EF4-FFF2-40B4-BE49-F238E27FC236}">
                          <a16:creationId xmlns:a16="http://schemas.microsoft.com/office/drawing/2014/main" id="{7A1ADA28-670F-F27F-7D30-4E89D377D3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7001" y="5103608"/>
                      <a:ext cx="2073" cy="2067"/>
                    </a:xfrm>
                    <a:custGeom>
                      <a:avLst/>
                      <a:gdLst>
                        <a:gd name="connsiteX0" fmla="*/ 2057 w 2073"/>
                        <a:gd name="connsiteY0" fmla="*/ 844 h 2067"/>
                        <a:gd name="connsiteX1" fmla="*/ 1220 w 2073"/>
                        <a:gd name="connsiteY1" fmla="*/ 2049 h 2067"/>
                        <a:gd name="connsiteX2" fmla="*/ 17 w 2073"/>
                        <a:gd name="connsiteY2" fmla="*/ 1208 h 2067"/>
                        <a:gd name="connsiteX3" fmla="*/ 854 w 2073"/>
                        <a:gd name="connsiteY3" fmla="*/ 19 h 2067"/>
                        <a:gd name="connsiteX4" fmla="*/ 2057 w 2073"/>
                        <a:gd name="connsiteY4" fmla="*/ 844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7">
                          <a:moveTo>
                            <a:pt x="2057" y="844"/>
                          </a:moveTo>
                          <a:cubicBezTo>
                            <a:pt x="2158" y="1414"/>
                            <a:pt x="1784" y="1954"/>
                            <a:pt x="1220" y="2049"/>
                          </a:cubicBezTo>
                          <a:cubicBezTo>
                            <a:pt x="657" y="2160"/>
                            <a:pt x="118" y="1779"/>
                            <a:pt x="17" y="1208"/>
                          </a:cubicBezTo>
                          <a:cubicBezTo>
                            <a:pt x="-85" y="653"/>
                            <a:pt x="289" y="114"/>
                            <a:pt x="854" y="19"/>
                          </a:cubicBezTo>
                          <a:cubicBezTo>
                            <a:pt x="1418" y="-92"/>
                            <a:pt x="1956" y="289"/>
                            <a:pt x="2057" y="84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70" name="Freeform: Shape 1069">
                      <a:extLst>
                        <a:ext uri="{FF2B5EF4-FFF2-40B4-BE49-F238E27FC236}">
                          <a16:creationId xmlns:a16="http://schemas.microsoft.com/office/drawing/2014/main" id="{0E3D441F-CE4B-4C24-ED12-7D02DB59E1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208" y="5108004"/>
                      <a:ext cx="2073" cy="2074"/>
                    </a:xfrm>
                    <a:custGeom>
                      <a:avLst/>
                      <a:gdLst>
                        <a:gd name="connsiteX0" fmla="*/ 2057 w 2073"/>
                        <a:gd name="connsiteY0" fmla="*/ 855 h 2074"/>
                        <a:gd name="connsiteX1" fmla="*/ 1220 w 2073"/>
                        <a:gd name="connsiteY1" fmla="*/ 2060 h 2074"/>
                        <a:gd name="connsiteX2" fmla="*/ 17 w 2073"/>
                        <a:gd name="connsiteY2" fmla="*/ 1219 h 2074"/>
                        <a:gd name="connsiteX3" fmla="*/ 852 w 2073"/>
                        <a:gd name="connsiteY3" fmla="*/ 15 h 2074"/>
                        <a:gd name="connsiteX4" fmla="*/ 2057 w 2073"/>
                        <a:gd name="connsiteY4" fmla="*/ 8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2057" y="855"/>
                          </a:moveTo>
                          <a:cubicBezTo>
                            <a:pt x="2158" y="1426"/>
                            <a:pt x="1784" y="1964"/>
                            <a:pt x="1220" y="2060"/>
                          </a:cubicBezTo>
                          <a:cubicBezTo>
                            <a:pt x="657" y="2155"/>
                            <a:pt x="118" y="1790"/>
                            <a:pt x="17" y="1219"/>
                          </a:cubicBezTo>
                          <a:cubicBezTo>
                            <a:pt x="-85" y="665"/>
                            <a:pt x="289" y="126"/>
                            <a:pt x="852" y="15"/>
                          </a:cubicBezTo>
                          <a:cubicBezTo>
                            <a:pt x="1415" y="-80"/>
                            <a:pt x="1955" y="300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71" name="Freeform: Shape 1070">
                      <a:extLst>
                        <a:ext uri="{FF2B5EF4-FFF2-40B4-BE49-F238E27FC236}">
                          <a16:creationId xmlns:a16="http://schemas.microsoft.com/office/drawing/2014/main" id="{46F9D560-73B6-336C-A028-C2B6B0FC33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149" y="5101959"/>
                      <a:ext cx="2071" cy="2067"/>
                    </a:xfrm>
                    <a:custGeom>
                      <a:avLst/>
                      <a:gdLst>
                        <a:gd name="connsiteX0" fmla="*/ 2055 w 2071"/>
                        <a:gd name="connsiteY0" fmla="*/ 844 h 2067"/>
                        <a:gd name="connsiteX1" fmla="*/ 1220 w 2071"/>
                        <a:gd name="connsiteY1" fmla="*/ 2049 h 2067"/>
                        <a:gd name="connsiteX2" fmla="*/ 17 w 2071"/>
                        <a:gd name="connsiteY2" fmla="*/ 1208 h 2067"/>
                        <a:gd name="connsiteX3" fmla="*/ 852 w 2071"/>
                        <a:gd name="connsiteY3" fmla="*/ 19 h 2067"/>
                        <a:gd name="connsiteX4" fmla="*/ 2055 w 2071"/>
                        <a:gd name="connsiteY4" fmla="*/ 844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7">
                          <a:moveTo>
                            <a:pt x="2055" y="844"/>
                          </a:moveTo>
                          <a:cubicBezTo>
                            <a:pt x="2157" y="1414"/>
                            <a:pt x="1783" y="1953"/>
                            <a:pt x="1220" y="2049"/>
                          </a:cubicBezTo>
                          <a:cubicBezTo>
                            <a:pt x="657" y="2159"/>
                            <a:pt x="118" y="1779"/>
                            <a:pt x="17" y="1208"/>
                          </a:cubicBezTo>
                          <a:cubicBezTo>
                            <a:pt x="-85" y="653"/>
                            <a:pt x="289" y="114"/>
                            <a:pt x="852" y="19"/>
                          </a:cubicBezTo>
                          <a:cubicBezTo>
                            <a:pt x="1415" y="-92"/>
                            <a:pt x="1954" y="289"/>
                            <a:pt x="2055" y="84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72" name="Freeform: Shape 1071">
                      <a:extLst>
                        <a:ext uri="{FF2B5EF4-FFF2-40B4-BE49-F238E27FC236}">
                          <a16:creationId xmlns:a16="http://schemas.microsoft.com/office/drawing/2014/main" id="{C4C6CFFB-A910-9CEB-5E25-455CAC291B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803" y="5100009"/>
                      <a:ext cx="2073" cy="2067"/>
                    </a:xfrm>
                    <a:custGeom>
                      <a:avLst/>
                      <a:gdLst>
                        <a:gd name="connsiteX0" fmla="*/ 2057 w 2073"/>
                        <a:gd name="connsiteY0" fmla="*/ 844 h 2067"/>
                        <a:gd name="connsiteX1" fmla="*/ 1220 w 2073"/>
                        <a:gd name="connsiteY1" fmla="*/ 2048 h 2067"/>
                        <a:gd name="connsiteX2" fmla="*/ 17 w 2073"/>
                        <a:gd name="connsiteY2" fmla="*/ 1224 h 2067"/>
                        <a:gd name="connsiteX3" fmla="*/ 854 w 2073"/>
                        <a:gd name="connsiteY3" fmla="*/ 19 h 2067"/>
                        <a:gd name="connsiteX4" fmla="*/ 2057 w 2073"/>
                        <a:gd name="connsiteY4" fmla="*/ 844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7">
                          <a:moveTo>
                            <a:pt x="2057" y="844"/>
                          </a:moveTo>
                          <a:cubicBezTo>
                            <a:pt x="2158" y="1414"/>
                            <a:pt x="1784" y="1953"/>
                            <a:pt x="1220" y="2048"/>
                          </a:cubicBezTo>
                          <a:cubicBezTo>
                            <a:pt x="657" y="2159"/>
                            <a:pt x="118" y="1779"/>
                            <a:pt x="17" y="1224"/>
                          </a:cubicBezTo>
                          <a:cubicBezTo>
                            <a:pt x="-85" y="653"/>
                            <a:pt x="289" y="114"/>
                            <a:pt x="854" y="19"/>
                          </a:cubicBezTo>
                          <a:cubicBezTo>
                            <a:pt x="1416" y="-92"/>
                            <a:pt x="1955" y="289"/>
                            <a:pt x="2057" y="84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73" name="Freeform: Shape 1072">
                      <a:extLst>
                        <a:ext uri="{FF2B5EF4-FFF2-40B4-BE49-F238E27FC236}">
                          <a16:creationId xmlns:a16="http://schemas.microsoft.com/office/drawing/2014/main" id="{02938486-98DF-B1B4-7BD1-B6073F80AA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840" y="5105467"/>
                      <a:ext cx="2071" cy="2074"/>
                    </a:xfrm>
                    <a:custGeom>
                      <a:avLst/>
                      <a:gdLst>
                        <a:gd name="connsiteX0" fmla="*/ 2055 w 2071"/>
                        <a:gd name="connsiteY0" fmla="*/ 855 h 2074"/>
                        <a:gd name="connsiteX1" fmla="*/ 1220 w 2071"/>
                        <a:gd name="connsiteY1" fmla="*/ 2060 h 2074"/>
                        <a:gd name="connsiteX2" fmla="*/ 17 w 2071"/>
                        <a:gd name="connsiteY2" fmla="*/ 1220 h 2074"/>
                        <a:gd name="connsiteX3" fmla="*/ 854 w 2071"/>
                        <a:gd name="connsiteY3" fmla="*/ 15 h 2074"/>
                        <a:gd name="connsiteX4" fmla="*/ 2055 w 2071"/>
                        <a:gd name="connsiteY4" fmla="*/ 8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4">
                          <a:moveTo>
                            <a:pt x="2055" y="855"/>
                          </a:moveTo>
                          <a:cubicBezTo>
                            <a:pt x="2157" y="1410"/>
                            <a:pt x="1783" y="1949"/>
                            <a:pt x="1220" y="2060"/>
                          </a:cubicBezTo>
                          <a:cubicBezTo>
                            <a:pt x="657" y="2155"/>
                            <a:pt x="118" y="1775"/>
                            <a:pt x="17" y="1220"/>
                          </a:cubicBezTo>
                          <a:cubicBezTo>
                            <a:pt x="-85" y="649"/>
                            <a:pt x="289" y="110"/>
                            <a:pt x="854" y="15"/>
                          </a:cubicBezTo>
                          <a:cubicBezTo>
                            <a:pt x="1415" y="-80"/>
                            <a:pt x="1954" y="285"/>
                            <a:pt x="2055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74" name="Freeform: Shape 1073">
                      <a:extLst>
                        <a:ext uri="{FF2B5EF4-FFF2-40B4-BE49-F238E27FC236}">
                          <a16:creationId xmlns:a16="http://schemas.microsoft.com/office/drawing/2014/main" id="{EC8B3F0E-EDEE-B8C6-5F71-828D0BBAF7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5130" y="5096225"/>
                      <a:ext cx="2073" cy="2074"/>
                    </a:xfrm>
                    <a:custGeom>
                      <a:avLst/>
                      <a:gdLst>
                        <a:gd name="connsiteX0" fmla="*/ 2057 w 2073"/>
                        <a:gd name="connsiteY0" fmla="*/ 855 h 2074"/>
                        <a:gd name="connsiteX1" fmla="*/ 1220 w 2073"/>
                        <a:gd name="connsiteY1" fmla="*/ 2060 h 2074"/>
                        <a:gd name="connsiteX2" fmla="*/ 17 w 2073"/>
                        <a:gd name="connsiteY2" fmla="*/ 1220 h 2074"/>
                        <a:gd name="connsiteX3" fmla="*/ 854 w 2073"/>
                        <a:gd name="connsiteY3" fmla="*/ 15 h 2074"/>
                        <a:gd name="connsiteX4" fmla="*/ 2057 w 2073"/>
                        <a:gd name="connsiteY4" fmla="*/ 8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2057" y="855"/>
                          </a:moveTo>
                          <a:cubicBezTo>
                            <a:pt x="2158" y="1410"/>
                            <a:pt x="1784" y="1949"/>
                            <a:pt x="1220" y="2060"/>
                          </a:cubicBezTo>
                          <a:cubicBezTo>
                            <a:pt x="657" y="2155"/>
                            <a:pt x="118" y="1775"/>
                            <a:pt x="17" y="1220"/>
                          </a:cubicBezTo>
                          <a:cubicBezTo>
                            <a:pt x="-85" y="649"/>
                            <a:pt x="289" y="110"/>
                            <a:pt x="854" y="15"/>
                          </a:cubicBezTo>
                          <a:cubicBezTo>
                            <a:pt x="1416" y="-80"/>
                            <a:pt x="1955" y="284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75" name="Freeform: Shape 1074">
                      <a:extLst>
                        <a:ext uri="{FF2B5EF4-FFF2-40B4-BE49-F238E27FC236}">
                          <a16:creationId xmlns:a16="http://schemas.microsoft.com/office/drawing/2014/main" id="{3D605AA8-3AEE-3B44-879F-67BC550D5B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812" y="5111170"/>
                      <a:ext cx="2073" cy="2067"/>
                    </a:xfrm>
                    <a:custGeom>
                      <a:avLst/>
                      <a:gdLst>
                        <a:gd name="connsiteX0" fmla="*/ 2057 w 2073"/>
                        <a:gd name="connsiteY0" fmla="*/ 844 h 2067"/>
                        <a:gd name="connsiteX1" fmla="*/ 1220 w 2073"/>
                        <a:gd name="connsiteY1" fmla="*/ 2049 h 2067"/>
                        <a:gd name="connsiteX2" fmla="*/ 17 w 2073"/>
                        <a:gd name="connsiteY2" fmla="*/ 1224 h 2067"/>
                        <a:gd name="connsiteX3" fmla="*/ 854 w 2073"/>
                        <a:gd name="connsiteY3" fmla="*/ 19 h 2067"/>
                        <a:gd name="connsiteX4" fmla="*/ 2057 w 2073"/>
                        <a:gd name="connsiteY4" fmla="*/ 844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7">
                          <a:moveTo>
                            <a:pt x="2057" y="844"/>
                          </a:moveTo>
                          <a:cubicBezTo>
                            <a:pt x="2158" y="1414"/>
                            <a:pt x="1784" y="1954"/>
                            <a:pt x="1220" y="2049"/>
                          </a:cubicBezTo>
                          <a:cubicBezTo>
                            <a:pt x="657" y="2160"/>
                            <a:pt x="118" y="1779"/>
                            <a:pt x="17" y="1224"/>
                          </a:cubicBezTo>
                          <a:cubicBezTo>
                            <a:pt x="-85" y="653"/>
                            <a:pt x="289" y="114"/>
                            <a:pt x="854" y="19"/>
                          </a:cubicBezTo>
                          <a:cubicBezTo>
                            <a:pt x="1416" y="-92"/>
                            <a:pt x="1955" y="289"/>
                            <a:pt x="2057" y="84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76" name="Freeform: Shape 1075">
                      <a:extLst>
                        <a:ext uri="{FF2B5EF4-FFF2-40B4-BE49-F238E27FC236}">
                          <a16:creationId xmlns:a16="http://schemas.microsoft.com/office/drawing/2014/main" id="{97FC0338-5EC8-7690-1874-80FAA3EA12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768" y="5094545"/>
                      <a:ext cx="2073" cy="2074"/>
                    </a:xfrm>
                    <a:custGeom>
                      <a:avLst/>
                      <a:gdLst>
                        <a:gd name="connsiteX0" fmla="*/ 2057 w 2073"/>
                        <a:gd name="connsiteY0" fmla="*/ 855 h 2074"/>
                        <a:gd name="connsiteX1" fmla="*/ 1220 w 2073"/>
                        <a:gd name="connsiteY1" fmla="*/ 2060 h 2074"/>
                        <a:gd name="connsiteX2" fmla="*/ 17 w 2073"/>
                        <a:gd name="connsiteY2" fmla="*/ 1219 h 2074"/>
                        <a:gd name="connsiteX3" fmla="*/ 854 w 2073"/>
                        <a:gd name="connsiteY3" fmla="*/ 15 h 2074"/>
                        <a:gd name="connsiteX4" fmla="*/ 2057 w 2073"/>
                        <a:gd name="connsiteY4" fmla="*/ 8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2057" y="855"/>
                          </a:moveTo>
                          <a:cubicBezTo>
                            <a:pt x="2158" y="1426"/>
                            <a:pt x="1784" y="1964"/>
                            <a:pt x="1220" y="2060"/>
                          </a:cubicBezTo>
                          <a:cubicBezTo>
                            <a:pt x="657" y="2155"/>
                            <a:pt x="118" y="1790"/>
                            <a:pt x="17" y="1219"/>
                          </a:cubicBezTo>
                          <a:cubicBezTo>
                            <a:pt x="-85" y="665"/>
                            <a:pt x="289" y="126"/>
                            <a:pt x="854" y="15"/>
                          </a:cubicBezTo>
                          <a:cubicBezTo>
                            <a:pt x="1416" y="-80"/>
                            <a:pt x="1955" y="300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77" name="Freeform: Shape 1076">
                      <a:extLst>
                        <a:ext uri="{FF2B5EF4-FFF2-40B4-BE49-F238E27FC236}">
                          <a16:creationId xmlns:a16="http://schemas.microsoft.com/office/drawing/2014/main" id="{10BEC3C8-006D-621D-551D-B830C3533B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7973" y="5098951"/>
                      <a:ext cx="2073" cy="2075"/>
                    </a:xfrm>
                    <a:custGeom>
                      <a:avLst/>
                      <a:gdLst>
                        <a:gd name="connsiteX0" fmla="*/ 2057 w 2073"/>
                        <a:gd name="connsiteY0" fmla="*/ 855 h 2075"/>
                        <a:gd name="connsiteX1" fmla="*/ 1220 w 2073"/>
                        <a:gd name="connsiteY1" fmla="*/ 2060 h 2075"/>
                        <a:gd name="connsiteX2" fmla="*/ 17 w 2073"/>
                        <a:gd name="connsiteY2" fmla="*/ 1220 h 2075"/>
                        <a:gd name="connsiteX3" fmla="*/ 854 w 2073"/>
                        <a:gd name="connsiteY3" fmla="*/ 15 h 2075"/>
                        <a:gd name="connsiteX4" fmla="*/ 2057 w 2073"/>
                        <a:gd name="connsiteY4" fmla="*/ 855 h 20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5">
                          <a:moveTo>
                            <a:pt x="2057" y="855"/>
                          </a:moveTo>
                          <a:cubicBezTo>
                            <a:pt x="2158" y="1410"/>
                            <a:pt x="1784" y="1949"/>
                            <a:pt x="1220" y="2060"/>
                          </a:cubicBezTo>
                          <a:cubicBezTo>
                            <a:pt x="657" y="2155"/>
                            <a:pt x="118" y="1791"/>
                            <a:pt x="17" y="1220"/>
                          </a:cubicBezTo>
                          <a:cubicBezTo>
                            <a:pt x="-85" y="665"/>
                            <a:pt x="289" y="110"/>
                            <a:pt x="854" y="15"/>
                          </a:cubicBezTo>
                          <a:cubicBezTo>
                            <a:pt x="1418" y="-80"/>
                            <a:pt x="1957" y="285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78" name="Freeform: Shape 1077">
                      <a:extLst>
                        <a:ext uri="{FF2B5EF4-FFF2-40B4-BE49-F238E27FC236}">
                          <a16:creationId xmlns:a16="http://schemas.microsoft.com/office/drawing/2014/main" id="{2573ED5F-BAC2-4F20-D391-A0DEB43CB1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268" y="5114785"/>
                      <a:ext cx="2073" cy="2067"/>
                    </a:xfrm>
                    <a:custGeom>
                      <a:avLst/>
                      <a:gdLst>
                        <a:gd name="connsiteX0" fmla="*/ 2057 w 2073"/>
                        <a:gd name="connsiteY0" fmla="*/ 859 h 2067"/>
                        <a:gd name="connsiteX1" fmla="*/ 1220 w 2073"/>
                        <a:gd name="connsiteY1" fmla="*/ 2048 h 2067"/>
                        <a:gd name="connsiteX2" fmla="*/ 17 w 2073"/>
                        <a:gd name="connsiteY2" fmla="*/ 1224 h 2067"/>
                        <a:gd name="connsiteX3" fmla="*/ 854 w 2073"/>
                        <a:gd name="connsiteY3" fmla="*/ 19 h 2067"/>
                        <a:gd name="connsiteX4" fmla="*/ 2057 w 2073"/>
                        <a:gd name="connsiteY4" fmla="*/ 859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7">
                          <a:moveTo>
                            <a:pt x="2057" y="859"/>
                          </a:moveTo>
                          <a:cubicBezTo>
                            <a:pt x="2158" y="1414"/>
                            <a:pt x="1784" y="1953"/>
                            <a:pt x="1220" y="2048"/>
                          </a:cubicBezTo>
                          <a:cubicBezTo>
                            <a:pt x="657" y="2159"/>
                            <a:pt x="118" y="1779"/>
                            <a:pt x="17" y="1224"/>
                          </a:cubicBezTo>
                          <a:cubicBezTo>
                            <a:pt x="-85" y="653"/>
                            <a:pt x="289" y="114"/>
                            <a:pt x="854" y="19"/>
                          </a:cubicBezTo>
                          <a:cubicBezTo>
                            <a:pt x="1418" y="-92"/>
                            <a:pt x="1955" y="289"/>
                            <a:pt x="2057" y="85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79" name="Freeform: Shape 1078">
                      <a:extLst>
                        <a:ext uri="{FF2B5EF4-FFF2-40B4-BE49-F238E27FC236}">
                          <a16:creationId xmlns:a16="http://schemas.microsoft.com/office/drawing/2014/main" id="{AEDB5B93-CDE8-70C6-17AF-0F986BEB23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415" y="5118241"/>
                      <a:ext cx="2073" cy="2067"/>
                    </a:xfrm>
                    <a:custGeom>
                      <a:avLst/>
                      <a:gdLst>
                        <a:gd name="connsiteX0" fmla="*/ 2057 w 2073"/>
                        <a:gd name="connsiteY0" fmla="*/ 844 h 2067"/>
                        <a:gd name="connsiteX1" fmla="*/ 1220 w 2073"/>
                        <a:gd name="connsiteY1" fmla="*/ 2048 h 2067"/>
                        <a:gd name="connsiteX2" fmla="*/ 17 w 2073"/>
                        <a:gd name="connsiteY2" fmla="*/ 1224 h 2067"/>
                        <a:gd name="connsiteX3" fmla="*/ 852 w 2073"/>
                        <a:gd name="connsiteY3" fmla="*/ 19 h 2067"/>
                        <a:gd name="connsiteX4" fmla="*/ 2057 w 2073"/>
                        <a:gd name="connsiteY4" fmla="*/ 844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7">
                          <a:moveTo>
                            <a:pt x="2057" y="844"/>
                          </a:moveTo>
                          <a:cubicBezTo>
                            <a:pt x="2158" y="1414"/>
                            <a:pt x="1784" y="1953"/>
                            <a:pt x="1220" y="2048"/>
                          </a:cubicBezTo>
                          <a:cubicBezTo>
                            <a:pt x="657" y="2159"/>
                            <a:pt x="118" y="1779"/>
                            <a:pt x="17" y="1224"/>
                          </a:cubicBezTo>
                          <a:cubicBezTo>
                            <a:pt x="-85" y="653"/>
                            <a:pt x="289" y="114"/>
                            <a:pt x="852" y="19"/>
                          </a:cubicBezTo>
                          <a:cubicBezTo>
                            <a:pt x="1416" y="-92"/>
                            <a:pt x="1955" y="289"/>
                            <a:pt x="2057" y="84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80" name="Freeform: Shape 1079">
                      <a:extLst>
                        <a:ext uri="{FF2B5EF4-FFF2-40B4-BE49-F238E27FC236}">
                          <a16:creationId xmlns:a16="http://schemas.microsoft.com/office/drawing/2014/main" id="{5885CBFA-D66C-B8F2-A2DB-87444A60DF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0643" y="5121051"/>
                      <a:ext cx="2073" cy="2075"/>
                    </a:xfrm>
                    <a:custGeom>
                      <a:avLst/>
                      <a:gdLst>
                        <a:gd name="connsiteX0" fmla="*/ 2057 w 2073"/>
                        <a:gd name="connsiteY0" fmla="*/ 855 h 2075"/>
                        <a:gd name="connsiteX1" fmla="*/ 1220 w 2073"/>
                        <a:gd name="connsiteY1" fmla="*/ 2060 h 2075"/>
                        <a:gd name="connsiteX2" fmla="*/ 17 w 2073"/>
                        <a:gd name="connsiteY2" fmla="*/ 1220 h 2075"/>
                        <a:gd name="connsiteX3" fmla="*/ 854 w 2073"/>
                        <a:gd name="connsiteY3" fmla="*/ 15 h 2075"/>
                        <a:gd name="connsiteX4" fmla="*/ 2057 w 2073"/>
                        <a:gd name="connsiteY4" fmla="*/ 855 h 20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5">
                          <a:moveTo>
                            <a:pt x="2057" y="855"/>
                          </a:moveTo>
                          <a:cubicBezTo>
                            <a:pt x="2158" y="1410"/>
                            <a:pt x="1784" y="1949"/>
                            <a:pt x="1220" y="2060"/>
                          </a:cubicBezTo>
                          <a:cubicBezTo>
                            <a:pt x="657" y="2155"/>
                            <a:pt x="118" y="1791"/>
                            <a:pt x="17" y="1220"/>
                          </a:cubicBezTo>
                          <a:cubicBezTo>
                            <a:pt x="-85" y="665"/>
                            <a:pt x="289" y="126"/>
                            <a:pt x="854" y="15"/>
                          </a:cubicBezTo>
                          <a:cubicBezTo>
                            <a:pt x="1416" y="-80"/>
                            <a:pt x="1955" y="285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81" name="Freeform: Shape 1080">
                      <a:extLst>
                        <a:ext uri="{FF2B5EF4-FFF2-40B4-BE49-F238E27FC236}">
                          <a16:creationId xmlns:a16="http://schemas.microsoft.com/office/drawing/2014/main" id="{4F475FDF-3E92-01C0-C271-5575E6E76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4477" y="5113061"/>
                      <a:ext cx="2073" cy="2075"/>
                    </a:xfrm>
                    <a:custGeom>
                      <a:avLst/>
                      <a:gdLst>
                        <a:gd name="connsiteX0" fmla="*/ 2057 w 2073"/>
                        <a:gd name="connsiteY0" fmla="*/ 855 h 2075"/>
                        <a:gd name="connsiteX1" fmla="*/ 1220 w 2073"/>
                        <a:gd name="connsiteY1" fmla="*/ 2060 h 2075"/>
                        <a:gd name="connsiteX2" fmla="*/ 17 w 2073"/>
                        <a:gd name="connsiteY2" fmla="*/ 1220 h 2075"/>
                        <a:gd name="connsiteX3" fmla="*/ 854 w 2073"/>
                        <a:gd name="connsiteY3" fmla="*/ 15 h 2075"/>
                        <a:gd name="connsiteX4" fmla="*/ 2057 w 2073"/>
                        <a:gd name="connsiteY4" fmla="*/ 855 h 20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5">
                          <a:moveTo>
                            <a:pt x="2057" y="855"/>
                          </a:moveTo>
                          <a:cubicBezTo>
                            <a:pt x="2158" y="1410"/>
                            <a:pt x="1784" y="1949"/>
                            <a:pt x="1220" y="2060"/>
                          </a:cubicBezTo>
                          <a:cubicBezTo>
                            <a:pt x="657" y="2155"/>
                            <a:pt x="118" y="1791"/>
                            <a:pt x="17" y="1220"/>
                          </a:cubicBezTo>
                          <a:cubicBezTo>
                            <a:pt x="-85" y="665"/>
                            <a:pt x="289" y="110"/>
                            <a:pt x="854" y="15"/>
                          </a:cubicBezTo>
                          <a:cubicBezTo>
                            <a:pt x="1418" y="-80"/>
                            <a:pt x="1955" y="284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82" name="Freeform: Shape 1081">
                      <a:extLst>
                        <a:ext uri="{FF2B5EF4-FFF2-40B4-BE49-F238E27FC236}">
                          <a16:creationId xmlns:a16="http://schemas.microsoft.com/office/drawing/2014/main" id="{CD885F1E-C34A-C590-9936-2268259ED5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267" y="5123013"/>
                      <a:ext cx="2073" cy="2067"/>
                    </a:xfrm>
                    <a:custGeom>
                      <a:avLst/>
                      <a:gdLst>
                        <a:gd name="connsiteX0" fmla="*/ 2057 w 2073"/>
                        <a:gd name="connsiteY0" fmla="*/ 844 h 2067"/>
                        <a:gd name="connsiteX1" fmla="*/ 1220 w 2073"/>
                        <a:gd name="connsiteY1" fmla="*/ 2048 h 2067"/>
                        <a:gd name="connsiteX2" fmla="*/ 17 w 2073"/>
                        <a:gd name="connsiteY2" fmla="*/ 1224 h 2067"/>
                        <a:gd name="connsiteX3" fmla="*/ 854 w 2073"/>
                        <a:gd name="connsiteY3" fmla="*/ 19 h 2067"/>
                        <a:gd name="connsiteX4" fmla="*/ 2057 w 2073"/>
                        <a:gd name="connsiteY4" fmla="*/ 844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7">
                          <a:moveTo>
                            <a:pt x="2057" y="844"/>
                          </a:moveTo>
                          <a:cubicBezTo>
                            <a:pt x="2158" y="1414"/>
                            <a:pt x="1784" y="1953"/>
                            <a:pt x="1220" y="2048"/>
                          </a:cubicBezTo>
                          <a:cubicBezTo>
                            <a:pt x="656" y="2159"/>
                            <a:pt x="118" y="1779"/>
                            <a:pt x="17" y="1224"/>
                          </a:cubicBezTo>
                          <a:cubicBezTo>
                            <a:pt x="-85" y="653"/>
                            <a:pt x="289" y="114"/>
                            <a:pt x="854" y="19"/>
                          </a:cubicBezTo>
                          <a:cubicBezTo>
                            <a:pt x="1416" y="-92"/>
                            <a:pt x="1955" y="289"/>
                            <a:pt x="2057" y="84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83" name="Freeform: Shape 1082">
                      <a:extLst>
                        <a:ext uri="{FF2B5EF4-FFF2-40B4-BE49-F238E27FC236}">
                          <a16:creationId xmlns:a16="http://schemas.microsoft.com/office/drawing/2014/main" id="{4ED53253-FE8E-2B61-E08A-602CB56EC8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379" y="5112776"/>
                      <a:ext cx="2073" cy="2074"/>
                    </a:xfrm>
                    <a:custGeom>
                      <a:avLst/>
                      <a:gdLst>
                        <a:gd name="connsiteX0" fmla="*/ 2057 w 2073"/>
                        <a:gd name="connsiteY0" fmla="*/ 855 h 2074"/>
                        <a:gd name="connsiteX1" fmla="*/ 1220 w 2073"/>
                        <a:gd name="connsiteY1" fmla="*/ 2060 h 2074"/>
                        <a:gd name="connsiteX2" fmla="*/ 17 w 2073"/>
                        <a:gd name="connsiteY2" fmla="*/ 1219 h 2074"/>
                        <a:gd name="connsiteX3" fmla="*/ 854 w 2073"/>
                        <a:gd name="connsiteY3" fmla="*/ 15 h 2074"/>
                        <a:gd name="connsiteX4" fmla="*/ 2057 w 2073"/>
                        <a:gd name="connsiteY4" fmla="*/ 8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2057" y="855"/>
                          </a:moveTo>
                          <a:cubicBezTo>
                            <a:pt x="2158" y="1426"/>
                            <a:pt x="1784" y="1964"/>
                            <a:pt x="1220" y="2060"/>
                          </a:cubicBezTo>
                          <a:cubicBezTo>
                            <a:pt x="657" y="2155"/>
                            <a:pt x="118" y="1790"/>
                            <a:pt x="17" y="1219"/>
                          </a:cubicBezTo>
                          <a:cubicBezTo>
                            <a:pt x="-85" y="665"/>
                            <a:pt x="289" y="126"/>
                            <a:pt x="854" y="15"/>
                          </a:cubicBezTo>
                          <a:cubicBezTo>
                            <a:pt x="1417" y="-80"/>
                            <a:pt x="1955" y="300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84" name="Freeform: Shape 1083">
                      <a:extLst>
                        <a:ext uri="{FF2B5EF4-FFF2-40B4-BE49-F238E27FC236}">
                          <a16:creationId xmlns:a16="http://schemas.microsoft.com/office/drawing/2014/main" id="{48E7149B-EE19-B75E-CDFE-4B0A99D2F7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961" y="5107274"/>
                      <a:ext cx="2073" cy="2074"/>
                    </a:xfrm>
                    <a:custGeom>
                      <a:avLst/>
                      <a:gdLst>
                        <a:gd name="connsiteX0" fmla="*/ 2057 w 2073"/>
                        <a:gd name="connsiteY0" fmla="*/ 855 h 2074"/>
                        <a:gd name="connsiteX1" fmla="*/ 1220 w 2073"/>
                        <a:gd name="connsiteY1" fmla="*/ 2060 h 2074"/>
                        <a:gd name="connsiteX2" fmla="*/ 17 w 2073"/>
                        <a:gd name="connsiteY2" fmla="*/ 1220 h 2074"/>
                        <a:gd name="connsiteX3" fmla="*/ 854 w 2073"/>
                        <a:gd name="connsiteY3" fmla="*/ 15 h 2074"/>
                        <a:gd name="connsiteX4" fmla="*/ 2057 w 2073"/>
                        <a:gd name="connsiteY4" fmla="*/ 8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2057" y="855"/>
                          </a:moveTo>
                          <a:cubicBezTo>
                            <a:pt x="2158" y="1410"/>
                            <a:pt x="1784" y="1949"/>
                            <a:pt x="1220" y="2060"/>
                          </a:cubicBezTo>
                          <a:cubicBezTo>
                            <a:pt x="657" y="2155"/>
                            <a:pt x="118" y="1775"/>
                            <a:pt x="17" y="1220"/>
                          </a:cubicBezTo>
                          <a:cubicBezTo>
                            <a:pt x="-85" y="649"/>
                            <a:pt x="289" y="110"/>
                            <a:pt x="854" y="15"/>
                          </a:cubicBezTo>
                          <a:cubicBezTo>
                            <a:pt x="1416" y="-80"/>
                            <a:pt x="1955" y="285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85" name="Freeform: Shape 1084">
                      <a:extLst>
                        <a:ext uri="{FF2B5EF4-FFF2-40B4-BE49-F238E27FC236}">
                          <a16:creationId xmlns:a16="http://schemas.microsoft.com/office/drawing/2014/main" id="{96B41A58-4AB9-008F-148B-B9512CDA19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8986" y="5104421"/>
                      <a:ext cx="2073" cy="2074"/>
                    </a:xfrm>
                    <a:custGeom>
                      <a:avLst/>
                      <a:gdLst>
                        <a:gd name="connsiteX0" fmla="*/ 2057 w 2073"/>
                        <a:gd name="connsiteY0" fmla="*/ 855 h 2074"/>
                        <a:gd name="connsiteX1" fmla="*/ 1220 w 2073"/>
                        <a:gd name="connsiteY1" fmla="*/ 2060 h 2074"/>
                        <a:gd name="connsiteX2" fmla="*/ 17 w 2073"/>
                        <a:gd name="connsiteY2" fmla="*/ 1220 h 2074"/>
                        <a:gd name="connsiteX3" fmla="*/ 854 w 2073"/>
                        <a:gd name="connsiteY3" fmla="*/ 15 h 2074"/>
                        <a:gd name="connsiteX4" fmla="*/ 2057 w 2073"/>
                        <a:gd name="connsiteY4" fmla="*/ 8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2057" y="855"/>
                          </a:moveTo>
                          <a:cubicBezTo>
                            <a:pt x="2158" y="1410"/>
                            <a:pt x="1784" y="1949"/>
                            <a:pt x="1220" y="2060"/>
                          </a:cubicBezTo>
                          <a:cubicBezTo>
                            <a:pt x="657" y="2155"/>
                            <a:pt x="118" y="1775"/>
                            <a:pt x="17" y="1220"/>
                          </a:cubicBezTo>
                          <a:cubicBezTo>
                            <a:pt x="-85" y="649"/>
                            <a:pt x="289" y="126"/>
                            <a:pt x="854" y="15"/>
                          </a:cubicBezTo>
                          <a:cubicBezTo>
                            <a:pt x="1416" y="-80"/>
                            <a:pt x="1955" y="285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86" name="Freeform: Shape 1085">
                      <a:extLst>
                        <a:ext uri="{FF2B5EF4-FFF2-40B4-BE49-F238E27FC236}">
                          <a16:creationId xmlns:a16="http://schemas.microsoft.com/office/drawing/2014/main" id="{90F92C10-BC2E-46FB-AB1E-DDDA08B06B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6732" y="5091897"/>
                      <a:ext cx="2073" cy="2074"/>
                    </a:xfrm>
                    <a:custGeom>
                      <a:avLst/>
                      <a:gdLst>
                        <a:gd name="connsiteX0" fmla="*/ 2057 w 2073"/>
                        <a:gd name="connsiteY0" fmla="*/ 855 h 2074"/>
                        <a:gd name="connsiteX1" fmla="*/ 1220 w 2073"/>
                        <a:gd name="connsiteY1" fmla="*/ 2060 h 2074"/>
                        <a:gd name="connsiteX2" fmla="*/ 17 w 2073"/>
                        <a:gd name="connsiteY2" fmla="*/ 1220 h 2074"/>
                        <a:gd name="connsiteX3" fmla="*/ 854 w 2073"/>
                        <a:gd name="connsiteY3" fmla="*/ 15 h 2074"/>
                        <a:gd name="connsiteX4" fmla="*/ 2057 w 2073"/>
                        <a:gd name="connsiteY4" fmla="*/ 8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2057" y="855"/>
                          </a:moveTo>
                          <a:cubicBezTo>
                            <a:pt x="2158" y="1410"/>
                            <a:pt x="1784" y="1949"/>
                            <a:pt x="1220" y="2060"/>
                          </a:cubicBezTo>
                          <a:cubicBezTo>
                            <a:pt x="657" y="2155"/>
                            <a:pt x="118" y="1775"/>
                            <a:pt x="17" y="1220"/>
                          </a:cubicBezTo>
                          <a:cubicBezTo>
                            <a:pt x="-85" y="649"/>
                            <a:pt x="289" y="110"/>
                            <a:pt x="854" y="15"/>
                          </a:cubicBezTo>
                          <a:cubicBezTo>
                            <a:pt x="1416" y="-80"/>
                            <a:pt x="1955" y="284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87" name="Freeform: Shape 1086">
                      <a:extLst>
                        <a:ext uri="{FF2B5EF4-FFF2-40B4-BE49-F238E27FC236}">
                          <a16:creationId xmlns:a16="http://schemas.microsoft.com/office/drawing/2014/main" id="{308C6AC3-ECC6-BB52-5645-EC9F670A4A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9485" y="5105769"/>
                      <a:ext cx="2071" cy="2074"/>
                    </a:xfrm>
                    <a:custGeom>
                      <a:avLst/>
                      <a:gdLst>
                        <a:gd name="connsiteX0" fmla="*/ 2055 w 2071"/>
                        <a:gd name="connsiteY0" fmla="*/ 855 h 2074"/>
                        <a:gd name="connsiteX1" fmla="*/ 1220 w 2071"/>
                        <a:gd name="connsiteY1" fmla="*/ 2060 h 2074"/>
                        <a:gd name="connsiteX2" fmla="*/ 17 w 2071"/>
                        <a:gd name="connsiteY2" fmla="*/ 1219 h 2074"/>
                        <a:gd name="connsiteX3" fmla="*/ 854 w 2071"/>
                        <a:gd name="connsiteY3" fmla="*/ 15 h 2074"/>
                        <a:gd name="connsiteX4" fmla="*/ 2055 w 2071"/>
                        <a:gd name="connsiteY4" fmla="*/ 8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4">
                          <a:moveTo>
                            <a:pt x="2055" y="855"/>
                          </a:moveTo>
                          <a:cubicBezTo>
                            <a:pt x="2157" y="1425"/>
                            <a:pt x="1783" y="1965"/>
                            <a:pt x="1220" y="2060"/>
                          </a:cubicBezTo>
                          <a:cubicBezTo>
                            <a:pt x="657" y="2155"/>
                            <a:pt x="118" y="1790"/>
                            <a:pt x="17" y="1219"/>
                          </a:cubicBezTo>
                          <a:cubicBezTo>
                            <a:pt x="-85" y="664"/>
                            <a:pt x="289" y="125"/>
                            <a:pt x="854" y="15"/>
                          </a:cubicBezTo>
                          <a:cubicBezTo>
                            <a:pt x="1418" y="-81"/>
                            <a:pt x="1954" y="300"/>
                            <a:pt x="2055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88" name="Freeform: Shape 1087">
                      <a:extLst>
                        <a:ext uri="{FF2B5EF4-FFF2-40B4-BE49-F238E27FC236}">
                          <a16:creationId xmlns:a16="http://schemas.microsoft.com/office/drawing/2014/main" id="{8F311958-15F5-C82B-425F-16FEA5C3FD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7404" y="5082512"/>
                      <a:ext cx="2073" cy="2074"/>
                    </a:xfrm>
                    <a:custGeom>
                      <a:avLst/>
                      <a:gdLst>
                        <a:gd name="connsiteX0" fmla="*/ 2057 w 2073"/>
                        <a:gd name="connsiteY0" fmla="*/ 855 h 2074"/>
                        <a:gd name="connsiteX1" fmla="*/ 1220 w 2073"/>
                        <a:gd name="connsiteY1" fmla="*/ 2060 h 2074"/>
                        <a:gd name="connsiteX2" fmla="*/ 17 w 2073"/>
                        <a:gd name="connsiteY2" fmla="*/ 1219 h 2074"/>
                        <a:gd name="connsiteX3" fmla="*/ 854 w 2073"/>
                        <a:gd name="connsiteY3" fmla="*/ 15 h 2074"/>
                        <a:gd name="connsiteX4" fmla="*/ 2057 w 2073"/>
                        <a:gd name="connsiteY4" fmla="*/ 8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2057" y="855"/>
                          </a:moveTo>
                          <a:cubicBezTo>
                            <a:pt x="2158" y="1426"/>
                            <a:pt x="1784" y="1965"/>
                            <a:pt x="1220" y="2060"/>
                          </a:cubicBezTo>
                          <a:cubicBezTo>
                            <a:pt x="657" y="2155"/>
                            <a:pt x="118" y="1790"/>
                            <a:pt x="17" y="1219"/>
                          </a:cubicBezTo>
                          <a:cubicBezTo>
                            <a:pt x="-85" y="665"/>
                            <a:pt x="289" y="125"/>
                            <a:pt x="854" y="15"/>
                          </a:cubicBezTo>
                          <a:cubicBezTo>
                            <a:pt x="1418" y="-81"/>
                            <a:pt x="1955" y="300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89" name="Freeform: Shape 1088">
                      <a:extLst>
                        <a:ext uri="{FF2B5EF4-FFF2-40B4-BE49-F238E27FC236}">
                          <a16:creationId xmlns:a16="http://schemas.microsoft.com/office/drawing/2014/main" id="{CF457AE7-229C-26D7-C5C5-0615B1C60C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2204" y="5097477"/>
                      <a:ext cx="2073" cy="2074"/>
                    </a:xfrm>
                    <a:custGeom>
                      <a:avLst/>
                      <a:gdLst>
                        <a:gd name="connsiteX0" fmla="*/ 2057 w 2073"/>
                        <a:gd name="connsiteY0" fmla="*/ 855 h 2074"/>
                        <a:gd name="connsiteX1" fmla="*/ 1220 w 2073"/>
                        <a:gd name="connsiteY1" fmla="*/ 2060 h 2074"/>
                        <a:gd name="connsiteX2" fmla="*/ 17 w 2073"/>
                        <a:gd name="connsiteY2" fmla="*/ 1219 h 2074"/>
                        <a:gd name="connsiteX3" fmla="*/ 854 w 2073"/>
                        <a:gd name="connsiteY3" fmla="*/ 15 h 2074"/>
                        <a:gd name="connsiteX4" fmla="*/ 2057 w 2073"/>
                        <a:gd name="connsiteY4" fmla="*/ 855 h 20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4">
                          <a:moveTo>
                            <a:pt x="2057" y="855"/>
                          </a:moveTo>
                          <a:cubicBezTo>
                            <a:pt x="2158" y="1426"/>
                            <a:pt x="1784" y="1965"/>
                            <a:pt x="1220" y="2060"/>
                          </a:cubicBezTo>
                          <a:cubicBezTo>
                            <a:pt x="657" y="2155"/>
                            <a:pt x="118" y="1790"/>
                            <a:pt x="17" y="1219"/>
                          </a:cubicBezTo>
                          <a:cubicBezTo>
                            <a:pt x="-85" y="665"/>
                            <a:pt x="289" y="126"/>
                            <a:pt x="854" y="15"/>
                          </a:cubicBezTo>
                          <a:cubicBezTo>
                            <a:pt x="1417" y="-80"/>
                            <a:pt x="1955" y="300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90" name="Freeform: Shape 1089">
                      <a:extLst>
                        <a:ext uri="{FF2B5EF4-FFF2-40B4-BE49-F238E27FC236}">
                          <a16:creationId xmlns:a16="http://schemas.microsoft.com/office/drawing/2014/main" id="{798022CC-4706-4A7F-298D-17639F221C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4804" y="5081180"/>
                      <a:ext cx="2073" cy="2075"/>
                    </a:xfrm>
                    <a:custGeom>
                      <a:avLst/>
                      <a:gdLst>
                        <a:gd name="connsiteX0" fmla="*/ 2057 w 2073"/>
                        <a:gd name="connsiteY0" fmla="*/ 855 h 2075"/>
                        <a:gd name="connsiteX1" fmla="*/ 1220 w 2073"/>
                        <a:gd name="connsiteY1" fmla="*/ 2060 h 2075"/>
                        <a:gd name="connsiteX2" fmla="*/ 17 w 2073"/>
                        <a:gd name="connsiteY2" fmla="*/ 1220 h 2075"/>
                        <a:gd name="connsiteX3" fmla="*/ 852 w 2073"/>
                        <a:gd name="connsiteY3" fmla="*/ 15 h 2075"/>
                        <a:gd name="connsiteX4" fmla="*/ 2057 w 2073"/>
                        <a:gd name="connsiteY4" fmla="*/ 855 h 20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5">
                          <a:moveTo>
                            <a:pt x="2057" y="855"/>
                          </a:moveTo>
                          <a:cubicBezTo>
                            <a:pt x="2158" y="1426"/>
                            <a:pt x="1784" y="1965"/>
                            <a:pt x="1220" y="2060"/>
                          </a:cubicBezTo>
                          <a:cubicBezTo>
                            <a:pt x="655" y="2155"/>
                            <a:pt x="118" y="1791"/>
                            <a:pt x="17" y="1220"/>
                          </a:cubicBezTo>
                          <a:cubicBezTo>
                            <a:pt x="-85" y="665"/>
                            <a:pt x="289" y="126"/>
                            <a:pt x="852" y="15"/>
                          </a:cubicBezTo>
                          <a:cubicBezTo>
                            <a:pt x="1416" y="-80"/>
                            <a:pt x="1955" y="284"/>
                            <a:pt x="2057" y="8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91" name="Freeform: Shape 1090">
                      <a:extLst>
                        <a:ext uri="{FF2B5EF4-FFF2-40B4-BE49-F238E27FC236}">
                          <a16:creationId xmlns:a16="http://schemas.microsoft.com/office/drawing/2014/main" id="{ACFCABF0-B0E3-435D-5B3C-C0E1E35515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902" y="5090846"/>
                      <a:ext cx="2073" cy="2063"/>
                    </a:xfrm>
                    <a:custGeom>
                      <a:avLst/>
                      <a:gdLst>
                        <a:gd name="connsiteX0" fmla="*/ 2057 w 2073"/>
                        <a:gd name="connsiteY0" fmla="*/ 844 h 2063"/>
                        <a:gd name="connsiteX1" fmla="*/ 1220 w 2073"/>
                        <a:gd name="connsiteY1" fmla="*/ 2049 h 2063"/>
                        <a:gd name="connsiteX2" fmla="*/ 17 w 2073"/>
                        <a:gd name="connsiteY2" fmla="*/ 1208 h 2063"/>
                        <a:gd name="connsiteX3" fmla="*/ 854 w 2073"/>
                        <a:gd name="connsiteY3" fmla="*/ 19 h 2063"/>
                        <a:gd name="connsiteX4" fmla="*/ 2057 w 2073"/>
                        <a:gd name="connsiteY4" fmla="*/ 844 h 206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3">
                          <a:moveTo>
                            <a:pt x="2057" y="844"/>
                          </a:moveTo>
                          <a:cubicBezTo>
                            <a:pt x="2158" y="1414"/>
                            <a:pt x="1784" y="1953"/>
                            <a:pt x="1220" y="2049"/>
                          </a:cubicBezTo>
                          <a:cubicBezTo>
                            <a:pt x="657" y="2144"/>
                            <a:pt x="118" y="1779"/>
                            <a:pt x="17" y="1208"/>
                          </a:cubicBezTo>
                          <a:cubicBezTo>
                            <a:pt x="-85" y="653"/>
                            <a:pt x="289" y="114"/>
                            <a:pt x="854" y="19"/>
                          </a:cubicBezTo>
                          <a:cubicBezTo>
                            <a:pt x="1418" y="-92"/>
                            <a:pt x="1957" y="289"/>
                            <a:pt x="2057" y="84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092" name="Graphic 21">
                    <a:extLst>
                      <a:ext uri="{FF2B5EF4-FFF2-40B4-BE49-F238E27FC236}">
                        <a16:creationId xmlns:a16="http://schemas.microsoft.com/office/drawing/2014/main" id="{19445045-84AC-1F9B-09AD-315C7A448863}"/>
                      </a:ext>
                    </a:extLst>
                  </p:cNvPr>
                  <p:cNvGrpSpPr/>
                  <p:nvPr/>
                </p:nvGrpSpPr>
                <p:grpSpPr>
                  <a:xfrm>
                    <a:off x="854241" y="5046926"/>
                    <a:ext cx="51068" cy="61247"/>
                    <a:chOff x="854241" y="5046926"/>
                    <a:chExt cx="51068" cy="61247"/>
                  </a:xfrm>
                  <a:solidFill>
                    <a:srgbClr val="F0BB74"/>
                  </a:solidFill>
                </p:grpSpPr>
                <p:sp>
                  <p:nvSpPr>
                    <p:cNvPr id="1093" name="Freeform: Shape 1092">
                      <a:extLst>
                        <a:ext uri="{FF2B5EF4-FFF2-40B4-BE49-F238E27FC236}">
                          <a16:creationId xmlns:a16="http://schemas.microsoft.com/office/drawing/2014/main" id="{401683E2-5DCA-4BDF-CD96-41750BDD4C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386" y="5064935"/>
                      <a:ext cx="2071" cy="2073"/>
                    </a:xfrm>
                    <a:custGeom>
                      <a:avLst/>
                      <a:gdLst>
                        <a:gd name="connsiteX0" fmla="*/ 1671 w 2071"/>
                        <a:gd name="connsiteY0" fmla="*/ 217 h 2073"/>
                        <a:gd name="connsiteX1" fmla="*/ 1855 w 2071"/>
                        <a:gd name="connsiteY1" fmla="*/ 1675 h 2073"/>
                        <a:gd name="connsiteX2" fmla="*/ 401 w 2071"/>
                        <a:gd name="connsiteY2" fmla="*/ 1849 h 2073"/>
                        <a:gd name="connsiteX3" fmla="*/ 217 w 2071"/>
                        <a:gd name="connsiteY3" fmla="*/ 407 h 2073"/>
                        <a:gd name="connsiteX4" fmla="*/ 1671 w 2071"/>
                        <a:gd name="connsiteY4" fmla="*/ 21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1671" y="217"/>
                          </a:moveTo>
                          <a:cubicBezTo>
                            <a:pt x="2123" y="565"/>
                            <a:pt x="2205" y="1215"/>
                            <a:pt x="1855" y="1675"/>
                          </a:cubicBezTo>
                          <a:cubicBezTo>
                            <a:pt x="1504" y="2119"/>
                            <a:pt x="853" y="2214"/>
                            <a:pt x="401" y="1849"/>
                          </a:cubicBezTo>
                          <a:cubicBezTo>
                            <a:pt x="-51" y="1501"/>
                            <a:pt x="-133" y="851"/>
                            <a:pt x="217" y="407"/>
                          </a:cubicBezTo>
                          <a:cubicBezTo>
                            <a:pt x="567" y="-53"/>
                            <a:pt x="1219" y="-132"/>
                            <a:pt x="1671" y="21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94" name="Freeform: Shape 1093">
                      <a:extLst>
                        <a:ext uri="{FF2B5EF4-FFF2-40B4-BE49-F238E27FC236}">
                          <a16:creationId xmlns:a16="http://schemas.microsoft.com/office/drawing/2014/main" id="{0BDC5EF1-2BE2-9254-EAFE-7AB5B06EFF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112" y="5067059"/>
                      <a:ext cx="2071" cy="2081"/>
                    </a:xfrm>
                    <a:custGeom>
                      <a:avLst/>
                      <a:gdLst>
                        <a:gd name="connsiteX0" fmla="*/ 1671 w 2071"/>
                        <a:gd name="connsiteY0" fmla="*/ 216 h 2081"/>
                        <a:gd name="connsiteX1" fmla="*/ 1855 w 2071"/>
                        <a:gd name="connsiteY1" fmla="*/ 1675 h 2081"/>
                        <a:gd name="connsiteX2" fmla="*/ 401 w 2071"/>
                        <a:gd name="connsiteY2" fmla="*/ 1865 h 2081"/>
                        <a:gd name="connsiteX3" fmla="*/ 217 w 2071"/>
                        <a:gd name="connsiteY3" fmla="*/ 407 h 2081"/>
                        <a:gd name="connsiteX4" fmla="*/ 1671 w 2071"/>
                        <a:gd name="connsiteY4" fmla="*/ 216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81">
                          <a:moveTo>
                            <a:pt x="1671" y="216"/>
                          </a:moveTo>
                          <a:cubicBezTo>
                            <a:pt x="2123" y="565"/>
                            <a:pt x="2205" y="1231"/>
                            <a:pt x="1855" y="1675"/>
                          </a:cubicBezTo>
                          <a:cubicBezTo>
                            <a:pt x="1504" y="2135"/>
                            <a:pt x="853" y="2214"/>
                            <a:pt x="401" y="1865"/>
                          </a:cubicBezTo>
                          <a:cubicBezTo>
                            <a:pt x="-51" y="1516"/>
                            <a:pt x="-133" y="867"/>
                            <a:pt x="217" y="407"/>
                          </a:cubicBezTo>
                          <a:cubicBezTo>
                            <a:pt x="569" y="-53"/>
                            <a:pt x="1219" y="-132"/>
                            <a:pt x="1671" y="21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95" name="Freeform: Shape 1094">
                      <a:extLst>
                        <a:ext uri="{FF2B5EF4-FFF2-40B4-BE49-F238E27FC236}">
                          <a16:creationId xmlns:a16="http://schemas.microsoft.com/office/drawing/2014/main" id="{5C601CC4-7E67-66F5-0628-EDDE413CAC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277" y="5069754"/>
                      <a:ext cx="2071" cy="2081"/>
                    </a:xfrm>
                    <a:custGeom>
                      <a:avLst/>
                      <a:gdLst>
                        <a:gd name="connsiteX0" fmla="*/ 1671 w 2071"/>
                        <a:gd name="connsiteY0" fmla="*/ 216 h 2081"/>
                        <a:gd name="connsiteX1" fmla="*/ 1855 w 2071"/>
                        <a:gd name="connsiteY1" fmla="*/ 1675 h 2081"/>
                        <a:gd name="connsiteX2" fmla="*/ 401 w 2071"/>
                        <a:gd name="connsiteY2" fmla="*/ 1865 h 2081"/>
                        <a:gd name="connsiteX3" fmla="*/ 217 w 2071"/>
                        <a:gd name="connsiteY3" fmla="*/ 407 h 2081"/>
                        <a:gd name="connsiteX4" fmla="*/ 1671 w 2071"/>
                        <a:gd name="connsiteY4" fmla="*/ 216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81">
                          <a:moveTo>
                            <a:pt x="1671" y="216"/>
                          </a:moveTo>
                          <a:cubicBezTo>
                            <a:pt x="2123" y="565"/>
                            <a:pt x="2205" y="1215"/>
                            <a:pt x="1855" y="1675"/>
                          </a:cubicBezTo>
                          <a:cubicBezTo>
                            <a:pt x="1504" y="2135"/>
                            <a:pt x="853" y="2214"/>
                            <a:pt x="401" y="1865"/>
                          </a:cubicBezTo>
                          <a:cubicBezTo>
                            <a:pt x="-51" y="1516"/>
                            <a:pt x="-133" y="851"/>
                            <a:pt x="217" y="407"/>
                          </a:cubicBezTo>
                          <a:cubicBezTo>
                            <a:pt x="569" y="-53"/>
                            <a:pt x="1219" y="-132"/>
                            <a:pt x="1671" y="21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96" name="Freeform: Shape 1095">
                      <a:extLst>
                        <a:ext uri="{FF2B5EF4-FFF2-40B4-BE49-F238E27FC236}">
                          <a16:creationId xmlns:a16="http://schemas.microsoft.com/office/drawing/2014/main" id="{9AD9236A-FBD3-A737-2717-4A2211C893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665" y="5060496"/>
                      <a:ext cx="2071" cy="2076"/>
                    </a:xfrm>
                    <a:custGeom>
                      <a:avLst/>
                      <a:gdLst>
                        <a:gd name="connsiteX0" fmla="*/ 1671 w 2071"/>
                        <a:gd name="connsiteY0" fmla="*/ 216 h 2076"/>
                        <a:gd name="connsiteX1" fmla="*/ 1855 w 2071"/>
                        <a:gd name="connsiteY1" fmla="*/ 1675 h 2076"/>
                        <a:gd name="connsiteX2" fmla="*/ 401 w 2071"/>
                        <a:gd name="connsiteY2" fmla="*/ 1865 h 2076"/>
                        <a:gd name="connsiteX3" fmla="*/ 217 w 2071"/>
                        <a:gd name="connsiteY3" fmla="*/ 407 h 2076"/>
                        <a:gd name="connsiteX4" fmla="*/ 1671 w 2071"/>
                        <a:gd name="connsiteY4" fmla="*/ 216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6">
                          <a:moveTo>
                            <a:pt x="1671" y="216"/>
                          </a:moveTo>
                          <a:cubicBezTo>
                            <a:pt x="2123" y="565"/>
                            <a:pt x="2205" y="1231"/>
                            <a:pt x="1855" y="1675"/>
                          </a:cubicBezTo>
                          <a:cubicBezTo>
                            <a:pt x="1504" y="2119"/>
                            <a:pt x="853" y="2214"/>
                            <a:pt x="401" y="1865"/>
                          </a:cubicBezTo>
                          <a:cubicBezTo>
                            <a:pt x="-51" y="1516"/>
                            <a:pt x="-133" y="851"/>
                            <a:pt x="217" y="407"/>
                          </a:cubicBezTo>
                          <a:cubicBezTo>
                            <a:pt x="567" y="-53"/>
                            <a:pt x="1219" y="-132"/>
                            <a:pt x="1671" y="21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97" name="Freeform: Shape 1096">
                      <a:extLst>
                        <a:ext uri="{FF2B5EF4-FFF2-40B4-BE49-F238E27FC236}">
                          <a16:creationId xmlns:a16="http://schemas.microsoft.com/office/drawing/2014/main" id="{2171F5BC-21D3-D2DA-34BE-55A210CEAD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486" y="5074246"/>
                      <a:ext cx="2071" cy="2076"/>
                    </a:xfrm>
                    <a:custGeom>
                      <a:avLst/>
                      <a:gdLst>
                        <a:gd name="connsiteX0" fmla="*/ 1671 w 2071"/>
                        <a:gd name="connsiteY0" fmla="*/ 212 h 2076"/>
                        <a:gd name="connsiteX1" fmla="*/ 1855 w 2071"/>
                        <a:gd name="connsiteY1" fmla="*/ 1670 h 2076"/>
                        <a:gd name="connsiteX2" fmla="*/ 401 w 2071"/>
                        <a:gd name="connsiteY2" fmla="*/ 1860 h 2076"/>
                        <a:gd name="connsiteX3" fmla="*/ 217 w 2071"/>
                        <a:gd name="connsiteY3" fmla="*/ 402 h 2076"/>
                        <a:gd name="connsiteX4" fmla="*/ 1671 w 2071"/>
                        <a:gd name="connsiteY4" fmla="*/ 212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6">
                          <a:moveTo>
                            <a:pt x="1671" y="212"/>
                          </a:moveTo>
                          <a:cubicBezTo>
                            <a:pt x="2123" y="576"/>
                            <a:pt x="2205" y="1226"/>
                            <a:pt x="1855" y="1670"/>
                          </a:cubicBezTo>
                          <a:cubicBezTo>
                            <a:pt x="1504" y="2130"/>
                            <a:pt x="853" y="2209"/>
                            <a:pt x="401" y="1860"/>
                          </a:cubicBezTo>
                          <a:cubicBezTo>
                            <a:pt x="-51" y="1512"/>
                            <a:pt x="-133" y="846"/>
                            <a:pt x="217" y="402"/>
                          </a:cubicBezTo>
                          <a:cubicBezTo>
                            <a:pt x="567" y="-42"/>
                            <a:pt x="1219" y="-137"/>
                            <a:pt x="1671" y="21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98" name="Freeform: Shape 1097">
                      <a:extLst>
                        <a:ext uri="{FF2B5EF4-FFF2-40B4-BE49-F238E27FC236}">
                          <a16:creationId xmlns:a16="http://schemas.microsoft.com/office/drawing/2014/main" id="{A117B1AC-9E2B-4980-F0AF-E2AAF16DC6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4947" y="5064369"/>
                      <a:ext cx="2071" cy="2076"/>
                    </a:xfrm>
                    <a:custGeom>
                      <a:avLst/>
                      <a:gdLst>
                        <a:gd name="connsiteX0" fmla="*/ 1671 w 2071"/>
                        <a:gd name="connsiteY0" fmla="*/ 212 h 2076"/>
                        <a:gd name="connsiteX1" fmla="*/ 1855 w 2071"/>
                        <a:gd name="connsiteY1" fmla="*/ 1670 h 2076"/>
                        <a:gd name="connsiteX2" fmla="*/ 401 w 2071"/>
                        <a:gd name="connsiteY2" fmla="*/ 1860 h 2076"/>
                        <a:gd name="connsiteX3" fmla="*/ 217 w 2071"/>
                        <a:gd name="connsiteY3" fmla="*/ 402 h 2076"/>
                        <a:gd name="connsiteX4" fmla="*/ 1671 w 2071"/>
                        <a:gd name="connsiteY4" fmla="*/ 212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6">
                          <a:moveTo>
                            <a:pt x="1671" y="212"/>
                          </a:moveTo>
                          <a:cubicBezTo>
                            <a:pt x="2123" y="576"/>
                            <a:pt x="2205" y="1226"/>
                            <a:pt x="1855" y="1670"/>
                          </a:cubicBezTo>
                          <a:cubicBezTo>
                            <a:pt x="1504" y="2130"/>
                            <a:pt x="853" y="2209"/>
                            <a:pt x="401" y="1860"/>
                          </a:cubicBezTo>
                          <a:cubicBezTo>
                            <a:pt x="-51" y="1512"/>
                            <a:pt x="-133" y="862"/>
                            <a:pt x="217" y="402"/>
                          </a:cubicBezTo>
                          <a:cubicBezTo>
                            <a:pt x="568" y="-42"/>
                            <a:pt x="1219" y="-137"/>
                            <a:pt x="1671" y="21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99" name="Freeform: Shape 1098">
                      <a:extLst>
                        <a:ext uri="{FF2B5EF4-FFF2-40B4-BE49-F238E27FC236}">
                          <a16:creationId xmlns:a16="http://schemas.microsoft.com/office/drawing/2014/main" id="{DE44137A-E766-D98D-1E28-E6209E17AB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590" y="5071519"/>
                      <a:ext cx="2071" cy="2076"/>
                    </a:xfrm>
                    <a:custGeom>
                      <a:avLst/>
                      <a:gdLst>
                        <a:gd name="connsiteX0" fmla="*/ 1671 w 2071"/>
                        <a:gd name="connsiteY0" fmla="*/ 212 h 2076"/>
                        <a:gd name="connsiteX1" fmla="*/ 1855 w 2071"/>
                        <a:gd name="connsiteY1" fmla="*/ 1670 h 2076"/>
                        <a:gd name="connsiteX2" fmla="*/ 401 w 2071"/>
                        <a:gd name="connsiteY2" fmla="*/ 1860 h 2076"/>
                        <a:gd name="connsiteX3" fmla="*/ 217 w 2071"/>
                        <a:gd name="connsiteY3" fmla="*/ 402 h 2076"/>
                        <a:gd name="connsiteX4" fmla="*/ 1671 w 2071"/>
                        <a:gd name="connsiteY4" fmla="*/ 212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6">
                          <a:moveTo>
                            <a:pt x="1671" y="212"/>
                          </a:moveTo>
                          <a:cubicBezTo>
                            <a:pt x="2123" y="576"/>
                            <a:pt x="2205" y="1226"/>
                            <a:pt x="1855" y="1670"/>
                          </a:cubicBezTo>
                          <a:cubicBezTo>
                            <a:pt x="1504" y="2130"/>
                            <a:pt x="853" y="2209"/>
                            <a:pt x="401" y="1860"/>
                          </a:cubicBezTo>
                          <a:cubicBezTo>
                            <a:pt x="-51" y="1512"/>
                            <a:pt x="-133" y="862"/>
                            <a:pt x="217" y="402"/>
                          </a:cubicBezTo>
                          <a:cubicBezTo>
                            <a:pt x="567" y="-42"/>
                            <a:pt x="1217" y="-137"/>
                            <a:pt x="1671" y="21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00" name="Freeform: Shape 1099">
                      <a:extLst>
                        <a:ext uri="{FF2B5EF4-FFF2-40B4-BE49-F238E27FC236}">
                          <a16:creationId xmlns:a16="http://schemas.microsoft.com/office/drawing/2014/main" id="{B92F4A8B-859A-63E8-606E-2AF3681B94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846" y="5080549"/>
                      <a:ext cx="2071" cy="2068"/>
                    </a:xfrm>
                    <a:custGeom>
                      <a:avLst/>
                      <a:gdLst>
                        <a:gd name="connsiteX0" fmla="*/ 1671 w 2071"/>
                        <a:gd name="connsiteY0" fmla="*/ 218 h 2068"/>
                        <a:gd name="connsiteX1" fmla="*/ 1855 w 2071"/>
                        <a:gd name="connsiteY1" fmla="*/ 1676 h 2068"/>
                        <a:gd name="connsiteX2" fmla="*/ 401 w 2071"/>
                        <a:gd name="connsiteY2" fmla="*/ 1851 h 2068"/>
                        <a:gd name="connsiteX3" fmla="*/ 217 w 2071"/>
                        <a:gd name="connsiteY3" fmla="*/ 392 h 2068"/>
                        <a:gd name="connsiteX4" fmla="*/ 1671 w 2071"/>
                        <a:gd name="connsiteY4" fmla="*/ 218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8">
                          <a:moveTo>
                            <a:pt x="1671" y="218"/>
                          </a:moveTo>
                          <a:cubicBezTo>
                            <a:pt x="2123" y="566"/>
                            <a:pt x="2205" y="1216"/>
                            <a:pt x="1855" y="1676"/>
                          </a:cubicBezTo>
                          <a:cubicBezTo>
                            <a:pt x="1504" y="2120"/>
                            <a:pt x="853" y="2199"/>
                            <a:pt x="401" y="1851"/>
                          </a:cubicBezTo>
                          <a:cubicBezTo>
                            <a:pt x="-51" y="1502"/>
                            <a:pt x="-133" y="852"/>
                            <a:pt x="217" y="392"/>
                          </a:cubicBezTo>
                          <a:cubicBezTo>
                            <a:pt x="569" y="-52"/>
                            <a:pt x="1219" y="-131"/>
                            <a:pt x="1671" y="21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01" name="Freeform: Shape 1100">
                      <a:extLst>
                        <a:ext uri="{FF2B5EF4-FFF2-40B4-BE49-F238E27FC236}">
                          <a16:creationId xmlns:a16="http://schemas.microsoft.com/office/drawing/2014/main" id="{EA8F9472-9F84-DAD7-5C99-5641EE45BE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572" y="5082675"/>
                      <a:ext cx="2071" cy="2067"/>
                    </a:xfrm>
                    <a:custGeom>
                      <a:avLst/>
                      <a:gdLst>
                        <a:gd name="connsiteX0" fmla="*/ 1671 w 2071"/>
                        <a:gd name="connsiteY0" fmla="*/ 216 h 2067"/>
                        <a:gd name="connsiteX1" fmla="*/ 1855 w 2071"/>
                        <a:gd name="connsiteY1" fmla="*/ 1675 h 2067"/>
                        <a:gd name="connsiteX2" fmla="*/ 401 w 2071"/>
                        <a:gd name="connsiteY2" fmla="*/ 1849 h 2067"/>
                        <a:gd name="connsiteX3" fmla="*/ 217 w 2071"/>
                        <a:gd name="connsiteY3" fmla="*/ 407 h 2067"/>
                        <a:gd name="connsiteX4" fmla="*/ 1671 w 2071"/>
                        <a:gd name="connsiteY4" fmla="*/ 216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7">
                          <a:moveTo>
                            <a:pt x="1671" y="216"/>
                          </a:moveTo>
                          <a:cubicBezTo>
                            <a:pt x="2123" y="565"/>
                            <a:pt x="2205" y="1215"/>
                            <a:pt x="1855" y="1675"/>
                          </a:cubicBezTo>
                          <a:cubicBezTo>
                            <a:pt x="1504" y="2119"/>
                            <a:pt x="853" y="2198"/>
                            <a:pt x="401" y="1849"/>
                          </a:cubicBezTo>
                          <a:cubicBezTo>
                            <a:pt x="-51" y="1501"/>
                            <a:pt x="-133" y="851"/>
                            <a:pt x="217" y="407"/>
                          </a:cubicBezTo>
                          <a:cubicBezTo>
                            <a:pt x="569" y="-53"/>
                            <a:pt x="1219" y="-132"/>
                            <a:pt x="1671" y="21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02" name="Freeform: Shape 1101">
                      <a:extLst>
                        <a:ext uri="{FF2B5EF4-FFF2-40B4-BE49-F238E27FC236}">
                          <a16:creationId xmlns:a16="http://schemas.microsoft.com/office/drawing/2014/main" id="{E133C185-A71C-5101-1D9B-DD4F1E065B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737" y="5085370"/>
                      <a:ext cx="2071" cy="2067"/>
                    </a:xfrm>
                    <a:custGeom>
                      <a:avLst/>
                      <a:gdLst>
                        <a:gd name="connsiteX0" fmla="*/ 1671 w 2071"/>
                        <a:gd name="connsiteY0" fmla="*/ 217 h 2067"/>
                        <a:gd name="connsiteX1" fmla="*/ 1855 w 2071"/>
                        <a:gd name="connsiteY1" fmla="*/ 1675 h 2067"/>
                        <a:gd name="connsiteX2" fmla="*/ 401 w 2071"/>
                        <a:gd name="connsiteY2" fmla="*/ 1849 h 2067"/>
                        <a:gd name="connsiteX3" fmla="*/ 217 w 2071"/>
                        <a:gd name="connsiteY3" fmla="*/ 407 h 2067"/>
                        <a:gd name="connsiteX4" fmla="*/ 1671 w 2071"/>
                        <a:gd name="connsiteY4" fmla="*/ 217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7">
                          <a:moveTo>
                            <a:pt x="1671" y="217"/>
                          </a:moveTo>
                          <a:cubicBezTo>
                            <a:pt x="2123" y="565"/>
                            <a:pt x="2205" y="1215"/>
                            <a:pt x="1855" y="1675"/>
                          </a:cubicBezTo>
                          <a:cubicBezTo>
                            <a:pt x="1504" y="2119"/>
                            <a:pt x="853" y="2198"/>
                            <a:pt x="401" y="1849"/>
                          </a:cubicBezTo>
                          <a:cubicBezTo>
                            <a:pt x="-51" y="1501"/>
                            <a:pt x="-133" y="851"/>
                            <a:pt x="217" y="407"/>
                          </a:cubicBezTo>
                          <a:cubicBezTo>
                            <a:pt x="569" y="-53"/>
                            <a:pt x="1219" y="-132"/>
                            <a:pt x="1671" y="21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03" name="Freeform: Shape 1102">
                      <a:extLst>
                        <a:ext uri="{FF2B5EF4-FFF2-40B4-BE49-F238E27FC236}">
                          <a16:creationId xmlns:a16="http://schemas.microsoft.com/office/drawing/2014/main" id="{0760C6C7-FA1E-9E89-73BC-165191C539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125" y="5076111"/>
                      <a:ext cx="2071" cy="2066"/>
                    </a:xfrm>
                    <a:custGeom>
                      <a:avLst/>
                      <a:gdLst>
                        <a:gd name="connsiteX0" fmla="*/ 1671 w 2071"/>
                        <a:gd name="connsiteY0" fmla="*/ 216 h 2066"/>
                        <a:gd name="connsiteX1" fmla="*/ 1855 w 2071"/>
                        <a:gd name="connsiteY1" fmla="*/ 1675 h 2066"/>
                        <a:gd name="connsiteX2" fmla="*/ 401 w 2071"/>
                        <a:gd name="connsiteY2" fmla="*/ 1849 h 2066"/>
                        <a:gd name="connsiteX3" fmla="*/ 217 w 2071"/>
                        <a:gd name="connsiteY3" fmla="*/ 407 h 2066"/>
                        <a:gd name="connsiteX4" fmla="*/ 1671 w 2071"/>
                        <a:gd name="connsiteY4" fmla="*/ 216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6">
                          <a:moveTo>
                            <a:pt x="1671" y="216"/>
                          </a:moveTo>
                          <a:cubicBezTo>
                            <a:pt x="2123" y="565"/>
                            <a:pt x="2205" y="1215"/>
                            <a:pt x="1855" y="1675"/>
                          </a:cubicBezTo>
                          <a:cubicBezTo>
                            <a:pt x="1504" y="2119"/>
                            <a:pt x="853" y="2198"/>
                            <a:pt x="401" y="1849"/>
                          </a:cubicBezTo>
                          <a:cubicBezTo>
                            <a:pt x="-51" y="1501"/>
                            <a:pt x="-133" y="851"/>
                            <a:pt x="217" y="407"/>
                          </a:cubicBezTo>
                          <a:cubicBezTo>
                            <a:pt x="567" y="-53"/>
                            <a:pt x="1219" y="-132"/>
                            <a:pt x="1671" y="21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04" name="Freeform: Shape 1103">
                      <a:extLst>
                        <a:ext uri="{FF2B5EF4-FFF2-40B4-BE49-F238E27FC236}">
                          <a16:creationId xmlns:a16="http://schemas.microsoft.com/office/drawing/2014/main" id="{FF7E4FB5-CBDF-EF44-B41A-AADC59FE8E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946" y="5089856"/>
                      <a:ext cx="2071" cy="2073"/>
                    </a:xfrm>
                    <a:custGeom>
                      <a:avLst/>
                      <a:gdLst>
                        <a:gd name="connsiteX0" fmla="*/ 1671 w 2071"/>
                        <a:gd name="connsiteY0" fmla="*/ 216 h 2073"/>
                        <a:gd name="connsiteX1" fmla="*/ 1855 w 2071"/>
                        <a:gd name="connsiteY1" fmla="*/ 1675 h 2073"/>
                        <a:gd name="connsiteX2" fmla="*/ 401 w 2071"/>
                        <a:gd name="connsiteY2" fmla="*/ 1849 h 2073"/>
                        <a:gd name="connsiteX3" fmla="*/ 217 w 2071"/>
                        <a:gd name="connsiteY3" fmla="*/ 407 h 2073"/>
                        <a:gd name="connsiteX4" fmla="*/ 1671 w 2071"/>
                        <a:gd name="connsiteY4" fmla="*/ 216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1671" y="216"/>
                          </a:moveTo>
                          <a:cubicBezTo>
                            <a:pt x="2123" y="565"/>
                            <a:pt x="2205" y="1215"/>
                            <a:pt x="1855" y="1675"/>
                          </a:cubicBezTo>
                          <a:cubicBezTo>
                            <a:pt x="1504" y="2119"/>
                            <a:pt x="853" y="2214"/>
                            <a:pt x="401" y="1849"/>
                          </a:cubicBezTo>
                          <a:cubicBezTo>
                            <a:pt x="-51" y="1500"/>
                            <a:pt x="-133" y="851"/>
                            <a:pt x="217" y="407"/>
                          </a:cubicBezTo>
                          <a:cubicBezTo>
                            <a:pt x="567" y="-53"/>
                            <a:pt x="1219" y="-132"/>
                            <a:pt x="1671" y="21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05" name="Freeform: Shape 1104">
                      <a:extLst>
                        <a:ext uri="{FF2B5EF4-FFF2-40B4-BE49-F238E27FC236}">
                          <a16:creationId xmlns:a16="http://schemas.microsoft.com/office/drawing/2014/main" id="{45AFC725-416C-FB6F-225B-8A6C049115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407" y="5079980"/>
                      <a:ext cx="2071" cy="2073"/>
                    </a:xfrm>
                    <a:custGeom>
                      <a:avLst/>
                      <a:gdLst>
                        <a:gd name="connsiteX0" fmla="*/ 1671 w 2071"/>
                        <a:gd name="connsiteY0" fmla="*/ 217 h 2073"/>
                        <a:gd name="connsiteX1" fmla="*/ 1855 w 2071"/>
                        <a:gd name="connsiteY1" fmla="*/ 1675 h 2073"/>
                        <a:gd name="connsiteX2" fmla="*/ 401 w 2071"/>
                        <a:gd name="connsiteY2" fmla="*/ 1849 h 2073"/>
                        <a:gd name="connsiteX3" fmla="*/ 217 w 2071"/>
                        <a:gd name="connsiteY3" fmla="*/ 407 h 2073"/>
                        <a:gd name="connsiteX4" fmla="*/ 1671 w 2071"/>
                        <a:gd name="connsiteY4" fmla="*/ 21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1671" y="217"/>
                          </a:moveTo>
                          <a:cubicBezTo>
                            <a:pt x="2123" y="565"/>
                            <a:pt x="2205" y="1215"/>
                            <a:pt x="1855" y="1675"/>
                          </a:cubicBezTo>
                          <a:cubicBezTo>
                            <a:pt x="1504" y="2119"/>
                            <a:pt x="853" y="2214"/>
                            <a:pt x="401" y="1849"/>
                          </a:cubicBezTo>
                          <a:cubicBezTo>
                            <a:pt x="-51" y="1501"/>
                            <a:pt x="-133" y="851"/>
                            <a:pt x="217" y="407"/>
                          </a:cubicBezTo>
                          <a:cubicBezTo>
                            <a:pt x="567" y="-53"/>
                            <a:pt x="1219" y="-132"/>
                            <a:pt x="1671" y="21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06" name="Freeform: Shape 1105">
                      <a:extLst>
                        <a:ext uri="{FF2B5EF4-FFF2-40B4-BE49-F238E27FC236}">
                          <a16:creationId xmlns:a16="http://schemas.microsoft.com/office/drawing/2014/main" id="{C3517348-1991-76C4-36D0-9761AF4AFE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050" y="5087129"/>
                      <a:ext cx="2071" cy="2073"/>
                    </a:xfrm>
                    <a:custGeom>
                      <a:avLst/>
                      <a:gdLst>
                        <a:gd name="connsiteX0" fmla="*/ 1671 w 2071"/>
                        <a:gd name="connsiteY0" fmla="*/ 217 h 2073"/>
                        <a:gd name="connsiteX1" fmla="*/ 1855 w 2071"/>
                        <a:gd name="connsiteY1" fmla="*/ 1675 h 2073"/>
                        <a:gd name="connsiteX2" fmla="*/ 401 w 2071"/>
                        <a:gd name="connsiteY2" fmla="*/ 1849 h 2073"/>
                        <a:gd name="connsiteX3" fmla="*/ 217 w 2071"/>
                        <a:gd name="connsiteY3" fmla="*/ 407 h 2073"/>
                        <a:gd name="connsiteX4" fmla="*/ 1671 w 2071"/>
                        <a:gd name="connsiteY4" fmla="*/ 21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1671" y="217"/>
                          </a:moveTo>
                          <a:cubicBezTo>
                            <a:pt x="2123" y="565"/>
                            <a:pt x="2205" y="1215"/>
                            <a:pt x="1855" y="1675"/>
                          </a:cubicBezTo>
                          <a:cubicBezTo>
                            <a:pt x="1504" y="2119"/>
                            <a:pt x="853" y="2214"/>
                            <a:pt x="401" y="1849"/>
                          </a:cubicBezTo>
                          <a:cubicBezTo>
                            <a:pt x="-51" y="1501"/>
                            <a:pt x="-133" y="851"/>
                            <a:pt x="217" y="407"/>
                          </a:cubicBezTo>
                          <a:cubicBezTo>
                            <a:pt x="567" y="-53"/>
                            <a:pt x="1217" y="-132"/>
                            <a:pt x="1671" y="21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07" name="Freeform: Shape 1106">
                      <a:extLst>
                        <a:ext uri="{FF2B5EF4-FFF2-40B4-BE49-F238E27FC236}">
                          <a16:creationId xmlns:a16="http://schemas.microsoft.com/office/drawing/2014/main" id="{2DCD6934-1B91-61F4-1405-2CA244171E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880" y="5070151"/>
                      <a:ext cx="2071" cy="2081"/>
                    </a:xfrm>
                    <a:custGeom>
                      <a:avLst/>
                      <a:gdLst>
                        <a:gd name="connsiteX0" fmla="*/ 1671 w 2071"/>
                        <a:gd name="connsiteY0" fmla="*/ 216 h 2081"/>
                        <a:gd name="connsiteX1" fmla="*/ 1855 w 2071"/>
                        <a:gd name="connsiteY1" fmla="*/ 1675 h 2081"/>
                        <a:gd name="connsiteX2" fmla="*/ 401 w 2071"/>
                        <a:gd name="connsiteY2" fmla="*/ 1865 h 2081"/>
                        <a:gd name="connsiteX3" fmla="*/ 217 w 2071"/>
                        <a:gd name="connsiteY3" fmla="*/ 407 h 2081"/>
                        <a:gd name="connsiteX4" fmla="*/ 1671 w 2071"/>
                        <a:gd name="connsiteY4" fmla="*/ 216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81">
                          <a:moveTo>
                            <a:pt x="1671" y="216"/>
                          </a:moveTo>
                          <a:cubicBezTo>
                            <a:pt x="2123" y="565"/>
                            <a:pt x="2205" y="1215"/>
                            <a:pt x="1855" y="1675"/>
                          </a:cubicBezTo>
                          <a:cubicBezTo>
                            <a:pt x="1504" y="2135"/>
                            <a:pt x="853" y="2214"/>
                            <a:pt x="401" y="1865"/>
                          </a:cubicBezTo>
                          <a:cubicBezTo>
                            <a:pt x="-51" y="1516"/>
                            <a:pt x="-133" y="851"/>
                            <a:pt x="217" y="407"/>
                          </a:cubicBezTo>
                          <a:cubicBezTo>
                            <a:pt x="567" y="-53"/>
                            <a:pt x="1217" y="-132"/>
                            <a:pt x="1671" y="21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08" name="Freeform: Shape 1107">
                      <a:extLst>
                        <a:ext uri="{FF2B5EF4-FFF2-40B4-BE49-F238E27FC236}">
                          <a16:creationId xmlns:a16="http://schemas.microsoft.com/office/drawing/2014/main" id="{FC346848-33B2-2B99-B56A-0234D95EE8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605" y="5072283"/>
                      <a:ext cx="2071" cy="2073"/>
                    </a:xfrm>
                    <a:custGeom>
                      <a:avLst/>
                      <a:gdLst>
                        <a:gd name="connsiteX0" fmla="*/ 1671 w 2071"/>
                        <a:gd name="connsiteY0" fmla="*/ 224 h 2073"/>
                        <a:gd name="connsiteX1" fmla="*/ 1855 w 2071"/>
                        <a:gd name="connsiteY1" fmla="*/ 1667 h 2073"/>
                        <a:gd name="connsiteX2" fmla="*/ 401 w 2071"/>
                        <a:gd name="connsiteY2" fmla="*/ 1857 h 2073"/>
                        <a:gd name="connsiteX3" fmla="*/ 217 w 2071"/>
                        <a:gd name="connsiteY3" fmla="*/ 399 h 2073"/>
                        <a:gd name="connsiteX4" fmla="*/ 1671 w 2071"/>
                        <a:gd name="connsiteY4" fmla="*/ 2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1671" y="224"/>
                          </a:moveTo>
                          <a:cubicBezTo>
                            <a:pt x="2123" y="573"/>
                            <a:pt x="2205" y="1223"/>
                            <a:pt x="1855" y="1667"/>
                          </a:cubicBezTo>
                          <a:cubicBezTo>
                            <a:pt x="1504" y="2127"/>
                            <a:pt x="853" y="2206"/>
                            <a:pt x="401" y="1857"/>
                          </a:cubicBezTo>
                          <a:cubicBezTo>
                            <a:pt x="-51" y="1508"/>
                            <a:pt x="-133" y="858"/>
                            <a:pt x="217" y="399"/>
                          </a:cubicBezTo>
                          <a:cubicBezTo>
                            <a:pt x="567" y="-45"/>
                            <a:pt x="1217" y="-140"/>
                            <a:pt x="1671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09" name="Freeform: Shape 1108">
                      <a:extLst>
                        <a:ext uri="{FF2B5EF4-FFF2-40B4-BE49-F238E27FC236}">
                          <a16:creationId xmlns:a16="http://schemas.microsoft.com/office/drawing/2014/main" id="{E4CBE4FC-D79B-B2A4-6852-A2A3474144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770" y="5074978"/>
                      <a:ext cx="2071" cy="2073"/>
                    </a:xfrm>
                    <a:custGeom>
                      <a:avLst/>
                      <a:gdLst>
                        <a:gd name="connsiteX0" fmla="*/ 1671 w 2071"/>
                        <a:gd name="connsiteY0" fmla="*/ 224 h 2073"/>
                        <a:gd name="connsiteX1" fmla="*/ 1855 w 2071"/>
                        <a:gd name="connsiteY1" fmla="*/ 1667 h 2073"/>
                        <a:gd name="connsiteX2" fmla="*/ 401 w 2071"/>
                        <a:gd name="connsiteY2" fmla="*/ 1857 h 2073"/>
                        <a:gd name="connsiteX3" fmla="*/ 217 w 2071"/>
                        <a:gd name="connsiteY3" fmla="*/ 399 h 2073"/>
                        <a:gd name="connsiteX4" fmla="*/ 1671 w 2071"/>
                        <a:gd name="connsiteY4" fmla="*/ 2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1671" y="224"/>
                          </a:moveTo>
                          <a:cubicBezTo>
                            <a:pt x="2123" y="573"/>
                            <a:pt x="2205" y="1223"/>
                            <a:pt x="1855" y="1667"/>
                          </a:cubicBezTo>
                          <a:cubicBezTo>
                            <a:pt x="1504" y="2127"/>
                            <a:pt x="853" y="2206"/>
                            <a:pt x="401" y="1857"/>
                          </a:cubicBezTo>
                          <a:cubicBezTo>
                            <a:pt x="-51" y="1508"/>
                            <a:pt x="-133" y="859"/>
                            <a:pt x="217" y="399"/>
                          </a:cubicBezTo>
                          <a:cubicBezTo>
                            <a:pt x="568" y="-45"/>
                            <a:pt x="1217" y="-140"/>
                            <a:pt x="1671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10" name="Freeform: Shape 1109">
                      <a:extLst>
                        <a:ext uri="{FF2B5EF4-FFF2-40B4-BE49-F238E27FC236}">
                          <a16:creationId xmlns:a16="http://schemas.microsoft.com/office/drawing/2014/main" id="{752F87E5-0551-B274-8400-7106AA8EAF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158" y="5065720"/>
                      <a:ext cx="2071" cy="2073"/>
                    </a:xfrm>
                    <a:custGeom>
                      <a:avLst/>
                      <a:gdLst>
                        <a:gd name="connsiteX0" fmla="*/ 1671 w 2071"/>
                        <a:gd name="connsiteY0" fmla="*/ 224 h 2073"/>
                        <a:gd name="connsiteX1" fmla="*/ 1855 w 2071"/>
                        <a:gd name="connsiteY1" fmla="*/ 1667 h 2073"/>
                        <a:gd name="connsiteX2" fmla="*/ 401 w 2071"/>
                        <a:gd name="connsiteY2" fmla="*/ 1857 h 2073"/>
                        <a:gd name="connsiteX3" fmla="*/ 217 w 2071"/>
                        <a:gd name="connsiteY3" fmla="*/ 399 h 2073"/>
                        <a:gd name="connsiteX4" fmla="*/ 1671 w 2071"/>
                        <a:gd name="connsiteY4" fmla="*/ 2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1671" y="224"/>
                          </a:moveTo>
                          <a:cubicBezTo>
                            <a:pt x="2123" y="573"/>
                            <a:pt x="2205" y="1223"/>
                            <a:pt x="1855" y="1667"/>
                          </a:cubicBezTo>
                          <a:cubicBezTo>
                            <a:pt x="1504" y="2127"/>
                            <a:pt x="853" y="2206"/>
                            <a:pt x="401" y="1857"/>
                          </a:cubicBezTo>
                          <a:cubicBezTo>
                            <a:pt x="-51" y="1508"/>
                            <a:pt x="-133" y="858"/>
                            <a:pt x="217" y="399"/>
                          </a:cubicBezTo>
                          <a:cubicBezTo>
                            <a:pt x="567" y="-45"/>
                            <a:pt x="1218" y="-140"/>
                            <a:pt x="1671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11" name="Freeform: Shape 1110">
                      <a:extLst>
                        <a:ext uri="{FF2B5EF4-FFF2-40B4-BE49-F238E27FC236}">
                          <a16:creationId xmlns:a16="http://schemas.microsoft.com/office/drawing/2014/main" id="{312D9D76-5AC8-23B3-B1CB-4EDF062460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979" y="5079464"/>
                      <a:ext cx="2071" cy="2073"/>
                    </a:xfrm>
                    <a:custGeom>
                      <a:avLst/>
                      <a:gdLst>
                        <a:gd name="connsiteX0" fmla="*/ 1671 w 2071"/>
                        <a:gd name="connsiteY0" fmla="*/ 224 h 2073"/>
                        <a:gd name="connsiteX1" fmla="*/ 1855 w 2071"/>
                        <a:gd name="connsiteY1" fmla="*/ 1667 h 2073"/>
                        <a:gd name="connsiteX2" fmla="*/ 401 w 2071"/>
                        <a:gd name="connsiteY2" fmla="*/ 1857 h 2073"/>
                        <a:gd name="connsiteX3" fmla="*/ 217 w 2071"/>
                        <a:gd name="connsiteY3" fmla="*/ 399 h 2073"/>
                        <a:gd name="connsiteX4" fmla="*/ 1671 w 2071"/>
                        <a:gd name="connsiteY4" fmla="*/ 2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1671" y="224"/>
                          </a:moveTo>
                          <a:cubicBezTo>
                            <a:pt x="2123" y="573"/>
                            <a:pt x="2205" y="1223"/>
                            <a:pt x="1855" y="1667"/>
                          </a:cubicBezTo>
                          <a:cubicBezTo>
                            <a:pt x="1504" y="2127"/>
                            <a:pt x="853" y="2206"/>
                            <a:pt x="401" y="1857"/>
                          </a:cubicBezTo>
                          <a:cubicBezTo>
                            <a:pt x="-51" y="1509"/>
                            <a:pt x="-133" y="858"/>
                            <a:pt x="217" y="399"/>
                          </a:cubicBezTo>
                          <a:cubicBezTo>
                            <a:pt x="567" y="-45"/>
                            <a:pt x="1218" y="-140"/>
                            <a:pt x="1671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12" name="Freeform: Shape 1111">
                      <a:extLst>
                        <a:ext uri="{FF2B5EF4-FFF2-40B4-BE49-F238E27FC236}">
                          <a16:creationId xmlns:a16="http://schemas.microsoft.com/office/drawing/2014/main" id="{03EA4C2E-787E-86A3-D575-CE4A616238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912" y="5075834"/>
                      <a:ext cx="2071" cy="2073"/>
                    </a:xfrm>
                    <a:custGeom>
                      <a:avLst/>
                      <a:gdLst>
                        <a:gd name="connsiteX0" fmla="*/ 1671 w 2071"/>
                        <a:gd name="connsiteY0" fmla="*/ 224 h 2073"/>
                        <a:gd name="connsiteX1" fmla="*/ 1855 w 2071"/>
                        <a:gd name="connsiteY1" fmla="*/ 1667 h 2073"/>
                        <a:gd name="connsiteX2" fmla="*/ 401 w 2071"/>
                        <a:gd name="connsiteY2" fmla="*/ 1857 h 2073"/>
                        <a:gd name="connsiteX3" fmla="*/ 217 w 2071"/>
                        <a:gd name="connsiteY3" fmla="*/ 399 h 2073"/>
                        <a:gd name="connsiteX4" fmla="*/ 1671 w 2071"/>
                        <a:gd name="connsiteY4" fmla="*/ 2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1671" y="224"/>
                          </a:moveTo>
                          <a:cubicBezTo>
                            <a:pt x="2123" y="573"/>
                            <a:pt x="2205" y="1223"/>
                            <a:pt x="1855" y="1667"/>
                          </a:cubicBezTo>
                          <a:cubicBezTo>
                            <a:pt x="1504" y="2127"/>
                            <a:pt x="853" y="2206"/>
                            <a:pt x="401" y="1857"/>
                          </a:cubicBezTo>
                          <a:cubicBezTo>
                            <a:pt x="-51" y="1508"/>
                            <a:pt x="-133" y="858"/>
                            <a:pt x="217" y="399"/>
                          </a:cubicBezTo>
                          <a:cubicBezTo>
                            <a:pt x="567" y="-45"/>
                            <a:pt x="1219" y="-140"/>
                            <a:pt x="1671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13" name="Freeform: Shape 1112">
                      <a:extLst>
                        <a:ext uri="{FF2B5EF4-FFF2-40B4-BE49-F238E27FC236}">
                          <a16:creationId xmlns:a16="http://schemas.microsoft.com/office/drawing/2014/main" id="{053E2810-F604-3929-AC07-934B3437DE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8569" y="5082166"/>
                      <a:ext cx="2071" cy="2067"/>
                    </a:xfrm>
                    <a:custGeom>
                      <a:avLst/>
                      <a:gdLst>
                        <a:gd name="connsiteX0" fmla="*/ 1671 w 2071"/>
                        <a:gd name="connsiteY0" fmla="*/ 218 h 2067"/>
                        <a:gd name="connsiteX1" fmla="*/ 1855 w 2071"/>
                        <a:gd name="connsiteY1" fmla="*/ 1660 h 2067"/>
                        <a:gd name="connsiteX2" fmla="*/ 401 w 2071"/>
                        <a:gd name="connsiteY2" fmla="*/ 1850 h 2067"/>
                        <a:gd name="connsiteX3" fmla="*/ 217 w 2071"/>
                        <a:gd name="connsiteY3" fmla="*/ 392 h 2067"/>
                        <a:gd name="connsiteX4" fmla="*/ 1671 w 2071"/>
                        <a:gd name="connsiteY4" fmla="*/ 218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7">
                          <a:moveTo>
                            <a:pt x="1671" y="218"/>
                          </a:moveTo>
                          <a:cubicBezTo>
                            <a:pt x="2123" y="566"/>
                            <a:pt x="2205" y="1216"/>
                            <a:pt x="1855" y="1660"/>
                          </a:cubicBezTo>
                          <a:cubicBezTo>
                            <a:pt x="1504" y="2120"/>
                            <a:pt x="853" y="2199"/>
                            <a:pt x="401" y="1850"/>
                          </a:cubicBezTo>
                          <a:cubicBezTo>
                            <a:pt x="-51" y="1502"/>
                            <a:pt x="-133" y="852"/>
                            <a:pt x="217" y="392"/>
                          </a:cubicBezTo>
                          <a:cubicBezTo>
                            <a:pt x="568" y="-52"/>
                            <a:pt x="1219" y="-131"/>
                            <a:pt x="1671" y="21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14" name="Freeform: Shape 1113">
                      <a:extLst>
                        <a:ext uri="{FF2B5EF4-FFF2-40B4-BE49-F238E27FC236}">
                          <a16:creationId xmlns:a16="http://schemas.microsoft.com/office/drawing/2014/main" id="{54B889F5-497F-1EF2-C508-E9934D8BFE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4508" y="5053536"/>
                      <a:ext cx="2071" cy="2081"/>
                    </a:xfrm>
                    <a:custGeom>
                      <a:avLst/>
                      <a:gdLst>
                        <a:gd name="connsiteX0" fmla="*/ 1671 w 2071"/>
                        <a:gd name="connsiteY0" fmla="*/ 216 h 2081"/>
                        <a:gd name="connsiteX1" fmla="*/ 1855 w 2071"/>
                        <a:gd name="connsiteY1" fmla="*/ 1675 h 2081"/>
                        <a:gd name="connsiteX2" fmla="*/ 401 w 2071"/>
                        <a:gd name="connsiteY2" fmla="*/ 1865 h 2081"/>
                        <a:gd name="connsiteX3" fmla="*/ 217 w 2071"/>
                        <a:gd name="connsiteY3" fmla="*/ 407 h 2081"/>
                        <a:gd name="connsiteX4" fmla="*/ 1671 w 2071"/>
                        <a:gd name="connsiteY4" fmla="*/ 216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81">
                          <a:moveTo>
                            <a:pt x="1671" y="216"/>
                          </a:moveTo>
                          <a:cubicBezTo>
                            <a:pt x="2123" y="565"/>
                            <a:pt x="2205" y="1231"/>
                            <a:pt x="1855" y="1675"/>
                          </a:cubicBezTo>
                          <a:cubicBezTo>
                            <a:pt x="1504" y="2135"/>
                            <a:pt x="853" y="2214"/>
                            <a:pt x="401" y="1865"/>
                          </a:cubicBezTo>
                          <a:cubicBezTo>
                            <a:pt x="-51" y="1516"/>
                            <a:pt x="-133" y="866"/>
                            <a:pt x="217" y="407"/>
                          </a:cubicBezTo>
                          <a:cubicBezTo>
                            <a:pt x="567" y="-53"/>
                            <a:pt x="1219" y="-132"/>
                            <a:pt x="1671" y="21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15" name="Freeform: Shape 1114">
                      <a:extLst>
                        <a:ext uri="{FF2B5EF4-FFF2-40B4-BE49-F238E27FC236}">
                          <a16:creationId xmlns:a16="http://schemas.microsoft.com/office/drawing/2014/main" id="{DAD8D789-DDD7-BDDE-95CB-3C80A0530A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233" y="5055669"/>
                      <a:ext cx="2071" cy="2073"/>
                    </a:xfrm>
                    <a:custGeom>
                      <a:avLst/>
                      <a:gdLst>
                        <a:gd name="connsiteX0" fmla="*/ 1671 w 2071"/>
                        <a:gd name="connsiteY0" fmla="*/ 224 h 2073"/>
                        <a:gd name="connsiteX1" fmla="*/ 1855 w 2071"/>
                        <a:gd name="connsiteY1" fmla="*/ 1667 h 2073"/>
                        <a:gd name="connsiteX2" fmla="*/ 401 w 2071"/>
                        <a:gd name="connsiteY2" fmla="*/ 1857 h 2073"/>
                        <a:gd name="connsiteX3" fmla="*/ 217 w 2071"/>
                        <a:gd name="connsiteY3" fmla="*/ 399 h 2073"/>
                        <a:gd name="connsiteX4" fmla="*/ 1671 w 2071"/>
                        <a:gd name="connsiteY4" fmla="*/ 2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1671" y="224"/>
                          </a:moveTo>
                          <a:cubicBezTo>
                            <a:pt x="2123" y="573"/>
                            <a:pt x="2205" y="1223"/>
                            <a:pt x="1855" y="1667"/>
                          </a:cubicBezTo>
                          <a:cubicBezTo>
                            <a:pt x="1504" y="2127"/>
                            <a:pt x="853" y="2206"/>
                            <a:pt x="401" y="1857"/>
                          </a:cubicBezTo>
                          <a:cubicBezTo>
                            <a:pt x="-51" y="1509"/>
                            <a:pt x="-133" y="858"/>
                            <a:pt x="217" y="399"/>
                          </a:cubicBezTo>
                          <a:cubicBezTo>
                            <a:pt x="568" y="-45"/>
                            <a:pt x="1219" y="-140"/>
                            <a:pt x="1671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16" name="Freeform: Shape 1115">
                      <a:extLst>
                        <a:ext uri="{FF2B5EF4-FFF2-40B4-BE49-F238E27FC236}">
                          <a16:creationId xmlns:a16="http://schemas.microsoft.com/office/drawing/2014/main" id="{2257696C-0CFD-9E4D-EA01-F6E8408E46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4398" y="5058370"/>
                      <a:ext cx="2071" cy="2066"/>
                    </a:xfrm>
                    <a:custGeom>
                      <a:avLst/>
                      <a:gdLst>
                        <a:gd name="connsiteX0" fmla="*/ 1671 w 2071"/>
                        <a:gd name="connsiteY0" fmla="*/ 218 h 2066"/>
                        <a:gd name="connsiteX1" fmla="*/ 1855 w 2071"/>
                        <a:gd name="connsiteY1" fmla="*/ 1660 h 2066"/>
                        <a:gd name="connsiteX2" fmla="*/ 401 w 2071"/>
                        <a:gd name="connsiteY2" fmla="*/ 1851 h 2066"/>
                        <a:gd name="connsiteX3" fmla="*/ 217 w 2071"/>
                        <a:gd name="connsiteY3" fmla="*/ 392 h 2066"/>
                        <a:gd name="connsiteX4" fmla="*/ 1671 w 2071"/>
                        <a:gd name="connsiteY4" fmla="*/ 218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6">
                          <a:moveTo>
                            <a:pt x="1671" y="218"/>
                          </a:moveTo>
                          <a:cubicBezTo>
                            <a:pt x="2123" y="566"/>
                            <a:pt x="2205" y="1216"/>
                            <a:pt x="1855" y="1660"/>
                          </a:cubicBezTo>
                          <a:cubicBezTo>
                            <a:pt x="1504" y="2120"/>
                            <a:pt x="853" y="2199"/>
                            <a:pt x="401" y="1851"/>
                          </a:cubicBezTo>
                          <a:cubicBezTo>
                            <a:pt x="-51" y="1502"/>
                            <a:pt x="-133" y="852"/>
                            <a:pt x="217" y="392"/>
                          </a:cubicBezTo>
                          <a:cubicBezTo>
                            <a:pt x="568" y="-52"/>
                            <a:pt x="1219" y="-131"/>
                            <a:pt x="1671" y="21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17" name="Freeform: Shape 1116">
                      <a:extLst>
                        <a:ext uri="{FF2B5EF4-FFF2-40B4-BE49-F238E27FC236}">
                          <a16:creationId xmlns:a16="http://schemas.microsoft.com/office/drawing/2014/main" id="{95248679-6B36-D3B2-69FF-3CEDCB117F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786" y="5049105"/>
                      <a:ext cx="2071" cy="2073"/>
                    </a:xfrm>
                    <a:custGeom>
                      <a:avLst/>
                      <a:gdLst>
                        <a:gd name="connsiteX0" fmla="*/ 1671 w 2071"/>
                        <a:gd name="connsiteY0" fmla="*/ 224 h 2073"/>
                        <a:gd name="connsiteX1" fmla="*/ 1855 w 2071"/>
                        <a:gd name="connsiteY1" fmla="*/ 1667 h 2073"/>
                        <a:gd name="connsiteX2" fmla="*/ 401 w 2071"/>
                        <a:gd name="connsiteY2" fmla="*/ 1857 h 2073"/>
                        <a:gd name="connsiteX3" fmla="*/ 217 w 2071"/>
                        <a:gd name="connsiteY3" fmla="*/ 399 h 2073"/>
                        <a:gd name="connsiteX4" fmla="*/ 1671 w 2071"/>
                        <a:gd name="connsiteY4" fmla="*/ 2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1671" y="224"/>
                          </a:moveTo>
                          <a:cubicBezTo>
                            <a:pt x="2123" y="573"/>
                            <a:pt x="2205" y="1223"/>
                            <a:pt x="1855" y="1667"/>
                          </a:cubicBezTo>
                          <a:cubicBezTo>
                            <a:pt x="1504" y="2127"/>
                            <a:pt x="853" y="2206"/>
                            <a:pt x="401" y="1857"/>
                          </a:cubicBezTo>
                          <a:cubicBezTo>
                            <a:pt x="-51" y="1509"/>
                            <a:pt x="-133" y="858"/>
                            <a:pt x="217" y="399"/>
                          </a:cubicBezTo>
                          <a:cubicBezTo>
                            <a:pt x="567" y="-45"/>
                            <a:pt x="1219" y="-140"/>
                            <a:pt x="1671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18" name="Freeform: Shape 1117">
                      <a:extLst>
                        <a:ext uri="{FF2B5EF4-FFF2-40B4-BE49-F238E27FC236}">
                          <a16:creationId xmlns:a16="http://schemas.microsoft.com/office/drawing/2014/main" id="{CEF8C85F-762E-4C33-46D7-C1BFC5A2A5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607" y="5062857"/>
                      <a:ext cx="2071" cy="2067"/>
                    </a:xfrm>
                    <a:custGeom>
                      <a:avLst/>
                      <a:gdLst>
                        <a:gd name="connsiteX0" fmla="*/ 1671 w 2071"/>
                        <a:gd name="connsiteY0" fmla="*/ 218 h 2067"/>
                        <a:gd name="connsiteX1" fmla="*/ 1855 w 2071"/>
                        <a:gd name="connsiteY1" fmla="*/ 1660 h 2067"/>
                        <a:gd name="connsiteX2" fmla="*/ 401 w 2071"/>
                        <a:gd name="connsiteY2" fmla="*/ 1851 h 2067"/>
                        <a:gd name="connsiteX3" fmla="*/ 217 w 2071"/>
                        <a:gd name="connsiteY3" fmla="*/ 392 h 2067"/>
                        <a:gd name="connsiteX4" fmla="*/ 1671 w 2071"/>
                        <a:gd name="connsiteY4" fmla="*/ 218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7">
                          <a:moveTo>
                            <a:pt x="1671" y="218"/>
                          </a:moveTo>
                          <a:cubicBezTo>
                            <a:pt x="2123" y="566"/>
                            <a:pt x="2205" y="1216"/>
                            <a:pt x="1855" y="1660"/>
                          </a:cubicBezTo>
                          <a:cubicBezTo>
                            <a:pt x="1504" y="2120"/>
                            <a:pt x="853" y="2199"/>
                            <a:pt x="401" y="1851"/>
                          </a:cubicBezTo>
                          <a:cubicBezTo>
                            <a:pt x="-51" y="1502"/>
                            <a:pt x="-133" y="852"/>
                            <a:pt x="217" y="392"/>
                          </a:cubicBezTo>
                          <a:cubicBezTo>
                            <a:pt x="567" y="-52"/>
                            <a:pt x="1219" y="-131"/>
                            <a:pt x="1671" y="21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19" name="Freeform: Shape 1118">
                      <a:extLst>
                        <a:ext uri="{FF2B5EF4-FFF2-40B4-BE49-F238E27FC236}">
                          <a16:creationId xmlns:a16="http://schemas.microsoft.com/office/drawing/2014/main" id="{715705B7-30D0-6EAC-CA75-057F83AC14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105" y="5063650"/>
                      <a:ext cx="2071" cy="2068"/>
                    </a:xfrm>
                    <a:custGeom>
                      <a:avLst/>
                      <a:gdLst>
                        <a:gd name="connsiteX0" fmla="*/ 1671 w 2071"/>
                        <a:gd name="connsiteY0" fmla="*/ 218 h 2068"/>
                        <a:gd name="connsiteX1" fmla="*/ 1855 w 2071"/>
                        <a:gd name="connsiteY1" fmla="*/ 1676 h 2068"/>
                        <a:gd name="connsiteX2" fmla="*/ 401 w 2071"/>
                        <a:gd name="connsiteY2" fmla="*/ 1851 h 2068"/>
                        <a:gd name="connsiteX3" fmla="*/ 217 w 2071"/>
                        <a:gd name="connsiteY3" fmla="*/ 392 h 2068"/>
                        <a:gd name="connsiteX4" fmla="*/ 1671 w 2071"/>
                        <a:gd name="connsiteY4" fmla="*/ 218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8">
                          <a:moveTo>
                            <a:pt x="1671" y="218"/>
                          </a:moveTo>
                          <a:cubicBezTo>
                            <a:pt x="2123" y="566"/>
                            <a:pt x="2205" y="1216"/>
                            <a:pt x="1855" y="1676"/>
                          </a:cubicBezTo>
                          <a:cubicBezTo>
                            <a:pt x="1504" y="2120"/>
                            <a:pt x="853" y="2199"/>
                            <a:pt x="401" y="1851"/>
                          </a:cubicBezTo>
                          <a:cubicBezTo>
                            <a:pt x="-51" y="1502"/>
                            <a:pt x="-133" y="852"/>
                            <a:pt x="217" y="392"/>
                          </a:cubicBezTo>
                          <a:cubicBezTo>
                            <a:pt x="567" y="-52"/>
                            <a:pt x="1219" y="-131"/>
                            <a:pt x="1671" y="21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20" name="Freeform: Shape 1119">
                      <a:extLst>
                        <a:ext uri="{FF2B5EF4-FFF2-40B4-BE49-F238E27FC236}">
                          <a16:creationId xmlns:a16="http://schemas.microsoft.com/office/drawing/2014/main" id="{DC555D1D-CFE7-5ABB-9466-5F037473A9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2711" y="5060130"/>
                      <a:ext cx="2071" cy="2066"/>
                    </a:xfrm>
                    <a:custGeom>
                      <a:avLst/>
                      <a:gdLst>
                        <a:gd name="connsiteX0" fmla="*/ 1671 w 2071"/>
                        <a:gd name="connsiteY0" fmla="*/ 218 h 2066"/>
                        <a:gd name="connsiteX1" fmla="*/ 1855 w 2071"/>
                        <a:gd name="connsiteY1" fmla="*/ 1660 h 2066"/>
                        <a:gd name="connsiteX2" fmla="*/ 401 w 2071"/>
                        <a:gd name="connsiteY2" fmla="*/ 1851 h 2066"/>
                        <a:gd name="connsiteX3" fmla="*/ 217 w 2071"/>
                        <a:gd name="connsiteY3" fmla="*/ 392 h 2066"/>
                        <a:gd name="connsiteX4" fmla="*/ 1671 w 2071"/>
                        <a:gd name="connsiteY4" fmla="*/ 218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6">
                          <a:moveTo>
                            <a:pt x="1671" y="218"/>
                          </a:moveTo>
                          <a:cubicBezTo>
                            <a:pt x="2123" y="566"/>
                            <a:pt x="2205" y="1216"/>
                            <a:pt x="1855" y="1660"/>
                          </a:cubicBezTo>
                          <a:cubicBezTo>
                            <a:pt x="1504" y="2120"/>
                            <a:pt x="853" y="2199"/>
                            <a:pt x="401" y="1851"/>
                          </a:cubicBezTo>
                          <a:cubicBezTo>
                            <a:pt x="-51" y="1502"/>
                            <a:pt x="-133" y="852"/>
                            <a:pt x="217" y="392"/>
                          </a:cubicBezTo>
                          <a:cubicBezTo>
                            <a:pt x="567" y="-52"/>
                            <a:pt x="1217" y="-131"/>
                            <a:pt x="1671" y="21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21" name="Freeform: Shape 1120">
                      <a:extLst>
                        <a:ext uri="{FF2B5EF4-FFF2-40B4-BE49-F238E27FC236}">
                          <a16:creationId xmlns:a16="http://schemas.microsoft.com/office/drawing/2014/main" id="{48DF10F6-B7CD-D050-0185-3E155CA1B7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6794" y="5076064"/>
                      <a:ext cx="2071" cy="2073"/>
                    </a:xfrm>
                    <a:custGeom>
                      <a:avLst/>
                      <a:gdLst>
                        <a:gd name="connsiteX0" fmla="*/ 1671 w 2071"/>
                        <a:gd name="connsiteY0" fmla="*/ 216 h 2073"/>
                        <a:gd name="connsiteX1" fmla="*/ 1855 w 2071"/>
                        <a:gd name="connsiteY1" fmla="*/ 1675 h 2073"/>
                        <a:gd name="connsiteX2" fmla="*/ 401 w 2071"/>
                        <a:gd name="connsiteY2" fmla="*/ 1849 h 2073"/>
                        <a:gd name="connsiteX3" fmla="*/ 217 w 2071"/>
                        <a:gd name="connsiteY3" fmla="*/ 407 h 2073"/>
                        <a:gd name="connsiteX4" fmla="*/ 1671 w 2071"/>
                        <a:gd name="connsiteY4" fmla="*/ 216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1671" y="216"/>
                          </a:moveTo>
                          <a:cubicBezTo>
                            <a:pt x="2123" y="565"/>
                            <a:pt x="2205" y="1215"/>
                            <a:pt x="1855" y="1675"/>
                          </a:cubicBezTo>
                          <a:cubicBezTo>
                            <a:pt x="1504" y="2119"/>
                            <a:pt x="853" y="2214"/>
                            <a:pt x="401" y="1849"/>
                          </a:cubicBezTo>
                          <a:cubicBezTo>
                            <a:pt x="-51" y="1501"/>
                            <a:pt x="-133" y="851"/>
                            <a:pt x="217" y="407"/>
                          </a:cubicBezTo>
                          <a:cubicBezTo>
                            <a:pt x="568" y="-53"/>
                            <a:pt x="1219" y="-132"/>
                            <a:pt x="1671" y="21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22" name="Freeform: Shape 1121">
                      <a:extLst>
                        <a:ext uri="{FF2B5EF4-FFF2-40B4-BE49-F238E27FC236}">
                          <a16:creationId xmlns:a16="http://schemas.microsoft.com/office/drawing/2014/main" id="{84D908A2-91EF-4194-2471-8CA095B88C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520" y="5078196"/>
                      <a:ext cx="2071" cy="2073"/>
                    </a:xfrm>
                    <a:custGeom>
                      <a:avLst/>
                      <a:gdLst>
                        <a:gd name="connsiteX0" fmla="*/ 1671 w 2071"/>
                        <a:gd name="connsiteY0" fmla="*/ 224 h 2073"/>
                        <a:gd name="connsiteX1" fmla="*/ 1855 w 2071"/>
                        <a:gd name="connsiteY1" fmla="*/ 1667 h 2073"/>
                        <a:gd name="connsiteX2" fmla="*/ 401 w 2071"/>
                        <a:gd name="connsiteY2" fmla="*/ 1857 h 2073"/>
                        <a:gd name="connsiteX3" fmla="*/ 217 w 2071"/>
                        <a:gd name="connsiteY3" fmla="*/ 399 h 2073"/>
                        <a:gd name="connsiteX4" fmla="*/ 1671 w 2071"/>
                        <a:gd name="connsiteY4" fmla="*/ 2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1671" y="224"/>
                          </a:moveTo>
                          <a:cubicBezTo>
                            <a:pt x="2123" y="573"/>
                            <a:pt x="2205" y="1223"/>
                            <a:pt x="1855" y="1667"/>
                          </a:cubicBezTo>
                          <a:cubicBezTo>
                            <a:pt x="1504" y="2127"/>
                            <a:pt x="853" y="2206"/>
                            <a:pt x="401" y="1857"/>
                          </a:cubicBezTo>
                          <a:cubicBezTo>
                            <a:pt x="-51" y="1508"/>
                            <a:pt x="-133" y="858"/>
                            <a:pt x="217" y="399"/>
                          </a:cubicBezTo>
                          <a:cubicBezTo>
                            <a:pt x="567" y="-45"/>
                            <a:pt x="1219" y="-140"/>
                            <a:pt x="1671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23" name="Freeform: Shape 1122">
                      <a:extLst>
                        <a:ext uri="{FF2B5EF4-FFF2-40B4-BE49-F238E27FC236}">
                          <a16:creationId xmlns:a16="http://schemas.microsoft.com/office/drawing/2014/main" id="{7A015FEA-6DEF-B86E-1AE5-4FBC9CC653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0049" y="5082531"/>
                      <a:ext cx="2071" cy="2066"/>
                    </a:xfrm>
                    <a:custGeom>
                      <a:avLst/>
                      <a:gdLst>
                        <a:gd name="connsiteX0" fmla="*/ 1671 w 2071"/>
                        <a:gd name="connsiteY0" fmla="*/ 218 h 2066"/>
                        <a:gd name="connsiteX1" fmla="*/ 1855 w 2071"/>
                        <a:gd name="connsiteY1" fmla="*/ 1660 h 2066"/>
                        <a:gd name="connsiteX2" fmla="*/ 401 w 2071"/>
                        <a:gd name="connsiteY2" fmla="*/ 1851 h 2066"/>
                        <a:gd name="connsiteX3" fmla="*/ 217 w 2071"/>
                        <a:gd name="connsiteY3" fmla="*/ 392 h 2066"/>
                        <a:gd name="connsiteX4" fmla="*/ 1671 w 2071"/>
                        <a:gd name="connsiteY4" fmla="*/ 218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6">
                          <a:moveTo>
                            <a:pt x="1671" y="218"/>
                          </a:moveTo>
                          <a:cubicBezTo>
                            <a:pt x="2123" y="566"/>
                            <a:pt x="2205" y="1216"/>
                            <a:pt x="1855" y="1660"/>
                          </a:cubicBezTo>
                          <a:cubicBezTo>
                            <a:pt x="1504" y="2120"/>
                            <a:pt x="853" y="2199"/>
                            <a:pt x="401" y="1851"/>
                          </a:cubicBezTo>
                          <a:cubicBezTo>
                            <a:pt x="-51" y="1502"/>
                            <a:pt x="-133" y="852"/>
                            <a:pt x="217" y="392"/>
                          </a:cubicBezTo>
                          <a:cubicBezTo>
                            <a:pt x="567" y="-52"/>
                            <a:pt x="1219" y="-131"/>
                            <a:pt x="1671" y="21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24" name="Freeform: Shape 1123">
                      <a:extLst>
                        <a:ext uri="{FF2B5EF4-FFF2-40B4-BE49-F238E27FC236}">
                          <a16:creationId xmlns:a16="http://schemas.microsoft.com/office/drawing/2014/main" id="{5637399F-D9E1-9CEC-5BC3-7D60A17812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073" y="5071625"/>
                      <a:ext cx="2071" cy="2081"/>
                    </a:xfrm>
                    <a:custGeom>
                      <a:avLst/>
                      <a:gdLst>
                        <a:gd name="connsiteX0" fmla="*/ 1671 w 2071"/>
                        <a:gd name="connsiteY0" fmla="*/ 216 h 2081"/>
                        <a:gd name="connsiteX1" fmla="*/ 1855 w 2071"/>
                        <a:gd name="connsiteY1" fmla="*/ 1675 h 2081"/>
                        <a:gd name="connsiteX2" fmla="*/ 401 w 2071"/>
                        <a:gd name="connsiteY2" fmla="*/ 1865 h 2081"/>
                        <a:gd name="connsiteX3" fmla="*/ 217 w 2071"/>
                        <a:gd name="connsiteY3" fmla="*/ 407 h 2081"/>
                        <a:gd name="connsiteX4" fmla="*/ 1671 w 2071"/>
                        <a:gd name="connsiteY4" fmla="*/ 216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81">
                          <a:moveTo>
                            <a:pt x="1671" y="216"/>
                          </a:moveTo>
                          <a:cubicBezTo>
                            <a:pt x="2123" y="565"/>
                            <a:pt x="2205" y="1231"/>
                            <a:pt x="1855" y="1675"/>
                          </a:cubicBezTo>
                          <a:cubicBezTo>
                            <a:pt x="1504" y="2135"/>
                            <a:pt x="853" y="2214"/>
                            <a:pt x="401" y="1865"/>
                          </a:cubicBezTo>
                          <a:cubicBezTo>
                            <a:pt x="-51" y="1516"/>
                            <a:pt x="-133" y="867"/>
                            <a:pt x="217" y="407"/>
                          </a:cubicBezTo>
                          <a:cubicBezTo>
                            <a:pt x="568" y="-53"/>
                            <a:pt x="1219" y="-132"/>
                            <a:pt x="1671" y="21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25" name="Freeform: Shape 1124">
                      <a:extLst>
                        <a:ext uri="{FF2B5EF4-FFF2-40B4-BE49-F238E27FC236}">
                          <a16:creationId xmlns:a16="http://schemas.microsoft.com/office/drawing/2014/main" id="{EF399477-EAA1-C09D-AB66-F89CA19D26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894" y="5085375"/>
                      <a:ext cx="2071" cy="2076"/>
                    </a:xfrm>
                    <a:custGeom>
                      <a:avLst/>
                      <a:gdLst>
                        <a:gd name="connsiteX0" fmla="*/ 1671 w 2071"/>
                        <a:gd name="connsiteY0" fmla="*/ 212 h 2076"/>
                        <a:gd name="connsiteX1" fmla="*/ 1855 w 2071"/>
                        <a:gd name="connsiteY1" fmla="*/ 1670 h 2076"/>
                        <a:gd name="connsiteX2" fmla="*/ 401 w 2071"/>
                        <a:gd name="connsiteY2" fmla="*/ 1860 h 2076"/>
                        <a:gd name="connsiteX3" fmla="*/ 217 w 2071"/>
                        <a:gd name="connsiteY3" fmla="*/ 402 h 2076"/>
                        <a:gd name="connsiteX4" fmla="*/ 1671 w 2071"/>
                        <a:gd name="connsiteY4" fmla="*/ 212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6">
                          <a:moveTo>
                            <a:pt x="1671" y="212"/>
                          </a:moveTo>
                          <a:cubicBezTo>
                            <a:pt x="2123" y="576"/>
                            <a:pt x="2205" y="1226"/>
                            <a:pt x="1855" y="1670"/>
                          </a:cubicBezTo>
                          <a:cubicBezTo>
                            <a:pt x="1504" y="2130"/>
                            <a:pt x="853" y="2209"/>
                            <a:pt x="401" y="1860"/>
                          </a:cubicBezTo>
                          <a:cubicBezTo>
                            <a:pt x="-51" y="1512"/>
                            <a:pt x="-133" y="862"/>
                            <a:pt x="217" y="402"/>
                          </a:cubicBezTo>
                          <a:cubicBezTo>
                            <a:pt x="568" y="-42"/>
                            <a:pt x="1219" y="-137"/>
                            <a:pt x="1671" y="21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26" name="Freeform: Shape 1125">
                      <a:extLst>
                        <a:ext uri="{FF2B5EF4-FFF2-40B4-BE49-F238E27FC236}">
                          <a16:creationId xmlns:a16="http://schemas.microsoft.com/office/drawing/2014/main" id="{02DCD259-C249-8C65-37E2-4DF3B35CE4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355" y="5075501"/>
                      <a:ext cx="2071" cy="2073"/>
                    </a:xfrm>
                    <a:custGeom>
                      <a:avLst/>
                      <a:gdLst>
                        <a:gd name="connsiteX0" fmla="*/ 1671 w 2071"/>
                        <a:gd name="connsiteY0" fmla="*/ 224 h 2073"/>
                        <a:gd name="connsiteX1" fmla="*/ 1855 w 2071"/>
                        <a:gd name="connsiteY1" fmla="*/ 1667 h 2073"/>
                        <a:gd name="connsiteX2" fmla="*/ 401 w 2071"/>
                        <a:gd name="connsiteY2" fmla="*/ 1857 h 2073"/>
                        <a:gd name="connsiteX3" fmla="*/ 217 w 2071"/>
                        <a:gd name="connsiteY3" fmla="*/ 399 h 2073"/>
                        <a:gd name="connsiteX4" fmla="*/ 1671 w 2071"/>
                        <a:gd name="connsiteY4" fmla="*/ 2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1671" y="224"/>
                          </a:moveTo>
                          <a:cubicBezTo>
                            <a:pt x="2123" y="573"/>
                            <a:pt x="2205" y="1223"/>
                            <a:pt x="1855" y="1667"/>
                          </a:cubicBezTo>
                          <a:cubicBezTo>
                            <a:pt x="1504" y="2127"/>
                            <a:pt x="853" y="2206"/>
                            <a:pt x="401" y="1857"/>
                          </a:cubicBezTo>
                          <a:cubicBezTo>
                            <a:pt x="-51" y="1509"/>
                            <a:pt x="-133" y="858"/>
                            <a:pt x="217" y="399"/>
                          </a:cubicBezTo>
                          <a:cubicBezTo>
                            <a:pt x="567" y="-45"/>
                            <a:pt x="1219" y="-140"/>
                            <a:pt x="1671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27" name="Freeform: Shape 1126">
                      <a:extLst>
                        <a:ext uri="{FF2B5EF4-FFF2-40B4-BE49-F238E27FC236}">
                          <a16:creationId xmlns:a16="http://schemas.microsoft.com/office/drawing/2014/main" id="{D7D2E538-4349-F8F2-54EB-FFAB6DAADA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996" y="5082651"/>
                      <a:ext cx="2071" cy="2073"/>
                    </a:xfrm>
                    <a:custGeom>
                      <a:avLst/>
                      <a:gdLst>
                        <a:gd name="connsiteX0" fmla="*/ 1671 w 2071"/>
                        <a:gd name="connsiteY0" fmla="*/ 224 h 2073"/>
                        <a:gd name="connsiteX1" fmla="*/ 1855 w 2071"/>
                        <a:gd name="connsiteY1" fmla="*/ 1667 h 2073"/>
                        <a:gd name="connsiteX2" fmla="*/ 401 w 2071"/>
                        <a:gd name="connsiteY2" fmla="*/ 1857 h 2073"/>
                        <a:gd name="connsiteX3" fmla="*/ 217 w 2071"/>
                        <a:gd name="connsiteY3" fmla="*/ 399 h 2073"/>
                        <a:gd name="connsiteX4" fmla="*/ 1671 w 2071"/>
                        <a:gd name="connsiteY4" fmla="*/ 2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1671" y="224"/>
                          </a:moveTo>
                          <a:cubicBezTo>
                            <a:pt x="2123" y="573"/>
                            <a:pt x="2205" y="1223"/>
                            <a:pt x="1855" y="1667"/>
                          </a:cubicBezTo>
                          <a:cubicBezTo>
                            <a:pt x="1504" y="2127"/>
                            <a:pt x="853" y="2206"/>
                            <a:pt x="401" y="1857"/>
                          </a:cubicBezTo>
                          <a:cubicBezTo>
                            <a:pt x="-51" y="1509"/>
                            <a:pt x="-133" y="858"/>
                            <a:pt x="217" y="399"/>
                          </a:cubicBezTo>
                          <a:cubicBezTo>
                            <a:pt x="569" y="-45"/>
                            <a:pt x="1219" y="-140"/>
                            <a:pt x="1671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28" name="Freeform: Shape 1127">
                      <a:extLst>
                        <a:ext uri="{FF2B5EF4-FFF2-40B4-BE49-F238E27FC236}">
                          <a16:creationId xmlns:a16="http://schemas.microsoft.com/office/drawing/2014/main" id="{9C93B068-561A-B324-575C-8C5838479D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6039" y="5091583"/>
                      <a:ext cx="2071" cy="2066"/>
                    </a:xfrm>
                    <a:custGeom>
                      <a:avLst/>
                      <a:gdLst>
                        <a:gd name="connsiteX0" fmla="*/ 1671 w 2071"/>
                        <a:gd name="connsiteY0" fmla="*/ 218 h 2066"/>
                        <a:gd name="connsiteX1" fmla="*/ 1855 w 2071"/>
                        <a:gd name="connsiteY1" fmla="*/ 1660 h 2066"/>
                        <a:gd name="connsiteX2" fmla="*/ 401 w 2071"/>
                        <a:gd name="connsiteY2" fmla="*/ 1851 h 2066"/>
                        <a:gd name="connsiteX3" fmla="*/ 217 w 2071"/>
                        <a:gd name="connsiteY3" fmla="*/ 392 h 2066"/>
                        <a:gd name="connsiteX4" fmla="*/ 1671 w 2071"/>
                        <a:gd name="connsiteY4" fmla="*/ 218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6">
                          <a:moveTo>
                            <a:pt x="1671" y="218"/>
                          </a:moveTo>
                          <a:cubicBezTo>
                            <a:pt x="2123" y="566"/>
                            <a:pt x="2205" y="1216"/>
                            <a:pt x="1855" y="1660"/>
                          </a:cubicBezTo>
                          <a:cubicBezTo>
                            <a:pt x="1504" y="2120"/>
                            <a:pt x="853" y="2199"/>
                            <a:pt x="401" y="1851"/>
                          </a:cubicBezTo>
                          <a:cubicBezTo>
                            <a:pt x="-51" y="1502"/>
                            <a:pt x="-133" y="852"/>
                            <a:pt x="217" y="392"/>
                          </a:cubicBezTo>
                          <a:cubicBezTo>
                            <a:pt x="567" y="-52"/>
                            <a:pt x="1219" y="-131"/>
                            <a:pt x="1671" y="21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29" name="Freeform: Shape 1128">
                      <a:extLst>
                        <a:ext uri="{FF2B5EF4-FFF2-40B4-BE49-F238E27FC236}">
                          <a16:creationId xmlns:a16="http://schemas.microsoft.com/office/drawing/2014/main" id="{7B994811-FFBE-E5FE-3484-0E3BE4C890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0764" y="5093709"/>
                      <a:ext cx="2071" cy="2066"/>
                    </a:xfrm>
                    <a:custGeom>
                      <a:avLst/>
                      <a:gdLst>
                        <a:gd name="connsiteX0" fmla="*/ 1671 w 2071"/>
                        <a:gd name="connsiteY0" fmla="*/ 216 h 2066"/>
                        <a:gd name="connsiteX1" fmla="*/ 1855 w 2071"/>
                        <a:gd name="connsiteY1" fmla="*/ 1675 h 2066"/>
                        <a:gd name="connsiteX2" fmla="*/ 401 w 2071"/>
                        <a:gd name="connsiteY2" fmla="*/ 1849 h 2066"/>
                        <a:gd name="connsiteX3" fmla="*/ 217 w 2071"/>
                        <a:gd name="connsiteY3" fmla="*/ 407 h 2066"/>
                        <a:gd name="connsiteX4" fmla="*/ 1671 w 2071"/>
                        <a:gd name="connsiteY4" fmla="*/ 216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6">
                          <a:moveTo>
                            <a:pt x="1671" y="216"/>
                          </a:moveTo>
                          <a:cubicBezTo>
                            <a:pt x="2123" y="565"/>
                            <a:pt x="2205" y="1215"/>
                            <a:pt x="1855" y="1675"/>
                          </a:cubicBezTo>
                          <a:cubicBezTo>
                            <a:pt x="1504" y="2119"/>
                            <a:pt x="853" y="2198"/>
                            <a:pt x="401" y="1849"/>
                          </a:cubicBezTo>
                          <a:cubicBezTo>
                            <a:pt x="-51" y="1501"/>
                            <a:pt x="-133" y="851"/>
                            <a:pt x="217" y="407"/>
                          </a:cubicBezTo>
                          <a:cubicBezTo>
                            <a:pt x="567" y="-53"/>
                            <a:pt x="1219" y="-132"/>
                            <a:pt x="1671" y="21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30" name="Freeform: Shape 1129">
                      <a:extLst>
                        <a:ext uri="{FF2B5EF4-FFF2-40B4-BE49-F238E27FC236}">
                          <a16:creationId xmlns:a16="http://schemas.microsoft.com/office/drawing/2014/main" id="{63D81408-72DD-F6FE-CBFE-C7B0FFAEBC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5929" y="5096404"/>
                      <a:ext cx="2071" cy="2066"/>
                    </a:xfrm>
                    <a:custGeom>
                      <a:avLst/>
                      <a:gdLst>
                        <a:gd name="connsiteX0" fmla="*/ 1671 w 2071"/>
                        <a:gd name="connsiteY0" fmla="*/ 216 h 2066"/>
                        <a:gd name="connsiteX1" fmla="*/ 1855 w 2071"/>
                        <a:gd name="connsiteY1" fmla="*/ 1675 h 2066"/>
                        <a:gd name="connsiteX2" fmla="*/ 401 w 2071"/>
                        <a:gd name="connsiteY2" fmla="*/ 1849 h 2066"/>
                        <a:gd name="connsiteX3" fmla="*/ 217 w 2071"/>
                        <a:gd name="connsiteY3" fmla="*/ 407 h 2066"/>
                        <a:gd name="connsiteX4" fmla="*/ 1671 w 2071"/>
                        <a:gd name="connsiteY4" fmla="*/ 216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6">
                          <a:moveTo>
                            <a:pt x="1671" y="216"/>
                          </a:moveTo>
                          <a:cubicBezTo>
                            <a:pt x="2123" y="565"/>
                            <a:pt x="2205" y="1215"/>
                            <a:pt x="1855" y="1675"/>
                          </a:cubicBezTo>
                          <a:cubicBezTo>
                            <a:pt x="1504" y="2119"/>
                            <a:pt x="853" y="2198"/>
                            <a:pt x="401" y="1849"/>
                          </a:cubicBezTo>
                          <a:cubicBezTo>
                            <a:pt x="-51" y="1500"/>
                            <a:pt x="-133" y="851"/>
                            <a:pt x="217" y="407"/>
                          </a:cubicBezTo>
                          <a:cubicBezTo>
                            <a:pt x="567" y="-53"/>
                            <a:pt x="1219" y="-132"/>
                            <a:pt x="1671" y="21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31" name="Freeform: Shape 1130">
                      <a:extLst>
                        <a:ext uri="{FF2B5EF4-FFF2-40B4-BE49-F238E27FC236}">
                          <a16:creationId xmlns:a16="http://schemas.microsoft.com/office/drawing/2014/main" id="{114F321D-C2B1-2B75-2B55-E2A9168749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5162" y="5084655"/>
                      <a:ext cx="2071" cy="2068"/>
                    </a:xfrm>
                    <a:custGeom>
                      <a:avLst/>
                      <a:gdLst>
                        <a:gd name="connsiteX0" fmla="*/ 1671 w 2071"/>
                        <a:gd name="connsiteY0" fmla="*/ 218 h 2068"/>
                        <a:gd name="connsiteX1" fmla="*/ 1855 w 2071"/>
                        <a:gd name="connsiteY1" fmla="*/ 1676 h 2068"/>
                        <a:gd name="connsiteX2" fmla="*/ 401 w 2071"/>
                        <a:gd name="connsiteY2" fmla="*/ 1851 h 2068"/>
                        <a:gd name="connsiteX3" fmla="*/ 217 w 2071"/>
                        <a:gd name="connsiteY3" fmla="*/ 392 h 2068"/>
                        <a:gd name="connsiteX4" fmla="*/ 1671 w 2071"/>
                        <a:gd name="connsiteY4" fmla="*/ 218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8">
                          <a:moveTo>
                            <a:pt x="1671" y="218"/>
                          </a:moveTo>
                          <a:cubicBezTo>
                            <a:pt x="2123" y="566"/>
                            <a:pt x="2205" y="1216"/>
                            <a:pt x="1855" y="1676"/>
                          </a:cubicBezTo>
                          <a:cubicBezTo>
                            <a:pt x="1504" y="2120"/>
                            <a:pt x="853" y="2199"/>
                            <a:pt x="401" y="1851"/>
                          </a:cubicBezTo>
                          <a:cubicBezTo>
                            <a:pt x="-51" y="1502"/>
                            <a:pt x="-133" y="852"/>
                            <a:pt x="217" y="392"/>
                          </a:cubicBezTo>
                          <a:cubicBezTo>
                            <a:pt x="568" y="-52"/>
                            <a:pt x="1219" y="-131"/>
                            <a:pt x="1671" y="21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32" name="Freeform: Shape 1131">
                      <a:extLst>
                        <a:ext uri="{FF2B5EF4-FFF2-40B4-BE49-F238E27FC236}">
                          <a16:creationId xmlns:a16="http://schemas.microsoft.com/office/drawing/2014/main" id="{2FC19AAE-5AA0-4DC1-3020-1A0E45089C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725" y="5100652"/>
                      <a:ext cx="2071" cy="2073"/>
                    </a:xfrm>
                    <a:custGeom>
                      <a:avLst/>
                      <a:gdLst>
                        <a:gd name="connsiteX0" fmla="*/ 1671 w 2071"/>
                        <a:gd name="connsiteY0" fmla="*/ 216 h 2073"/>
                        <a:gd name="connsiteX1" fmla="*/ 1855 w 2071"/>
                        <a:gd name="connsiteY1" fmla="*/ 1675 h 2073"/>
                        <a:gd name="connsiteX2" fmla="*/ 401 w 2071"/>
                        <a:gd name="connsiteY2" fmla="*/ 1849 h 2073"/>
                        <a:gd name="connsiteX3" fmla="*/ 217 w 2071"/>
                        <a:gd name="connsiteY3" fmla="*/ 407 h 2073"/>
                        <a:gd name="connsiteX4" fmla="*/ 1671 w 2071"/>
                        <a:gd name="connsiteY4" fmla="*/ 216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1671" y="216"/>
                          </a:moveTo>
                          <a:cubicBezTo>
                            <a:pt x="2123" y="565"/>
                            <a:pt x="2205" y="1215"/>
                            <a:pt x="1855" y="1675"/>
                          </a:cubicBezTo>
                          <a:cubicBezTo>
                            <a:pt x="1504" y="2119"/>
                            <a:pt x="853" y="2214"/>
                            <a:pt x="401" y="1849"/>
                          </a:cubicBezTo>
                          <a:cubicBezTo>
                            <a:pt x="-51" y="1501"/>
                            <a:pt x="-133" y="851"/>
                            <a:pt x="217" y="407"/>
                          </a:cubicBezTo>
                          <a:cubicBezTo>
                            <a:pt x="568" y="-53"/>
                            <a:pt x="1219" y="-132"/>
                            <a:pt x="1671" y="21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33" name="Freeform: Shape 1132">
                      <a:extLst>
                        <a:ext uri="{FF2B5EF4-FFF2-40B4-BE49-F238E27FC236}">
                          <a16:creationId xmlns:a16="http://schemas.microsoft.com/office/drawing/2014/main" id="{1C15F4F9-1951-4A35-985D-4637F4A3FC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599" y="5091014"/>
                      <a:ext cx="2071" cy="2066"/>
                    </a:xfrm>
                    <a:custGeom>
                      <a:avLst/>
                      <a:gdLst>
                        <a:gd name="connsiteX0" fmla="*/ 1671 w 2071"/>
                        <a:gd name="connsiteY0" fmla="*/ 216 h 2066"/>
                        <a:gd name="connsiteX1" fmla="*/ 1855 w 2071"/>
                        <a:gd name="connsiteY1" fmla="*/ 1675 h 2066"/>
                        <a:gd name="connsiteX2" fmla="*/ 401 w 2071"/>
                        <a:gd name="connsiteY2" fmla="*/ 1849 h 2066"/>
                        <a:gd name="connsiteX3" fmla="*/ 217 w 2071"/>
                        <a:gd name="connsiteY3" fmla="*/ 407 h 2066"/>
                        <a:gd name="connsiteX4" fmla="*/ 1671 w 2071"/>
                        <a:gd name="connsiteY4" fmla="*/ 216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6">
                          <a:moveTo>
                            <a:pt x="1671" y="216"/>
                          </a:moveTo>
                          <a:cubicBezTo>
                            <a:pt x="2123" y="565"/>
                            <a:pt x="2205" y="1215"/>
                            <a:pt x="1855" y="1675"/>
                          </a:cubicBezTo>
                          <a:cubicBezTo>
                            <a:pt x="1504" y="2119"/>
                            <a:pt x="853" y="2198"/>
                            <a:pt x="401" y="1849"/>
                          </a:cubicBezTo>
                          <a:cubicBezTo>
                            <a:pt x="-51" y="1501"/>
                            <a:pt x="-133" y="851"/>
                            <a:pt x="217" y="407"/>
                          </a:cubicBezTo>
                          <a:cubicBezTo>
                            <a:pt x="567" y="-53"/>
                            <a:pt x="1219" y="-132"/>
                            <a:pt x="1671" y="21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34" name="Freeform: Shape 1133">
                      <a:extLst>
                        <a:ext uri="{FF2B5EF4-FFF2-40B4-BE49-F238E27FC236}">
                          <a16:creationId xmlns:a16="http://schemas.microsoft.com/office/drawing/2014/main" id="{24644D26-CB38-D0F6-92FD-EE0496D7C9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4241" y="5098163"/>
                      <a:ext cx="2071" cy="2066"/>
                    </a:xfrm>
                    <a:custGeom>
                      <a:avLst/>
                      <a:gdLst>
                        <a:gd name="connsiteX0" fmla="*/ 1671 w 2071"/>
                        <a:gd name="connsiteY0" fmla="*/ 216 h 2066"/>
                        <a:gd name="connsiteX1" fmla="*/ 1855 w 2071"/>
                        <a:gd name="connsiteY1" fmla="*/ 1675 h 2066"/>
                        <a:gd name="connsiteX2" fmla="*/ 401 w 2071"/>
                        <a:gd name="connsiteY2" fmla="*/ 1849 h 2066"/>
                        <a:gd name="connsiteX3" fmla="*/ 217 w 2071"/>
                        <a:gd name="connsiteY3" fmla="*/ 407 h 2066"/>
                        <a:gd name="connsiteX4" fmla="*/ 1671 w 2071"/>
                        <a:gd name="connsiteY4" fmla="*/ 216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6">
                          <a:moveTo>
                            <a:pt x="1671" y="216"/>
                          </a:moveTo>
                          <a:cubicBezTo>
                            <a:pt x="2123" y="565"/>
                            <a:pt x="2205" y="1215"/>
                            <a:pt x="1855" y="1675"/>
                          </a:cubicBezTo>
                          <a:cubicBezTo>
                            <a:pt x="1504" y="2119"/>
                            <a:pt x="853" y="2198"/>
                            <a:pt x="401" y="1849"/>
                          </a:cubicBezTo>
                          <a:cubicBezTo>
                            <a:pt x="-51" y="1500"/>
                            <a:pt x="-133" y="851"/>
                            <a:pt x="217" y="407"/>
                          </a:cubicBezTo>
                          <a:cubicBezTo>
                            <a:pt x="567" y="-53"/>
                            <a:pt x="1219" y="-132"/>
                            <a:pt x="1671" y="21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35" name="Freeform: Shape 1134">
                      <a:extLst>
                        <a:ext uri="{FF2B5EF4-FFF2-40B4-BE49-F238E27FC236}">
                          <a16:creationId xmlns:a16="http://schemas.microsoft.com/office/drawing/2014/main" id="{BFFCDD54-7BD0-EB5B-936A-249FC6CF8B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089" y="5088984"/>
                      <a:ext cx="2071" cy="2066"/>
                    </a:xfrm>
                    <a:custGeom>
                      <a:avLst/>
                      <a:gdLst>
                        <a:gd name="connsiteX0" fmla="*/ 1671 w 2071"/>
                        <a:gd name="connsiteY0" fmla="*/ 216 h 2066"/>
                        <a:gd name="connsiteX1" fmla="*/ 1855 w 2071"/>
                        <a:gd name="connsiteY1" fmla="*/ 1675 h 2066"/>
                        <a:gd name="connsiteX2" fmla="*/ 401 w 2071"/>
                        <a:gd name="connsiteY2" fmla="*/ 1849 h 2066"/>
                        <a:gd name="connsiteX3" fmla="*/ 217 w 2071"/>
                        <a:gd name="connsiteY3" fmla="*/ 407 h 2066"/>
                        <a:gd name="connsiteX4" fmla="*/ 1671 w 2071"/>
                        <a:gd name="connsiteY4" fmla="*/ 216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6">
                          <a:moveTo>
                            <a:pt x="1671" y="216"/>
                          </a:moveTo>
                          <a:cubicBezTo>
                            <a:pt x="2123" y="565"/>
                            <a:pt x="2205" y="1215"/>
                            <a:pt x="1855" y="1675"/>
                          </a:cubicBezTo>
                          <a:cubicBezTo>
                            <a:pt x="1504" y="2119"/>
                            <a:pt x="853" y="2198"/>
                            <a:pt x="401" y="1849"/>
                          </a:cubicBezTo>
                          <a:cubicBezTo>
                            <a:pt x="-51" y="1501"/>
                            <a:pt x="-133" y="851"/>
                            <a:pt x="217" y="407"/>
                          </a:cubicBezTo>
                          <a:cubicBezTo>
                            <a:pt x="567" y="-53"/>
                            <a:pt x="1219" y="-132"/>
                            <a:pt x="1671" y="21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36" name="Freeform: Shape 1135">
                      <a:extLst>
                        <a:ext uri="{FF2B5EF4-FFF2-40B4-BE49-F238E27FC236}">
                          <a16:creationId xmlns:a16="http://schemas.microsoft.com/office/drawing/2014/main" id="{CDA163EF-5153-E91F-EE60-3BBBFEBD26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823" y="5097481"/>
                      <a:ext cx="2071" cy="2066"/>
                    </a:xfrm>
                    <a:custGeom>
                      <a:avLst/>
                      <a:gdLst>
                        <a:gd name="connsiteX0" fmla="*/ 1671 w 2071"/>
                        <a:gd name="connsiteY0" fmla="*/ 218 h 2066"/>
                        <a:gd name="connsiteX1" fmla="*/ 1855 w 2071"/>
                        <a:gd name="connsiteY1" fmla="*/ 1660 h 2066"/>
                        <a:gd name="connsiteX2" fmla="*/ 401 w 2071"/>
                        <a:gd name="connsiteY2" fmla="*/ 1850 h 2066"/>
                        <a:gd name="connsiteX3" fmla="*/ 217 w 2071"/>
                        <a:gd name="connsiteY3" fmla="*/ 392 h 2066"/>
                        <a:gd name="connsiteX4" fmla="*/ 1671 w 2071"/>
                        <a:gd name="connsiteY4" fmla="*/ 218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6">
                          <a:moveTo>
                            <a:pt x="1671" y="218"/>
                          </a:moveTo>
                          <a:cubicBezTo>
                            <a:pt x="2123" y="566"/>
                            <a:pt x="2205" y="1216"/>
                            <a:pt x="1855" y="1660"/>
                          </a:cubicBezTo>
                          <a:cubicBezTo>
                            <a:pt x="1504" y="2120"/>
                            <a:pt x="853" y="2199"/>
                            <a:pt x="401" y="1850"/>
                          </a:cubicBezTo>
                          <a:cubicBezTo>
                            <a:pt x="-51" y="1502"/>
                            <a:pt x="-133" y="852"/>
                            <a:pt x="217" y="392"/>
                          </a:cubicBezTo>
                          <a:cubicBezTo>
                            <a:pt x="568" y="-52"/>
                            <a:pt x="1219" y="-131"/>
                            <a:pt x="1671" y="21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37" name="Freeform: Shape 1136">
                      <a:extLst>
                        <a:ext uri="{FF2B5EF4-FFF2-40B4-BE49-F238E27FC236}">
                          <a16:creationId xmlns:a16="http://schemas.microsoft.com/office/drawing/2014/main" id="{D95FA329-9F4F-0FA0-71FE-AA85B64138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444" y="5106106"/>
                      <a:ext cx="2071" cy="2066"/>
                    </a:xfrm>
                    <a:custGeom>
                      <a:avLst/>
                      <a:gdLst>
                        <a:gd name="connsiteX0" fmla="*/ 1671 w 2071"/>
                        <a:gd name="connsiteY0" fmla="*/ 216 h 2066"/>
                        <a:gd name="connsiteX1" fmla="*/ 1855 w 2071"/>
                        <a:gd name="connsiteY1" fmla="*/ 1675 h 2066"/>
                        <a:gd name="connsiteX2" fmla="*/ 401 w 2071"/>
                        <a:gd name="connsiteY2" fmla="*/ 1849 h 2066"/>
                        <a:gd name="connsiteX3" fmla="*/ 217 w 2071"/>
                        <a:gd name="connsiteY3" fmla="*/ 407 h 2066"/>
                        <a:gd name="connsiteX4" fmla="*/ 1671 w 2071"/>
                        <a:gd name="connsiteY4" fmla="*/ 216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6">
                          <a:moveTo>
                            <a:pt x="1671" y="216"/>
                          </a:moveTo>
                          <a:cubicBezTo>
                            <a:pt x="2123" y="565"/>
                            <a:pt x="2205" y="1215"/>
                            <a:pt x="1855" y="1675"/>
                          </a:cubicBezTo>
                          <a:cubicBezTo>
                            <a:pt x="1504" y="2119"/>
                            <a:pt x="853" y="2198"/>
                            <a:pt x="401" y="1849"/>
                          </a:cubicBezTo>
                          <a:cubicBezTo>
                            <a:pt x="-51" y="1500"/>
                            <a:pt x="-133" y="851"/>
                            <a:pt x="217" y="407"/>
                          </a:cubicBezTo>
                          <a:cubicBezTo>
                            <a:pt x="568" y="-53"/>
                            <a:pt x="1219" y="-132"/>
                            <a:pt x="1671" y="21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38" name="Freeform: Shape 1137">
                      <a:extLst>
                        <a:ext uri="{FF2B5EF4-FFF2-40B4-BE49-F238E27FC236}">
                          <a16:creationId xmlns:a16="http://schemas.microsoft.com/office/drawing/2014/main" id="{3C9F6B86-0DAA-EB86-D63D-9A35DA1AE5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376" y="5090911"/>
                      <a:ext cx="2071" cy="2073"/>
                    </a:xfrm>
                    <a:custGeom>
                      <a:avLst/>
                      <a:gdLst>
                        <a:gd name="connsiteX0" fmla="*/ 1671 w 2071"/>
                        <a:gd name="connsiteY0" fmla="*/ 224 h 2073"/>
                        <a:gd name="connsiteX1" fmla="*/ 1855 w 2071"/>
                        <a:gd name="connsiteY1" fmla="*/ 1667 h 2073"/>
                        <a:gd name="connsiteX2" fmla="*/ 401 w 2071"/>
                        <a:gd name="connsiteY2" fmla="*/ 1857 h 2073"/>
                        <a:gd name="connsiteX3" fmla="*/ 217 w 2071"/>
                        <a:gd name="connsiteY3" fmla="*/ 399 h 2073"/>
                        <a:gd name="connsiteX4" fmla="*/ 1671 w 2071"/>
                        <a:gd name="connsiteY4" fmla="*/ 2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1671" y="224"/>
                          </a:moveTo>
                          <a:cubicBezTo>
                            <a:pt x="2123" y="573"/>
                            <a:pt x="2205" y="1223"/>
                            <a:pt x="1855" y="1667"/>
                          </a:cubicBezTo>
                          <a:cubicBezTo>
                            <a:pt x="1504" y="2127"/>
                            <a:pt x="853" y="2206"/>
                            <a:pt x="401" y="1857"/>
                          </a:cubicBezTo>
                          <a:cubicBezTo>
                            <a:pt x="-51" y="1508"/>
                            <a:pt x="-133" y="858"/>
                            <a:pt x="217" y="399"/>
                          </a:cubicBezTo>
                          <a:cubicBezTo>
                            <a:pt x="567" y="-45"/>
                            <a:pt x="1219" y="-140"/>
                            <a:pt x="1671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39" name="Freeform: Shape 1138">
                      <a:extLst>
                        <a:ext uri="{FF2B5EF4-FFF2-40B4-BE49-F238E27FC236}">
                          <a16:creationId xmlns:a16="http://schemas.microsoft.com/office/drawing/2014/main" id="{19F8C35D-44EE-87D1-F6BE-59DF1C7CEC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364" y="5097101"/>
                      <a:ext cx="2071" cy="2081"/>
                    </a:xfrm>
                    <a:custGeom>
                      <a:avLst/>
                      <a:gdLst>
                        <a:gd name="connsiteX0" fmla="*/ 1671 w 2071"/>
                        <a:gd name="connsiteY0" fmla="*/ 216 h 2081"/>
                        <a:gd name="connsiteX1" fmla="*/ 1855 w 2071"/>
                        <a:gd name="connsiteY1" fmla="*/ 1675 h 2081"/>
                        <a:gd name="connsiteX2" fmla="*/ 401 w 2071"/>
                        <a:gd name="connsiteY2" fmla="*/ 1865 h 2081"/>
                        <a:gd name="connsiteX3" fmla="*/ 217 w 2071"/>
                        <a:gd name="connsiteY3" fmla="*/ 407 h 2081"/>
                        <a:gd name="connsiteX4" fmla="*/ 1671 w 2071"/>
                        <a:gd name="connsiteY4" fmla="*/ 216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81">
                          <a:moveTo>
                            <a:pt x="1671" y="216"/>
                          </a:moveTo>
                          <a:cubicBezTo>
                            <a:pt x="2123" y="565"/>
                            <a:pt x="2205" y="1215"/>
                            <a:pt x="1855" y="1675"/>
                          </a:cubicBezTo>
                          <a:cubicBezTo>
                            <a:pt x="1504" y="2135"/>
                            <a:pt x="853" y="2214"/>
                            <a:pt x="401" y="1865"/>
                          </a:cubicBezTo>
                          <a:cubicBezTo>
                            <a:pt x="-51" y="1516"/>
                            <a:pt x="-133" y="851"/>
                            <a:pt x="217" y="407"/>
                          </a:cubicBezTo>
                          <a:cubicBezTo>
                            <a:pt x="567" y="-53"/>
                            <a:pt x="1219" y="-132"/>
                            <a:pt x="1671" y="21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40" name="Freeform: Shape 1139">
                      <a:extLst>
                        <a:ext uri="{FF2B5EF4-FFF2-40B4-BE49-F238E27FC236}">
                          <a16:creationId xmlns:a16="http://schemas.microsoft.com/office/drawing/2014/main" id="{7002CA12-97CC-06D5-173B-9A3FE8428E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658" y="5094785"/>
                      <a:ext cx="2071" cy="2068"/>
                    </a:xfrm>
                    <a:custGeom>
                      <a:avLst/>
                      <a:gdLst>
                        <a:gd name="connsiteX0" fmla="*/ 1671 w 2071"/>
                        <a:gd name="connsiteY0" fmla="*/ 218 h 2068"/>
                        <a:gd name="connsiteX1" fmla="*/ 1855 w 2071"/>
                        <a:gd name="connsiteY1" fmla="*/ 1676 h 2068"/>
                        <a:gd name="connsiteX2" fmla="*/ 401 w 2071"/>
                        <a:gd name="connsiteY2" fmla="*/ 1851 h 2068"/>
                        <a:gd name="connsiteX3" fmla="*/ 217 w 2071"/>
                        <a:gd name="connsiteY3" fmla="*/ 392 h 2068"/>
                        <a:gd name="connsiteX4" fmla="*/ 1671 w 2071"/>
                        <a:gd name="connsiteY4" fmla="*/ 218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8">
                          <a:moveTo>
                            <a:pt x="1671" y="218"/>
                          </a:moveTo>
                          <a:cubicBezTo>
                            <a:pt x="2123" y="566"/>
                            <a:pt x="2205" y="1216"/>
                            <a:pt x="1855" y="1676"/>
                          </a:cubicBezTo>
                          <a:cubicBezTo>
                            <a:pt x="1504" y="2120"/>
                            <a:pt x="853" y="2199"/>
                            <a:pt x="401" y="1851"/>
                          </a:cubicBezTo>
                          <a:cubicBezTo>
                            <a:pt x="-51" y="1502"/>
                            <a:pt x="-133" y="852"/>
                            <a:pt x="217" y="392"/>
                          </a:cubicBezTo>
                          <a:cubicBezTo>
                            <a:pt x="568" y="-52"/>
                            <a:pt x="1219" y="-131"/>
                            <a:pt x="1671" y="21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41" name="Freeform: Shape 1140">
                      <a:extLst>
                        <a:ext uri="{FF2B5EF4-FFF2-40B4-BE49-F238E27FC236}">
                          <a16:creationId xmlns:a16="http://schemas.microsoft.com/office/drawing/2014/main" id="{CBF264BD-E1EA-959B-B0C0-B97F76554B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689" y="5093645"/>
                      <a:ext cx="2071" cy="2073"/>
                    </a:xfrm>
                    <a:custGeom>
                      <a:avLst/>
                      <a:gdLst>
                        <a:gd name="connsiteX0" fmla="*/ 1671 w 2071"/>
                        <a:gd name="connsiteY0" fmla="*/ 216 h 2073"/>
                        <a:gd name="connsiteX1" fmla="*/ 1855 w 2071"/>
                        <a:gd name="connsiteY1" fmla="*/ 1675 h 2073"/>
                        <a:gd name="connsiteX2" fmla="*/ 401 w 2071"/>
                        <a:gd name="connsiteY2" fmla="*/ 1849 h 2073"/>
                        <a:gd name="connsiteX3" fmla="*/ 217 w 2071"/>
                        <a:gd name="connsiteY3" fmla="*/ 407 h 2073"/>
                        <a:gd name="connsiteX4" fmla="*/ 1671 w 2071"/>
                        <a:gd name="connsiteY4" fmla="*/ 216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1671" y="216"/>
                          </a:moveTo>
                          <a:cubicBezTo>
                            <a:pt x="2123" y="565"/>
                            <a:pt x="2205" y="1215"/>
                            <a:pt x="1855" y="1675"/>
                          </a:cubicBezTo>
                          <a:cubicBezTo>
                            <a:pt x="1504" y="2119"/>
                            <a:pt x="853" y="2214"/>
                            <a:pt x="401" y="1849"/>
                          </a:cubicBezTo>
                          <a:cubicBezTo>
                            <a:pt x="-51" y="1500"/>
                            <a:pt x="-133" y="851"/>
                            <a:pt x="217" y="407"/>
                          </a:cubicBezTo>
                          <a:cubicBezTo>
                            <a:pt x="568" y="-53"/>
                            <a:pt x="1219" y="-132"/>
                            <a:pt x="1671" y="21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42" name="Freeform: Shape 1141">
                      <a:extLst>
                        <a:ext uri="{FF2B5EF4-FFF2-40B4-BE49-F238E27FC236}">
                          <a16:creationId xmlns:a16="http://schemas.microsoft.com/office/drawing/2014/main" id="{C3821815-32D0-C25F-4A47-6ECD283033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3237" y="5061398"/>
                      <a:ext cx="2071" cy="2066"/>
                    </a:xfrm>
                    <a:custGeom>
                      <a:avLst/>
                      <a:gdLst>
                        <a:gd name="connsiteX0" fmla="*/ 1671 w 2071"/>
                        <a:gd name="connsiteY0" fmla="*/ 218 h 2066"/>
                        <a:gd name="connsiteX1" fmla="*/ 1855 w 2071"/>
                        <a:gd name="connsiteY1" fmla="*/ 1660 h 2066"/>
                        <a:gd name="connsiteX2" fmla="*/ 401 w 2071"/>
                        <a:gd name="connsiteY2" fmla="*/ 1850 h 2066"/>
                        <a:gd name="connsiteX3" fmla="*/ 217 w 2071"/>
                        <a:gd name="connsiteY3" fmla="*/ 392 h 2066"/>
                        <a:gd name="connsiteX4" fmla="*/ 1671 w 2071"/>
                        <a:gd name="connsiteY4" fmla="*/ 218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6">
                          <a:moveTo>
                            <a:pt x="1671" y="218"/>
                          </a:moveTo>
                          <a:cubicBezTo>
                            <a:pt x="2123" y="566"/>
                            <a:pt x="2205" y="1216"/>
                            <a:pt x="1855" y="1660"/>
                          </a:cubicBezTo>
                          <a:cubicBezTo>
                            <a:pt x="1504" y="2120"/>
                            <a:pt x="853" y="2199"/>
                            <a:pt x="401" y="1850"/>
                          </a:cubicBezTo>
                          <a:cubicBezTo>
                            <a:pt x="-51" y="1502"/>
                            <a:pt x="-133" y="852"/>
                            <a:pt x="217" y="392"/>
                          </a:cubicBezTo>
                          <a:cubicBezTo>
                            <a:pt x="567" y="-52"/>
                            <a:pt x="1218" y="-131"/>
                            <a:pt x="1671" y="21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43" name="Freeform: Shape 1142">
                      <a:extLst>
                        <a:ext uri="{FF2B5EF4-FFF2-40B4-BE49-F238E27FC236}">
                          <a16:creationId xmlns:a16="http://schemas.microsoft.com/office/drawing/2014/main" id="{15765F64-5E65-B2AA-B7FD-238E26D8A9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180" y="5053599"/>
                      <a:ext cx="2071" cy="2068"/>
                    </a:xfrm>
                    <a:custGeom>
                      <a:avLst/>
                      <a:gdLst>
                        <a:gd name="connsiteX0" fmla="*/ 1671 w 2071"/>
                        <a:gd name="connsiteY0" fmla="*/ 218 h 2068"/>
                        <a:gd name="connsiteX1" fmla="*/ 1855 w 2071"/>
                        <a:gd name="connsiteY1" fmla="*/ 1676 h 2068"/>
                        <a:gd name="connsiteX2" fmla="*/ 401 w 2071"/>
                        <a:gd name="connsiteY2" fmla="*/ 1851 h 2068"/>
                        <a:gd name="connsiteX3" fmla="*/ 217 w 2071"/>
                        <a:gd name="connsiteY3" fmla="*/ 392 h 2068"/>
                        <a:gd name="connsiteX4" fmla="*/ 1671 w 2071"/>
                        <a:gd name="connsiteY4" fmla="*/ 218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8">
                          <a:moveTo>
                            <a:pt x="1671" y="218"/>
                          </a:moveTo>
                          <a:cubicBezTo>
                            <a:pt x="2123" y="566"/>
                            <a:pt x="2205" y="1216"/>
                            <a:pt x="1855" y="1676"/>
                          </a:cubicBezTo>
                          <a:cubicBezTo>
                            <a:pt x="1504" y="2120"/>
                            <a:pt x="853" y="2199"/>
                            <a:pt x="401" y="1851"/>
                          </a:cubicBezTo>
                          <a:cubicBezTo>
                            <a:pt x="-51" y="1502"/>
                            <a:pt x="-133" y="852"/>
                            <a:pt x="217" y="392"/>
                          </a:cubicBezTo>
                          <a:cubicBezTo>
                            <a:pt x="567" y="-52"/>
                            <a:pt x="1217" y="-131"/>
                            <a:pt x="1671" y="21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44" name="Freeform: Shape 1143">
                      <a:extLst>
                        <a:ext uri="{FF2B5EF4-FFF2-40B4-BE49-F238E27FC236}">
                          <a16:creationId xmlns:a16="http://schemas.microsoft.com/office/drawing/2014/main" id="{E1102A58-E8D1-5AD4-B37C-4B427BDA69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7081" y="5068755"/>
                      <a:ext cx="2071" cy="2081"/>
                    </a:xfrm>
                    <a:custGeom>
                      <a:avLst/>
                      <a:gdLst>
                        <a:gd name="connsiteX0" fmla="*/ 1671 w 2071"/>
                        <a:gd name="connsiteY0" fmla="*/ 216 h 2081"/>
                        <a:gd name="connsiteX1" fmla="*/ 1855 w 2071"/>
                        <a:gd name="connsiteY1" fmla="*/ 1675 h 2081"/>
                        <a:gd name="connsiteX2" fmla="*/ 401 w 2071"/>
                        <a:gd name="connsiteY2" fmla="*/ 1865 h 2081"/>
                        <a:gd name="connsiteX3" fmla="*/ 217 w 2071"/>
                        <a:gd name="connsiteY3" fmla="*/ 407 h 2081"/>
                        <a:gd name="connsiteX4" fmla="*/ 1671 w 2071"/>
                        <a:gd name="connsiteY4" fmla="*/ 216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81">
                          <a:moveTo>
                            <a:pt x="1671" y="216"/>
                          </a:moveTo>
                          <a:cubicBezTo>
                            <a:pt x="2123" y="565"/>
                            <a:pt x="2205" y="1215"/>
                            <a:pt x="1855" y="1675"/>
                          </a:cubicBezTo>
                          <a:cubicBezTo>
                            <a:pt x="1504" y="2135"/>
                            <a:pt x="853" y="2214"/>
                            <a:pt x="401" y="1865"/>
                          </a:cubicBezTo>
                          <a:cubicBezTo>
                            <a:pt x="-51" y="1516"/>
                            <a:pt x="-133" y="851"/>
                            <a:pt x="217" y="407"/>
                          </a:cubicBezTo>
                          <a:cubicBezTo>
                            <a:pt x="567" y="-53"/>
                            <a:pt x="1219" y="-132"/>
                            <a:pt x="1671" y="21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45" name="Freeform: Shape 1144">
                      <a:extLst>
                        <a:ext uri="{FF2B5EF4-FFF2-40B4-BE49-F238E27FC236}">
                          <a16:creationId xmlns:a16="http://schemas.microsoft.com/office/drawing/2014/main" id="{A3A1EA03-6C47-4E3E-76F5-70E83433C1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972" y="5052871"/>
                      <a:ext cx="2071" cy="2067"/>
                    </a:xfrm>
                    <a:custGeom>
                      <a:avLst/>
                      <a:gdLst>
                        <a:gd name="connsiteX0" fmla="*/ 1671 w 2071"/>
                        <a:gd name="connsiteY0" fmla="*/ 217 h 2067"/>
                        <a:gd name="connsiteX1" fmla="*/ 1855 w 2071"/>
                        <a:gd name="connsiteY1" fmla="*/ 1675 h 2067"/>
                        <a:gd name="connsiteX2" fmla="*/ 401 w 2071"/>
                        <a:gd name="connsiteY2" fmla="*/ 1849 h 2067"/>
                        <a:gd name="connsiteX3" fmla="*/ 217 w 2071"/>
                        <a:gd name="connsiteY3" fmla="*/ 407 h 2067"/>
                        <a:gd name="connsiteX4" fmla="*/ 1671 w 2071"/>
                        <a:gd name="connsiteY4" fmla="*/ 217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7">
                          <a:moveTo>
                            <a:pt x="1671" y="217"/>
                          </a:moveTo>
                          <a:cubicBezTo>
                            <a:pt x="2123" y="565"/>
                            <a:pt x="2205" y="1215"/>
                            <a:pt x="1855" y="1675"/>
                          </a:cubicBezTo>
                          <a:cubicBezTo>
                            <a:pt x="1504" y="2119"/>
                            <a:pt x="853" y="2198"/>
                            <a:pt x="401" y="1849"/>
                          </a:cubicBezTo>
                          <a:cubicBezTo>
                            <a:pt x="-51" y="1501"/>
                            <a:pt x="-133" y="851"/>
                            <a:pt x="217" y="407"/>
                          </a:cubicBezTo>
                          <a:cubicBezTo>
                            <a:pt x="567" y="-53"/>
                            <a:pt x="1217" y="-132"/>
                            <a:pt x="1671" y="21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46" name="Freeform: Shape 1145">
                      <a:extLst>
                        <a:ext uri="{FF2B5EF4-FFF2-40B4-BE49-F238E27FC236}">
                          <a16:creationId xmlns:a16="http://schemas.microsoft.com/office/drawing/2014/main" id="{0F7EA494-8C79-5355-006F-B2FFB7A5C0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554" y="5060780"/>
                      <a:ext cx="2071" cy="2067"/>
                    </a:xfrm>
                    <a:custGeom>
                      <a:avLst/>
                      <a:gdLst>
                        <a:gd name="connsiteX0" fmla="*/ 1671 w 2071"/>
                        <a:gd name="connsiteY0" fmla="*/ 218 h 2067"/>
                        <a:gd name="connsiteX1" fmla="*/ 1855 w 2071"/>
                        <a:gd name="connsiteY1" fmla="*/ 1660 h 2067"/>
                        <a:gd name="connsiteX2" fmla="*/ 401 w 2071"/>
                        <a:gd name="connsiteY2" fmla="*/ 1850 h 2067"/>
                        <a:gd name="connsiteX3" fmla="*/ 217 w 2071"/>
                        <a:gd name="connsiteY3" fmla="*/ 392 h 2067"/>
                        <a:gd name="connsiteX4" fmla="*/ 1671 w 2071"/>
                        <a:gd name="connsiteY4" fmla="*/ 218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7">
                          <a:moveTo>
                            <a:pt x="1671" y="218"/>
                          </a:moveTo>
                          <a:cubicBezTo>
                            <a:pt x="2123" y="566"/>
                            <a:pt x="2205" y="1216"/>
                            <a:pt x="1855" y="1660"/>
                          </a:cubicBezTo>
                          <a:cubicBezTo>
                            <a:pt x="1504" y="2120"/>
                            <a:pt x="853" y="2199"/>
                            <a:pt x="401" y="1850"/>
                          </a:cubicBezTo>
                          <a:cubicBezTo>
                            <a:pt x="-51" y="1502"/>
                            <a:pt x="-133" y="852"/>
                            <a:pt x="217" y="392"/>
                          </a:cubicBezTo>
                          <a:cubicBezTo>
                            <a:pt x="568" y="-52"/>
                            <a:pt x="1217" y="-131"/>
                            <a:pt x="1671" y="21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47" name="Freeform: Shape 1146">
                      <a:extLst>
                        <a:ext uri="{FF2B5EF4-FFF2-40B4-BE49-F238E27FC236}">
                          <a16:creationId xmlns:a16="http://schemas.microsoft.com/office/drawing/2014/main" id="{2356D98B-E137-B5F1-3C94-707FE13D19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579" y="5046926"/>
                      <a:ext cx="2071" cy="2073"/>
                    </a:xfrm>
                    <a:custGeom>
                      <a:avLst/>
                      <a:gdLst>
                        <a:gd name="connsiteX0" fmla="*/ 1671 w 2071"/>
                        <a:gd name="connsiteY0" fmla="*/ 217 h 2073"/>
                        <a:gd name="connsiteX1" fmla="*/ 1855 w 2071"/>
                        <a:gd name="connsiteY1" fmla="*/ 1675 h 2073"/>
                        <a:gd name="connsiteX2" fmla="*/ 401 w 2071"/>
                        <a:gd name="connsiteY2" fmla="*/ 1849 h 2073"/>
                        <a:gd name="connsiteX3" fmla="*/ 217 w 2071"/>
                        <a:gd name="connsiteY3" fmla="*/ 407 h 2073"/>
                        <a:gd name="connsiteX4" fmla="*/ 1671 w 2071"/>
                        <a:gd name="connsiteY4" fmla="*/ 217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1671" y="217"/>
                          </a:moveTo>
                          <a:cubicBezTo>
                            <a:pt x="2123" y="565"/>
                            <a:pt x="2205" y="1215"/>
                            <a:pt x="1855" y="1675"/>
                          </a:cubicBezTo>
                          <a:cubicBezTo>
                            <a:pt x="1504" y="2119"/>
                            <a:pt x="853" y="2214"/>
                            <a:pt x="401" y="1849"/>
                          </a:cubicBezTo>
                          <a:cubicBezTo>
                            <a:pt x="-51" y="1501"/>
                            <a:pt x="-133" y="851"/>
                            <a:pt x="217" y="407"/>
                          </a:cubicBezTo>
                          <a:cubicBezTo>
                            <a:pt x="568" y="-53"/>
                            <a:pt x="1217" y="-132"/>
                            <a:pt x="1671" y="21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48" name="Freeform: Shape 1147">
                      <a:extLst>
                        <a:ext uri="{FF2B5EF4-FFF2-40B4-BE49-F238E27FC236}">
                          <a16:creationId xmlns:a16="http://schemas.microsoft.com/office/drawing/2014/main" id="{C2D0DDFD-C527-4E50-61DB-45242D9321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656" y="5058053"/>
                      <a:ext cx="2071" cy="2068"/>
                    </a:xfrm>
                    <a:custGeom>
                      <a:avLst/>
                      <a:gdLst>
                        <a:gd name="connsiteX0" fmla="*/ 1671 w 2071"/>
                        <a:gd name="connsiteY0" fmla="*/ 218 h 2068"/>
                        <a:gd name="connsiteX1" fmla="*/ 1855 w 2071"/>
                        <a:gd name="connsiteY1" fmla="*/ 1676 h 2068"/>
                        <a:gd name="connsiteX2" fmla="*/ 401 w 2071"/>
                        <a:gd name="connsiteY2" fmla="*/ 1851 h 2068"/>
                        <a:gd name="connsiteX3" fmla="*/ 217 w 2071"/>
                        <a:gd name="connsiteY3" fmla="*/ 392 h 2068"/>
                        <a:gd name="connsiteX4" fmla="*/ 1671 w 2071"/>
                        <a:gd name="connsiteY4" fmla="*/ 218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8">
                          <a:moveTo>
                            <a:pt x="1671" y="218"/>
                          </a:moveTo>
                          <a:cubicBezTo>
                            <a:pt x="2123" y="566"/>
                            <a:pt x="2205" y="1216"/>
                            <a:pt x="1855" y="1676"/>
                          </a:cubicBezTo>
                          <a:cubicBezTo>
                            <a:pt x="1504" y="2120"/>
                            <a:pt x="853" y="2199"/>
                            <a:pt x="401" y="1851"/>
                          </a:cubicBezTo>
                          <a:cubicBezTo>
                            <a:pt x="-51" y="1502"/>
                            <a:pt x="-133" y="852"/>
                            <a:pt x="217" y="392"/>
                          </a:cubicBezTo>
                          <a:cubicBezTo>
                            <a:pt x="567" y="-52"/>
                            <a:pt x="1219" y="-131"/>
                            <a:pt x="1671" y="21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149" name="Graphic 21">
                    <a:extLst>
                      <a:ext uri="{FF2B5EF4-FFF2-40B4-BE49-F238E27FC236}">
                        <a16:creationId xmlns:a16="http://schemas.microsoft.com/office/drawing/2014/main" id="{117F2C21-4C26-679F-C92C-8FBD9A55106C}"/>
                      </a:ext>
                    </a:extLst>
                  </p:cNvPr>
                  <p:cNvGrpSpPr/>
                  <p:nvPr/>
                </p:nvGrpSpPr>
                <p:grpSpPr>
                  <a:xfrm>
                    <a:off x="842526" y="5032873"/>
                    <a:ext cx="60747" cy="48490"/>
                    <a:chOff x="842526" y="5032873"/>
                    <a:chExt cx="60747" cy="48490"/>
                  </a:xfrm>
                  <a:solidFill>
                    <a:srgbClr val="F0BB74"/>
                  </a:solidFill>
                </p:grpSpPr>
                <p:sp>
                  <p:nvSpPr>
                    <p:cNvPr id="1150" name="Freeform: Shape 1149">
                      <a:extLst>
                        <a:ext uri="{FF2B5EF4-FFF2-40B4-BE49-F238E27FC236}">
                          <a16:creationId xmlns:a16="http://schemas.microsoft.com/office/drawing/2014/main" id="{07AB1EEE-1BF9-A25B-561C-07E7F7BDD9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670" y="5051691"/>
                      <a:ext cx="2073" cy="2072"/>
                    </a:xfrm>
                    <a:custGeom>
                      <a:avLst/>
                      <a:gdLst>
                        <a:gd name="connsiteX0" fmla="*/ 79 w 2073"/>
                        <a:gd name="connsiteY0" fmla="*/ 635 h 2072"/>
                        <a:gd name="connsiteX1" fmla="*/ 1431 w 2073"/>
                        <a:gd name="connsiteY1" fmla="*/ 81 h 2072"/>
                        <a:gd name="connsiteX2" fmla="*/ 1995 w 2073"/>
                        <a:gd name="connsiteY2" fmla="*/ 1428 h 2072"/>
                        <a:gd name="connsiteX3" fmla="*/ 643 w 2073"/>
                        <a:gd name="connsiteY3" fmla="*/ 1999 h 2072"/>
                        <a:gd name="connsiteX4" fmla="*/ 79 w 2073"/>
                        <a:gd name="connsiteY4" fmla="*/ 635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9" y="635"/>
                          </a:moveTo>
                          <a:cubicBezTo>
                            <a:pt x="296" y="112"/>
                            <a:pt x="901" y="-141"/>
                            <a:pt x="1431" y="81"/>
                          </a:cubicBezTo>
                          <a:cubicBezTo>
                            <a:pt x="1960" y="287"/>
                            <a:pt x="2212" y="905"/>
                            <a:pt x="1995" y="1428"/>
                          </a:cubicBezTo>
                          <a:cubicBezTo>
                            <a:pt x="1778" y="1967"/>
                            <a:pt x="1173" y="2205"/>
                            <a:pt x="643" y="1999"/>
                          </a:cubicBezTo>
                          <a:cubicBezTo>
                            <a:pt x="113" y="1777"/>
                            <a:pt x="-140" y="1175"/>
                            <a:pt x="79" y="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51" name="Freeform: Shape 1150">
                      <a:extLst>
                        <a:ext uri="{FF2B5EF4-FFF2-40B4-BE49-F238E27FC236}">
                          <a16:creationId xmlns:a16="http://schemas.microsoft.com/office/drawing/2014/main" id="{DB177A78-E5C5-D684-427C-21D2F5A4A2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126" y="5056209"/>
                      <a:ext cx="2072" cy="2070"/>
                    </a:xfrm>
                    <a:custGeom>
                      <a:avLst/>
                      <a:gdLst>
                        <a:gd name="connsiteX0" fmla="*/ 78 w 2072"/>
                        <a:gd name="connsiteY0" fmla="*/ 636 h 2070"/>
                        <a:gd name="connsiteX1" fmla="*/ 1430 w 2072"/>
                        <a:gd name="connsiteY1" fmla="*/ 81 h 2070"/>
                        <a:gd name="connsiteX2" fmla="*/ 1995 w 2072"/>
                        <a:gd name="connsiteY2" fmla="*/ 1428 h 2070"/>
                        <a:gd name="connsiteX3" fmla="*/ 642 w 2072"/>
                        <a:gd name="connsiteY3" fmla="*/ 1999 h 2070"/>
                        <a:gd name="connsiteX4" fmla="*/ 78 w 2072"/>
                        <a:gd name="connsiteY4" fmla="*/ 636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0">
                          <a:moveTo>
                            <a:pt x="78" y="636"/>
                          </a:moveTo>
                          <a:cubicBezTo>
                            <a:pt x="295" y="112"/>
                            <a:pt x="901" y="-141"/>
                            <a:pt x="1430" y="81"/>
                          </a:cubicBezTo>
                          <a:cubicBezTo>
                            <a:pt x="1960" y="287"/>
                            <a:pt x="2212" y="905"/>
                            <a:pt x="1995" y="1428"/>
                          </a:cubicBezTo>
                          <a:cubicBezTo>
                            <a:pt x="1777" y="1951"/>
                            <a:pt x="1172" y="2205"/>
                            <a:pt x="642" y="1999"/>
                          </a:cubicBezTo>
                          <a:cubicBezTo>
                            <a:pt x="113" y="1777"/>
                            <a:pt x="-139" y="1175"/>
                            <a:pt x="78" y="63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52" name="Freeform: Shape 1151">
                      <a:extLst>
                        <a:ext uri="{FF2B5EF4-FFF2-40B4-BE49-F238E27FC236}">
                          <a16:creationId xmlns:a16="http://schemas.microsoft.com/office/drawing/2014/main" id="{8520255B-6ED4-44A3-00EE-C305570440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4347" y="5050511"/>
                      <a:ext cx="2072" cy="2070"/>
                    </a:xfrm>
                    <a:custGeom>
                      <a:avLst/>
                      <a:gdLst>
                        <a:gd name="connsiteX0" fmla="*/ 78 w 2072"/>
                        <a:gd name="connsiteY0" fmla="*/ 642 h 2070"/>
                        <a:gd name="connsiteX1" fmla="*/ 1430 w 2072"/>
                        <a:gd name="connsiteY1" fmla="*/ 72 h 2070"/>
                        <a:gd name="connsiteX2" fmla="*/ 1995 w 2072"/>
                        <a:gd name="connsiteY2" fmla="*/ 1435 h 2070"/>
                        <a:gd name="connsiteX3" fmla="*/ 642 w 2072"/>
                        <a:gd name="connsiteY3" fmla="*/ 1990 h 2070"/>
                        <a:gd name="connsiteX4" fmla="*/ 78 w 2072"/>
                        <a:gd name="connsiteY4" fmla="*/ 642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0">
                          <a:moveTo>
                            <a:pt x="78" y="642"/>
                          </a:moveTo>
                          <a:cubicBezTo>
                            <a:pt x="295" y="119"/>
                            <a:pt x="901" y="-135"/>
                            <a:pt x="1430" y="72"/>
                          </a:cubicBezTo>
                          <a:cubicBezTo>
                            <a:pt x="1960" y="294"/>
                            <a:pt x="2212" y="896"/>
                            <a:pt x="1995" y="1435"/>
                          </a:cubicBezTo>
                          <a:cubicBezTo>
                            <a:pt x="1777" y="1958"/>
                            <a:pt x="1172" y="2212"/>
                            <a:pt x="642" y="1990"/>
                          </a:cubicBezTo>
                          <a:cubicBezTo>
                            <a:pt x="113" y="1784"/>
                            <a:pt x="-139" y="1166"/>
                            <a:pt x="78" y="64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53" name="Freeform: Shape 1152">
                      <a:extLst>
                        <a:ext uri="{FF2B5EF4-FFF2-40B4-BE49-F238E27FC236}">
                          <a16:creationId xmlns:a16="http://schemas.microsoft.com/office/drawing/2014/main" id="{0D8D4094-7CAD-C24C-C5DD-810CC60927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916" y="5058381"/>
                      <a:ext cx="2072" cy="2079"/>
                    </a:xfrm>
                    <a:custGeom>
                      <a:avLst/>
                      <a:gdLst>
                        <a:gd name="connsiteX0" fmla="*/ 78 w 2072"/>
                        <a:gd name="connsiteY0" fmla="*/ 651 h 2079"/>
                        <a:gd name="connsiteX1" fmla="*/ 1430 w 2072"/>
                        <a:gd name="connsiteY1" fmla="*/ 80 h 2079"/>
                        <a:gd name="connsiteX2" fmla="*/ 1995 w 2072"/>
                        <a:gd name="connsiteY2" fmla="*/ 1444 h 2079"/>
                        <a:gd name="connsiteX3" fmla="*/ 642 w 2072"/>
                        <a:gd name="connsiteY3" fmla="*/ 1999 h 2079"/>
                        <a:gd name="connsiteX4" fmla="*/ 78 w 2072"/>
                        <a:gd name="connsiteY4" fmla="*/ 651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78" y="651"/>
                          </a:moveTo>
                          <a:cubicBezTo>
                            <a:pt x="295" y="112"/>
                            <a:pt x="901" y="-142"/>
                            <a:pt x="1430" y="80"/>
                          </a:cubicBezTo>
                          <a:cubicBezTo>
                            <a:pt x="1960" y="302"/>
                            <a:pt x="2212" y="905"/>
                            <a:pt x="1995" y="1444"/>
                          </a:cubicBezTo>
                          <a:cubicBezTo>
                            <a:pt x="1777" y="1967"/>
                            <a:pt x="1172" y="2221"/>
                            <a:pt x="642" y="1999"/>
                          </a:cubicBezTo>
                          <a:cubicBezTo>
                            <a:pt x="113" y="1777"/>
                            <a:pt x="-139" y="1174"/>
                            <a:pt x="78" y="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54" name="Freeform: Shape 1153">
                      <a:extLst>
                        <a:ext uri="{FF2B5EF4-FFF2-40B4-BE49-F238E27FC236}">
                          <a16:creationId xmlns:a16="http://schemas.microsoft.com/office/drawing/2014/main" id="{43FBB00F-B531-0080-B303-0F35D27766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948" y="5053935"/>
                      <a:ext cx="2072" cy="2070"/>
                    </a:xfrm>
                    <a:custGeom>
                      <a:avLst/>
                      <a:gdLst>
                        <a:gd name="connsiteX0" fmla="*/ 78 w 2072"/>
                        <a:gd name="connsiteY0" fmla="*/ 642 h 2070"/>
                        <a:gd name="connsiteX1" fmla="*/ 1430 w 2072"/>
                        <a:gd name="connsiteY1" fmla="*/ 72 h 2070"/>
                        <a:gd name="connsiteX2" fmla="*/ 1995 w 2072"/>
                        <a:gd name="connsiteY2" fmla="*/ 1435 h 2070"/>
                        <a:gd name="connsiteX3" fmla="*/ 642 w 2072"/>
                        <a:gd name="connsiteY3" fmla="*/ 1990 h 2070"/>
                        <a:gd name="connsiteX4" fmla="*/ 78 w 2072"/>
                        <a:gd name="connsiteY4" fmla="*/ 642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0">
                          <a:moveTo>
                            <a:pt x="78" y="642"/>
                          </a:moveTo>
                          <a:cubicBezTo>
                            <a:pt x="295" y="119"/>
                            <a:pt x="901" y="-135"/>
                            <a:pt x="1430" y="72"/>
                          </a:cubicBezTo>
                          <a:cubicBezTo>
                            <a:pt x="1960" y="294"/>
                            <a:pt x="2212" y="896"/>
                            <a:pt x="1995" y="1435"/>
                          </a:cubicBezTo>
                          <a:cubicBezTo>
                            <a:pt x="1777" y="1958"/>
                            <a:pt x="1172" y="2212"/>
                            <a:pt x="642" y="1990"/>
                          </a:cubicBezTo>
                          <a:cubicBezTo>
                            <a:pt x="113" y="1784"/>
                            <a:pt x="-139" y="1165"/>
                            <a:pt x="78" y="64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55" name="Freeform: Shape 1154">
                      <a:extLst>
                        <a:ext uri="{FF2B5EF4-FFF2-40B4-BE49-F238E27FC236}">
                          <a16:creationId xmlns:a16="http://schemas.microsoft.com/office/drawing/2014/main" id="{224E0163-3DB8-9124-5E57-09E3FE9A8C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905" y="5061900"/>
                      <a:ext cx="2073" cy="2078"/>
                    </a:xfrm>
                    <a:custGeom>
                      <a:avLst/>
                      <a:gdLst>
                        <a:gd name="connsiteX0" fmla="*/ 79 w 2073"/>
                        <a:gd name="connsiteY0" fmla="*/ 651 h 2078"/>
                        <a:gd name="connsiteX1" fmla="*/ 1431 w 2073"/>
                        <a:gd name="connsiteY1" fmla="*/ 80 h 2078"/>
                        <a:gd name="connsiteX2" fmla="*/ 1995 w 2073"/>
                        <a:gd name="connsiteY2" fmla="*/ 1428 h 2078"/>
                        <a:gd name="connsiteX3" fmla="*/ 643 w 2073"/>
                        <a:gd name="connsiteY3" fmla="*/ 1999 h 2078"/>
                        <a:gd name="connsiteX4" fmla="*/ 79 w 2073"/>
                        <a:gd name="connsiteY4" fmla="*/ 651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79" y="651"/>
                          </a:moveTo>
                          <a:cubicBezTo>
                            <a:pt x="296" y="112"/>
                            <a:pt x="901" y="-142"/>
                            <a:pt x="1431" y="80"/>
                          </a:cubicBezTo>
                          <a:cubicBezTo>
                            <a:pt x="1960" y="302"/>
                            <a:pt x="2212" y="905"/>
                            <a:pt x="1995" y="1428"/>
                          </a:cubicBezTo>
                          <a:cubicBezTo>
                            <a:pt x="1778" y="1967"/>
                            <a:pt x="1172" y="2220"/>
                            <a:pt x="643" y="1999"/>
                          </a:cubicBezTo>
                          <a:cubicBezTo>
                            <a:pt x="114" y="1777"/>
                            <a:pt x="-140" y="1174"/>
                            <a:pt x="79" y="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56" name="Freeform: Shape 1155">
                      <a:extLst>
                        <a:ext uri="{FF2B5EF4-FFF2-40B4-BE49-F238E27FC236}">
                          <a16:creationId xmlns:a16="http://schemas.microsoft.com/office/drawing/2014/main" id="{387BC3F4-00CE-D346-51FA-2AF2B16FE2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158" y="5061314"/>
                      <a:ext cx="2073" cy="2063"/>
                    </a:xfrm>
                    <a:custGeom>
                      <a:avLst/>
                      <a:gdLst>
                        <a:gd name="connsiteX0" fmla="*/ 79 w 2073"/>
                        <a:gd name="connsiteY0" fmla="*/ 635 h 2063"/>
                        <a:gd name="connsiteX1" fmla="*/ 1431 w 2073"/>
                        <a:gd name="connsiteY1" fmla="*/ 81 h 2063"/>
                        <a:gd name="connsiteX2" fmla="*/ 1995 w 2073"/>
                        <a:gd name="connsiteY2" fmla="*/ 1428 h 2063"/>
                        <a:gd name="connsiteX3" fmla="*/ 643 w 2073"/>
                        <a:gd name="connsiteY3" fmla="*/ 1983 h 2063"/>
                        <a:gd name="connsiteX4" fmla="*/ 79 w 2073"/>
                        <a:gd name="connsiteY4" fmla="*/ 635 h 206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3">
                          <a:moveTo>
                            <a:pt x="79" y="635"/>
                          </a:moveTo>
                          <a:cubicBezTo>
                            <a:pt x="296" y="112"/>
                            <a:pt x="901" y="-141"/>
                            <a:pt x="1431" y="81"/>
                          </a:cubicBezTo>
                          <a:cubicBezTo>
                            <a:pt x="1960" y="287"/>
                            <a:pt x="2212" y="889"/>
                            <a:pt x="1995" y="1428"/>
                          </a:cubicBezTo>
                          <a:cubicBezTo>
                            <a:pt x="1778" y="1951"/>
                            <a:pt x="1173" y="2205"/>
                            <a:pt x="643" y="1983"/>
                          </a:cubicBezTo>
                          <a:cubicBezTo>
                            <a:pt x="113" y="1777"/>
                            <a:pt x="-140" y="1158"/>
                            <a:pt x="79" y="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57" name="Freeform: Shape 1156">
                      <a:extLst>
                        <a:ext uri="{FF2B5EF4-FFF2-40B4-BE49-F238E27FC236}">
                          <a16:creationId xmlns:a16="http://schemas.microsoft.com/office/drawing/2014/main" id="{97AAEFB1-49DF-DD6D-67FF-4F113424AC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5659" y="5050946"/>
                      <a:ext cx="2073" cy="2072"/>
                    </a:xfrm>
                    <a:custGeom>
                      <a:avLst/>
                      <a:gdLst>
                        <a:gd name="connsiteX0" fmla="*/ 79 w 2073"/>
                        <a:gd name="connsiteY0" fmla="*/ 635 h 2072"/>
                        <a:gd name="connsiteX1" fmla="*/ 1431 w 2073"/>
                        <a:gd name="connsiteY1" fmla="*/ 81 h 2072"/>
                        <a:gd name="connsiteX2" fmla="*/ 1995 w 2073"/>
                        <a:gd name="connsiteY2" fmla="*/ 1428 h 2072"/>
                        <a:gd name="connsiteX3" fmla="*/ 643 w 2073"/>
                        <a:gd name="connsiteY3" fmla="*/ 1999 h 2072"/>
                        <a:gd name="connsiteX4" fmla="*/ 79 w 2073"/>
                        <a:gd name="connsiteY4" fmla="*/ 635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9" y="635"/>
                          </a:moveTo>
                          <a:cubicBezTo>
                            <a:pt x="296" y="112"/>
                            <a:pt x="901" y="-141"/>
                            <a:pt x="1431" y="81"/>
                          </a:cubicBezTo>
                          <a:cubicBezTo>
                            <a:pt x="1960" y="302"/>
                            <a:pt x="2212" y="905"/>
                            <a:pt x="1995" y="1428"/>
                          </a:cubicBezTo>
                          <a:cubicBezTo>
                            <a:pt x="1778" y="1967"/>
                            <a:pt x="1173" y="2205"/>
                            <a:pt x="643" y="1999"/>
                          </a:cubicBezTo>
                          <a:cubicBezTo>
                            <a:pt x="113" y="1777"/>
                            <a:pt x="-140" y="1174"/>
                            <a:pt x="79" y="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58" name="Freeform: Shape 1157">
                      <a:extLst>
                        <a:ext uri="{FF2B5EF4-FFF2-40B4-BE49-F238E27FC236}">
                          <a16:creationId xmlns:a16="http://schemas.microsoft.com/office/drawing/2014/main" id="{311CDA51-E8CB-2B5F-B2BA-73756F8596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116" y="5055464"/>
                      <a:ext cx="2072" cy="2072"/>
                    </a:xfrm>
                    <a:custGeom>
                      <a:avLst/>
                      <a:gdLst>
                        <a:gd name="connsiteX0" fmla="*/ 78 w 2072"/>
                        <a:gd name="connsiteY0" fmla="*/ 635 h 2072"/>
                        <a:gd name="connsiteX1" fmla="*/ 1430 w 2072"/>
                        <a:gd name="connsiteY1" fmla="*/ 81 h 2072"/>
                        <a:gd name="connsiteX2" fmla="*/ 1995 w 2072"/>
                        <a:gd name="connsiteY2" fmla="*/ 1428 h 2072"/>
                        <a:gd name="connsiteX3" fmla="*/ 642 w 2072"/>
                        <a:gd name="connsiteY3" fmla="*/ 1999 h 2072"/>
                        <a:gd name="connsiteX4" fmla="*/ 78 w 2072"/>
                        <a:gd name="connsiteY4" fmla="*/ 635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2">
                          <a:moveTo>
                            <a:pt x="78" y="635"/>
                          </a:moveTo>
                          <a:cubicBezTo>
                            <a:pt x="295" y="112"/>
                            <a:pt x="901" y="-141"/>
                            <a:pt x="1430" y="81"/>
                          </a:cubicBezTo>
                          <a:cubicBezTo>
                            <a:pt x="1960" y="287"/>
                            <a:pt x="2212" y="905"/>
                            <a:pt x="1995" y="1428"/>
                          </a:cubicBezTo>
                          <a:cubicBezTo>
                            <a:pt x="1777" y="1967"/>
                            <a:pt x="1172" y="2205"/>
                            <a:pt x="642" y="1999"/>
                          </a:cubicBezTo>
                          <a:cubicBezTo>
                            <a:pt x="113" y="1777"/>
                            <a:pt x="-139" y="1175"/>
                            <a:pt x="78" y="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59" name="Freeform: Shape 1158">
                      <a:extLst>
                        <a:ext uri="{FF2B5EF4-FFF2-40B4-BE49-F238E27FC236}">
                          <a16:creationId xmlns:a16="http://schemas.microsoft.com/office/drawing/2014/main" id="{0B908D17-0460-9A8C-C912-9D2854EE5D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337" y="5049772"/>
                      <a:ext cx="2072" cy="2063"/>
                    </a:xfrm>
                    <a:custGeom>
                      <a:avLst/>
                      <a:gdLst>
                        <a:gd name="connsiteX0" fmla="*/ 78 w 2072"/>
                        <a:gd name="connsiteY0" fmla="*/ 635 h 2063"/>
                        <a:gd name="connsiteX1" fmla="*/ 1430 w 2072"/>
                        <a:gd name="connsiteY1" fmla="*/ 81 h 2063"/>
                        <a:gd name="connsiteX2" fmla="*/ 1995 w 2072"/>
                        <a:gd name="connsiteY2" fmla="*/ 1428 h 2063"/>
                        <a:gd name="connsiteX3" fmla="*/ 642 w 2072"/>
                        <a:gd name="connsiteY3" fmla="*/ 1983 h 2063"/>
                        <a:gd name="connsiteX4" fmla="*/ 78 w 2072"/>
                        <a:gd name="connsiteY4" fmla="*/ 635 h 206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3">
                          <a:moveTo>
                            <a:pt x="78" y="635"/>
                          </a:moveTo>
                          <a:cubicBezTo>
                            <a:pt x="295" y="112"/>
                            <a:pt x="901" y="-141"/>
                            <a:pt x="1430" y="81"/>
                          </a:cubicBezTo>
                          <a:cubicBezTo>
                            <a:pt x="1960" y="287"/>
                            <a:pt x="2212" y="889"/>
                            <a:pt x="1995" y="1428"/>
                          </a:cubicBezTo>
                          <a:cubicBezTo>
                            <a:pt x="1777" y="1951"/>
                            <a:pt x="1172" y="2205"/>
                            <a:pt x="642" y="1983"/>
                          </a:cubicBezTo>
                          <a:cubicBezTo>
                            <a:pt x="113" y="1777"/>
                            <a:pt x="-139" y="1158"/>
                            <a:pt x="78" y="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60" name="Freeform: Shape 1159">
                      <a:extLst>
                        <a:ext uri="{FF2B5EF4-FFF2-40B4-BE49-F238E27FC236}">
                          <a16:creationId xmlns:a16="http://schemas.microsoft.com/office/drawing/2014/main" id="{207FBE23-0641-B784-70E7-C714DCDADB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906" y="5057636"/>
                      <a:ext cx="2072" cy="2078"/>
                    </a:xfrm>
                    <a:custGeom>
                      <a:avLst/>
                      <a:gdLst>
                        <a:gd name="connsiteX0" fmla="*/ 78 w 2072"/>
                        <a:gd name="connsiteY0" fmla="*/ 651 h 2078"/>
                        <a:gd name="connsiteX1" fmla="*/ 1430 w 2072"/>
                        <a:gd name="connsiteY1" fmla="*/ 80 h 2078"/>
                        <a:gd name="connsiteX2" fmla="*/ 1995 w 2072"/>
                        <a:gd name="connsiteY2" fmla="*/ 1428 h 2078"/>
                        <a:gd name="connsiteX3" fmla="*/ 642 w 2072"/>
                        <a:gd name="connsiteY3" fmla="*/ 1998 h 2078"/>
                        <a:gd name="connsiteX4" fmla="*/ 78 w 2072"/>
                        <a:gd name="connsiteY4" fmla="*/ 651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8">
                          <a:moveTo>
                            <a:pt x="78" y="651"/>
                          </a:moveTo>
                          <a:cubicBezTo>
                            <a:pt x="295" y="112"/>
                            <a:pt x="901" y="-142"/>
                            <a:pt x="1430" y="80"/>
                          </a:cubicBezTo>
                          <a:cubicBezTo>
                            <a:pt x="1960" y="302"/>
                            <a:pt x="2212" y="905"/>
                            <a:pt x="1995" y="1428"/>
                          </a:cubicBezTo>
                          <a:cubicBezTo>
                            <a:pt x="1777" y="1967"/>
                            <a:pt x="1172" y="2220"/>
                            <a:pt x="642" y="1998"/>
                          </a:cubicBezTo>
                          <a:cubicBezTo>
                            <a:pt x="113" y="1777"/>
                            <a:pt x="-139" y="1174"/>
                            <a:pt x="78" y="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61" name="Freeform: Shape 1160">
                      <a:extLst>
                        <a:ext uri="{FF2B5EF4-FFF2-40B4-BE49-F238E27FC236}">
                          <a16:creationId xmlns:a16="http://schemas.microsoft.com/office/drawing/2014/main" id="{348BC99A-42C1-B67F-F39A-53799FD835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938" y="5053190"/>
                      <a:ext cx="2072" cy="2070"/>
                    </a:xfrm>
                    <a:custGeom>
                      <a:avLst/>
                      <a:gdLst>
                        <a:gd name="connsiteX0" fmla="*/ 78 w 2072"/>
                        <a:gd name="connsiteY0" fmla="*/ 642 h 2070"/>
                        <a:gd name="connsiteX1" fmla="*/ 1430 w 2072"/>
                        <a:gd name="connsiteY1" fmla="*/ 72 h 2070"/>
                        <a:gd name="connsiteX2" fmla="*/ 1994 w 2072"/>
                        <a:gd name="connsiteY2" fmla="*/ 1435 h 2070"/>
                        <a:gd name="connsiteX3" fmla="*/ 642 w 2072"/>
                        <a:gd name="connsiteY3" fmla="*/ 1990 h 2070"/>
                        <a:gd name="connsiteX4" fmla="*/ 78 w 2072"/>
                        <a:gd name="connsiteY4" fmla="*/ 642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0">
                          <a:moveTo>
                            <a:pt x="78" y="642"/>
                          </a:moveTo>
                          <a:cubicBezTo>
                            <a:pt x="295" y="119"/>
                            <a:pt x="901" y="-134"/>
                            <a:pt x="1430" y="72"/>
                          </a:cubicBezTo>
                          <a:cubicBezTo>
                            <a:pt x="1960" y="294"/>
                            <a:pt x="2212" y="896"/>
                            <a:pt x="1994" y="1435"/>
                          </a:cubicBezTo>
                          <a:cubicBezTo>
                            <a:pt x="1777" y="1958"/>
                            <a:pt x="1172" y="2212"/>
                            <a:pt x="642" y="1990"/>
                          </a:cubicBezTo>
                          <a:cubicBezTo>
                            <a:pt x="114" y="1784"/>
                            <a:pt x="-139" y="1165"/>
                            <a:pt x="78" y="64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62" name="Freeform: Shape 1161">
                      <a:extLst>
                        <a:ext uri="{FF2B5EF4-FFF2-40B4-BE49-F238E27FC236}">
                          <a16:creationId xmlns:a16="http://schemas.microsoft.com/office/drawing/2014/main" id="{1F4007D0-3F6E-5CD0-C69E-DEC7394DE9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894" y="5061155"/>
                      <a:ext cx="2073" cy="2078"/>
                    </a:xfrm>
                    <a:custGeom>
                      <a:avLst/>
                      <a:gdLst>
                        <a:gd name="connsiteX0" fmla="*/ 79 w 2073"/>
                        <a:gd name="connsiteY0" fmla="*/ 651 h 2078"/>
                        <a:gd name="connsiteX1" fmla="*/ 1431 w 2073"/>
                        <a:gd name="connsiteY1" fmla="*/ 80 h 2078"/>
                        <a:gd name="connsiteX2" fmla="*/ 1995 w 2073"/>
                        <a:gd name="connsiteY2" fmla="*/ 1428 h 2078"/>
                        <a:gd name="connsiteX3" fmla="*/ 643 w 2073"/>
                        <a:gd name="connsiteY3" fmla="*/ 1999 h 2078"/>
                        <a:gd name="connsiteX4" fmla="*/ 79 w 2073"/>
                        <a:gd name="connsiteY4" fmla="*/ 651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79" y="651"/>
                          </a:moveTo>
                          <a:cubicBezTo>
                            <a:pt x="296" y="112"/>
                            <a:pt x="901" y="-142"/>
                            <a:pt x="1431" y="80"/>
                          </a:cubicBezTo>
                          <a:cubicBezTo>
                            <a:pt x="1960" y="302"/>
                            <a:pt x="2212" y="905"/>
                            <a:pt x="1995" y="1428"/>
                          </a:cubicBezTo>
                          <a:cubicBezTo>
                            <a:pt x="1778" y="1967"/>
                            <a:pt x="1172" y="2221"/>
                            <a:pt x="643" y="1999"/>
                          </a:cubicBezTo>
                          <a:cubicBezTo>
                            <a:pt x="114" y="1777"/>
                            <a:pt x="-140" y="1174"/>
                            <a:pt x="79" y="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63" name="Freeform: Shape 1162">
                      <a:extLst>
                        <a:ext uri="{FF2B5EF4-FFF2-40B4-BE49-F238E27FC236}">
                          <a16:creationId xmlns:a16="http://schemas.microsoft.com/office/drawing/2014/main" id="{6BDD32DA-E1E5-23BF-23FC-D3F4EA7F05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147" y="5060568"/>
                      <a:ext cx="2073" cy="2070"/>
                    </a:xfrm>
                    <a:custGeom>
                      <a:avLst/>
                      <a:gdLst>
                        <a:gd name="connsiteX0" fmla="*/ 79 w 2073"/>
                        <a:gd name="connsiteY0" fmla="*/ 636 h 2070"/>
                        <a:gd name="connsiteX1" fmla="*/ 1431 w 2073"/>
                        <a:gd name="connsiteY1" fmla="*/ 81 h 2070"/>
                        <a:gd name="connsiteX2" fmla="*/ 1995 w 2073"/>
                        <a:gd name="connsiteY2" fmla="*/ 1428 h 2070"/>
                        <a:gd name="connsiteX3" fmla="*/ 643 w 2073"/>
                        <a:gd name="connsiteY3" fmla="*/ 1999 h 2070"/>
                        <a:gd name="connsiteX4" fmla="*/ 79 w 2073"/>
                        <a:gd name="connsiteY4" fmla="*/ 636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0">
                          <a:moveTo>
                            <a:pt x="79" y="636"/>
                          </a:moveTo>
                          <a:cubicBezTo>
                            <a:pt x="296" y="112"/>
                            <a:pt x="901" y="-141"/>
                            <a:pt x="1431" y="81"/>
                          </a:cubicBezTo>
                          <a:cubicBezTo>
                            <a:pt x="1960" y="287"/>
                            <a:pt x="2212" y="889"/>
                            <a:pt x="1995" y="1428"/>
                          </a:cubicBezTo>
                          <a:cubicBezTo>
                            <a:pt x="1778" y="1951"/>
                            <a:pt x="1173" y="2205"/>
                            <a:pt x="643" y="1999"/>
                          </a:cubicBezTo>
                          <a:cubicBezTo>
                            <a:pt x="113" y="1777"/>
                            <a:pt x="-140" y="1175"/>
                            <a:pt x="79" y="63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64" name="Freeform: Shape 1163">
                      <a:extLst>
                        <a:ext uri="{FF2B5EF4-FFF2-40B4-BE49-F238E27FC236}">
                          <a16:creationId xmlns:a16="http://schemas.microsoft.com/office/drawing/2014/main" id="{5B732657-97F1-709B-F445-3ABCCE5E3D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095" y="5066212"/>
                      <a:ext cx="2072" cy="2070"/>
                    </a:xfrm>
                    <a:custGeom>
                      <a:avLst/>
                      <a:gdLst>
                        <a:gd name="connsiteX0" fmla="*/ 78 w 2072"/>
                        <a:gd name="connsiteY0" fmla="*/ 635 h 2070"/>
                        <a:gd name="connsiteX1" fmla="*/ 1430 w 2072"/>
                        <a:gd name="connsiteY1" fmla="*/ 81 h 2070"/>
                        <a:gd name="connsiteX2" fmla="*/ 1995 w 2072"/>
                        <a:gd name="connsiteY2" fmla="*/ 1428 h 2070"/>
                        <a:gd name="connsiteX3" fmla="*/ 642 w 2072"/>
                        <a:gd name="connsiteY3" fmla="*/ 1999 h 2070"/>
                        <a:gd name="connsiteX4" fmla="*/ 78 w 2072"/>
                        <a:gd name="connsiteY4" fmla="*/ 635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0">
                          <a:moveTo>
                            <a:pt x="78" y="635"/>
                          </a:moveTo>
                          <a:cubicBezTo>
                            <a:pt x="295" y="112"/>
                            <a:pt x="901" y="-141"/>
                            <a:pt x="1430" y="81"/>
                          </a:cubicBezTo>
                          <a:cubicBezTo>
                            <a:pt x="1960" y="302"/>
                            <a:pt x="2212" y="905"/>
                            <a:pt x="1995" y="1428"/>
                          </a:cubicBezTo>
                          <a:cubicBezTo>
                            <a:pt x="1777" y="1951"/>
                            <a:pt x="1172" y="2205"/>
                            <a:pt x="642" y="1999"/>
                          </a:cubicBezTo>
                          <a:cubicBezTo>
                            <a:pt x="113" y="1777"/>
                            <a:pt x="-139" y="1174"/>
                            <a:pt x="78" y="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65" name="Freeform: Shape 1164">
                      <a:extLst>
                        <a:ext uri="{FF2B5EF4-FFF2-40B4-BE49-F238E27FC236}">
                          <a16:creationId xmlns:a16="http://schemas.microsoft.com/office/drawing/2014/main" id="{6AB25946-D934-A99C-2A0F-187450ECCA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552" y="5070730"/>
                      <a:ext cx="2073" cy="2072"/>
                    </a:xfrm>
                    <a:custGeom>
                      <a:avLst/>
                      <a:gdLst>
                        <a:gd name="connsiteX0" fmla="*/ 79 w 2073"/>
                        <a:gd name="connsiteY0" fmla="*/ 635 h 2072"/>
                        <a:gd name="connsiteX1" fmla="*/ 1431 w 2073"/>
                        <a:gd name="connsiteY1" fmla="*/ 81 h 2072"/>
                        <a:gd name="connsiteX2" fmla="*/ 1995 w 2073"/>
                        <a:gd name="connsiteY2" fmla="*/ 1428 h 2072"/>
                        <a:gd name="connsiteX3" fmla="*/ 643 w 2073"/>
                        <a:gd name="connsiteY3" fmla="*/ 1999 h 2072"/>
                        <a:gd name="connsiteX4" fmla="*/ 79 w 2073"/>
                        <a:gd name="connsiteY4" fmla="*/ 635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9" y="635"/>
                          </a:moveTo>
                          <a:cubicBezTo>
                            <a:pt x="296" y="112"/>
                            <a:pt x="901" y="-141"/>
                            <a:pt x="1431" y="81"/>
                          </a:cubicBezTo>
                          <a:cubicBezTo>
                            <a:pt x="1960" y="302"/>
                            <a:pt x="2212" y="905"/>
                            <a:pt x="1995" y="1428"/>
                          </a:cubicBezTo>
                          <a:cubicBezTo>
                            <a:pt x="1778" y="1967"/>
                            <a:pt x="1172" y="2205"/>
                            <a:pt x="643" y="1999"/>
                          </a:cubicBezTo>
                          <a:cubicBezTo>
                            <a:pt x="114" y="1777"/>
                            <a:pt x="-140" y="1175"/>
                            <a:pt x="79" y="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66" name="Freeform: Shape 1165">
                      <a:extLst>
                        <a:ext uri="{FF2B5EF4-FFF2-40B4-BE49-F238E27FC236}">
                          <a16:creationId xmlns:a16="http://schemas.microsoft.com/office/drawing/2014/main" id="{F77B4C16-A953-D311-C7FB-9891287813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773" y="5065039"/>
                      <a:ext cx="2072" cy="2063"/>
                    </a:xfrm>
                    <a:custGeom>
                      <a:avLst/>
                      <a:gdLst>
                        <a:gd name="connsiteX0" fmla="*/ 78 w 2072"/>
                        <a:gd name="connsiteY0" fmla="*/ 635 h 2063"/>
                        <a:gd name="connsiteX1" fmla="*/ 1430 w 2072"/>
                        <a:gd name="connsiteY1" fmla="*/ 81 h 2063"/>
                        <a:gd name="connsiteX2" fmla="*/ 1995 w 2072"/>
                        <a:gd name="connsiteY2" fmla="*/ 1428 h 2063"/>
                        <a:gd name="connsiteX3" fmla="*/ 642 w 2072"/>
                        <a:gd name="connsiteY3" fmla="*/ 1983 h 2063"/>
                        <a:gd name="connsiteX4" fmla="*/ 78 w 2072"/>
                        <a:gd name="connsiteY4" fmla="*/ 635 h 206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3">
                          <a:moveTo>
                            <a:pt x="78" y="635"/>
                          </a:moveTo>
                          <a:cubicBezTo>
                            <a:pt x="295" y="112"/>
                            <a:pt x="901" y="-141"/>
                            <a:pt x="1430" y="81"/>
                          </a:cubicBezTo>
                          <a:cubicBezTo>
                            <a:pt x="1960" y="287"/>
                            <a:pt x="2212" y="889"/>
                            <a:pt x="1995" y="1428"/>
                          </a:cubicBezTo>
                          <a:cubicBezTo>
                            <a:pt x="1777" y="1951"/>
                            <a:pt x="1172" y="2205"/>
                            <a:pt x="642" y="1983"/>
                          </a:cubicBezTo>
                          <a:cubicBezTo>
                            <a:pt x="113" y="1777"/>
                            <a:pt x="-139" y="1158"/>
                            <a:pt x="78" y="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67" name="Freeform: Shape 1166">
                      <a:extLst>
                        <a:ext uri="{FF2B5EF4-FFF2-40B4-BE49-F238E27FC236}">
                          <a16:creationId xmlns:a16="http://schemas.microsoft.com/office/drawing/2014/main" id="{F34ECCCC-9904-3657-0450-9C5D876DAE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6342" y="5072903"/>
                      <a:ext cx="2073" cy="2078"/>
                    </a:xfrm>
                    <a:custGeom>
                      <a:avLst/>
                      <a:gdLst>
                        <a:gd name="connsiteX0" fmla="*/ 79 w 2073"/>
                        <a:gd name="connsiteY0" fmla="*/ 651 h 2078"/>
                        <a:gd name="connsiteX1" fmla="*/ 1431 w 2073"/>
                        <a:gd name="connsiteY1" fmla="*/ 80 h 2078"/>
                        <a:gd name="connsiteX2" fmla="*/ 1995 w 2073"/>
                        <a:gd name="connsiteY2" fmla="*/ 1428 h 2078"/>
                        <a:gd name="connsiteX3" fmla="*/ 643 w 2073"/>
                        <a:gd name="connsiteY3" fmla="*/ 1998 h 2078"/>
                        <a:gd name="connsiteX4" fmla="*/ 79 w 2073"/>
                        <a:gd name="connsiteY4" fmla="*/ 651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79" y="651"/>
                          </a:moveTo>
                          <a:cubicBezTo>
                            <a:pt x="296" y="112"/>
                            <a:pt x="901" y="-142"/>
                            <a:pt x="1431" y="80"/>
                          </a:cubicBezTo>
                          <a:cubicBezTo>
                            <a:pt x="1960" y="302"/>
                            <a:pt x="2212" y="905"/>
                            <a:pt x="1995" y="1428"/>
                          </a:cubicBezTo>
                          <a:cubicBezTo>
                            <a:pt x="1778" y="1967"/>
                            <a:pt x="1173" y="2220"/>
                            <a:pt x="643" y="1998"/>
                          </a:cubicBezTo>
                          <a:cubicBezTo>
                            <a:pt x="113" y="1777"/>
                            <a:pt x="-140" y="1174"/>
                            <a:pt x="79" y="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68" name="Freeform: Shape 1167">
                      <a:extLst>
                        <a:ext uri="{FF2B5EF4-FFF2-40B4-BE49-F238E27FC236}">
                          <a16:creationId xmlns:a16="http://schemas.microsoft.com/office/drawing/2014/main" id="{4B2ED059-02D0-0ABC-A6F5-ADA7ED95B5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374" y="5068457"/>
                      <a:ext cx="2072" cy="2070"/>
                    </a:xfrm>
                    <a:custGeom>
                      <a:avLst/>
                      <a:gdLst>
                        <a:gd name="connsiteX0" fmla="*/ 78 w 2072"/>
                        <a:gd name="connsiteY0" fmla="*/ 642 h 2070"/>
                        <a:gd name="connsiteX1" fmla="*/ 1430 w 2072"/>
                        <a:gd name="connsiteY1" fmla="*/ 72 h 2070"/>
                        <a:gd name="connsiteX2" fmla="*/ 1995 w 2072"/>
                        <a:gd name="connsiteY2" fmla="*/ 1435 h 2070"/>
                        <a:gd name="connsiteX3" fmla="*/ 642 w 2072"/>
                        <a:gd name="connsiteY3" fmla="*/ 1990 h 2070"/>
                        <a:gd name="connsiteX4" fmla="*/ 78 w 2072"/>
                        <a:gd name="connsiteY4" fmla="*/ 642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0">
                          <a:moveTo>
                            <a:pt x="78" y="642"/>
                          </a:moveTo>
                          <a:cubicBezTo>
                            <a:pt x="295" y="119"/>
                            <a:pt x="901" y="-134"/>
                            <a:pt x="1430" y="72"/>
                          </a:cubicBezTo>
                          <a:cubicBezTo>
                            <a:pt x="1960" y="293"/>
                            <a:pt x="2212" y="896"/>
                            <a:pt x="1995" y="1435"/>
                          </a:cubicBezTo>
                          <a:cubicBezTo>
                            <a:pt x="1777" y="1958"/>
                            <a:pt x="1172" y="2212"/>
                            <a:pt x="642" y="1990"/>
                          </a:cubicBezTo>
                          <a:cubicBezTo>
                            <a:pt x="113" y="1784"/>
                            <a:pt x="-139" y="1165"/>
                            <a:pt x="78" y="64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69" name="Freeform: Shape 1168">
                      <a:extLst>
                        <a:ext uri="{FF2B5EF4-FFF2-40B4-BE49-F238E27FC236}">
                          <a16:creationId xmlns:a16="http://schemas.microsoft.com/office/drawing/2014/main" id="{FC43E81C-1405-A780-7AE3-D54431643C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020" y="5077199"/>
                      <a:ext cx="2072" cy="2078"/>
                    </a:xfrm>
                    <a:custGeom>
                      <a:avLst/>
                      <a:gdLst>
                        <a:gd name="connsiteX0" fmla="*/ 78 w 2072"/>
                        <a:gd name="connsiteY0" fmla="*/ 651 h 2078"/>
                        <a:gd name="connsiteX1" fmla="*/ 1430 w 2072"/>
                        <a:gd name="connsiteY1" fmla="*/ 80 h 2078"/>
                        <a:gd name="connsiteX2" fmla="*/ 1995 w 2072"/>
                        <a:gd name="connsiteY2" fmla="*/ 1428 h 2078"/>
                        <a:gd name="connsiteX3" fmla="*/ 642 w 2072"/>
                        <a:gd name="connsiteY3" fmla="*/ 1999 h 2078"/>
                        <a:gd name="connsiteX4" fmla="*/ 78 w 2072"/>
                        <a:gd name="connsiteY4" fmla="*/ 651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8">
                          <a:moveTo>
                            <a:pt x="78" y="651"/>
                          </a:moveTo>
                          <a:cubicBezTo>
                            <a:pt x="295" y="112"/>
                            <a:pt x="901" y="-142"/>
                            <a:pt x="1430" y="80"/>
                          </a:cubicBezTo>
                          <a:cubicBezTo>
                            <a:pt x="1960" y="302"/>
                            <a:pt x="2212" y="905"/>
                            <a:pt x="1995" y="1428"/>
                          </a:cubicBezTo>
                          <a:cubicBezTo>
                            <a:pt x="1777" y="1967"/>
                            <a:pt x="1172" y="2221"/>
                            <a:pt x="642" y="1999"/>
                          </a:cubicBezTo>
                          <a:cubicBezTo>
                            <a:pt x="113" y="1777"/>
                            <a:pt x="-139" y="1174"/>
                            <a:pt x="78" y="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70" name="Freeform: Shape 1169">
                      <a:extLst>
                        <a:ext uri="{FF2B5EF4-FFF2-40B4-BE49-F238E27FC236}">
                          <a16:creationId xmlns:a16="http://schemas.microsoft.com/office/drawing/2014/main" id="{774FFC8E-F246-C140-0BF8-77562A5814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414" y="5072950"/>
                      <a:ext cx="2072" cy="2078"/>
                    </a:xfrm>
                    <a:custGeom>
                      <a:avLst/>
                      <a:gdLst>
                        <a:gd name="connsiteX0" fmla="*/ 78 w 2072"/>
                        <a:gd name="connsiteY0" fmla="*/ 651 h 2078"/>
                        <a:gd name="connsiteX1" fmla="*/ 1430 w 2072"/>
                        <a:gd name="connsiteY1" fmla="*/ 80 h 2078"/>
                        <a:gd name="connsiteX2" fmla="*/ 1995 w 2072"/>
                        <a:gd name="connsiteY2" fmla="*/ 1428 h 2078"/>
                        <a:gd name="connsiteX3" fmla="*/ 642 w 2072"/>
                        <a:gd name="connsiteY3" fmla="*/ 1998 h 2078"/>
                        <a:gd name="connsiteX4" fmla="*/ 78 w 2072"/>
                        <a:gd name="connsiteY4" fmla="*/ 651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8">
                          <a:moveTo>
                            <a:pt x="78" y="651"/>
                          </a:moveTo>
                          <a:cubicBezTo>
                            <a:pt x="295" y="112"/>
                            <a:pt x="901" y="-142"/>
                            <a:pt x="1430" y="80"/>
                          </a:cubicBezTo>
                          <a:cubicBezTo>
                            <a:pt x="1960" y="302"/>
                            <a:pt x="2212" y="905"/>
                            <a:pt x="1995" y="1428"/>
                          </a:cubicBezTo>
                          <a:cubicBezTo>
                            <a:pt x="1777" y="1967"/>
                            <a:pt x="1172" y="2220"/>
                            <a:pt x="642" y="1998"/>
                          </a:cubicBezTo>
                          <a:cubicBezTo>
                            <a:pt x="113" y="1777"/>
                            <a:pt x="-139" y="1174"/>
                            <a:pt x="78" y="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71" name="Freeform: Shape 1170">
                      <a:extLst>
                        <a:ext uri="{FF2B5EF4-FFF2-40B4-BE49-F238E27FC236}">
                          <a16:creationId xmlns:a16="http://schemas.microsoft.com/office/drawing/2014/main" id="{6052DEE6-F8D3-7733-20DC-BCC90690BA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583" y="5065214"/>
                      <a:ext cx="2073" cy="2063"/>
                    </a:xfrm>
                    <a:custGeom>
                      <a:avLst/>
                      <a:gdLst>
                        <a:gd name="connsiteX0" fmla="*/ 79 w 2073"/>
                        <a:gd name="connsiteY0" fmla="*/ 635 h 2063"/>
                        <a:gd name="connsiteX1" fmla="*/ 1431 w 2073"/>
                        <a:gd name="connsiteY1" fmla="*/ 81 h 2063"/>
                        <a:gd name="connsiteX2" fmla="*/ 1995 w 2073"/>
                        <a:gd name="connsiteY2" fmla="*/ 1428 h 2063"/>
                        <a:gd name="connsiteX3" fmla="*/ 643 w 2073"/>
                        <a:gd name="connsiteY3" fmla="*/ 1983 h 2063"/>
                        <a:gd name="connsiteX4" fmla="*/ 79 w 2073"/>
                        <a:gd name="connsiteY4" fmla="*/ 635 h 206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3">
                          <a:moveTo>
                            <a:pt x="79" y="635"/>
                          </a:moveTo>
                          <a:cubicBezTo>
                            <a:pt x="296" y="112"/>
                            <a:pt x="901" y="-141"/>
                            <a:pt x="1431" y="81"/>
                          </a:cubicBezTo>
                          <a:cubicBezTo>
                            <a:pt x="1960" y="287"/>
                            <a:pt x="2212" y="905"/>
                            <a:pt x="1995" y="1428"/>
                          </a:cubicBezTo>
                          <a:cubicBezTo>
                            <a:pt x="1778" y="1951"/>
                            <a:pt x="1173" y="2205"/>
                            <a:pt x="643" y="1983"/>
                          </a:cubicBezTo>
                          <a:cubicBezTo>
                            <a:pt x="113" y="1777"/>
                            <a:pt x="-140" y="1174"/>
                            <a:pt x="79" y="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72" name="Freeform: Shape 1171">
                      <a:extLst>
                        <a:ext uri="{FF2B5EF4-FFF2-40B4-BE49-F238E27FC236}">
                          <a16:creationId xmlns:a16="http://schemas.microsoft.com/office/drawing/2014/main" id="{74F2C77F-718F-EB5F-C6DE-365C846AF6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039" y="5069725"/>
                      <a:ext cx="2072" cy="2070"/>
                    </a:xfrm>
                    <a:custGeom>
                      <a:avLst/>
                      <a:gdLst>
                        <a:gd name="connsiteX0" fmla="*/ 78 w 2072"/>
                        <a:gd name="connsiteY0" fmla="*/ 642 h 2070"/>
                        <a:gd name="connsiteX1" fmla="*/ 1430 w 2072"/>
                        <a:gd name="connsiteY1" fmla="*/ 72 h 2070"/>
                        <a:gd name="connsiteX2" fmla="*/ 1995 w 2072"/>
                        <a:gd name="connsiteY2" fmla="*/ 1435 h 2070"/>
                        <a:gd name="connsiteX3" fmla="*/ 642 w 2072"/>
                        <a:gd name="connsiteY3" fmla="*/ 1990 h 2070"/>
                        <a:gd name="connsiteX4" fmla="*/ 78 w 2072"/>
                        <a:gd name="connsiteY4" fmla="*/ 642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0">
                          <a:moveTo>
                            <a:pt x="78" y="642"/>
                          </a:moveTo>
                          <a:cubicBezTo>
                            <a:pt x="295" y="119"/>
                            <a:pt x="901" y="-135"/>
                            <a:pt x="1430" y="72"/>
                          </a:cubicBezTo>
                          <a:cubicBezTo>
                            <a:pt x="1960" y="294"/>
                            <a:pt x="2212" y="896"/>
                            <a:pt x="1995" y="1435"/>
                          </a:cubicBezTo>
                          <a:cubicBezTo>
                            <a:pt x="1777" y="1958"/>
                            <a:pt x="1172" y="2212"/>
                            <a:pt x="642" y="1990"/>
                          </a:cubicBezTo>
                          <a:cubicBezTo>
                            <a:pt x="113" y="1784"/>
                            <a:pt x="-139" y="1181"/>
                            <a:pt x="78" y="64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73" name="Freeform: Shape 1172">
                      <a:extLst>
                        <a:ext uri="{FF2B5EF4-FFF2-40B4-BE49-F238E27FC236}">
                          <a16:creationId xmlns:a16="http://schemas.microsoft.com/office/drawing/2014/main" id="{B75A10B3-A648-A492-E35C-CBF773FC8E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260" y="5064033"/>
                      <a:ext cx="2072" cy="2070"/>
                    </a:xfrm>
                    <a:custGeom>
                      <a:avLst/>
                      <a:gdLst>
                        <a:gd name="connsiteX0" fmla="*/ 78 w 2072"/>
                        <a:gd name="connsiteY0" fmla="*/ 642 h 2070"/>
                        <a:gd name="connsiteX1" fmla="*/ 1430 w 2072"/>
                        <a:gd name="connsiteY1" fmla="*/ 72 h 2070"/>
                        <a:gd name="connsiteX2" fmla="*/ 1995 w 2072"/>
                        <a:gd name="connsiteY2" fmla="*/ 1435 h 2070"/>
                        <a:gd name="connsiteX3" fmla="*/ 642 w 2072"/>
                        <a:gd name="connsiteY3" fmla="*/ 1990 h 2070"/>
                        <a:gd name="connsiteX4" fmla="*/ 78 w 2072"/>
                        <a:gd name="connsiteY4" fmla="*/ 642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0">
                          <a:moveTo>
                            <a:pt x="78" y="642"/>
                          </a:moveTo>
                          <a:cubicBezTo>
                            <a:pt x="295" y="119"/>
                            <a:pt x="901" y="-135"/>
                            <a:pt x="1430" y="72"/>
                          </a:cubicBezTo>
                          <a:cubicBezTo>
                            <a:pt x="1960" y="294"/>
                            <a:pt x="2212" y="896"/>
                            <a:pt x="1995" y="1435"/>
                          </a:cubicBezTo>
                          <a:cubicBezTo>
                            <a:pt x="1777" y="1958"/>
                            <a:pt x="1172" y="2212"/>
                            <a:pt x="642" y="1990"/>
                          </a:cubicBezTo>
                          <a:cubicBezTo>
                            <a:pt x="113" y="1768"/>
                            <a:pt x="-139" y="1165"/>
                            <a:pt x="78" y="64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74" name="Freeform: Shape 1173">
                      <a:extLst>
                        <a:ext uri="{FF2B5EF4-FFF2-40B4-BE49-F238E27FC236}">
                          <a16:creationId xmlns:a16="http://schemas.microsoft.com/office/drawing/2014/main" id="{B44963DC-5099-D440-29E6-E910E94376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830" y="5071904"/>
                      <a:ext cx="2072" cy="2078"/>
                    </a:xfrm>
                    <a:custGeom>
                      <a:avLst/>
                      <a:gdLst>
                        <a:gd name="connsiteX0" fmla="*/ 78 w 2072"/>
                        <a:gd name="connsiteY0" fmla="*/ 651 h 2078"/>
                        <a:gd name="connsiteX1" fmla="*/ 1430 w 2072"/>
                        <a:gd name="connsiteY1" fmla="*/ 80 h 2078"/>
                        <a:gd name="connsiteX2" fmla="*/ 1995 w 2072"/>
                        <a:gd name="connsiteY2" fmla="*/ 1428 h 2078"/>
                        <a:gd name="connsiteX3" fmla="*/ 642 w 2072"/>
                        <a:gd name="connsiteY3" fmla="*/ 1998 h 2078"/>
                        <a:gd name="connsiteX4" fmla="*/ 78 w 2072"/>
                        <a:gd name="connsiteY4" fmla="*/ 651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8">
                          <a:moveTo>
                            <a:pt x="78" y="651"/>
                          </a:moveTo>
                          <a:cubicBezTo>
                            <a:pt x="295" y="112"/>
                            <a:pt x="901" y="-142"/>
                            <a:pt x="1430" y="80"/>
                          </a:cubicBezTo>
                          <a:cubicBezTo>
                            <a:pt x="1960" y="302"/>
                            <a:pt x="2212" y="905"/>
                            <a:pt x="1995" y="1428"/>
                          </a:cubicBezTo>
                          <a:cubicBezTo>
                            <a:pt x="1777" y="1967"/>
                            <a:pt x="1172" y="2220"/>
                            <a:pt x="642" y="1998"/>
                          </a:cubicBezTo>
                          <a:cubicBezTo>
                            <a:pt x="113" y="1777"/>
                            <a:pt x="-139" y="1174"/>
                            <a:pt x="78" y="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75" name="Freeform: Shape 1174">
                      <a:extLst>
                        <a:ext uri="{FF2B5EF4-FFF2-40B4-BE49-F238E27FC236}">
                          <a16:creationId xmlns:a16="http://schemas.microsoft.com/office/drawing/2014/main" id="{02B30701-7BDA-2DE9-A2C9-84B3B25C1E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861" y="5067456"/>
                      <a:ext cx="2072" cy="2072"/>
                    </a:xfrm>
                    <a:custGeom>
                      <a:avLst/>
                      <a:gdLst>
                        <a:gd name="connsiteX0" fmla="*/ 78 w 2072"/>
                        <a:gd name="connsiteY0" fmla="*/ 644 h 2072"/>
                        <a:gd name="connsiteX1" fmla="*/ 1430 w 2072"/>
                        <a:gd name="connsiteY1" fmla="*/ 74 h 2072"/>
                        <a:gd name="connsiteX2" fmla="*/ 1994 w 2072"/>
                        <a:gd name="connsiteY2" fmla="*/ 1437 h 2072"/>
                        <a:gd name="connsiteX3" fmla="*/ 642 w 2072"/>
                        <a:gd name="connsiteY3" fmla="*/ 1992 h 2072"/>
                        <a:gd name="connsiteX4" fmla="*/ 78 w 2072"/>
                        <a:gd name="connsiteY4" fmla="*/ 644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2">
                          <a:moveTo>
                            <a:pt x="78" y="644"/>
                          </a:moveTo>
                          <a:cubicBezTo>
                            <a:pt x="295" y="105"/>
                            <a:pt x="901" y="-132"/>
                            <a:pt x="1430" y="74"/>
                          </a:cubicBezTo>
                          <a:cubicBezTo>
                            <a:pt x="1960" y="296"/>
                            <a:pt x="2212" y="898"/>
                            <a:pt x="1994" y="1437"/>
                          </a:cubicBezTo>
                          <a:cubicBezTo>
                            <a:pt x="1777" y="1960"/>
                            <a:pt x="1172" y="2214"/>
                            <a:pt x="642" y="1992"/>
                          </a:cubicBezTo>
                          <a:cubicBezTo>
                            <a:pt x="114" y="1770"/>
                            <a:pt x="-139" y="1167"/>
                            <a:pt x="78" y="64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76" name="Freeform: Shape 1175">
                      <a:extLst>
                        <a:ext uri="{FF2B5EF4-FFF2-40B4-BE49-F238E27FC236}">
                          <a16:creationId xmlns:a16="http://schemas.microsoft.com/office/drawing/2014/main" id="{D87533FC-4BE8-F475-F4CD-1667C3A861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5956" y="5079291"/>
                      <a:ext cx="2072" cy="2072"/>
                    </a:xfrm>
                    <a:custGeom>
                      <a:avLst/>
                      <a:gdLst>
                        <a:gd name="connsiteX0" fmla="*/ 78 w 2072"/>
                        <a:gd name="connsiteY0" fmla="*/ 635 h 2072"/>
                        <a:gd name="connsiteX1" fmla="*/ 1430 w 2072"/>
                        <a:gd name="connsiteY1" fmla="*/ 81 h 2072"/>
                        <a:gd name="connsiteX2" fmla="*/ 1994 w 2072"/>
                        <a:gd name="connsiteY2" fmla="*/ 1428 h 2072"/>
                        <a:gd name="connsiteX3" fmla="*/ 642 w 2072"/>
                        <a:gd name="connsiteY3" fmla="*/ 1999 h 2072"/>
                        <a:gd name="connsiteX4" fmla="*/ 78 w 2072"/>
                        <a:gd name="connsiteY4" fmla="*/ 635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2">
                          <a:moveTo>
                            <a:pt x="78" y="635"/>
                          </a:moveTo>
                          <a:cubicBezTo>
                            <a:pt x="295" y="112"/>
                            <a:pt x="901" y="-141"/>
                            <a:pt x="1430" y="81"/>
                          </a:cubicBezTo>
                          <a:cubicBezTo>
                            <a:pt x="1960" y="302"/>
                            <a:pt x="2212" y="905"/>
                            <a:pt x="1994" y="1428"/>
                          </a:cubicBezTo>
                          <a:cubicBezTo>
                            <a:pt x="1777" y="1967"/>
                            <a:pt x="1172" y="2205"/>
                            <a:pt x="642" y="1999"/>
                          </a:cubicBezTo>
                          <a:cubicBezTo>
                            <a:pt x="114" y="1777"/>
                            <a:pt x="-139" y="1174"/>
                            <a:pt x="78" y="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77" name="Freeform: Shape 1176">
                      <a:extLst>
                        <a:ext uri="{FF2B5EF4-FFF2-40B4-BE49-F238E27FC236}">
                          <a16:creationId xmlns:a16="http://schemas.microsoft.com/office/drawing/2014/main" id="{32167246-BB2F-1E69-F684-96EE87D2F1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071" y="5074827"/>
                      <a:ext cx="2073" cy="2072"/>
                    </a:xfrm>
                    <a:custGeom>
                      <a:avLst/>
                      <a:gdLst>
                        <a:gd name="connsiteX0" fmla="*/ 79 w 2073"/>
                        <a:gd name="connsiteY0" fmla="*/ 645 h 2072"/>
                        <a:gd name="connsiteX1" fmla="*/ 1431 w 2073"/>
                        <a:gd name="connsiteY1" fmla="*/ 74 h 2072"/>
                        <a:gd name="connsiteX2" fmla="*/ 1995 w 2073"/>
                        <a:gd name="connsiteY2" fmla="*/ 1437 h 2072"/>
                        <a:gd name="connsiteX3" fmla="*/ 643 w 2073"/>
                        <a:gd name="connsiteY3" fmla="*/ 1992 h 2072"/>
                        <a:gd name="connsiteX4" fmla="*/ 79 w 2073"/>
                        <a:gd name="connsiteY4" fmla="*/ 645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9" y="645"/>
                          </a:moveTo>
                          <a:cubicBezTo>
                            <a:pt x="296" y="105"/>
                            <a:pt x="901" y="-132"/>
                            <a:pt x="1431" y="74"/>
                          </a:cubicBezTo>
                          <a:cubicBezTo>
                            <a:pt x="1960" y="296"/>
                            <a:pt x="2212" y="898"/>
                            <a:pt x="1995" y="1437"/>
                          </a:cubicBezTo>
                          <a:cubicBezTo>
                            <a:pt x="1778" y="1960"/>
                            <a:pt x="1172" y="2214"/>
                            <a:pt x="643" y="1992"/>
                          </a:cubicBezTo>
                          <a:cubicBezTo>
                            <a:pt x="114" y="1786"/>
                            <a:pt x="-140" y="1168"/>
                            <a:pt x="79" y="64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78" name="Freeform: Shape 1177">
                      <a:extLst>
                        <a:ext uri="{FF2B5EF4-FFF2-40B4-BE49-F238E27FC236}">
                          <a16:creationId xmlns:a16="http://schemas.microsoft.com/office/drawing/2014/main" id="{2CA46710-62F9-FFB2-128E-1DBF8B2780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361" y="5037731"/>
                      <a:ext cx="2072" cy="2072"/>
                    </a:xfrm>
                    <a:custGeom>
                      <a:avLst/>
                      <a:gdLst>
                        <a:gd name="connsiteX0" fmla="*/ 78 w 2072"/>
                        <a:gd name="connsiteY0" fmla="*/ 644 h 2072"/>
                        <a:gd name="connsiteX1" fmla="*/ 1430 w 2072"/>
                        <a:gd name="connsiteY1" fmla="*/ 74 h 2072"/>
                        <a:gd name="connsiteX2" fmla="*/ 1995 w 2072"/>
                        <a:gd name="connsiteY2" fmla="*/ 1437 h 2072"/>
                        <a:gd name="connsiteX3" fmla="*/ 642 w 2072"/>
                        <a:gd name="connsiteY3" fmla="*/ 1992 h 2072"/>
                        <a:gd name="connsiteX4" fmla="*/ 78 w 2072"/>
                        <a:gd name="connsiteY4" fmla="*/ 644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2">
                          <a:moveTo>
                            <a:pt x="78" y="644"/>
                          </a:moveTo>
                          <a:cubicBezTo>
                            <a:pt x="295" y="105"/>
                            <a:pt x="901" y="-132"/>
                            <a:pt x="1430" y="74"/>
                          </a:cubicBezTo>
                          <a:cubicBezTo>
                            <a:pt x="1960" y="296"/>
                            <a:pt x="2212" y="898"/>
                            <a:pt x="1995" y="1437"/>
                          </a:cubicBezTo>
                          <a:cubicBezTo>
                            <a:pt x="1777" y="1960"/>
                            <a:pt x="1172" y="2214"/>
                            <a:pt x="642" y="1992"/>
                          </a:cubicBezTo>
                          <a:cubicBezTo>
                            <a:pt x="113" y="1770"/>
                            <a:pt x="-139" y="1167"/>
                            <a:pt x="78" y="64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79" name="Freeform: Shape 1178">
                      <a:extLst>
                        <a:ext uri="{FF2B5EF4-FFF2-40B4-BE49-F238E27FC236}">
                          <a16:creationId xmlns:a16="http://schemas.microsoft.com/office/drawing/2014/main" id="{9C3B11DF-46E3-5F16-BAA4-28702A7C99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818" y="5042249"/>
                      <a:ext cx="2073" cy="2072"/>
                    </a:xfrm>
                    <a:custGeom>
                      <a:avLst/>
                      <a:gdLst>
                        <a:gd name="connsiteX0" fmla="*/ 79 w 2073"/>
                        <a:gd name="connsiteY0" fmla="*/ 644 h 2072"/>
                        <a:gd name="connsiteX1" fmla="*/ 1431 w 2073"/>
                        <a:gd name="connsiteY1" fmla="*/ 74 h 2072"/>
                        <a:gd name="connsiteX2" fmla="*/ 1995 w 2073"/>
                        <a:gd name="connsiteY2" fmla="*/ 1421 h 2072"/>
                        <a:gd name="connsiteX3" fmla="*/ 643 w 2073"/>
                        <a:gd name="connsiteY3" fmla="*/ 1992 h 2072"/>
                        <a:gd name="connsiteX4" fmla="*/ 79 w 2073"/>
                        <a:gd name="connsiteY4" fmla="*/ 644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9" y="644"/>
                          </a:moveTo>
                          <a:cubicBezTo>
                            <a:pt x="296" y="105"/>
                            <a:pt x="901" y="-132"/>
                            <a:pt x="1431" y="74"/>
                          </a:cubicBezTo>
                          <a:cubicBezTo>
                            <a:pt x="1960" y="296"/>
                            <a:pt x="2212" y="898"/>
                            <a:pt x="1995" y="1421"/>
                          </a:cubicBezTo>
                          <a:cubicBezTo>
                            <a:pt x="1778" y="1960"/>
                            <a:pt x="1173" y="2214"/>
                            <a:pt x="643" y="1992"/>
                          </a:cubicBezTo>
                          <a:cubicBezTo>
                            <a:pt x="113" y="1770"/>
                            <a:pt x="-140" y="1167"/>
                            <a:pt x="79" y="64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80" name="Freeform: Shape 1179">
                      <a:extLst>
                        <a:ext uri="{FF2B5EF4-FFF2-40B4-BE49-F238E27FC236}">
                          <a16:creationId xmlns:a16="http://schemas.microsoft.com/office/drawing/2014/main" id="{68BA5704-A5E2-1236-5F80-A6CA08B50B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719" y="5032873"/>
                      <a:ext cx="2072" cy="2072"/>
                    </a:xfrm>
                    <a:custGeom>
                      <a:avLst/>
                      <a:gdLst>
                        <a:gd name="connsiteX0" fmla="*/ 78 w 2072"/>
                        <a:gd name="connsiteY0" fmla="*/ 635 h 2072"/>
                        <a:gd name="connsiteX1" fmla="*/ 1430 w 2072"/>
                        <a:gd name="connsiteY1" fmla="*/ 81 h 2072"/>
                        <a:gd name="connsiteX2" fmla="*/ 1995 w 2072"/>
                        <a:gd name="connsiteY2" fmla="*/ 1428 h 2072"/>
                        <a:gd name="connsiteX3" fmla="*/ 642 w 2072"/>
                        <a:gd name="connsiteY3" fmla="*/ 1999 h 2072"/>
                        <a:gd name="connsiteX4" fmla="*/ 78 w 2072"/>
                        <a:gd name="connsiteY4" fmla="*/ 635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2">
                          <a:moveTo>
                            <a:pt x="78" y="635"/>
                          </a:moveTo>
                          <a:cubicBezTo>
                            <a:pt x="295" y="112"/>
                            <a:pt x="901" y="-141"/>
                            <a:pt x="1430" y="81"/>
                          </a:cubicBezTo>
                          <a:cubicBezTo>
                            <a:pt x="1960" y="302"/>
                            <a:pt x="2212" y="905"/>
                            <a:pt x="1995" y="1428"/>
                          </a:cubicBezTo>
                          <a:cubicBezTo>
                            <a:pt x="1777" y="1967"/>
                            <a:pt x="1172" y="2205"/>
                            <a:pt x="642" y="1999"/>
                          </a:cubicBezTo>
                          <a:cubicBezTo>
                            <a:pt x="113" y="1777"/>
                            <a:pt x="-139" y="1175"/>
                            <a:pt x="78" y="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81" name="Freeform: Shape 1180">
                      <a:extLst>
                        <a:ext uri="{FF2B5EF4-FFF2-40B4-BE49-F238E27FC236}">
                          <a16:creationId xmlns:a16="http://schemas.microsoft.com/office/drawing/2014/main" id="{264F05B3-7FDE-BB1C-A3E2-C0D1E72B0F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4608" y="5044430"/>
                      <a:ext cx="2073" cy="2063"/>
                    </a:xfrm>
                    <a:custGeom>
                      <a:avLst/>
                      <a:gdLst>
                        <a:gd name="connsiteX0" fmla="*/ 79 w 2073"/>
                        <a:gd name="connsiteY0" fmla="*/ 635 h 2063"/>
                        <a:gd name="connsiteX1" fmla="*/ 1431 w 2073"/>
                        <a:gd name="connsiteY1" fmla="*/ 81 h 2063"/>
                        <a:gd name="connsiteX2" fmla="*/ 1995 w 2073"/>
                        <a:gd name="connsiteY2" fmla="*/ 1428 h 2063"/>
                        <a:gd name="connsiteX3" fmla="*/ 643 w 2073"/>
                        <a:gd name="connsiteY3" fmla="*/ 1983 h 2063"/>
                        <a:gd name="connsiteX4" fmla="*/ 79 w 2073"/>
                        <a:gd name="connsiteY4" fmla="*/ 635 h 206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3">
                          <a:moveTo>
                            <a:pt x="79" y="635"/>
                          </a:moveTo>
                          <a:cubicBezTo>
                            <a:pt x="296" y="112"/>
                            <a:pt x="901" y="-141"/>
                            <a:pt x="1431" y="81"/>
                          </a:cubicBezTo>
                          <a:cubicBezTo>
                            <a:pt x="1960" y="287"/>
                            <a:pt x="2212" y="905"/>
                            <a:pt x="1995" y="1428"/>
                          </a:cubicBezTo>
                          <a:cubicBezTo>
                            <a:pt x="1778" y="1951"/>
                            <a:pt x="1173" y="2205"/>
                            <a:pt x="643" y="1983"/>
                          </a:cubicBezTo>
                          <a:cubicBezTo>
                            <a:pt x="113" y="1777"/>
                            <a:pt x="-140" y="1174"/>
                            <a:pt x="79" y="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82" name="Freeform: Shape 1181">
                      <a:extLst>
                        <a:ext uri="{FF2B5EF4-FFF2-40B4-BE49-F238E27FC236}">
                          <a16:creationId xmlns:a16="http://schemas.microsoft.com/office/drawing/2014/main" id="{A9CF1B15-62E7-68A8-207C-AF37956618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640" y="5039975"/>
                      <a:ext cx="2072" cy="2072"/>
                    </a:xfrm>
                    <a:custGeom>
                      <a:avLst/>
                      <a:gdLst>
                        <a:gd name="connsiteX0" fmla="*/ 78 w 2072"/>
                        <a:gd name="connsiteY0" fmla="*/ 635 h 2072"/>
                        <a:gd name="connsiteX1" fmla="*/ 1430 w 2072"/>
                        <a:gd name="connsiteY1" fmla="*/ 81 h 2072"/>
                        <a:gd name="connsiteX2" fmla="*/ 1995 w 2072"/>
                        <a:gd name="connsiteY2" fmla="*/ 1428 h 2072"/>
                        <a:gd name="connsiteX3" fmla="*/ 642 w 2072"/>
                        <a:gd name="connsiteY3" fmla="*/ 1999 h 2072"/>
                        <a:gd name="connsiteX4" fmla="*/ 78 w 2072"/>
                        <a:gd name="connsiteY4" fmla="*/ 635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2">
                          <a:moveTo>
                            <a:pt x="78" y="635"/>
                          </a:moveTo>
                          <a:cubicBezTo>
                            <a:pt x="295" y="112"/>
                            <a:pt x="901" y="-141"/>
                            <a:pt x="1430" y="81"/>
                          </a:cubicBezTo>
                          <a:cubicBezTo>
                            <a:pt x="1960" y="287"/>
                            <a:pt x="2212" y="905"/>
                            <a:pt x="1995" y="1428"/>
                          </a:cubicBezTo>
                          <a:cubicBezTo>
                            <a:pt x="1777" y="1967"/>
                            <a:pt x="1172" y="2205"/>
                            <a:pt x="642" y="1999"/>
                          </a:cubicBezTo>
                          <a:cubicBezTo>
                            <a:pt x="113" y="1777"/>
                            <a:pt x="-139" y="1175"/>
                            <a:pt x="78" y="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83" name="Freeform: Shape 1182">
                      <a:extLst>
                        <a:ext uri="{FF2B5EF4-FFF2-40B4-BE49-F238E27FC236}">
                          <a16:creationId xmlns:a16="http://schemas.microsoft.com/office/drawing/2014/main" id="{E59B58D7-5101-0479-D71E-792B3C4F03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596" y="5047942"/>
                      <a:ext cx="2072" cy="2070"/>
                    </a:xfrm>
                    <a:custGeom>
                      <a:avLst/>
                      <a:gdLst>
                        <a:gd name="connsiteX0" fmla="*/ 78 w 2072"/>
                        <a:gd name="connsiteY0" fmla="*/ 642 h 2070"/>
                        <a:gd name="connsiteX1" fmla="*/ 1430 w 2072"/>
                        <a:gd name="connsiteY1" fmla="*/ 72 h 2070"/>
                        <a:gd name="connsiteX2" fmla="*/ 1995 w 2072"/>
                        <a:gd name="connsiteY2" fmla="*/ 1435 h 2070"/>
                        <a:gd name="connsiteX3" fmla="*/ 642 w 2072"/>
                        <a:gd name="connsiteY3" fmla="*/ 1990 h 2070"/>
                        <a:gd name="connsiteX4" fmla="*/ 78 w 2072"/>
                        <a:gd name="connsiteY4" fmla="*/ 642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0">
                          <a:moveTo>
                            <a:pt x="78" y="642"/>
                          </a:moveTo>
                          <a:cubicBezTo>
                            <a:pt x="295" y="119"/>
                            <a:pt x="901" y="-135"/>
                            <a:pt x="1430" y="72"/>
                          </a:cubicBezTo>
                          <a:cubicBezTo>
                            <a:pt x="1960" y="294"/>
                            <a:pt x="2212" y="896"/>
                            <a:pt x="1995" y="1435"/>
                          </a:cubicBezTo>
                          <a:cubicBezTo>
                            <a:pt x="1777" y="1958"/>
                            <a:pt x="1172" y="2212"/>
                            <a:pt x="642" y="1990"/>
                          </a:cubicBezTo>
                          <a:cubicBezTo>
                            <a:pt x="113" y="1784"/>
                            <a:pt x="-139" y="1181"/>
                            <a:pt x="78" y="64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84" name="Freeform: Shape 1183">
                      <a:extLst>
                        <a:ext uri="{FF2B5EF4-FFF2-40B4-BE49-F238E27FC236}">
                          <a16:creationId xmlns:a16="http://schemas.microsoft.com/office/drawing/2014/main" id="{FE06F362-0522-0FCA-AA8C-31FD59345C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849" y="5047347"/>
                      <a:ext cx="2072" cy="2078"/>
                    </a:xfrm>
                    <a:custGeom>
                      <a:avLst/>
                      <a:gdLst>
                        <a:gd name="connsiteX0" fmla="*/ 78 w 2072"/>
                        <a:gd name="connsiteY0" fmla="*/ 651 h 2078"/>
                        <a:gd name="connsiteX1" fmla="*/ 1430 w 2072"/>
                        <a:gd name="connsiteY1" fmla="*/ 80 h 2078"/>
                        <a:gd name="connsiteX2" fmla="*/ 1995 w 2072"/>
                        <a:gd name="connsiteY2" fmla="*/ 1428 h 2078"/>
                        <a:gd name="connsiteX3" fmla="*/ 642 w 2072"/>
                        <a:gd name="connsiteY3" fmla="*/ 1998 h 2078"/>
                        <a:gd name="connsiteX4" fmla="*/ 78 w 2072"/>
                        <a:gd name="connsiteY4" fmla="*/ 651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8">
                          <a:moveTo>
                            <a:pt x="78" y="651"/>
                          </a:moveTo>
                          <a:cubicBezTo>
                            <a:pt x="295" y="112"/>
                            <a:pt x="901" y="-142"/>
                            <a:pt x="1430" y="80"/>
                          </a:cubicBezTo>
                          <a:cubicBezTo>
                            <a:pt x="1960" y="302"/>
                            <a:pt x="2212" y="905"/>
                            <a:pt x="1995" y="1428"/>
                          </a:cubicBezTo>
                          <a:cubicBezTo>
                            <a:pt x="1777" y="1967"/>
                            <a:pt x="1172" y="2220"/>
                            <a:pt x="642" y="1998"/>
                          </a:cubicBezTo>
                          <a:cubicBezTo>
                            <a:pt x="113" y="1777"/>
                            <a:pt x="-139" y="1174"/>
                            <a:pt x="78" y="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85" name="Freeform: Shape 1184">
                      <a:extLst>
                        <a:ext uri="{FF2B5EF4-FFF2-40B4-BE49-F238E27FC236}">
                          <a16:creationId xmlns:a16="http://schemas.microsoft.com/office/drawing/2014/main" id="{E85CB8D2-B815-7B91-BD8A-9C34C0973E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501" y="5063248"/>
                      <a:ext cx="2073" cy="2070"/>
                    </a:xfrm>
                    <a:custGeom>
                      <a:avLst/>
                      <a:gdLst>
                        <a:gd name="connsiteX0" fmla="*/ 79 w 2073"/>
                        <a:gd name="connsiteY0" fmla="*/ 635 h 2070"/>
                        <a:gd name="connsiteX1" fmla="*/ 1431 w 2073"/>
                        <a:gd name="connsiteY1" fmla="*/ 81 h 2070"/>
                        <a:gd name="connsiteX2" fmla="*/ 1995 w 2073"/>
                        <a:gd name="connsiteY2" fmla="*/ 1428 h 2070"/>
                        <a:gd name="connsiteX3" fmla="*/ 643 w 2073"/>
                        <a:gd name="connsiteY3" fmla="*/ 1999 h 2070"/>
                        <a:gd name="connsiteX4" fmla="*/ 79 w 2073"/>
                        <a:gd name="connsiteY4" fmla="*/ 635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0">
                          <a:moveTo>
                            <a:pt x="79" y="635"/>
                          </a:moveTo>
                          <a:cubicBezTo>
                            <a:pt x="296" y="112"/>
                            <a:pt x="901" y="-141"/>
                            <a:pt x="1431" y="81"/>
                          </a:cubicBezTo>
                          <a:cubicBezTo>
                            <a:pt x="1960" y="287"/>
                            <a:pt x="2212" y="905"/>
                            <a:pt x="1995" y="1428"/>
                          </a:cubicBezTo>
                          <a:cubicBezTo>
                            <a:pt x="1778" y="1951"/>
                            <a:pt x="1173" y="2205"/>
                            <a:pt x="643" y="1999"/>
                          </a:cubicBezTo>
                          <a:cubicBezTo>
                            <a:pt x="113" y="1777"/>
                            <a:pt x="-140" y="1174"/>
                            <a:pt x="79" y="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86" name="Freeform: Shape 1185">
                      <a:extLst>
                        <a:ext uri="{FF2B5EF4-FFF2-40B4-BE49-F238E27FC236}">
                          <a16:creationId xmlns:a16="http://schemas.microsoft.com/office/drawing/2014/main" id="{728A4D23-D61A-C627-2EF7-B6D7FBF3E6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958" y="5067766"/>
                      <a:ext cx="2072" cy="2070"/>
                    </a:xfrm>
                    <a:custGeom>
                      <a:avLst/>
                      <a:gdLst>
                        <a:gd name="connsiteX0" fmla="*/ 78 w 2072"/>
                        <a:gd name="connsiteY0" fmla="*/ 635 h 2070"/>
                        <a:gd name="connsiteX1" fmla="*/ 1430 w 2072"/>
                        <a:gd name="connsiteY1" fmla="*/ 81 h 2070"/>
                        <a:gd name="connsiteX2" fmla="*/ 1995 w 2072"/>
                        <a:gd name="connsiteY2" fmla="*/ 1428 h 2070"/>
                        <a:gd name="connsiteX3" fmla="*/ 642 w 2072"/>
                        <a:gd name="connsiteY3" fmla="*/ 1999 h 2070"/>
                        <a:gd name="connsiteX4" fmla="*/ 78 w 2072"/>
                        <a:gd name="connsiteY4" fmla="*/ 635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0">
                          <a:moveTo>
                            <a:pt x="78" y="635"/>
                          </a:moveTo>
                          <a:cubicBezTo>
                            <a:pt x="295" y="112"/>
                            <a:pt x="901" y="-141"/>
                            <a:pt x="1430" y="81"/>
                          </a:cubicBezTo>
                          <a:cubicBezTo>
                            <a:pt x="1960" y="287"/>
                            <a:pt x="2212" y="905"/>
                            <a:pt x="1995" y="1428"/>
                          </a:cubicBezTo>
                          <a:cubicBezTo>
                            <a:pt x="1777" y="1951"/>
                            <a:pt x="1172" y="2205"/>
                            <a:pt x="642" y="1999"/>
                          </a:cubicBezTo>
                          <a:cubicBezTo>
                            <a:pt x="113" y="1777"/>
                            <a:pt x="-139" y="1175"/>
                            <a:pt x="78" y="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87" name="Freeform: Shape 1186">
                      <a:extLst>
                        <a:ext uri="{FF2B5EF4-FFF2-40B4-BE49-F238E27FC236}">
                          <a16:creationId xmlns:a16="http://schemas.microsoft.com/office/drawing/2014/main" id="{7B80EA0A-8F34-9AA7-15EF-FF649CD9F4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178" y="5062068"/>
                      <a:ext cx="2072" cy="2070"/>
                    </a:xfrm>
                    <a:custGeom>
                      <a:avLst/>
                      <a:gdLst>
                        <a:gd name="connsiteX0" fmla="*/ 78 w 2072"/>
                        <a:gd name="connsiteY0" fmla="*/ 642 h 2070"/>
                        <a:gd name="connsiteX1" fmla="*/ 1430 w 2072"/>
                        <a:gd name="connsiteY1" fmla="*/ 72 h 2070"/>
                        <a:gd name="connsiteX2" fmla="*/ 1995 w 2072"/>
                        <a:gd name="connsiteY2" fmla="*/ 1435 h 2070"/>
                        <a:gd name="connsiteX3" fmla="*/ 642 w 2072"/>
                        <a:gd name="connsiteY3" fmla="*/ 1990 h 2070"/>
                        <a:gd name="connsiteX4" fmla="*/ 78 w 2072"/>
                        <a:gd name="connsiteY4" fmla="*/ 642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0">
                          <a:moveTo>
                            <a:pt x="78" y="642"/>
                          </a:moveTo>
                          <a:cubicBezTo>
                            <a:pt x="295" y="119"/>
                            <a:pt x="901" y="-135"/>
                            <a:pt x="1430" y="72"/>
                          </a:cubicBezTo>
                          <a:cubicBezTo>
                            <a:pt x="1960" y="294"/>
                            <a:pt x="2212" y="896"/>
                            <a:pt x="1995" y="1435"/>
                          </a:cubicBezTo>
                          <a:cubicBezTo>
                            <a:pt x="1777" y="1958"/>
                            <a:pt x="1172" y="2212"/>
                            <a:pt x="642" y="1990"/>
                          </a:cubicBezTo>
                          <a:cubicBezTo>
                            <a:pt x="113" y="1768"/>
                            <a:pt x="-139" y="1165"/>
                            <a:pt x="78" y="64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88" name="Freeform: Shape 1187">
                      <a:extLst>
                        <a:ext uri="{FF2B5EF4-FFF2-40B4-BE49-F238E27FC236}">
                          <a16:creationId xmlns:a16="http://schemas.microsoft.com/office/drawing/2014/main" id="{EBA5DF01-BFC1-EB6B-CB57-310BF96AED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060" y="5065934"/>
                      <a:ext cx="2073" cy="2072"/>
                    </a:xfrm>
                    <a:custGeom>
                      <a:avLst/>
                      <a:gdLst>
                        <a:gd name="connsiteX0" fmla="*/ 79 w 2073"/>
                        <a:gd name="connsiteY0" fmla="*/ 644 h 2072"/>
                        <a:gd name="connsiteX1" fmla="*/ 1431 w 2073"/>
                        <a:gd name="connsiteY1" fmla="*/ 74 h 2072"/>
                        <a:gd name="connsiteX2" fmla="*/ 1995 w 2073"/>
                        <a:gd name="connsiteY2" fmla="*/ 1437 h 2072"/>
                        <a:gd name="connsiteX3" fmla="*/ 643 w 2073"/>
                        <a:gd name="connsiteY3" fmla="*/ 1992 h 2072"/>
                        <a:gd name="connsiteX4" fmla="*/ 79 w 2073"/>
                        <a:gd name="connsiteY4" fmla="*/ 644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2">
                          <a:moveTo>
                            <a:pt x="79" y="644"/>
                          </a:moveTo>
                          <a:cubicBezTo>
                            <a:pt x="296" y="105"/>
                            <a:pt x="901" y="-132"/>
                            <a:pt x="1431" y="74"/>
                          </a:cubicBezTo>
                          <a:cubicBezTo>
                            <a:pt x="1960" y="296"/>
                            <a:pt x="2212" y="898"/>
                            <a:pt x="1995" y="1437"/>
                          </a:cubicBezTo>
                          <a:cubicBezTo>
                            <a:pt x="1778" y="1960"/>
                            <a:pt x="1173" y="2214"/>
                            <a:pt x="643" y="1992"/>
                          </a:cubicBezTo>
                          <a:cubicBezTo>
                            <a:pt x="113" y="1786"/>
                            <a:pt x="-140" y="1168"/>
                            <a:pt x="79" y="64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89" name="Freeform: Shape 1188">
                      <a:extLst>
                        <a:ext uri="{FF2B5EF4-FFF2-40B4-BE49-F238E27FC236}">
                          <a16:creationId xmlns:a16="http://schemas.microsoft.com/office/drawing/2014/main" id="{AA70602B-DB04-B6E3-757A-6242CCCFBD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269" y="5057271"/>
                      <a:ext cx="2073" cy="2078"/>
                    </a:xfrm>
                    <a:custGeom>
                      <a:avLst/>
                      <a:gdLst>
                        <a:gd name="connsiteX0" fmla="*/ 79 w 2073"/>
                        <a:gd name="connsiteY0" fmla="*/ 651 h 2078"/>
                        <a:gd name="connsiteX1" fmla="*/ 1431 w 2073"/>
                        <a:gd name="connsiteY1" fmla="*/ 80 h 2078"/>
                        <a:gd name="connsiteX2" fmla="*/ 1995 w 2073"/>
                        <a:gd name="connsiteY2" fmla="*/ 1428 h 2078"/>
                        <a:gd name="connsiteX3" fmla="*/ 643 w 2073"/>
                        <a:gd name="connsiteY3" fmla="*/ 1998 h 2078"/>
                        <a:gd name="connsiteX4" fmla="*/ 79 w 2073"/>
                        <a:gd name="connsiteY4" fmla="*/ 651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79" y="651"/>
                          </a:moveTo>
                          <a:cubicBezTo>
                            <a:pt x="296" y="112"/>
                            <a:pt x="901" y="-142"/>
                            <a:pt x="1431" y="80"/>
                          </a:cubicBezTo>
                          <a:cubicBezTo>
                            <a:pt x="1960" y="302"/>
                            <a:pt x="2212" y="905"/>
                            <a:pt x="1995" y="1428"/>
                          </a:cubicBezTo>
                          <a:cubicBezTo>
                            <a:pt x="1778" y="1967"/>
                            <a:pt x="1172" y="2220"/>
                            <a:pt x="643" y="1998"/>
                          </a:cubicBezTo>
                          <a:cubicBezTo>
                            <a:pt x="114" y="1777"/>
                            <a:pt x="-140" y="1174"/>
                            <a:pt x="79" y="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90" name="Freeform: Shape 1189">
                      <a:extLst>
                        <a:ext uri="{FF2B5EF4-FFF2-40B4-BE49-F238E27FC236}">
                          <a16:creationId xmlns:a16="http://schemas.microsoft.com/office/drawing/2014/main" id="{FD745A45-6CA0-D398-8E4B-D5E72EC245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736" y="5073457"/>
                      <a:ext cx="2073" cy="2079"/>
                    </a:xfrm>
                    <a:custGeom>
                      <a:avLst/>
                      <a:gdLst>
                        <a:gd name="connsiteX0" fmla="*/ 79 w 2073"/>
                        <a:gd name="connsiteY0" fmla="*/ 636 h 2079"/>
                        <a:gd name="connsiteX1" fmla="*/ 1431 w 2073"/>
                        <a:gd name="connsiteY1" fmla="*/ 81 h 2079"/>
                        <a:gd name="connsiteX2" fmla="*/ 1995 w 2073"/>
                        <a:gd name="connsiteY2" fmla="*/ 1428 h 2079"/>
                        <a:gd name="connsiteX3" fmla="*/ 643 w 2073"/>
                        <a:gd name="connsiteY3" fmla="*/ 1999 h 2079"/>
                        <a:gd name="connsiteX4" fmla="*/ 79 w 2073"/>
                        <a:gd name="connsiteY4" fmla="*/ 636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9">
                          <a:moveTo>
                            <a:pt x="79" y="636"/>
                          </a:moveTo>
                          <a:cubicBezTo>
                            <a:pt x="296" y="112"/>
                            <a:pt x="901" y="-141"/>
                            <a:pt x="1431" y="81"/>
                          </a:cubicBezTo>
                          <a:cubicBezTo>
                            <a:pt x="1960" y="302"/>
                            <a:pt x="2212" y="905"/>
                            <a:pt x="1995" y="1428"/>
                          </a:cubicBezTo>
                          <a:cubicBezTo>
                            <a:pt x="1778" y="1967"/>
                            <a:pt x="1172" y="2221"/>
                            <a:pt x="643" y="1999"/>
                          </a:cubicBezTo>
                          <a:cubicBezTo>
                            <a:pt x="114" y="1777"/>
                            <a:pt x="-140" y="1175"/>
                            <a:pt x="79" y="63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91" name="Freeform: Shape 1190">
                      <a:extLst>
                        <a:ext uri="{FF2B5EF4-FFF2-40B4-BE49-F238E27FC236}">
                          <a16:creationId xmlns:a16="http://schemas.microsoft.com/office/drawing/2014/main" id="{DEA3CD75-9E56-2D31-A91C-A87E30E172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9989" y="5072864"/>
                      <a:ext cx="2073" cy="2070"/>
                    </a:xfrm>
                    <a:custGeom>
                      <a:avLst/>
                      <a:gdLst>
                        <a:gd name="connsiteX0" fmla="*/ 79 w 2073"/>
                        <a:gd name="connsiteY0" fmla="*/ 642 h 2070"/>
                        <a:gd name="connsiteX1" fmla="*/ 1431 w 2073"/>
                        <a:gd name="connsiteY1" fmla="*/ 72 h 2070"/>
                        <a:gd name="connsiteX2" fmla="*/ 1995 w 2073"/>
                        <a:gd name="connsiteY2" fmla="*/ 1435 h 2070"/>
                        <a:gd name="connsiteX3" fmla="*/ 643 w 2073"/>
                        <a:gd name="connsiteY3" fmla="*/ 1990 h 2070"/>
                        <a:gd name="connsiteX4" fmla="*/ 79 w 2073"/>
                        <a:gd name="connsiteY4" fmla="*/ 642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0">
                          <a:moveTo>
                            <a:pt x="79" y="642"/>
                          </a:moveTo>
                          <a:cubicBezTo>
                            <a:pt x="296" y="119"/>
                            <a:pt x="901" y="-135"/>
                            <a:pt x="1431" y="72"/>
                          </a:cubicBezTo>
                          <a:cubicBezTo>
                            <a:pt x="1960" y="294"/>
                            <a:pt x="2212" y="896"/>
                            <a:pt x="1995" y="1435"/>
                          </a:cubicBezTo>
                          <a:cubicBezTo>
                            <a:pt x="1778" y="1958"/>
                            <a:pt x="1173" y="2212"/>
                            <a:pt x="643" y="1990"/>
                          </a:cubicBezTo>
                          <a:cubicBezTo>
                            <a:pt x="113" y="1784"/>
                            <a:pt x="-140" y="1166"/>
                            <a:pt x="79" y="64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92" name="Freeform: Shape 1191">
                      <a:extLst>
                        <a:ext uri="{FF2B5EF4-FFF2-40B4-BE49-F238E27FC236}">
                          <a16:creationId xmlns:a16="http://schemas.microsoft.com/office/drawing/2014/main" id="{9F5B0F93-0DE4-BA23-C848-4A161E9EA0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130" y="5042686"/>
                      <a:ext cx="2072" cy="2070"/>
                    </a:xfrm>
                    <a:custGeom>
                      <a:avLst/>
                      <a:gdLst>
                        <a:gd name="connsiteX0" fmla="*/ 78 w 2072"/>
                        <a:gd name="connsiteY0" fmla="*/ 635 h 2070"/>
                        <a:gd name="connsiteX1" fmla="*/ 1430 w 2072"/>
                        <a:gd name="connsiteY1" fmla="*/ 81 h 2070"/>
                        <a:gd name="connsiteX2" fmla="*/ 1995 w 2072"/>
                        <a:gd name="connsiteY2" fmla="*/ 1428 h 2070"/>
                        <a:gd name="connsiteX3" fmla="*/ 642 w 2072"/>
                        <a:gd name="connsiteY3" fmla="*/ 1999 h 2070"/>
                        <a:gd name="connsiteX4" fmla="*/ 78 w 2072"/>
                        <a:gd name="connsiteY4" fmla="*/ 635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0">
                          <a:moveTo>
                            <a:pt x="78" y="635"/>
                          </a:moveTo>
                          <a:cubicBezTo>
                            <a:pt x="295" y="112"/>
                            <a:pt x="901" y="-141"/>
                            <a:pt x="1430" y="81"/>
                          </a:cubicBezTo>
                          <a:cubicBezTo>
                            <a:pt x="1960" y="287"/>
                            <a:pt x="2212" y="889"/>
                            <a:pt x="1995" y="1428"/>
                          </a:cubicBezTo>
                          <a:cubicBezTo>
                            <a:pt x="1777" y="1951"/>
                            <a:pt x="1172" y="2205"/>
                            <a:pt x="642" y="1999"/>
                          </a:cubicBezTo>
                          <a:cubicBezTo>
                            <a:pt x="113" y="1777"/>
                            <a:pt x="-139" y="1174"/>
                            <a:pt x="78" y="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93" name="Freeform: Shape 1192">
                      <a:extLst>
                        <a:ext uri="{FF2B5EF4-FFF2-40B4-BE49-F238E27FC236}">
                          <a16:creationId xmlns:a16="http://schemas.microsoft.com/office/drawing/2014/main" id="{B67D1CC7-39E9-C18C-31A5-DAF3A9BAE0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451" y="5044532"/>
                      <a:ext cx="2072" cy="2072"/>
                    </a:xfrm>
                    <a:custGeom>
                      <a:avLst/>
                      <a:gdLst>
                        <a:gd name="connsiteX0" fmla="*/ 78 w 2072"/>
                        <a:gd name="connsiteY0" fmla="*/ 644 h 2072"/>
                        <a:gd name="connsiteX1" fmla="*/ 1430 w 2072"/>
                        <a:gd name="connsiteY1" fmla="*/ 74 h 2072"/>
                        <a:gd name="connsiteX2" fmla="*/ 1995 w 2072"/>
                        <a:gd name="connsiteY2" fmla="*/ 1437 h 2072"/>
                        <a:gd name="connsiteX3" fmla="*/ 642 w 2072"/>
                        <a:gd name="connsiteY3" fmla="*/ 1992 h 2072"/>
                        <a:gd name="connsiteX4" fmla="*/ 78 w 2072"/>
                        <a:gd name="connsiteY4" fmla="*/ 644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2">
                          <a:moveTo>
                            <a:pt x="78" y="644"/>
                          </a:moveTo>
                          <a:cubicBezTo>
                            <a:pt x="295" y="105"/>
                            <a:pt x="901" y="-132"/>
                            <a:pt x="1430" y="74"/>
                          </a:cubicBezTo>
                          <a:cubicBezTo>
                            <a:pt x="1960" y="296"/>
                            <a:pt x="2212" y="898"/>
                            <a:pt x="1995" y="1437"/>
                          </a:cubicBezTo>
                          <a:cubicBezTo>
                            <a:pt x="1777" y="1960"/>
                            <a:pt x="1172" y="2214"/>
                            <a:pt x="642" y="1992"/>
                          </a:cubicBezTo>
                          <a:cubicBezTo>
                            <a:pt x="113" y="1786"/>
                            <a:pt x="-139" y="1168"/>
                            <a:pt x="78" y="64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94" name="Freeform: Shape 1193">
                      <a:extLst>
                        <a:ext uri="{FF2B5EF4-FFF2-40B4-BE49-F238E27FC236}">
                          <a16:creationId xmlns:a16="http://schemas.microsoft.com/office/drawing/2014/main" id="{2B21E421-C28F-33DC-2C18-B614741447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1200" y="5047426"/>
                      <a:ext cx="2073" cy="2063"/>
                    </a:xfrm>
                    <a:custGeom>
                      <a:avLst/>
                      <a:gdLst>
                        <a:gd name="connsiteX0" fmla="*/ 79 w 2073"/>
                        <a:gd name="connsiteY0" fmla="*/ 635 h 2063"/>
                        <a:gd name="connsiteX1" fmla="*/ 1431 w 2073"/>
                        <a:gd name="connsiteY1" fmla="*/ 81 h 2063"/>
                        <a:gd name="connsiteX2" fmla="*/ 1995 w 2073"/>
                        <a:gd name="connsiteY2" fmla="*/ 1428 h 2063"/>
                        <a:gd name="connsiteX3" fmla="*/ 643 w 2073"/>
                        <a:gd name="connsiteY3" fmla="*/ 1983 h 2063"/>
                        <a:gd name="connsiteX4" fmla="*/ 79 w 2073"/>
                        <a:gd name="connsiteY4" fmla="*/ 635 h 206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3">
                          <a:moveTo>
                            <a:pt x="79" y="635"/>
                          </a:moveTo>
                          <a:cubicBezTo>
                            <a:pt x="296" y="112"/>
                            <a:pt x="901" y="-141"/>
                            <a:pt x="1431" y="81"/>
                          </a:cubicBezTo>
                          <a:cubicBezTo>
                            <a:pt x="1960" y="287"/>
                            <a:pt x="2212" y="889"/>
                            <a:pt x="1995" y="1428"/>
                          </a:cubicBezTo>
                          <a:cubicBezTo>
                            <a:pt x="1778" y="1951"/>
                            <a:pt x="1172" y="2205"/>
                            <a:pt x="643" y="1983"/>
                          </a:cubicBezTo>
                          <a:cubicBezTo>
                            <a:pt x="114" y="1777"/>
                            <a:pt x="-140" y="1158"/>
                            <a:pt x="79" y="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95" name="Freeform: Shape 1194">
                      <a:extLst>
                        <a:ext uri="{FF2B5EF4-FFF2-40B4-BE49-F238E27FC236}">
                          <a16:creationId xmlns:a16="http://schemas.microsoft.com/office/drawing/2014/main" id="{5BCE492D-4249-8864-BC65-BACC29BFFE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242" y="5046713"/>
                      <a:ext cx="2072" cy="2072"/>
                    </a:xfrm>
                    <a:custGeom>
                      <a:avLst/>
                      <a:gdLst>
                        <a:gd name="connsiteX0" fmla="*/ 78 w 2072"/>
                        <a:gd name="connsiteY0" fmla="*/ 635 h 2072"/>
                        <a:gd name="connsiteX1" fmla="*/ 1430 w 2072"/>
                        <a:gd name="connsiteY1" fmla="*/ 81 h 2072"/>
                        <a:gd name="connsiteX2" fmla="*/ 1995 w 2072"/>
                        <a:gd name="connsiteY2" fmla="*/ 1428 h 2072"/>
                        <a:gd name="connsiteX3" fmla="*/ 642 w 2072"/>
                        <a:gd name="connsiteY3" fmla="*/ 1999 h 2072"/>
                        <a:gd name="connsiteX4" fmla="*/ 78 w 2072"/>
                        <a:gd name="connsiteY4" fmla="*/ 635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2">
                          <a:moveTo>
                            <a:pt x="78" y="635"/>
                          </a:moveTo>
                          <a:cubicBezTo>
                            <a:pt x="295" y="112"/>
                            <a:pt x="901" y="-141"/>
                            <a:pt x="1430" y="81"/>
                          </a:cubicBezTo>
                          <a:cubicBezTo>
                            <a:pt x="1960" y="287"/>
                            <a:pt x="2212" y="905"/>
                            <a:pt x="1995" y="1428"/>
                          </a:cubicBezTo>
                          <a:cubicBezTo>
                            <a:pt x="1777" y="1967"/>
                            <a:pt x="1172" y="2205"/>
                            <a:pt x="642" y="1999"/>
                          </a:cubicBezTo>
                          <a:cubicBezTo>
                            <a:pt x="113" y="1777"/>
                            <a:pt x="-139" y="1175"/>
                            <a:pt x="78" y="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96" name="Freeform: Shape 1195">
                      <a:extLst>
                        <a:ext uri="{FF2B5EF4-FFF2-40B4-BE49-F238E27FC236}">
                          <a16:creationId xmlns:a16="http://schemas.microsoft.com/office/drawing/2014/main" id="{7DCD75F5-3784-2376-DCD5-1371C5CBA2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086" y="5037359"/>
                      <a:ext cx="2072" cy="2078"/>
                    </a:xfrm>
                    <a:custGeom>
                      <a:avLst/>
                      <a:gdLst>
                        <a:gd name="connsiteX0" fmla="*/ 78 w 2072"/>
                        <a:gd name="connsiteY0" fmla="*/ 651 h 2078"/>
                        <a:gd name="connsiteX1" fmla="*/ 1430 w 2072"/>
                        <a:gd name="connsiteY1" fmla="*/ 80 h 2078"/>
                        <a:gd name="connsiteX2" fmla="*/ 1995 w 2072"/>
                        <a:gd name="connsiteY2" fmla="*/ 1428 h 2078"/>
                        <a:gd name="connsiteX3" fmla="*/ 642 w 2072"/>
                        <a:gd name="connsiteY3" fmla="*/ 1999 h 2078"/>
                        <a:gd name="connsiteX4" fmla="*/ 78 w 2072"/>
                        <a:gd name="connsiteY4" fmla="*/ 651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8">
                          <a:moveTo>
                            <a:pt x="78" y="651"/>
                          </a:moveTo>
                          <a:cubicBezTo>
                            <a:pt x="295" y="112"/>
                            <a:pt x="901" y="-142"/>
                            <a:pt x="1430" y="80"/>
                          </a:cubicBezTo>
                          <a:cubicBezTo>
                            <a:pt x="1960" y="302"/>
                            <a:pt x="2212" y="905"/>
                            <a:pt x="1995" y="1428"/>
                          </a:cubicBezTo>
                          <a:cubicBezTo>
                            <a:pt x="1777" y="1967"/>
                            <a:pt x="1172" y="2221"/>
                            <a:pt x="642" y="1999"/>
                          </a:cubicBezTo>
                          <a:cubicBezTo>
                            <a:pt x="113" y="1777"/>
                            <a:pt x="-139" y="1174"/>
                            <a:pt x="78" y="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97" name="Freeform: Shape 1196">
                      <a:extLst>
                        <a:ext uri="{FF2B5EF4-FFF2-40B4-BE49-F238E27FC236}">
                          <a16:creationId xmlns:a16="http://schemas.microsoft.com/office/drawing/2014/main" id="{F59E0BBE-B781-02F0-2BDA-B39DF0FA45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230" y="5050232"/>
                      <a:ext cx="2073" cy="2070"/>
                    </a:xfrm>
                    <a:custGeom>
                      <a:avLst/>
                      <a:gdLst>
                        <a:gd name="connsiteX0" fmla="*/ 79 w 2073"/>
                        <a:gd name="connsiteY0" fmla="*/ 635 h 2070"/>
                        <a:gd name="connsiteX1" fmla="*/ 1431 w 2073"/>
                        <a:gd name="connsiteY1" fmla="*/ 81 h 2070"/>
                        <a:gd name="connsiteX2" fmla="*/ 1995 w 2073"/>
                        <a:gd name="connsiteY2" fmla="*/ 1428 h 2070"/>
                        <a:gd name="connsiteX3" fmla="*/ 643 w 2073"/>
                        <a:gd name="connsiteY3" fmla="*/ 1999 h 2070"/>
                        <a:gd name="connsiteX4" fmla="*/ 79 w 2073"/>
                        <a:gd name="connsiteY4" fmla="*/ 635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0">
                          <a:moveTo>
                            <a:pt x="79" y="635"/>
                          </a:moveTo>
                          <a:cubicBezTo>
                            <a:pt x="296" y="112"/>
                            <a:pt x="901" y="-141"/>
                            <a:pt x="1431" y="81"/>
                          </a:cubicBezTo>
                          <a:cubicBezTo>
                            <a:pt x="1960" y="286"/>
                            <a:pt x="2212" y="889"/>
                            <a:pt x="1995" y="1428"/>
                          </a:cubicBezTo>
                          <a:cubicBezTo>
                            <a:pt x="1778" y="1951"/>
                            <a:pt x="1172" y="2205"/>
                            <a:pt x="643" y="1999"/>
                          </a:cubicBezTo>
                          <a:cubicBezTo>
                            <a:pt x="114" y="1777"/>
                            <a:pt x="-140" y="1174"/>
                            <a:pt x="79" y="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98" name="Freeform: Shape 1197">
                      <a:extLst>
                        <a:ext uri="{FF2B5EF4-FFF2-40B4-BE49-F238E27FC236}">
                          <a16:creationId xmlns:a16="http://schemas.microsoft.com/office/drawing/2014/main" id="{0D10D7DD-CF63-E934-C07D-F657A88F0D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991" y="5057248"/>
                      <a:ext cx="2073" cy="2070"/>
                    </a:xfrm>
                    <a:custGeom>
                      <a:avLst/>
                      <a:gdLst>
                        <a:gd name="connsiteX0" fmla="*/ 79 w 2073"/>
                        <a:gd name="connsiteY0" fmla="*/ 642 h 2070"/>
                        <a:gd name="connsiteX1" fmla="*/ 1431 w 2073"/>
                        <a:gd name="connsiteY1" fmla="*/ 72 h 2070"/>
                        <a:gd name="connsiteX2" fmla="*/ 1995 w 2073"/>
                        <a:gd name="connsiteY2" fmla="*/ 1435 h 2070"/>
                        <a:gd name="connsiteX3" fmla="*/ 643 w 2073"/>
                        <a:gd name="connsiteY3" fmla="*/ 1990 h 2070"/>
                        <a:gd name="connsiteX4" fmla="*/ 79 w 2073"/>
                        <a:gd name="connsiteY4" fmla="*/ 642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0">
                          <a:moveTo>
                            <a:pt x="79" y="642"/>
                          </a:moveTo>
                          <a:cubicBezTo>
                            <a:pt x="296" y="119"/>
                            <a:pt x="901" y="-135"/>
                            <a:pt x="1431" y="72"/>
                          </a:cubicBezTo>
                          <a:cubicBezTo>
                            <a:pt x="1960" y="294"/>
                            <a:pt x="2212" y="896"/>
                            <a:pt x="1995" y="1435"/>
                          </a:cubicBezTo>
                          <a:cubicBezTo>
                            <a:pt x="1778" y="1958"/>
                            <a:pt x="1172" y="2212"/>
                            <a:pt x="643" y="1990"/>
                          </a:cubicBezTo>
                          <a:cubicBezTo>
                            <a:pt x="114" y="1784"/>
                            <a:pt x="-140" y="1181"/>
                            <a:pt x="79" y="64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99" name="Freeform: Shape 1198">
                      <a:extLst>
                        <a:ext uri="{FF2B5EF4-FFF2-40B4-BE49-F238E27FC236}">
                          <a16:creationId xmlns:a16="http://schemas.microsoft.com/office/drawing/2014/main" id="{5CEE9A49-BE24-F27D-E683-B6BCF66543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504" y="5035425"/>
                      <a:ext cx="2072" cy="2078"/>
                    </a:xfrm>
                    <a:custGeom>
                      <a:avLst/>
                      <a:gdLst>
                        <a:gd name="connsiteX0" fmla="*/ 78 w 2072"/>
                        <a:gd name="connsiteY0" fmla="*/ 651 h 2078"/>
                        <a:gd name="connsiteX1" fmla="*/ 1430 w 2072"/>
                        <a:gd name="connsiteY1" fmla="*/ 80 h 2078"/>
                        <a:gd name="connsiteX2" fmla="*/ 1995 w 2072"/>
                        <a:gd name="connsiteY2" fmla="*/ 1428 h 2078"/>
                        <a:gd name="connsiteX3" fmla="*/ 642 w 2072"/>
                        <a:gd name="connsiteY3" fmla="*/ 1999 h 2078"/>
                        <a:gd name="connsiteX4" fmla="*/ 78 w 2072"/>
                        <a:gd name="connsiteY4" fmla="*/ 651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8">
                          <a:moveTo>
                            <a:pt x="78" y="651"/>
                          </a:moveTo>
                          <a:cubicBezTo>
                            <a:pt x="295" y="112"/>
                            <a:pt x="901" y="-142"/>
                            <a:pt x="1430" y="80"/>
                          </a:cubicBezTo>
                          <a:cubicBezTo>
                            <a:pt x="1960" y="302"/>
                            <a:pt x="2212" y="905"/>
                            <a:pt x="1995" y="1428"/>
                          </a:cubicBezTo>
                          <a:cubicBezTo>
                            <a:pt x="1777" y="1967"/>
                            <a:pt x="1172" y="2220"/>
                            <a:pt x="642" y="1999"/>
                          </a:cubicBezTo>
                          <a:cubicBezTo>
                            <a:pt x="113" y="1777"/>
                            <a:pt x="-139" y="1174"/>
                            <a:pt x="78" y="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00" name="Freeform: Shape 1199">
                      <a:extLst>
                        <a:ext uri="{FF2B5EF4-FFF2-40B4-BE49-F238E27FC236}">
                          <a16:creationId xmlns:a16="http://schemas.microsoft.com/office/drawing/2014/main" id="{7A071916-5B01-4363-FEFB-F40BBF886A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664" y="5047204"/>
                      <a:ext cx="2072" cy="2063"/>
                    </a:xfrm>
                    <a:custGeom>
                      <a:avLst/>
                      <a:gdLst>
                        <a:gd name="connsiteX0" fmla="*/ 78 w 2072"/>
                        <a:gd name="connsiteY0" fmla="*/ 635 h 2063"/>
                        <a:gd name="connsiteX1" fmla="*/ 1430 w 2072"/>
                        <a:gd name="connsiteY1" fmla="*/ 81 h 2063"/>
                        <a:gd name="connsiteX2" fmla="*/ 1995 w 2072"/>
                        <a:gd name="connsiteY2" fmla="*/ 1428 h 2063"/>
                        <a:gd name="connsiteX3" fmla="*/ 642 w 2072"/>
                        <a:gd name="connsiteY3" fmla="*/ 1983 h 2063"/>
                        <a:gd name="connsiteX4" fmla="*/ 78 w 2072"/>
                        <a:gd name="connsiteY4" fmla="*/ 635 h 206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3">
                          <a:moveTo>
                            <a:pt x="78" y="635"/>
                          </a:moveTo>
                          <a:cubicBezTo>
                            <a:pt x="295" y="112"/>
                            <a:pt x="901" y="-141"/>
                            <a:pt x="1430" y="81"/>
                          </a:cubicBezTo>
                          <a:cubicBezTo>
                            <a:pt x="1960" y="287"/>
                            <a:pt x="2212" y="889"/>
                            <a:pt x="1995" y="1428"/>
                          </a:cubicBezTo>
                          <a:cubicBezTo>
                            <a:pt x="1777" y="1951"/>
                            <a:pt x="1172" y="2205"/>
                            <a:pt x="642" y="1983"/>
                          </a:cubicBezTo>
                          <a:cubicBezTo>
                            <a:pt x="113" y="1777"/>
                            <a:pt x="-139" y="1158"/>
                            <a:pt x="78" y="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01" name="Freeform: Shape 1200">
                      <a:extLst>
                        <a:ext uri="{FF2B5EF4-FFF2-40B4-BE49-F238E27FC236}">
                          <a16:creationId xmlns:a16="http://schemas.microsoft.com/office/drawing/2014/main" id="{F10DDB82-3331-772E-643A-5BD1B76500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0240" y="5039404"/>
                      <a:ext cx="2073" cy="2070"/>
                    </a:xfrm>
                    <a:custGeom>
                      <a:avLst/>
                      <a:gdLst>
                        <a:gd name="connsiteX0" fmla="*/ 79 w 2073"/>
                        <a:gd name="connsiteY0" fmla="*/ 635 h 2070"/>
                        <a:gd name="connsiteX1" fmla="*/ 1431 w 2073"/>
                        <a:gd name="connsiteY1" fmla="*/ 81 h 2070"/>
                        <a:gd name="connsiteX2" fmla="*/ 1995 w 2073"/>
                        <a:gd name="connsiteY2" fmla="*/ 1428 h 2070"/>
                        <a:gd name="connsiteX3" fmla="*/ 643 w 2073"/>
                        <a:gd name="connsiteY3" fmla="*/ 1999 h 2070"/>
                        <a:gd name="connsiteX4" fmla="*/ 79 w 2073"/>
                        <a:gd name="connsiteY4" fmla="*/ 635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0">
                          <a:moveTo>
                            <a:pt x="79" y="635"/>
                          </a:moveTo>
                          <a:cubicBezTo>
                            <a:pt x="296" y="112"/>
                            <a:pt x="901" y="-141"/>
                            <a:pt x="1431" y="81"/>
                          </a:cubicBezTo>
                          <a:cubicBezTo>
                            <a:pt x="1960" y="287"/>
                            <a:pt x="2212" y="889"/>
                            <a:pt x="1995" y="1428"/>
                          </a:cubicBezTo>
                          <a:cubicBezTo>
                            <a:pt x="1778" y="1951"/>
                            <a:pt x="1173" y="2205"/>
                            <a:pt x="643" y="1999"/>
                          </a:cubicBezTo>
                          <a:cubicBezTo>
                            <a:pt x="113" y="1777"/>
                            <a:pt x="-140" y="1175"/>
                            <a:pt x="79" y="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02" name="Freeform: Shape 1201">
                      <a:extLst>
                        <a:ext uri="{FF2B5EF4-FFF2-40B4-BE49-F238E27FC236}">
                          <a16:creationId xmlns:a16="http://schemas.microsoft.com/office/drawing/2014/main" id="{77E22BF0-6986-80AF-6025-74B4C76F7C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480" y="5060125"/>
                      <a:ext cx="2072" cy="2070"/>
                    </a:xfrm>
                    <a:custGeom>
                      <a:avLst/>
                      <a:gdLst>
                        <a:gd name="connsiteX0" fmla="*/ 78 w 2072"/>
                        <a:gd name="connsiteY0" fmla="*/ 635 h 2070"/>
                        <a:gd name="connsiteX1" fmla="*/ 1430 w 2072"/>
                        <a:gd name="connsiteY1" fmla="*/ 81 h 2070"/>
                        <a:gd name="connsiteX2" fmla="*/ 1995 w 2072"/>
                        <a:gd name="connsiteY2" fmla="*/ 1428 h 2070"/>
                        <a:gd name="connsiteX3" fmla="*/ 642 w 2072"/>
                        <a:gd name="connsiteY3" fmla="*/ 1999 h 2070"/>
                        <a:gd name="connsiteX4" fmla="*/ 78 w 2072"/>
                        <a:gd name="connsiteY4" fmla="*/ 635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0">
                          <a:moveTo>
                            <a:pt x="78" y="635"/>
                          </a:moveTo>
                          <a:cubicBezTo>
                            <a:pt x="295" y="112"/>
                            <a:pt x="901" y="-141"/>
                            <a:pt x="1430" y="81"/>
                          </a:cubicBezTo>
                          <a:cubicBezTo>
                            <a:pt x="1960" y="287"/>
                            <a:pt x="2212" y="905"/>
                            <a:pt x="1995" y="1428"/>
                          </a:cubicBezTo>
                          <a:cubicBezTo>
                            <a:pt x="1777" y="1951"/>
                            <a:pt x="1172" y="2205"/>
                            <a:pt x="642" y="1999"/>
                          </a:cubicBezTo>
                          <a:cubicBezTo>
                            <a:pt x="113" y="1777"/>
                            <a:pt x="-139" y="1174"/>
                            <a:pt x="78" y="6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03" name="Freeform: Shape 1202">
                      <a:extLst>
                        <a:ext uri="{FF2B5EF4-FFF2-40B4-BE49-F238E27FC236}">
                          <a16:creationId xmlns:a16="http://schemas.microsoft.com/office/drawing/2014/main" id="{F34BA16D-1212-926C-225C-C9146F3792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87" y="5044921"/>
                      <a:ext cx="2073" cy="2078"/>
                    </a:xfrm>
                    <a:custGeom>
                      <a:avLst/>
                      <a:gdLst>
                        <a:gd name="connsiteX0" fmla="*/ 79 w 2073"/>
                        <a:gd name="connsiteY0" fmla="*/ 651 h 2078"/>
                        <a:gd name="connsiteX1" fmla="*/ 1431 w 2073"/>
                        <a:gd name="connsiteY1" fmla="*/ 80 h 2078"/>
                        <a:gd name="connsiteX2" fmla="*/ 1995 w 2073"/>
                        <a:gd name="connsiteY2" fmla="*/ 1428 h 2078"/>
                        <a:gd name="connsiteX3" fmla="*/ 643 w 2073"/>
                        <a:gd name="connsiteY3" fmla="*/ 1999 h 2078"/>
                        <a:gd name="connsiteX4" fmla="*/ 79 w 2073"/>
                        <a:gd name="connsiteY4" fmla="*/ 651 h 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8">
                          <a:moveTo>
                            <a:pt x="79" y="651"/>
                          </a:moveTo>
                          <a:cubicBezTo>
                            <a:pt x="296" y="112"/>
                            <a:pt x="901" y="-142"/>
                            <a:pt x="1431" y="80"/>
                          </a:cubicBezTo>
                          <a:cubicBezTo>
                            <a:pt x="1960" y="302"/>
                            <a:pt x="2212" y="905"/>
                            <a:pt x="1995" y="1428"/>
                          </a:cubicBezTo>
                          <a:cubicBezTo>
                            <a:pt x="1778" y="1967"/>
                            <a:pt x="1172" y="2221"/>
                            <a:pt x="643" y="1999"/>
                          </a:cubicBezTo>
                          <a:cubicBezTo>
                            <a:pt x="114" y="1777"/>
                            <a:pt x="-140" y="1174"/>
                            <a:pt x="79" y="65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04" name="Freeform: Shape 1203">
                      <a:extLst>
                        <a:ext uri="{FF2B5EF4-FFF2-40B4-BE49-F238E27FC236}">
                          <a16:creationId xmlns:a16="http://schemas.microsoft.com/office/drawing/2014/main" id="{51C37272-EB75-D06D-57A5-14820C476C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2526" y="5057264"/>
                      <a:ext cx="2073" cy="2070"/>
                    </a:xfrm>
                    <a:custGeom>
                      <a:avLst/>
                      <a:gdLst>
                        <a:gd name="connsiteX0" fmla="*/ 79 w 2073"/>
                        <a:gd name="connsiteY0" fmla="*/ 642 h 2070"/>
                        <a:gd name="connsiteX1" fmla="*/ 1431 w 2073"/>
                        <a:gd name="connsiteY1" fmla="*/ 72 h 2070"/>
                        <a:gd name="connsiteX2" fmla="*/ 1995 w 2073"/>
                        <a:gd name="connsiteY2" fmla="*/ 1435 h 2070"/>
                        <a:gd name="connsiteX3" fmla="*/ 643 w 2073"/>
                        <a:gd name="connsiteY3" fmla="*/ 1990 h 2070"/>
                        <a:gd name="connsiteX4" fmla="*/ 79 w 2073"/>
                        <a:gd name="connsiteY4" fmla="*/ 642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0">
                          <a:moveTo>
                            <a:pt x="79" y="642"/>
                          </a:moveTo>
                          <a:cubicBezTo>
                            <a:pt x="296" y="119"/>
                            <a:pt x="901" y="-135"/>
                            <a:pt x="1431" y="72"/>
                          </a:cubicBezTo>
                          <a:cubicBezTo>
                            <a:pt x="1960" y="294"/>
                            <a:pt x="2212" y="896"/>
                            <a:pt x="1995" y="1435"/>
                          </a:cubicBezTo>
                          <a:cubicBezTo>
                            <a:pt x="1778" y="1958"/>
                            <a:pt x="1172" y="2212"/>
                            <a:pt x="643" y="1990"/>
                          </a:cubicBezTo>
                          <a:cubicBezTo>
                            <a:pt x="114" y="1784"/>
                            <a:pt x="-140" y="1166"/>
                            <a:pt x="79" y="64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05" name="Freeform: Shape 1204">
                      <a:extLst>
                        <a:ext uri="{FF2B5EF4-FFF2-40B4-BE49-F238E27FC236}">
                          <a16:creationId xmlns:a16="http://schemas.microsoft.com/office/drawing/2014/main" id="{28AB4005-7996-4A77-AFA6-9E7ED6C2A5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2696" y="5052302"/>
                      <a:ext cx="2072" cy="2070"/>
                    </a:xfrm>
                    <a:custGeom>
                      <a:avLst/>
                      <a:gdLst>
                        <a:gd name="connsiteX0" fmla="*/ 78 w 2072"/>
                        <a:gd name="connsiteY0" fmla="*/ 642 h 2070"/>
                        <a:gd name="connsiteX1" fmla="*/ 1430 w 2072"/>
                        <a:gd name="connsiteY1" fmla="*/ 72 h 2070"/>
                        <a:gd name="connsiteX2" fmla="*/ 1995 w 2072"/>
                        <a:gd name="connsiteY2" fmla="*/ 1435 h 2070"/>
                        <a:gd name="connsiteX3" fmla="*/ 642 w 2072"/>
                        <a:gd name="connsiteY3" fmla="*/ 1990 h 2070"/>
                        <a:gd name="connsiteX4" fmla="*/ 78 w 2072"/>
                        <a:gd name="connsiteY4" fmla="*/ 642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0">
                          <a:moveTo>
                            <a:pt x="78" y="642"/>
                          </a:moveTo>
                          <a:cubicBezTo>
                            <a:pt x="295" y="119"/>
                            <a:pt x="901" y="-135"/>
                            <a:pt x="1430" y="72"/>
                          </a:cubicBezTo>
                          <a:cubicBezTo>
                            <a:pt x="1960" y="294"/>
                            <a:pt x="2212" y="896"/>
                            <a:pt x="1995" y="1435"/>
                          </a:cubicBezTo>
                          <a:cubicBezTo>
                            <a:pt x="1777" y="1958"/>
                            <a:pt x="1172" y="2212"/>
                            <a:pt x="642" y="1990"/>
                          </a:cubicBezTo>
                          <a:cubicBezTo>
                            <a:pt x="113" y="1768"/>
                            <a:pt x="-139" y="1166"/>
                            <a:pt x="78" y="64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206" name="Graphic 21">
                    <a:extLst>
                      <a:ext uri="{FF2B5EF4-FFF2-40B4-BE49-F238E27FC236}">
                        <a16:creationId xmlns:a16="http://schemas.microsoft.com/office/drawing/2014/main" id="{C793CCF2-ADCD-FCA3-81B8-EA9D10B606C3}"/>
                      </a:ext>
                    </a:extLst>
                  </p:cNvPr>
                  <p:cNvGrpSpPr/>
                  <p:nvPr/>
                </p:nvGrpSpPr>
                <p:grpSpPr>
                  <a:xfrm>
                    <a:off x="842680" y="5012263"/>
                    <a:ext cx="62025" cy="50717"/>
                    <a:chOff x="842680" y="5012263"/>
                    <a:chExt cx="62025" cy="50717"/>
                  </a:xfrm>
                  <a:solidFill>
                    <a:srgbClr val="F0BB74"/>
                  </a:solidFill>
                </p:grpSpPr>
                <p:sp>
                  <p:nvSpPr>
                    <p:cNvPr id="1207" name="Freeform: Shape 1206">
                      <a:extLst>
                        <a:ext uri="{FF2B5EF4-FFF2-40B4-BE49-F238E27FC236}">
                          <a16:creationId xmlns:a16="http://schemas.microsoft.com/office/drawing/2014/main" id="{B54FD77E-1999-01F6-810A-1CC97B312D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115" y="5037977"/>
                      <a:ext cx="2072" cy="2079"/>
                    </a:xfrm>
                    <a:custGeom>
                      <a:avLst/>
                      <a:gdLst>
                        <a:gd name="connsiteX0" fmla="*/ 2 w 2072"/>
                        <a:gd name="connsiteY0" fmla="*/ 1095 h 2079"/>
                        <a:gd name="connsiteX1" fmla="*/ 974 w 2072"/>
                        <a:gd name="connsiteY1" fmla="*/ 2 h 2079"/>
                        <a:gd name="connsiteX2" fmla="*/ 2071 w 2072"/>
                        <a:gd name="connsiteY2" fmla="*/ 984 h 2079"/>
                        <a:gd name="connsiteX3" fmla="*/ 1099 w 2072"/>
                        <a:gd name="connsiteY3" fmla="*/ 2078 h 2079"/>
                        <a:gd name="connsiteX4" fmla="*/ 2 w 2072"/>
                        <a:gd name="connsiteY4" fmla="*/ 1095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2" y="1095"/>
                          </a:moveTo>
                          <a:cubicBezTo>
                            <a:pt x="-33" y="525"/>
                            <a:pt x="403" y="49"/>
                            <a:pt x="974" y="2"/>
                          </a:cubicBezTo>
                          <a:cubicBezTo>
                            <a:pt x="1545" y="-30"/>
                            <a:pt x="2036" y="414"/>
                            <a:pt x="2071" y="984"/>
                          </a:cubicBezTo>
                          <a:cubicBezTo>
                            <a:pt x="2106" y="1555"/>
                            <a:pt x="1671" y="2047"/>
                            <a:pt x="1099" y="2078"/>
                          </a:cubicBezTo>
                          <a:cubicBezTo>
                            <a:pt x="528" y="2110"/>
                            <a:pt x="37" y="1682"/>
                            <a:pt x="2" y="109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08" name="Freeform: Shape 1207">
                      <a:extLst>
                        <a:ext uri="{FF2B5EF4-FFF2-40B4-BE49-F238E27FC236}">
                          <a16:creationId xmlns:a16="http://schemas.microsoft.com/office/drawing/2014/main" id="{C0A5F763-7254-D72A-04DA-FCCA780EEC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2194" y="5040545"/>
                      <a:ext cx="2072" cy="2064"/>
                    </a:xfrm>
                    <a:custGeom>
                      <a:avLst/>
                      <a:gdLst>
                        <a:gd name="connsiteX0" fmla="*/ 2 w 2072"/>
                        <a:gd name="connsiteY0" fmla="*/ 1095 h 2064"/>
                        <a:gd name="connsiteX1" fmla="*/ 974 w 2072"/>
                        <a:gd name="connsiteY1" fmla="*/ 2 h 2064"/>
                        <a:gd name="connsiteX2" fmla="*/ 2071 w 2072"/>
                        <a:gd name="connsiteY2" fmla="*/ 969 h 2064"/>
                        <a:gd name="connsiteX3" fmla="*/ 1099 w 2072"/>
                        <a:gd name="connsiteY3" fmla="*/ 2062 h 2064"/>
                        <a:gd name="connsiteX4" fmla="*/ 2 w 2072"/>
                        <a:gd name="connsiteY4" fmla="*/ 1095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4">
                          <a:moveTo>
                            <a:pt x="2" y="1095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4" y="-30"/>
                            <a:pt x="2036" y="398"/>
                            <a:pt x="2071" y="969"/>
                          </a:cubicBezTo>
                          <a:cubicBezTo>
                            <a:pt x="2106" y="1539"/>
                            <a:pt x="1670" y="2031"/>
                            <a:pt x="1099" y="2062"/>
                          </a:cubicBezTo>
                          <a:cubicBezTo>
                            <a:pt x="528" y="2094"/>
                            <a:pt x="37" y="1666"/>
                            <a:pt x="2" y="109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09" name="Freeform: Shape 1208">
                      <a:extLst>
                        <a:ext uri="{FF2B5EF4-FFF2-40B4-BE49-F238E27FC236}">
                          <a16:creationId xmlns:a16="http://schemas.microsoft.com/office/drawing/2014/main" id="{0AD96E2C-93A6-E255-04E0-31F366F7E9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0812" y="5034886"/>
                      <a:ext cx="2072" cy="2066"/>
                    </a:xfrm>
                    <a:custGeom>
                      <a:avLst/>
                      <a:gdLst>
                        <a:gd name="connsiteX0" fmla="*/ 2 w 2072"/>
                        <a:gd name="connsiteY0" fmla="*/ 1096 h 2066"/>
                        <a:gd name="connsiteX1" fmla="*/ 974 w 2072"/>
                        <a:gd name="connsiteY1" fmla="*/ 2 h 2066"/>
                        <a:gd name="connsiteX2" fmla="*/ 2071 w 2072"/>
                        <a:gd name="connsiteY2" fmla="*/ 969 h 2066"/>
                        <a:gd name="connsiteX3" fmla="*/ 1099 w 2072"/>
                        <a:gd name="connsiteY3" fmla="*/ 2063 h 2066"/>
                        <a:gd name="connsiteX4" fmla="*/ 2 w 2072"/>
                        <a:gd name="connsiteY4" fmla="*/ 1096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6">
                          <a:moveTo>
                            <a:pt x="2" y="1096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4" y="-30"/>
                            <a:pt x="2036" y="398"/>
                            <a:pt x="2071" y="969"/>
                          </a:cubicBezTo>
                          <a:cubicBezTo>
                            <a:pt x="2106" y="1540"/>
                            <a:pt x="1670" y="2031"/>
                            <a:pt x="1099" y="2063"/>
                          </a:cubicBezTo>
                          <a:cubicBezTo>
                            <a:pt x="528" y="2110"/>
                            <a:pt x="37" y="1666"/>
                            <a:pt x="2" y="109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10" name="Freeform: Shape 1209">
                      <a:extLst>
                        <a:ext uri="{FF2B5EF4-FFF2-40B4-BE49-F238E27FC236}">
                          <a16:creationId xmlns:a16="http://schemas.microsoft.com/office/drawing/2014/main" id="{4728B1DD-3580-E448-1DCF-E3BDDFB9C9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554" y="5045206"/>
                      <a:ext cx="2072" cy="2080"/>
                    </a:xfrm>
                    <a:custGeom>
                      <a:avLst/>
                      <a:gdLst>
                        <a:gd name="connsiteX0" fmla="*/ 2 w 2072"/>
                        <a:gd name="connsiteY0" fmla="*/ 1096 h 2080"/>
                        <a:gd name="connsiteX1" fmla="*/ 974 w 2072"/>
                        <a:gd name="connsiteY1" fmla="*/ 2 h 2080"/>
                        <a:gd name="connsiteX2" fmla="*/ 2071 w 2072"/>
                        <a:gd name="connsiteY2" fmla="*/ 969 h 2080"/>
                        <a:gd name="connsiteX3" fmla="*/ 1099 w 2072"/>
                        <a:gd name="connsiteY3" fmla="*/ 2079 h 2080"/>
                        <a:gd name="connsiteX4" fmla="*/ 2 w 2072"/>
                        <a:gd name="connsiteY4" fmla="*/ 1096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0">
                          <a:moveTo>
                            <a:pt x="2" y="1096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4" y="-30"/>
                            <a:pt x="2036" y="398"/>
                            <a:pt x="2071" y="969"/>
                          </a:cubicBezTo>
                          <a:cubicBezTo>
                            <a:pt x="2106" y="1540"/>
                            <a:pt x="1671" y="2047"/>
                            <a:pt x="1099" y="2079"/>
                          </a:cubicBezTo>
                          <a:cubicBezTo>
                            <a:pt x="527" y="2110"/>
                            <a:pt x="37" y="1666"/>
                            <a:pt x="2" y="109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11" name="Freeform: Shape 1210">
                      <a:extLst>
                        <a:ext uri="{FF2B5EF4-FFF2-40B4-BE49-F238E27FC236}">
                          <a16:creationId xmlns:a16="http://schemas.microsoft.com/office/drawing/2014/main" id="{22EAECDE-2D66-BBF3-56E9-67991BB583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345" y="5035520"/>
                      <a:ext cx="2072" cy="2080"/>
                    </a:xfrm>
                    <a:custGeom>
                      <a:avLst/>
                      <a:gdLst>
                        <a:gd name="connsiteX0" fmla="*/ 2 w 2072"/>
                        <a:gd name="connsiteY0" fmla="*/ 1112 h 2080"/>
                        <a:gd name="connsiteX1" fmla="*/ 974 w 2072"/>
                        <a:gd name="connsiteY1" fmla="*/ 2 h 2080"/>
                        <a:gd name="connsiteX2" fmla="*/ 2071 w 2072"/>
                        <a:gd name="connsiteY2" fmla="*/ 985 h 2080"/>
                        <a:gd name="connsiteX3" fmla="*/ 1099 w 2072"/>
                        <a:gd name="connsiteY3" fmla="*/ 2079 h 2080"/>
                        <a:gd name="connsiteX4" fmla="*/ 2 w 2072"/>
                        <a:gd name="connsiteY4" fmla="*/ 1112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0">
                          <a:moveTo>
                            <a:pt x="2" y="1112"/>
                          </a:moveTo>
                          <a:cubicBezTo>
                            <a:pt x="-33" y="525"/>
                            <a:pt x="403" y="49"/>
                            <a:pt x="974" y="2"/>
                          </a:cubicBezTo>
                          <a:cubicBezTo>
                            <a:pt x="1545" y="-30"/>
                            <a:pt x="2036" y="398"/>
                            <a:pt x="2071" y="985"/>
                          </a:cubicBezTo>
                          <a:cubicBezTo>
                            <a:pt x="2106" y="1555"/>
                            <a:pt x="1670" y="2047"/>
                            <a:pt x="1099" y="2079"/>
                          </a:cubicBezTo>
                          <a:cubicBezTo>
                            <a:pt x="528" y="2110"/>
                            <a:pt x="37" y="1682"/>
                            <a:pt x="2" y="111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12" name="Freeform: Shape 1211">
                      <a:extLst>
                        <a:ext uri="{FF2B5EF4-FFF2-40B4-BE49-F238E27FC236}">
                          <a16:creationId xmlns:a16="http://schemas.microsoft.com/office/drawing/2014/main" id="{03D1DBCC-26C9-E965-DC34-5BAC11BBE2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576" y="5046205"/>
                      <a:ext cx="2072" cy="2066"/>
                    </a:xfrm>
                    <a:custGeom>
                      <a:avLst/>
                      <a:gdLst>
                        <a:gd name="connsiteX0" fmla="*/ 2 w 2072"/>
                        <a:gd name="connsiteY0" fmla="*/ 1096 h 2066"/>
                        <a:gd name="connsiteX1" fmla="*/ 974 w 2072"/>
                        <a:gd name="connsiteY1" fmla="*/ 2 h 2066"/>
                        <a:gd name="connsiteX2" fmla="*/ 2071 w 2072"/>
                        <a:gd name="connsiteY2" fmla="*/ 969 h 2066"/>
                        <a:gd name="connsiteX3" fmla="*/ 1099 w 2072"/>
                        <a:gd name="connsiteY3" fmla="*/ 2063 h 2066"/>
                        <a:gd name="connsiteX4" fmla="*/ 2 w 2072"/>
                        <a:gd name="connsiteY4" fmla="*/ 1096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6">
                          <a:moveTo>
                            <a:pt x="2" y="1096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5" y="-30"/>
                            <a:pt x="2036" y="398"/>
                            <a:pt x="2071" y="969"/>
                          </a:cubicBezTo>
                          <a:cubicBezTo>
                            <a:pt x="2106" y="1539"/>
                            <a:pt x="1670" y="2031"/>
                            <a:pt x="1099" y="2063"/>
                          </a:cubicBezTo>
                          <a:cubicBezTo>
                            <a:pt x="528" y="2110"/>
                            <a:pt x="37" y="1666"/>
                            <a:pt x="2" y="109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13" name="Freeform: Shape 1212">
                      <a:extLst>
                        <a:ext uri="{FF2B5EF4-FFF2-40B4-BE49-F238E27FC236}">
                          <a16:creationId xmlns:a16="http://schemas.microsoft.com/office/drawing/2014/main" id="{7D65264E-8B9B-4DE6-D341-15B343E7E3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846" y="5042509"/>
                      <a:ext cx="2072" cy="2065"/>
                    </a:xfrm>
                    <a:custGeom>
                      <a:avLst/>
                      <a:gdLst>
                        <a:gd name="connsiteX0" fmla="*/ 2 w 2072"/>
                        <a:gd name="connsiteY0" fmla="*/ 1097 h 2065"/>
                        <a:gd name="connsiteX1" fmla="*/ 974 w 2072"/>
                        <a:gd name="connsiteY1" fmla="*/ 4 h 2065"/>
                        <a:gd name="connsiteX2" fmla="*/ 2071 w 2072"/>
                        <a:gd name="connsiteY2" fmla="*/ 971 h 2065"/>
                        <a:gd name="connsiteX3" fmla="*/ 1099 w 2072"/>
                        <a:gd name="connsiteY3" fmla="*/ 2064 h 2065"/>
                        <a:gd name="connsiteX4" fmla="*/ 2 w 2072"/>
                        <a:gd name="connsiteY4" fmla="*/ 1097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2" y="1097"/>
                          </a:moveTo>
                          <a:cubicBezTo>
                            <a:pt x="-33" y="527"/>
                            <a:pt x="403" y="35"/>
                            <a:pt x="974" y="4"/>
                          </a:cubicBezTo>
                          <a:cubicBezTo>
                            <a:pt x="1545" y="-44"/>
                            <a:pt x="2036" y="400"/>
                            <a:pt x="2071" y="971"/>
                          </a:cubicBezTo>
                          <a:cubicBezTo>
                            <a:pt x="2106" y="1541"/>
                            <a:pt x="1670" y="2033"/>
                            <a:pt x="1099" y="2064"/>
                          </a:cubicBezTo>
                          <a:cubicBezTo>
                            <a:pt x="527" y="2096"/>
                            <a:pt x="35" y="1668"/>
                            <a:pt x="2" y="109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14" name="Freeform: Shape 1213">
                      <a:extLst>
                        <a:ext uri="{FF2B5EF4-FFF2-40B4-BE49-F238E27FC236}">
                          <a16:creationId xmlns:a16="http://schemas.microsoft.com/office/drawing/2014/main" id="{6E44AC38-7D03-7F70-3B0E-1259FC700C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183" y="5030350"/>
                      <a:ext cx="2072" cy="2066"/>
                    </a:xfrm>
                    <a:custGeom>
                      <a:avLst/>
                      <a:gdLst>
                        <a:gd name="connsiteX0" fmla="*/ 2 w 2072"/>
                        <a:gd name="connsiteY0" fmla="*/ 1097 h 2066"/>
                        <a:gd name="connsiteX1" fmla="*/ 974 w 2072"/>
                        <a:gd name="connsiteY1" fmla="*/ 4 h 2066"/>
                        <a:gd name="connsiteX2" fmla="*/ 2071 w 2072"/>
                        <a:gd name="connsiteY2" fmla="*/ 971 h 2066"/>
                        <a:gd name="connsiteX3" fmla="*/ 1099 w 2072"/>
                        <a:gd name="connsiteY3" fmla="*/ 2065 h 2066"/>
                        <a:gd name="connsiteX4" fmla="*/ 2 w 2072"/>
                        <a:gd name="connsiteY4" fmla="*/ 1097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6">
                          <a:moveTo>
                            <a:pt x="2" y="1097"/>
                          </a:moveTo>
                          <a:cubicBezTo>
                            <a:pt x="-33" y="527"/>
                            <a:pt x="403" y="35"/>
                            <a:pt x="974" y="4"/>
                          </a:cubicBezTo>
                          <a:cubicBezTo>
                            <a:pt x="1545" y="-44"/>
                            <a:pt x="2036" y="400"/>
                            <a:pt x="2071" y="971"/>
                          </a:cubicBezTo>
                          <a:cubicBezTo>
                            <a:pt x="2106" y="1541"/>
                            <a:pt x="1670" y="2033"/>
                            <a:pt x="1099" y="2065"/>
                          </a:cubicBezTo>
                          <a:cubicBezTo>
                            <a:pt x="528" y="2096"/>
                            <a:pt x="37" y="1668"/>
                            <a:pt x="2" y="109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15" name="Freeform: Shape 1214">
                      <a:extLst>
                        <a:ext uri="{FF2B5EF4-FFF2-40B4-BE49-F238E27FC236}">
                          <a16:creationId xmlns:a16="http://schemas.microsoft.com/office/drawing/2014/main" id="{677AA207-F7CD-C86F-0873-3F9F64917E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262" y="5032904"/>
                      <a:ext cx="2072" cy="2080"/>
                    </a:xfrm>
                    <a:custGeom>
                      <a:avLst/>
                      <a:gdLst>
                        <a:gd name="connsiteX0" fmla="*/ 2 w 2072"/>
                        <a:gd name="connsiteY0" fmla="*/ 1096 h 2080"/>
                        <a:gd name="connsiteX1" fmla="*/ 974 w 2072"/>
                        <a:gd name="connsiteY1" fmla="*/ 2 h 2080"/>
                        <a:gd name="connsiteX2" fmla="*/ 2071 w 2072"/>
                        <a:gd name="connsiteY2" fmla="*/ 969 h 2080"/>
                        <a:gd name="connsiteX3" fmla="*/ 1099 w 2072"/>
                        <a:gd name="connsiteY3" fmla="*/ 2079 h 2080"/>
                        <a:gd name="connsiteX4" fmla="*/ 2 w 2072"/>
                        <a:gd name="connsiteY4" fmla="*/ 1096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0">
                          <a:moveTo>
                            <a:pt x="2" y="1096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5" y="-30"/>
                            <a:pt x="2036" y="398"/>
                            <a:pt x="2071" y="969"/>
                          </a:cubicBezTo>
                          <a:cubicBezTo>
                            <a:pt x="2106" y="1555"/>
                            <a:pt x="1670" y="2031"/>
                            <a:pt x="1099" y="2079"/>
                          </a:cubicBezTo>
                          <a:cubicBezTo>
                            <a:pt x="528" y="2110"/>
                            <a:pt x="37" y="1666"/>
                            <a:pt x="2" y="109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16" name="Freeform: Shape 1215">
                      <a:extLst>
                        <a:ext uri="{FF2B5EF4-FFF2-40B4-BE49-F238E27FC236}">
                          <a16:creationId xmlns:a16="http://schemas.microsoft.com/office/drawing/2014/main" id="{679F0261-3ACC-5167-2E4A-D86949555C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4881" y="5027245"/>
                      <a:ext cx="2072" cy="2079"/>
                    </a:xfrm>
                    <a:custGeom>
                      <a:avLst/>
                      <a:gdLst>
                        <a:gd name="connsiteX0" fmla="*/ 2 w 2072"/>
                        <a:gd name="connsiteY0" fmla="*/ 1095 h 2079"/>
                        <a:gd name="connsiteX1" fmla="*/ 974 w 2072"/>
                        <a:gd name="connsiteY1" fmla="*/ 2 h 2079"/>
                        <a:gd name="connsiteX2" fmla="*/ 2071 w 2072"/>
                        <a:gd name="connsiteY2" fmla="*/ 984 h 2079"/>
                        <a:gd name="connsiteX3" fmla="*/ 1099 w 2072"/>
                        <a:gd name="connsiteY3" fmla="*/ 2078 h 2079"/>
                        <a:gd name="connsiteX4" fmla="*/ 2 w 2072"/>
                        <a:gd name="connsiteY4" fmla="*/ 1095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2" y="1095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4" y="-30"/>
                            <a:pt x="2036" y="414"/>
                            <a:pt x="2071" y="984"/>
                          </a:cubicBezTo>
                          <a:cubicBezTo>
                            <a:pt x="2106" y="1539"/>
                            <a:pt x="1670" y="2047"/>
                            <a:pt x="1099" y="2078"/>
                          </a:cubicBezTo>
                          <a:cubicBezTo>
                            <a:pt x="527" y="2110"/>
                            <a:pt x="35" y="1666"/>
                            <a:pt x="2" y="109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17" name="Freeform: Shape 1216">
                      <a:extLst>
                        <a:ext uri="{FF2B5EF4-FFF2-40B4-BE49-F238E27FC236}">
                          <a16:creationId xmlns:a16="http://schemas.microsoft.com/office/drawing/2014/main" id="{35A9F05C-7F92-0313-737D-9C43DD0652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622" y="5037579"/>
                      <a:ext cx="2072" cy="2065"/>
                    </a:xfrm>
                    <a:custGeom>
                      <a:avLst/>
                      <a:gdLst>
                        <a:gd name="connsiteX0" fmla="*/ 2 w 2072"/>
                        <a:gd name="connsiteY0" fmla="*/ 1097 h 2065"/>
                        <a:gd name="connsiteX1" fmla="*/ 974 w 2072"/>
                        <a:gd name="connsiteY1" fmla="*/ 4 h 2065"/>
                        <a:gd name="connsiteX2" fmla="*/ 2071 w 2072"/>
                        <a:gd name="connsiteY2" fmla="*/ 971 h 2065"/>
                        <a:gd name="connsiteX3" fmla="*/ 1099 w 2072"/>
                        <a:gd name="connsiteY3" fmla="*/ 2064 h 2065"/>
                        <a:gd name="connsiteX4" fmla="*/ 2 w 2072"/>
                        <a:gd name="connsiteY4" fmla="*/ 1097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2" y="1097"/>
                          </a:moveTo>
                          <a:cubicBezTo>
                            <a:pt x="-33" y="527"/>
                            <a:pt x="403" y="35"/>
                            <a:pt x="974" y="4"/>
                          </a:cubicBezTo>
                          <a:cubicBezTo>
                            <a:pt x="1545" y="-44"/>
                            <a:pt x="2036" y="400"/>
                            <a:pt x="2071" y="971"/>
                          </a:cubicBezTo>
                          <a:cubicBezTo>
                            <a:pt x="2106" y="1541"/>
                            <a:pt x="1670" y="2033"/>
                            <a:pt x="1099" y="2064"/>
                          </a:cubicBezTo>
                          <a:cubicBezTo>
                            <a:pt x="528" y="2096"/>
                            <a:pt x="37" y="1668"/>
                            <a:pt x="2" y="109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18" name="Freeform: Shape 1217">
                      <a:extLst>
                        <a:ext uri="{FF2B5EF4-FFF2-40B4-BE49-F238E27FC236}">
                          <a16:creationId xmlns:a16="http://schemas.microsoft.com/office/drawing/2014/main" id="{1EA36F2B-EA75-9897-428C-3A7C018FD9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413" y="5027894"/>
                      <a:ext cx="2072" cy="2064"/>
                    </a:xfrm>
                    <a:custGeom>
                      <a:avLst/>
                      <a:gdLst>
                        <a:gd name="connsiteX0" fmla="*/ 2 w 2072"/>
                        <a:gd name="connsiteY0" fmla="*/ 1095 h 2064"/>
                        <a:gd name="connsiteX1" fmla="*/ 974 w 2072"/>
                        <a:gd name="connsiteY1" fmla="*/ 2 h 2064"/>
                        <a:gd name="connsiteX2" fmla="*/ 2071 w 2072"/>
                        <a:gd name="connsiteY2" fmla="*/ 969 h 2064"/>
                        <a:gd name="connsiteX3" fmla="*/ 1099 w 2072"/>
                        <a:gd name="connsiteY3" fmla="*/ 2062 h 2064"/>
                        <a:gd name="connsiteX4" fmla="*/ 2 w 2072"/>
                        <a:gd name="connsiteY4" fmla="*/ 1095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4">
                          <a:moveTo>
                            <a:pt x="2" y="1095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5" y="-30"/>
                            <a:pt x="2036" y="398"/>
                            <a:pt x="2071" y="969"/>
                          </a:cubicBezTo>
                          <a:cubicBezTo>
                            <a:pt x="2106" y="1539"/>
                            <a:pt x="1670" y="2031"/>
                            <a:pt x="1099" y="2062"/>
                          </a:cubicBezTo>
                          <a:cubicBezTo>
                            <a:pt x="528" y="2094"/>
                            <a:pt x="37" y="1666"/>
                            <a:pt x="2" y="109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19" name="Freeform: Shape 1218">
                      <a:extLst>
                        <a:ext uri="{FF2B5EF4-FFF2-40B4-BE49-F238E27FC236}">
                          <a16:creationId xmlns:a16="http://schemas.microsoft.com/office/drawing/2014/main" id="{53B2D9DE-E6BF-75B7-2435-AC82A9C336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645" y="5038564"/>
                      <a:ext cx="2072" cy="2079"/>
                    </a:xfrm>
                    <a:custGeom>
                      <a:avLst/>
                      <a:gdLst>
                        <a:gd name="connsiteX0" fmla="*/ 2 w 2072"/>
                        <a:gd name="connsiteY0" fmla="*/ 1095 h 2079"/>
                        <a:gd name="connsiteX1" fmla="*/ 974 w 2072"/>
                        <a:gd name="connsiteY1" fmla="*/ 2 h 2079"/>
                        <a:gd name="connsiteX2" fmla="*/ 2071 w 2072"/>
                        <a:gd name="connsiteY2" fmla="*/ 969 h 2079"/>
                        <a:gd name="connsiteX3" fmla="*/ 1099 w 2072"/>
                        <a:gd name="connsiteY3" fmla="*/ 2078 h 2079"/>
                        <a:gd name="connsiteX4" fmla="*/ 2 w 2072"/>
                        <a:gd name="connsiteY4" fmla="*/ 1095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2" y="1095"/>
                          </a:moveTo>
                          <a:cubicBezTo>
                            <a:pt x="-33" y="525"/>
                            <a:pt x="401" y="33"/>
                            <a:pt x="974" y="2"/>
                          </a:cubicBezTo>
                          <a:cubicBezTo>
                            <a:pt x="1545" y="-30"/>
                            <a:pt x="2036" y="398"/>
                            <a:pt x="2071" y="969"/>
                          </a:cubicBezTo>
                          <a:cubicBezTo>
                            <a:pt x="2106" y="1539"/>
                            <a:pt x="1670" y="2031"/>
                            <a:pt x="1099" y="2078"/>
                          </a:cubicBezTo>
                          <a:cubicBezTo>
                            <a:pt x="528" y="2110"/>
                            <a:pt x="37" y="1666"/>
                            <a:pt x="2" y="109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20" name="Freeform: Shape 1219">
                      <a:extLst>
                        <a:ext uri="{FF2B5EF4-FFF2-40B4-BE49-F238E27FC236}">
                          <a16:creationId xmlns:a16="http://schemas.microsoft.com/office/drawing/2014/main" id="{F3E4CD63-D5B4-D995-016A-E181A99FBE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915" y="5034870"/>
                      <a:ext cx="2072" cy="2080"/>
                    </a:xfrm>
                    <a:custGeom>
                      <a:avLst/>
                      <a:gdLst>
                        <a:gd name="connsiteX0" fmla="*/ 2 w 2072"/>
                        <a:gd name="connsiteY0" fmla="*/ 1096 h 2080"/>
                        <a:gd name="connsiteX1" fmla="*/ 974 w 2072"/>
                        <a:gd name="connsiteY1" fmla="*/ 2 h 2080"/>
                        <a:gd name="connsiteX2" fmla="*/ 2071 w 2072"/>
                        <a:gd name="connsiteY2" fmla="*/ 969 h 2080"/>
                        <a:gd name="connsiteX3" fmla="*/ 1099 w 2072"/>
                        <a:gd name="connsiteY3" fmla="*/ 2079 h 2080"/>
                        <a:gd name="connsiteX4" fmla="*/ 2 w 2072"/>
                        <a:gd name="connsiteY4" fmla="*/ 1096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0">
                          <a:moveTo>
                            <a:pt x="2" y="1096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4" y="-30"/>
                            <a:pt x="2036" y="398"/>
                            <a:pt x="2071" y="969"/>
                          </a:cubicBezTo>
                          <a:cubicBezTo>
                            <a:pt x="2106" y="1540"/>
                            <a:pt x="1670" y="2031"/>
                            <a:pt x="1099" y="2079"/>
                          </a:cubicBezTo>
                          <a:cubicBezTo>
                            <a:pt x="528" y="2110"/>
                            <a:pt x="37" y="1666"/>
                            <a:pt x="2" y="109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21" name="Freeform: Shape 1220">
                      <a:extLst>
                        <a:ext uri="{FF2B5EF4-FFF2-40B4-BE49-F238E27FC236}">
                          <a16:creationId xmlns:a16="http://schemas.microsoft.com/office/drawing/2014/main" id="{F277382B-31EF-0ED4-424E-8566B1FAEE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926" y="5046950"/>
                      <a:ext cx="2072" cy="2066"/>
                    </a:xfrm>
                    <a:custGeom>
                      <a:avLst/>
                      <a:gdLst>
                        <a:gd name="connsiteX0" fmla="*/ 2 w 2072"/>
                        <a:gd name="connsiteY0" fmla="*/ 1096 h 2066"/>
                        <a:gd name="connsiteX1" fmla="*/ 974 w 2072"/>
                        <a:gd name="connsiteY1" fmla="*/ 2 h 2066"/>
                        <a:gd name="connsiteX2" fmla="*/ 2071 w 2072"/>
                        <a:gd name="connsiteY2" fmla="*/ 969 h 2066"/>
                        <a:gd name="connsiteX3" fmla="*/ 1099 w 2072"/>
                        <a:gd name="connsiteY3" fmla="*/ 2063 h 2066"/>
                        <a:gd name="connsiteX4" fmla="*/ 2 w 2072"/>
                        <a:gd name="connsiteY4" fmla="*/ 1096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6">
                          <a:moveTo>
                            <a:pt x="2" y="1096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5" y="-30"/>
                            <a:pt x="2036" y="398"/>
                            <a:pt x="2071" y="969"/>
                          </a:cubicBezTo>
                          <a:cubicBezTo>
                            <a:pt x="2106" y="1540"/>
                            <a:pt x="1670" y="2031"/>
                            <a:pt x="1099" y="2063"/>
                          </a:cubicBezTo>
                          <a:cubicBezTo>
                            <a:pt x="527" y="2110"/>
                            <a:pt x="37" y="1666"/>
                            <a:pt x="2" y="109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22" name="Freeform: Shape 1221">
                      <a:extLst>
                        <a:ext uri="{FF2B5EF4-FFF2-40B4-BE49-F238E27FC236}">
                          <a16:creationId xmlns:a16="http://schemas.microsoft.com/office/drawing/2014/main" id="{05F28752-3983-4BA6-882B-2230CBB8F8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006" y="5049503"/>
                      <a:ext cx="2072" cy="2079"/>
                    </a:xfrm>
                    <a:custGeom>
                      <a:avLst/>
                      <a:gdLst>
                        <a:gd name="connsiteX0" fmla="*/ 2 w 2072"/>
                        <a:gd name="connsiteY0" fmla="*/ 1095 h 2079"/>
                        <a:gd name="connsiteX1" fmla="*/ 974 w 2072"/>
                        <a:gd name="connsiteY1" fmla="*/ 2 h 2079"/>
                        <a:gd name="connsiteX2" fmla="*/ 2071 w 2072"/>
                        <a:gd name="connsiteY2" fmla="*/ 984 h 2079"/>
                        <a:gd name="connsiteX3" fmla="*/ 1099 w 2072"/>
                        <a:gd name="connsiteY3" fmla="*/ 2078 h 2079"/>
                        <a:gd name="connsiteX4" fmla="*/ 2 w 2072"/>
                        <a:gd name="connsiteY4" fmla="*/ 1095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2" y="1095"/>
                          </a:moveTo>
                          <a:cubicBezTo>
                            <a:pt x="-33" y="541"/>
                            <a:pt x="403" y="33"/>
                            <a:pt x="974" y="2"/>
                          </a:cubicBezTo>
                          <a:cubicBezTo>
                            <a:pt x="1545" y="-30"/>
                            <a:pt x="2036" y="414"/>
                            <a:pt x="2071" y="984"/>
                          </a:cubicBezTo>
                          <a:cubicBezTo>
                            <a:pt x="2106" y="1555"/>
                            <a:pt x="1671" y="2047"/>
                            <a:pt x="1099" y="2078"/>
                          </a:cubicBezTo>
                          <a:cubicBezTo>
                            <a:pt x="527" y="2110"/>
                            <a:pt x="35" y="1682"/>
                            <a:pt x="2" y="109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23" name="Freeform: Shape 1222">
                      <a:extLst>
                        <a:ext uri="{FF2B5EF4-FFF2-40B4-BE49-F238E27FC236}">
                          <a16:creationId xmlns:a16="http://schemas.microsoft.com/office/drawing/2014/main" id="{C603DC71-8BAA-B7A7-65ED-31ED05CF6A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5623" y="5043843"/>
                      <a:ext cx="2072" cy="2080"/>
                    </a:xfrm>
                    <a:custGeom>
                      <a:avLst/>
                      <a:gdLst>
                        <a:gd name="connsiteX0" fmla="*/ 2 w 2072"/>
                        <a:gd name="connsiteY0" fmla="*/ 1111 h 2080"/>
                        <a:gd name="connsiteX1" fmla="*/ 974 w 2072"/>
                        <a:gd name="connsiteY1" fmla="*/ 2 h 2080"/>
                        <a:gd name="connsiteX2" fmla="*/ 2071 w 2072"/>
                        <a:gd name="connsiteY2" fmla="*/ 984 h 2080"/>
                        <a:gd name="connsiteX3" fmla="*/ 1099 w 2072"/>
                        <a:gd name="connsiteY3" fmla="*/ 2078 h 2080"/>
                        <a:gd name="connsiteX4" fmla="*/ 2 w 2072"/>
                        <a:gd name="connsiteY4" fmla="*/ 1111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0">
                          <a:moveTo>
                            <a:pt x="2" y="1111"/>
                          </a:moveTo>
                          <a:cubicBezTo>
                            <a:pt x="-33" y="541"/>
                            <a:pt x="401" y="49"/>
                            <a:pt x="974" y="2"/>
                          </a:cubicBezTo>
                          <a:cubicBezTo>
                            <a:pt x="1544" y="-30"/>
                            <a:pt x="2036" y="414"/>
                            <a:pt x="2071" y="984"/>
                          </a:cubicBezTo>
                          <a:cubicBezTo>
                            <a:pt x="2106" y="1555"/>
                            <a:pt x="1670" y="2047"/>
                            <a:pt x="1099" y="2078"/>
                          </a:cubicBezTo>
                          <a:cubicBezTo>
                            <a:pt x="528" y="2110"/>
                            <a:pt x="37" y="1682"/>
                            <a:pt x="2" y="111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24" name="Freeform: Shape 1223">
                      <a:extLst>
                        <a:ext uri="{FF2B5EF4-FFF2-40B4-BE49-F238E27FC236}">
                          <a16:creationId xmlns:a16="http://schemas.microsoft.com/office/drawing/2014/main" id="{B381AF01-6528-5ABB-C319-5A887607E7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365" y="5054177"/>
                      <a:ext cx="2072" cy="2066"/>
                    </a:xfrm>
                    <a:custGeom>
                      <a:avLst/>
                      <a:gdLst>
                        <a:gd name="connsiteX0" fmla="*/ 2 w 2072"/>
                        <a:gd name="connsiteY0" fmla="*/ 1097 h 2066"/>
                        <a:gd name="connsiteX1" fmla="*/ 974 w 2072"/>
                        <a:gd name="connsiteY1" fmla="*/ 4 h 2066"/>
                        <a:gd name="connsiteX2" fmla="*/ 2071 w 2072"/>
                        <a:gd name="connsiteY2" fmla="*/ 971 h 2066"/>
                        <a:gd name="connsiteX3" fmla="*/ 1099 w 2072"/>
                        <a:gd name="connsiteY3" fmla="*/ 2065 h 2066"/>
                        <a:gd name="connsiteX4" fmla="*/ 2 w 2072"/>
                        <a:gd name="connsiteY4" fmla="*/ 1097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6">
                          <a:moveTo>
                            <a:pt x="2" y="1097"/>
                          </a:moveTo>
                          <a:cubicBezTo>
                            <a:pt x="-33" y="527"/>
                            <a:pt x="403" y="35"/>
                            <a:pt x="974" y="4"/>
                          </a:cubicBezTo>
                          <a:cubicBezTo>
                            <a:pt x="1545" y="-44"/>
                            <a:pt x="2036" y="400"/>
                            <a:pt x="2071" y="971"/>
                          </a:cubicBezTo>
                          <a:cubicBezTo>
                            <a:pt x="2106" y="1541"/>
                            <a:pt x="1670" y="2033"/>
                            <a:pt x="1099" y="2065"/>
                          </a:cubicBezTo>
                          <a:cubicBezTo>
                            <a:pt x="527" y="2096"/>
                            <a:pt x="35" y="1668"/>
                            <a:pt x="2" y="109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25" name="Freeform: Shape 1224">
                      <a:extLst>
                        <a:ext uri="{FF2B5EF4-FFF2-40B4-BE49-F238E27FC236}">
                          <a16:creationId xmlns:a16="http://schemas.microsoft.com/office/drawing/2014/main" id="{5BCF32E6-03CA-E127-7DEF-4BDBA797DB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156" y="5044493"/>
                      <a:ext cx="2072" cy="2064"/>
                    </a:xfrm>
                    <a:custGeom>
                      <a:avLst/>
                      <a:gdLst>
                        <a:gd name="connsiteX0" fmla="*/ 2 w 2072"/>
                        <a:gd name="connsiteY0" fmla="*/ 1095 h 2064"/>
                        <a:gd name="connsiteX1" fmla="*/ 974 w 2072"/>
                        <a:gd name="connsiteY1" fmla="*/ 2 h 2064"/>
                        <a:gd name="connsiteX2" fmla="*/ 2071 w 2072"/>
                        <a:gd name="connsiteY2" fmla="*/ 969 h 2064"/>
                        <a:gd name="connsiteX3" fmla="*/ 1099 w 2072"/>
                        <a:gd name="connsiteY3" fmla="*/ 2062 h 2064"/>
                        <a:gd name="connsiteX4" fmla="*/ 2 w 2072"/>
                        <a:gd name="connsiteY4" fmla="*/ 1095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4">
                          <a:moveTo>
                            <a:pt x="2" y="1095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5" y="-30"/>
                            <a:pt x="2036" y="398"/>
                            <a:pt x="2071" y="969"/>
                          </a:cubicBezTo>
                          <a:cubicBezTo>
                            <a:pt x="2106" y="1539"/>
                            <a:pt x="1670" y="2031"/>
                            <a:pt x="1099" y="2062"/>
                          </a:cubicBezTo>
                          <a:cubicBezTo>
                            <a:pt x="527" y="2094"/>
                            <a:pt x="37" y="1666"/>
                            <a:pt x="2" y="109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26" name="Freeform: Shape 1225">
                      <a:extLst>
                        <a:ext uri="{FF2B5EF4-FFF2-40B4-BE49-F238E27FC236}">
                          <a16:creationId xmlns:a16="http://schemas.microsoft.com/office/drawing/2014/main" id="{19F0BF05-1B0B-967E-275B-2CCF7DC58A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747" y="5052943"/>
                      <a:ext cx="2072" cy="2080"/>
                    </a:xfrm>
                    <a:custGeom>
                      <a:avLst/>
                      <a:gdLst>
                        <a:gd name="connsiteX0" fmla="*/ 2 w 2072"/>
                        <a:gd name="connsiteY0" fmla="*/ 1111 h 2080"/>
                        <a:gd name="connsiteX1" fmla="*/ 974 w 2072"/>
                        <a:gd name="connsiteY1" fmla="*/ 2 h 2080"/>
                        <a:gd name="connsiteX2" fmla="*/ 2071 w 2072"/>
                        <a:gd name="connsiteY2" fmla="*/ 984 h 2080"/>
                        <a:gd name="connsiteX3" fmla="*/ 1099 w 2072"/>
                        <a:gd name="connsiteY3" fmla="*/ 2078 h 2080"/>
                        <a:gd name="connsiteX4" fmla="*/ 2 w 2072"/>
                        <a:gd name="connsiteY4" fmla="*/ 1111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0">
                          <a:moveTo>
                            <a:pt x="2" y="1111"/>
                          </a:moveTo>
                          <a:cubicBezTo>
                            <a:pt x="-33" y="541"/>
                            <a:pt x="403" y="49"/>
                            <a:pt x="974" y="2"/>
                          </a:cubicBezTo>
                          <a:cubicBezTo>
                            <a:pt x="1545" y="-30"/>
                            <a:pt x="2036" y="414"/>
                            <a:pt x="2071" y="984"/>
                          </a:cubicBezTo>
                          <a:cubicBezTo>
                            <a:pt x="2106" y="1555"/>
                            <a:pt x="1670" y="2047"/>
                            <a:pt x="1099" y="2078"/>
                          </a:cubicBezTo>
                          <a:cubicBezTo>
                            <a:pt x="527" y="2110"/>
                            <a:pt x="37" y="1682"/>
                            <a:pt x="2" y="111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27" name="Freeform: Shape 1226">
                      <a:extLst>
                        <a:ext uri="{FF2B5EF4-FFF2-40B4-BE49-F238E27FC236}">
                          <a16:creationId xmlns:a16="http://schemas.microsoft.com/office/drawing/2014/main" id="{227896A1-A32D-0F16-99D8-7CF9A46FBE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7751" y="5046776"/>
                      <a:ext cx="2072" cy="2080"/>
                    </a:xfrm>
                    <a:custGeom>
                      <a:avLst/>
                      <a:gdLst>
                        <a:gd name="connsiteX0" fmla="*/ 2 w 2072"/>
                        <a:gd name="connsiteY0" fmla="*/ 1096 h 2080"/>
                        <a:gd name="connsiteX1" fmla="*/ 974 w 2072"/>
                        <a:gd name="connsiteY1" fmla="*/ 2 h 2080"/>
                        <a:gd name="connsiteX2" fmla="*/ 2071 w 2072"/>
                        <a:gd name="connsiteY2" fmla="*/ 969 h 2080"/>
                        <a:gd name="connsiteX3" fmla="*/ 1099 w 2072"/>
                        <a:gd name="connsiteY3" fmla="*/ 2079 h 2080"/>
                        <a:gd name="connsiteX4" fmla="*/ 2 w 2072"/>
                        <a:gd name="connsiteY4" fmla="*/ 1096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0">
                          <a:moveTo>
                            <a:pt x="2" y="1096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5" y="-30"/>
                            <a:pt x="2036" y="398"/>
                            <a:pt x="2071" y="969"/>
                          </a:cubicBezTo>
                          <a:cubicBezTo>
                            <a:pt x="2106" y="1555"/>
                            <a:pt x="1670" y="2031"/>
                            <a:pt x="1099" y="2079"/>
                          </a:cubicBezTo>
                          <a:cubicBezTo>
                            <a:pt x="528" y="2110"/>
                            <a:pt x="37" y="1666"/>
                            <a:pt x="2" y="109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28" name="Freeform: Shape 1227">
                      <a:extLst>
                        <a:ext uri="{FF2B5EF4-FFF2-40B4-BE49-F238E27FC236}">
                          <a16:creationId xmlns:a16="http://schemas.microsoft.com/office/drawing/2014/main" id="{10CFDEEC-4769-5FB9-05A8-27A86E0D1A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726" y="5053672"/>
                      <a:ext cx="2072" cy="2079"/>
                    </a:xfrm>
                    <a:custGeom>
                      <a:avLst/>
                      <a:gdLst>
                        <a:gd name="connsiteX0" fmla="*/ 2 w 2072"/>
                        <a:gd name="connsiteY0" fmla="*/ 1095 h 2079"/>
                        <a:gd name="connsiteX1" fmla="*/ 974 w 2072"/>
                        <a:gd name="connsiteY1" fmla="*/ 2 h 2079"/>
                        <a:gd name="connsiteX2" fmla="*/ 2071 w 2072"/>
                        <a:gd name="connsiteY2" fmla="*/ 985 h 2079"/>
                        <a:gd name="connsiteX3" fmla="*/ 1099 w 2072"/>
                        <a:gd name="connsiteY3" fmla="*/ 2078 h 2079"/>
                        <a:gd name="connsiteX4" fmla="*/ 2 w 2072"/>
                        <a:gd name="connsiteY4" fmla="*/ 1095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2" y="1095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5" y="-30"/>
                            <a:pt x="2036" y="398"/>
                            <a:pt x="2071" y="985"/>
                          </a:cubicBezTo>
                          <a:cubicBezTo>
                            <a:pt x="2106" y="1555"/>
                            <a:pt x="1670" y="2031"/>
                            <a:pt x="1099" y="2078"/>
                          </a:cubicBezTo>
                          <a:cubicBezTo>
                            <a:pt x="528" y="2110"/>
                            <a:pt x="37" y="1666"/>
                            <a:pt x="2" y="109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29" name="Freeform: Shape 1228">
                      <a:extLst>
                        <a:ext uri="{FF2B5EF4-FFF2-40B4-BE49-F238E27FC236}">
                          <a16:creationId xmlns:a16="http://schemas.microsoft.com/office/drawing/2014/main" id="{B1ADD699-67A9-E7C5-8393-C4EE5FF107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0805" y="5056240"/>
                      <a:ext cx="2072" cy="2064"/>
                    </a:xfrm>
                    <a:custGeom>
                      <a:avLst/>
                      <a:gdLst>
                        <a:gd name="connsiteX0" fmla="*/ 2 w 2072"/>
                        <a:gd name="connsiteY0" fmla="*/ 1095 h 2064"/>
                        <a:gd name="connsiteX1" fmla="*/ 974 w 2072"/>
                        <a:gd name="connsiteY1" fmla="*/ 2 h 2064"/>
                        <a:gd name="connsiteX2" fmla="*/ 2071 w 2072"/>
                        <a:gd name="connsiteY2" fmla="*/ 969 h 2064"/>
                        <a:gd name="connsiteX3" fmla="*/ 1099 w 2072"/>
                        <a:gd name="connsiteY3" fmla="*/ 2062 h 2064"/>
                        <a:gd name="connsiteX4" fmla="*/ 2 w 2072"/>
                        <a:gd name="connsiteY4" fmla="*/ 1095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4">
                          <a:moveTo>
                            <a:pt x="2" y="1095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5" y="-30"/>
                            <a:pt x="2036" y="398"/>
                            <a:pt x="2071" y="969"/>
                          </a:cubicBezTo>
                          <a:cubicBezTo>
                            <a:pt x="2106" y="1539"/>
                            <a:pt x="1670" y="2031"/>
                            <a:pt x="1099" y="2062"/>
                          </a:cubicBezTo>
                          <a:cubicBezTo>
                            <a:pt x="528" y="2094"/>
                            <a:pt x="37" y="1666"/>
                            <a:pt x="2" y="109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0" name="Freeform: Shape 1229">
                      <a:extLst>
                        <a:ext uri="{FF2B5EF4-FFF2-40B4-BE49-F238E27FC236}">
                          <a16:creationId xmlns:a16="http://schemas.microsoft.com/office/drawing/2014/main" id="{296F1DF6-C52B-4102-A4DE-7281313D36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423" y="5050579"/>
                      <a:ext cx="2072" cy="2066"/>
                    </a:xfrm>
                    <a:custGeom>
                      <a:avLst/>
                      <a:gdLst>
                        <a:gd name="connsiteX0" fmla="*/ 2 w 2072"/>
                        <a:gd name="connsiteY0" fmla="*/ 1097 h 2066"/>
                        <a:gd name="connsiteX1" fmla="*/ 974 w 2072"/>
                        <a:gd name="connsiteY1" fmla="*/ 4 h 2066"/>
                        <a:gd name="connsiteX2" fmla="*/ 2071 w 2072"/>
                        <a:gd name="connsiteY2" fmla="*/ 971 h 2066"/>
                        <a:gd name="connsiteX3" fmla="*/ 1099 w 2072"/>
                        <a:gd name="connsiteY3" fmla="*/ 2065 h 2066"/>
                        <a:gd name="connsiteX4" fmla="*/ 2 w 2072"/>
                        <a:gd name="connsiteY4" fmla="*/ 1097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6">
                          <a:moveTo>
                            <a:pt x="2" y="1097"/>
                          </a:moveTo>
                          <a:cubicBezTo>
                            <a:pt x="-33" y="527"/>
                            <a:pt x="403" y="35"/>
                            <a:pt x="974" y="4"/>
                          </a:cubicBezTo>
                          <a:cubicBezTo>
                            <a:pt x="1545" y="-44"/>
                            <a:pt x="2036" y="400"/>
                            <a:pt x="2071" y="971"/>
                          </a:cubicBezTo>
                          <a:cubicBezTo>
                            <a:pt x="2106" y="1541"/>
                            <a:pt x="1670" y="2033"/>
                            <a:pt x="1099" y="2065"/>
                          </a:cubicBezTo>
                          <a:cubicBezTo>
                            <a:pt x="528" y="2096"/>
                            <a:pt x="37" y="1668"/>
                            <a:pt x="2" y="109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1" name="Freeform: Shape 1230">
                      <a:extLst>
                        <a:ext uri="{FF2B5EF4-FFF2-40B4-BE49-F238E27FC236}">
                          <a16:creationId xmlns:a16="http://schemas.microsoft.com/office/drawing/2014/main" id="{71EB7DCC-88E1-B751-680C-B4602A0AB1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165" y="5060901"/>
                      <a:ext cx="2072" cy="2080"/>
                    </a:xfrm>
                    <a:custGeom>
                      <a:avLst/>
                      <a:gdLst>
                        <a:gd name="connsiteX0" fmla="*/ 2 w 2072"/>
                        <a:gd name="connsiteY0" fmla="*/ 1096 h 2080"/>
                        <a:gd name="connsiteX1" fmla="*/ 974 w 2072"/>
                        <a:gd name="connsiteY1" fmla="*/ 2 h 2080"/>
                        <a:gd name="connsiteX2" fmla="*/ 2071 w 2072"/>
                        <a:gd name="connsiteY2" fmla="*/ 969 h 2080"/>
                        <a:gd name="connsiteX3" fmla="*/ 1099 w 2072"/>
                        <a:gd name="connsiteY3" fmla="*/ 2079 h 2080"/>
                        <a:gd name="connsiteX4" fmla="*/ 2 w 2072"/>
                        <a:gd name="connsiteY4" fmla="*/ 1096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0">
                          <a:moveTo>
                            <a:pt x="2" y="1096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5" y="-30"/>
                            <a:pt x="2036" y="398"/>
                            <a:pt x="2071" y="969"/>
                          </a:cubicBezTo>
                          <a:cubicBezTo>
                            <a:pt x="2106" y="1539"/>
                            <a:pt x="1670" y="2031"/>
                            <a:pt x="1099" y="2079"/>
                          </a:cubicBezTo>
                          <a:cubicBezTo>
                            <a:pt x="528" y="2110"/>
                            <a:pt x="37" y="1666"/>
                            <a:pt x="2" y="109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2" name="Freeform: Shape 1231">
                      <a:extLst>
                        <a:ext uri="{FF2B5EF4-FFF2-40B4-BE49-F238E27FC236}">
                          <a16:creationId xmlns:a16="http://schemas.microsoft.com/office/drawing/2014/main" id="{7605AC22-F69B-C95B-4F30-92BFDE7524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5956" y="5051215"/>
                      <a:ext cx="2072" cy="2079"/>
                    </a:xfrm>
                    <a:custGeom>
                      <a:avLst/>
                      <a:gdLst>
                        <a:gd name="connsiteX0" fmla="*/ 2 w 2072"/>
                        <a:gd name="connsiteY0" fmla="*/ 1095 h 2079"/>
                        <a:gd name="connsiteX1" fmla="*/ 974 w 2072"/>
                        <a:gd name="connsiteY1" fmla="*/ 2 h 2079"/>
                        <a:gd name="connsiteX2" fmla="*/ 2071 w 2072"/>
                        <a:gd name="connsiteY2" fmla="*/ 969 h 2079"/>
                        <a:gd name="connsiteX3" fmla="*/ 1099 w 2072"/>
                        <a:gd name="connsiteY3" fmla="*/ 2078 h 2079"/>
                        <a:gd name="connsiteX4" fmla="*/ 2 w 2072"/>
                        <a:gd name="connsiteY4" fmla="*/ 1095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2" y="1095"/>
                          </a:moveTo>
                          <a:cubicBezTo>
                            <a:pt x="-33" y="525"/>
                            <a:pt x="401" y="33"/>
                            <a:pt x="974" y="2"/>
                          </a:cubicBezTo>
                          <a:cubicBezTo>
                            <a:pt x="1546" y="-30"/>
                            <a:pt x="2036" y="414"/>
                            <a:pt x="2071" y="969"/>
                          </a:cubicBezTo>
                          <a:cubicBezTo>
                            <a:pt x="2106" y="1539"/>
                            <a:pt x="1671" y="2047"/>
                            <a:pt x="1099" y="2078"/>
                          </a:cubicBezTo>
                          <a:cubicBezTo>
                            <a:pt x="527" y="2110"/>
                            <a:pt x="37" y="1666"/>
                            <a:pt x="2" y="109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3" name="Freeform: Shape 1232">
                      <a:extLst>
                        <a:ext uri="{FF2B5EF4-FFF2-40B4-BE49-F238E27FC236}">
                          <a16:creationId xmlns:a16="http://schemas.microsoft.com/office/drawing/2014/main" id="{424AE454-A754-B160-A0E5-309590C8A8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4799" y="5060092"/>
                      <a:ext cx="2072" cy="2066"/>
                    </a:xfrm>
                    <a:custGeom>
                      <a:avLst/>
                      <a:gdLst>
                        <a:gd name="connsiteX0" fmla="*/ 2 w 2072"/>
                        <a:gd name="connsiteY0" fmla="*/ 1096 h 2066"/>
                        <a:gd name="connsiteX1" fmla="*/ 974 w 2072"/>
                        <a:gd name="connsiteY1" fmla="*/ 2 h 2066"/>
                        <a:gd name="connsiteX2" fmla="*/ 2071 w 2072"/>
                        <a:gd name="connsiteY2" fmla="*/ 969 h 2066"/>
                        <a:gd name="connsiteX3" fmla="*/ 1099 w 2072"/>
                        <a:gd name="connsiteY3" fmla="*/ 2063 h 2066"/>
                        <a:gd name="connsiteX4" fmla="*/ 2 w 2072"/>
                        <a:gd name="connsiteY4" fmla="*/ 1096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6">
                          <a:moveTo>
                            <a:pt x="2" y="1096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4" y="-30"/>
                            <a:pt x="2036" y="398"/>
                            <a:pt x="2071" y="969"/>
                          </a:cubicBezTo>
                          <a:cubicBezTo>
                            <a:pt x="2106" y="1539"/>
                            <a:pt x="1670" y="2031"/>
                            <a:pt x="1099" y="2063"/>
                          </a:cubicBezTo>
                          <a:cubicBezTo>
                            <a:pt x="528" y="2110"/>
                            <a:pt x="37" y="1666"/>
                            <a:pt x="2" y="109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4" name="Freeform: Shape 1233">
                      <a:extLst>
                        <a:ext uri="{FF2B5EF4-FFF2-40B4-BE49-F238E27FC236}">
                          <a16:creationId xmlns:a16="http://schemas.microsoft.com/office/drawing/2014/main" id="{09F23E94-53EE-5CF2-5EE6-D713375E66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456" y="5058204"/>
                      <a:ext cx="2072" cy="2065"/>
                    </a:xfrm>
                    <a:custGeom>
                      <a:avLst/>
                      <a:gdLst>
                        <a:gd name="connsiteX0" fmla="*/ 2 w 2072"/>
                        <a:gd name="connsiteY0" fmla="*/ 1097 h 2065"/>
                        <a:gd name="connsiteX1" fmla="*/ 974 w 2072"/>
                        <a:gd name="connsiteY1" fmla="*/ 4 h 2065"/>
                        <a:gd name="connsiteX2" fmla="*/ 2071 w 2072"/>
                        <a:gd name="connsiteY2" fmla="*/ 971 h 2065"/>
                        <a:gd name="connsiteX3" fmla="*/ 1099 w 2072"/>
                        <a:gd name="connsiteY3" fmla="*/ 2064 h 2065"/>
                        <a:gd name="connsiteX4" fmla="*/ 2 w 2072"/>
                        <a:gd name="connsiteY4" fmla="*/ 1097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2" y="1097"/>
                          </a:moveTo>
                          <a:cubicBezTo>
                            <a:pt x="-33" y="527"/>
                            <a:pt x="403" y="35"/>
                            <a:pt x="974" y="4"/>
                          </a:cubicBezTo>
                          <a:cubicBezTo>
                            <a:pt x="1545" y="-44"/>
                            <a:pt x="2036" y="400"/>
                            <a:pt x="2071" y="971"/>
                          </a:cubicBezTo>
                          <a:cubicBezTo>
                            <a:pt x="2106" y="1541"/>
                            <a:pt x="1671" y="2033"/>
                            <a:pt x="1099" y="2064"/>
                          </a:cubicBezTo>
                          <a:cubicBezTo>
                            <a:pt x="528" y="2096"/>
                            <a:pt x="37" y="1668"/>
                            <a:pt x="2" y="109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5" name="Freeform: Shape 1234">
                      <a:extLst>
                        <a:ext uri="{FF2B5EF4-FFF2-40B4-BE49-F238E27FC236}">
                          <a16:creationId xmlns:a16="http://schemas.microsoft.com/office/drawing/2014/main" id="{E17B029E-8977-589A-217A-0AEA5BFEC3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956" y="5022060"/>
                      <a:ext cx="2072" cy="2080"/>
                    </a:xfrm>
                    <a:custGeom>
                      <a:avLst/>
                      <a:gdLst>
                        <a:gd name="connsiteX0" fmla="*/ 2 w 2072"/>
                        <a:gd name="connsiteY0" fmla="*/ 1111 h 2080"/>
                        <a:gd name="connsiteX1" fmla="*/ 974 w 2072"/>
                        <a:gd name="connsiteY1" fmla="*/ 2 h 2080"/>
                        <a:gd name="connsiteX2" fmla="*/ 2071 w 2072"/>
                        <a:gd name="connsiteY2" fmla="*/ 984 h 2080"/>
                        <a:gd name="connsiteX3" fmla="*/ 1099 w 2072"/>
                        <a:gd name="connsiteY3" fmla="*/ 2078 h 2080"/>
                        <a:gd name="connsiteX4" fmla="*/ 2 w 2072"/>
                        <a:gd name="connsiteY4" fmla="*/ 1111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0">
                          <a:moveTo>
                            <a:pt x="2" y="1111"/>
                          </a:moveTo>
                          <a:cubicBezTo>
                            <a:pt x="-33" y="541"/>
                            <a:pt x="403" y="49"/>
                            <a:pt x="974" y="2"/>
                          </a:cubicBezTo>
                          <a:cubicBezTo>
                            <a:pt x="1545" y="-30"/>
                            <a:pt x="2036" y="414"/>
                            <a:pt x="2071" y="984"/>
                          </a:cubicBezTo>
                          <a:cubicBezTo>
                            <a:pt x="2106" y="1555"/>
                            <a:pt x="1671" y="2047"/>
                            <a:pt x="1099" y="2078"/>
                          </a:cubicBezTo>
                          <a:cubicBezTo>
                            <a:pt x="528" y="2110"/>
                            <a:pt x="37" y="1682"/>
                            <a:pt x="2" y="111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6" name="Freeform: Shape 1235">
                      <a:extLst>
                        <a:ext uri="{FF2B5EF4-FFF2-40B4-BE49-F238E27FC236}">
                          <a16:creationId xmlns:a16="http://schemas.microsoft.com/office/drawing/2014/main" id="{7A1601CE-2131-5113-5C0B-010A0553B3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036" y="5024629"/>
                      <a:ext cx="2072" cy="2066"/>
                    </a:xfrm>
                    <a:custGeom>
                      <a:avLst/>
                      <a:gdLst>
                        <a:gd name="connsiteX0" fmla="*/ 2 w 2072"/>
                        <a:gd name="connsiteY0" fmla="*/ 1096 h 2066"/>
                        <a:gd name="connsiteX1" fmla="*/ 974 w 2072"/>
                        <a:gd name="connsiteY1" fmla="*/ 2 h 2066"/>
                        <a:gd name="connsiteX2" fmla="*/ 2071 w 2072"/>
                        <a:gd name="connsiteY2" fmla="*/ 969 h 2066"/>
                        <a:gd name="connsiteX3" fmla="*/ 1099 w 2072"/>
                        <a:gd name="connsiteY3" fmla="*/ 2063 h 2066"/>
                        <a:gd name="connsiteX4" fmla="*/ 2 w 2072"/>
                        <a:gd name="connsiteY4" fmla="*/ 1096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6">
                          <a:moveTo>
                            <a:pt x="2" y="1096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4" y="-30"/>
                            <a:pt x="2036" y="398"/>
                            <a:pt x="2071" y="969"/>
                          </a:cubicBezTo>
                          <a:cubicBezTo>
                            <a:pt x="2106" y="1539"/>
                            <a:pt x="1670" y="2031"/>
                            <a:pt x="1099" y="2063"/>
                          </a:cubicBezTo>
                          <a:cubicBezTo>
                            <a:pt x="528" y="2110"/>
                            <a:pt x="37" y="1666"/>
                            <a:pt x="2" y="109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7" name="Freeform: Shape 1236">
                      <a:extLst>
                        <a:ext uri="{FF2B5EF4-FFF2-40B4-BE49-F238E27FC236}">
                          <a16:creationId xmlns:a16="http://schemas.microsoft.com/office/drawing/2014/main" id="{5CDDC5A3-6A9B-B698-4F1A-F266EB1D6C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0664" y="5015355"/>
                      <a:ext cx="2072" cy="2079"/>
                    </a:xfrm>
                    <a:custGeom>
                      <a:avLst/>
                      <a:gdLst>
                        <a:gd name="connsiteX0" fmla="*/ 2 w 2072"/>
                        <a:gd name="connsiteY0" fmla="*/ 1111 h 2079"/>
                        <a:gd name="connsiteX1" fmla="*/ 974 w 2072"/>
                        <a:gd name="connsiteY1" fmla="*/ 2 h 2079"/>
                        <a:gd name="connsiteX2" fmla="*/ 2071 w 2072"/>
                        <a:gd name="connsiteY2" fmla="*/ 984 h 2079"/>
                        <a:gd name="connsiteX3" fmla="*/ 1099 w 2072"/>
                        <a:gd name="connsiteY3" fmla="*/ 2078 h 2079"/>
                        <a:gd name="connsiteX4" fmla="*/ 2 w 2072"/>
                        <a:gd name="connsiteY4" fmla="*/ 1111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2" y="1111"/>
                          </a:moveTo>
                          <a:cubicBezTo>
                            <a:pt x="-33" y="541"/>
                            <a:pt x="403" y="49"/>
                            <a:pt x="974" y="2"/>
                          </a:cubicBezTo>
                          <a:cubicBezTo>
                            <a:pt x="1545" y="-30"/>
                            <a:pt x="2036" y="414"/>
                            <a:pt x="2071" y="984"/>
                          </a:cubicBezTo>
                          <a:cubicBezTo>
                            <a:pt x="2106" y="1555"/>
                            <a:pt x="1670" y="2047"/>
                            <a:pt x="1099" y="2078"/>
                          </a:cubicBezTo>
                          <a:cubicBezTo>
                            <a:pt x="528" y="2110"/>
                            <a:pt x="37" y="1682"/>
                            <a:pt x="2" y="111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8" name="Freeform: Shape 1237">
                      <a:extLst>
                        <a:ext uri="{FF2B5EF4-FFF2-40B4-BE49-F238E27FC236}">
                          <a16:creationId xmlns:a16="http://schemas.microsoft.com/office/drawing/2014/main" id="{5ABE8233-04E8-4901-42FD-9040A940DF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8396" y="5029290"/>
                      <a:ext cx="2072" cy="2079"/>
                    </a:xfrm>
                    <a:custGeom>
                      <a:avLst/>
                      <a:gdLst>
                        <a:gd name="connsiteX0" fmla="*/ 2 w 2072"/>
                        <a:gd name="connsiteY0" fmla="*/ 1095 h 2079"/>
                        <a:gd name="connsiteX1" fmla="*/ 974 w 2072"/>
                        <a:gd name="connsiteY1" fmla="*/ 2 h 2079"/>
                        <a:gd name="connsiteX2" fmla="*/ 2071 w 2072"/>
                        <a:gd name="connsiteY2" fmla="*/ 985 h 2079"/>
                        <a:gd name="connsiteX3" fmla="*/ 1099 w 2072"/>
                        <a:gd name="connsiteY3" fmla="*/ 2078 h 2079"/>
                        <a:gd name="connsiteX4" fmla="*/ 2 w 2072"/>
                        <a:gd name="connsiteY4" fmla="*/ 1095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2" y="1095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4" y="-30"/>
                            <a:pt x="2036" y="398"/>
                            <a:pt x="2071" y="985"/>
                          </a:cubicBezTo>
                          <a:cubicBezTo>
                            <a:pt x="2106" y="1555"/>
                            <a:pt x="1670" y="2031"/>
                            <a:pt x="1099" y="2078"/>
                          </a:cubicBezTo>
                          <a:cubicBezTo>
                            <a:pt x="528" y="2110"/>
                            <a:pt x="37" y="1666"/>
                            <a:pt x="2" y="109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9" name="Freeform: Shape 1238">
                      <a:extLst>
                        <a:ext uri="{FF2B5EF4-FFF2-40B4-BE49-F238E27FC236}">
                          <a16:creationId xmlns:a16="http://schemas.microsoft.com/office/drawing/2014/main" id="{A245F732-62B1-5131-AB27-00C9E8691A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188" y="5019603"/>
                      <a:ext cx="2072" cy="2080"/>
                    </a:xfrm>
                    <a:custGeom>
                      <a:avLst/>
                      <a:gdLst>
                        <a:gd name="connsiteX0" fmla="*/ 2 w 2072"/>
                        <a:gd name="connsiteY0" fmla="*/ 1111 h 2080"/>
                        <a:gd name="connsiteX1" fmla="*/ 974 w 2072"/>
                        <a:gd name="connsiteY1" fmla="*/ 2 h 2080"/>
                        <a:gd name="connsiteX2" fmla="*/ 2071 w 2072"/>
                        <a:gd name="connsiteY2" fmla="*/ 985 h 2080"/>
                        <a:gd name="connsiteX3" fmla="*/ 1099 w 2072"/>
                        <a:gd name="connsiteY3" fmla="*/ 2078 h 2080"/>
                        <a:gd name="connsiteX4" fmla="*/ 2 w 2072"/>
                        <a:gd name="connsiteY4" fmla="*/ 1111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0">
                          <a:moveTo>
                            <a:pt x="2" y="1111"/>
                          </a:moveTo>
                          <a:cubicBezTo>
                            <a:pt x="-33" y="541"/>
                            <a:pt x="403" y="33"/>
                            <a:pt x="974" y="2"/>
                          </a:cubicBezTo>
                          <a:cubicBezTo>
                            <a:pt x="1544" y="-30"/>
                            <a:pt x="2036" y="414"/>
                            <a:pt x="2071" y="985"/>
                          </a:cubicBezTo>
                          <a:cubicBezTo>
                            <a:pt x="2106" y="1555"/>
                            <a:pt x="1671" y="2047"/>
                            <a:pt x="1099" y="2078"/>
                          </a:cubicBezTo>
                          <a:cubicBezTo>
                            <a:pt x="527" y="2110"/>
                            <a:pt x="35" y="1682"/>
                            <a:pt x="2" y="111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40" name="Freeform: Shape 1239">
                      <a:extLst>
                        <a:ext uri="{FF2B5EF4-FFF2-40B4-BE49-F238E27FC236}">
                          <a16:creationId xmlns:a16="http://schemas.microsoft.com/office/drawing/2014/main" id="{576243EB-0A49-4E2E-9C25-FB9CF00CFA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4418" y="5030288"/>
                      <a:ext cx="2072" cy="2065"/>
                    </a:xfrm>
                    <a:custGeom>
                      <a:avLst/>
                      <a:gdLst>
                        <a:gd name="connsiteX0" fmla="*/ 2 w 2072"/>
                        <a:gd name="connsiteY0" fmla="*/ 1095 h 2065"/>
                        <a:gd name="connsiteX1" fmla="*/ 974 w 2072"/>
                        <a:gd name="connsiteY1" fmla="*/ 2 h 2065"/>
                        <a:gd name="connsiteX2" fmla="*/ 2071 w 2072"/>
                        <a:gd name="connsiteY2" fmla="*/ 969 h 2065"/>
                        <a:gd name="connsiteX3" fmla="*/ 1099 w 2072"/>
                        <a:gd name="connsiteY3" fmla="*/ 2062 h 2065"/>
                        <a:gd name="connsiteX4" fmla="*/ 2 w 2072"/>
                        <a:gd name="connsiteY4" fmla="*/ 1095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2" y="1095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5" y="-30"/>
                            <a:pt x="2036" y="398"/>
                            <a:pt x="2071" y="969"/>
                          </a:cubicBezTo>
                          <a:cubicBezTo>
                            <a:pt x="2106" y="1539"/>
                            <a:pt x="1670" y="2031"/>
                            <a:pt x="1099" y="2062"/>
                          </a:cubicBezTo>
                          <a:cubicBezTo>
                            <a:pt x="528" y="2110"/>
                            <a:pt x="37" y="1666"/>
                            <a:pt x="2" y="109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41" name="Freeform: Shape 1240">
                      <a:extLst>
                        <a:ext uri="{FF2B5EF4-FFF2-40B4-BE49-F238E27FC236}">
                          <a16:creationId xmlns:a16="http://schemas.microsoft.com/office/drawing/2014/main" id="{FF3644C2-5640-FA49-4660-F9D0560003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688" y="5026594"/>
                      <a:ext cx="2072" cy="2064"/>
                    </a:xfrm>
                    <a:custGeom>
                      <a:avLst/>
                      <a:gdLst>
                        <a:gd name="connsiteX0" fmla="*/ 2 w 2072"/>
                        <a:gd name="connsiteY0" fmla="*/ 1096 h 2064"/>
                        <a:gd name="connsiteX1" fmla="*/ 974 w 2072"/>
                        <a:gd name="connsiteY1" fmla="*/ 2 h 2064"/>
                        <a:gd name="connsiteX2" fmla="*/ 2071 w 2072"/>
                        <a:gd name="connsiteY2" fmla="*/ 969 h 2064"/>
                        <a:gd name="connsiteX3" fmla="*/ 1099 w 2072"/>
                        <a:gd name="connsiteY3" fmla="*/ 2063 h 2064"/>
                        <a:gd name="connsiteX4" fmla="*/ 2 w 2072"/>
                        <a:gd name="connsiteY4" fmla="*/ 1096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4">
                          <a:moveTo>
                            <a:pt x="2" y="1096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5" y="-30"/>
                            <a:pt x="2036" y="398"/>
                            <a:pt x="2071" y="969"/>
                          </a:cubicBezTo>
                          <a:cubicBezTo>
                            <a:pt x="2106" y="1539"/>
                            <a:pt x="1670" y="2031"/>
                            <a:pt x="1099" y="2063"/>
                          </a:cubicBezTo>
                          <a:cubicBezTo>
                            <a:pt x="528" y="2094"/>
                            <a:pt x="37" y="1666"/>
                            <a:pt x="2" y="109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42" name="Freeform: Shape 1241">
                      <a:extLst>
                        <a:ext uri="{FF2B5EF4-FFF2-40B4-BE49-F238E27FC236}">
                          <a16:creationId xmlns:a16="http://schemas.microsoft.com/office/drawing/2014/main" id="{C9179323-FEFF-46B1-9C0F-B2B36A991B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901" y="5034949"/>
                      <a:ext cx="2072" cy="2080"/>
                    </a:xfrm>
                    <a:custGeom>
                      <a:avLst/>
                      <a:gdLst>
                        <a:gd name="connsiteX0" fmla="*/ 2 w 2072"/>
                        <a:gd name="connsiteY0" fmla="*/ 1096 h 2080"/>
                        <a:gd name="connsiteX1" fmla="*/ 974 w 2072"/>
                        <a:gd name="connsiteY1" fmla="*/ 2 h 2080"/>
                        <a:gd name="connsiteX2" fmla="*/ 2071 w 2072"/>
                        <a:gd name="connsiteY2" fmla="*/ 969 h 2080"/>
                        <a:gd name="connsiteX3" fmla="*/ 1099 w 2072"/>
                        <a:gd name="connsiteY3" fmla="*/ 2078 h 2080"/>
                        <a:gd name="connsiteX4" fmla="*/ 2 w 2072"/>
                        <a:gd name="connsiteY4" fmla="*/ 1096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0">
                          <a:moveTo>
                            <a:pt x="2" y="1096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4" y="-30"/>
                            <a:pt x="2036" y="414"/>
                            <a:pt x="2071" y="969"/>
                          </a:cubicBezTo>
                          <a:cubicBezTo>
                            <a:pt x="2106" y="1539"/>
                            <a:pt x="1671" y="2047"/>
                            <a:pt x="1099" y="2078"/>
                          </a:cubicBezTo>
                          <a:cubicBezTo>
                            <a:pt x="528" y="2110"/>
                            <a:pt x="37" y="1682"/>
                            <a:pt x="2" y="109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43" name="Freeform: Shape 1242">
                      <a:extLst>
                        <a:ext uri="{FF2B5EF4-FFF2-40B4-BE49-F238E27FC236}">
                          <a16:creationId xmlns:a16="http://schemas.microsoft.com/office/drawing/2014/main" id="{1CEEFA41-9417-B11C-6866-00AF0BC559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980" y="5037516"/>
                      <a:ext cx="2072" cy="2066"/>
                    </a:xfrm>
                    <a:custGeom>
                      <a:avLst/>
                      <a:gdLst>
                        <a:gd name="connsiteX0" fmla="*/ 2 w 2072"/>
                        <a:gd name="connsiteY0" fmla="*/ 1097 h 2066"/>
                        <a:gd name="connsiteX1" fmla="*/ 974 w 2072"/>
                        <a:gd name="connsiteY1" fmla="*/ 4 h 2066"/>
                        <a:gd name="connsiteX2" fmla="*/ 2071 w 2072"/>
                        <a:gd name="connsiteY2" fmla="*/ 971 h 2066"/>
                        <a:gd name="connsiteX3" fmla="*/ 1099 w 2072"/>
                        <a:gd name="connsiteY3" fmla="*/ 2065 h 2066"/>
                        <a:gd name="connsiteX4" fmla="*/ 2 w 2072"/>
                        <a:gd name="connsiteY4" fmla="*/ 1097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6">
                          <a:moveTo>
                            <a:pt x="2" y="1097"/>
                          </a:moveTo>
                          <a:cubicBezTo>
                            <a:pt x="-33" y="527"/>
                            <a:pt x="403" y="35"/>
                            <a:pt x="974" y="4"/>
                          </a:cubicBezTo>
                          <a:cubicBezTo>
                            <a:pt x="1545" y="-44"/>
                            <a:pt x="2036" y="400"/>
                            <a:pt x="2071" y="971"/>
                          </a:cubicBezTo>
                          <a:cubicBezTo>
                            <a:pt x="2106" y="1541"/>
                            <a:pt x="1670" y="2033"/>
                            <a:pt x="1099" y="2065"/>
                          </a:cubicBezTo>
                          <a:cubicBezTo>
                            <a:pt x="528" y="2096"/>
                            <a:pt x="37" y="1668"/>
                            <a:pt x="2" y="109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44" name="Freeform: Shape 1243">
                      <a:extLst>
                        <a:ext uri="{FF2B5EF4-FFF2-40B4-BE49-F238E27FC236}">
                          <a16:creationId xmlns:a16="http://schemas.microsoft.com/office/drawing/2014/main" id="{078098F9-5BCF-CF46-2793-BFCB9F1DFC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598" y="5031858"/>
                      <a:ext cx="2072" cy="2064"/>
                    </a:xfrm>
                    <a:custGeom>
                      <a:avLst/>
                      <a:gdLst>
                        <a:gd name="connsiteX0" fmla="*/ 2 w 2072"/>
                        <a:gd name="connsiteY0" fmla="*/ 1095 h 2064"/>
                        <a:gd name="connsiteX1" fmla="*/ 974 w 2072"/>
                        <a:gd name="connsiteY1" fmla="*/ 2 h 2064"/>
                        <a:gd name="connsiteX2" fmla="*/ 2071 w 2072"/>
                        <a:gd name="connsiteY2" fmla="*/ 969 h 2064"/>
                        <a:gd name="connsiteX3" fmla="*/ 1099 w 2072"/>
                        <a:gd name="connsiteY3" fmla="*/ 2062 h 2064"/>
                        <a:gd name="connsiteX4" fmla="*/ 2 w 2072"/>
                        <a:gd name="connsiteY4" fmla="*/ 1095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4">
                          <a:moveTo>
                            <a:pt x="2" y="1095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5" y="-30"/>
                            <a:pt x="2036" y="398"/>
                            <a:pt x="2071" y="969"/>
                          </a:cubicBezTo>
                          <a:cubicBezTo>
                            <a:pt x="2106" y="1539"/>
                            <a:pt x="1670" y="2031"/>
                            <a:pt x="1099" y="2062"/>
                          </a:cubicBezTo>
                          <a:cubicBezTo>
                            <a:pt x="528" y="2094"/>
                            <a:pt x="37" y="1666"/>
                            <a:pt x="2" y="109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45" name="Freeform: Shape 1244">
                      <a:extLst>
                        <a:ext uri="{FF2B5EF4-FFF2-40B4-BE49-F238E27FC236}">
                          <a16:creationId xmlns:a16="http://schemas.microsoft.com/office/drawing/2014/main" id="{3A4C1F28-EE86-5A26-0BBC-E497E82DF6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275" y="5040181"/>
                      <a:ext cx="2072" cy="2064"/>
                    </a:xfrm>
                    <a:custGeom>
                      <a:avLst/>
                      <a:gdLst>
                        <a:gd name="connsiteX0" fmla="*/ 2 w 2072"/>
                        <a:gd name="connsiteY0" fmla="*/ 1095 h 2064"/>
                        <a:gd name="connsiteX1" fmla="*/ 974 w 2072"/>
                        <a:gd name="connsiteY1" fmla="*/ 2 h 2064"/>
                        <a:gd name="connsiteX2" fmla="*/ 2071 w 2072"/>
                        <a:gd name="connsiteY2" fmla="*/ 969 h 2064"/>
                        <a:gd name="connsiteX3" fmla="*/ 1099 w 2072"/>
                        <a:gd name="connsiteY3" fmla="*/ 2062 h 2064"/>
                        <a:gd name="connsiteX4" fmla="*/ 2 w 2072"/>
                        <a:gd name="connsiteY4" fmla="*/ 1095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4">
                          <a:moveTo>
                            <a:pt x="2" y="1095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5" y="-30"/>
                            <a:pt x="2036" y="398"/>
                            <a:pt x="2071" y="969"/>
                          </a:cubicBezTo>
                          <a:cubicBezTo>
                            <a:pt x="2106" y="1539"/>
                            <a:pt x="1670" y="2031"/>
                            <a:pt x="1099" y="2062"/>
                          </a:cubicBezTo>
                          <a:cubicBezTo>
                            <a:pt x="528" y="2094"/>
                            <a:pt x="37" y="1666"/>
                            <a:pt x="2" y="109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46" name="Freeform: Shape 1245">
                      <a:extLst>
                        <a:ext uri="{FF2B5EF4-FFF2-40B4-BE49-F238E27FC236}">
                          <a16:creationId xmlns:a16="http://schemas.microsoft.com/office/drawing/2014/main" id="{78731BF8-E444-B733-8A06-50B8A18704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292" y="5026198"/>
                      <a:ext cx="2072" cy="2066"/>
                    </a:xfrm>
                    <a:custGeom>
                      <a:avLst/>
                      <a:gdLst>
                        <a:gd name="connsiteX0" fmla="*/ 2 w 2072"/>
                        <a:gd name="connsiteY0" fmla="*/ 1096 h 2066"/>
                        <a:gd name="connsiteX1" fmla="*/ 974 w 2072"/>
                        <a:gd name="connsiteY1" fmla="*/ 2 h 2066"/>
                        <a:gd name="connsiteX2" fmla="*/ 2071 w 2072"/>
                        <a:gd name="connsiteY2" fmla="*/ 969 h 2066"/>
                        <a:gd name="connsiteX3" fmla="*/ 1099 w 2072"/>
                        <a:gd name="connsiteY3" fmla="*/ 2063 h 2066"/>
                        <a:gd name="connsiteX4" fmla="*/ 2 w 2072"/>
                        <a:gd name="connsiteY4" fmla="*/ 1096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6">
                          <a:moveTo>
                            <a:pt x="2" y="1096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5" y="-30"/>
                            <a:pt x="2036" y="398"/>
                            <a:pt x="2071" y="969"/>
                          </a:cubicBezTo>
                          <a:cubicBezTo>
                            <a:pt x="2106" y="1539"/>
                            <a:pt x="1671" y="2031"/>
                            <a:pt x="1099" y="2063"/>
                          </a:cubicBezTo>
                          <a:cubicBezTo>
                            <a:pt x="528" y="2110"/>
                            <a:pt x="37" y="1666"/>
                            <a:pt x="2" y="109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47" name="Freeform: Shape 1246">
                      <a:extLst>
                        <a:ext uri="{FF2B5EF4-FFF2-40B4-BE49-F238E27FC236}">
                          <a16:creationId xmlns:a16="http://schemas.microsoft.com/office/drawing/2014/main" id="{A748449C-06CC-A70C-0118-4B6160F6EC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6363" y="5043177"/>
                      <a:ext cx="2072" cy="2064"/>
                    </a:xfrm>
                    <a:custGeom>
                      <a:avLst/>
                      <a:gdLst>
                        <a:gd name="connsiteX0" fmla="*/ 2 w 2072"/>
                        <a:gd name="connsiteY0" fmla="*/ 1095 h 2064"/>
                        <a:gd name="connsiteX1" fmla="*/ 974 w 2072"/>
                        <a:gd name="connsiteY1" fmla="*/ 2 h 2064"/>
                        <a:gd name="connsiteX2" fmla="*/ 2071 w 2072"/>
                        <a:gd name="connsiteY2" fmla="*/ 969 h 2064"/>
                        <a:gd name="connsiteX3" fmla="*/ 1099 w 2072"/>
                        <a:gd name="connsiteY3" fmla="*/ 2062 h 2064"/>
                        <a:gd name="connsiteX4" fmla="*/ 2 w 2072"/>
                        <a:gd name="connsiteY4" fmla="*/ 1095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4">
                          <a:moveTo>
                            <a:pt x="2" y="1095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5" y="-30"/>
                            <a:pt x="2036" y="398"/>
                            <a:pt x="2071" y="969"/>
                          </a:cubicBezTo>
                          <a:cubicBezTo>
                            <a:pt x="2106" y="1539"/>
                            <a:pt x="1670" y="2031"/>
                            <a:pt x="1099" y="2062"/>
                          </a:cubicBezTo>
                          <a:cubicBezTo>
                            <a:pt x="528" y="2094"/>
                            <a:pt x="37" y="1666"/>
                            <a:pt x="2" y="109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48" name="Freeform: Shape 1247">
                      <a:extLst>
                        <a:ext uri="{FF2B5EF4-FFF2-40B4-BE49-F238E27FC236}">
                          <a16:creationId xmlns:a16="http://schemas.microsoft.com/office/drawing/2014/main" id="{5E91D825-1504-A4C6-04DD-DEB433D4FE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2633" y="5039481"/>
                      <a:ext cx="2072" cy="2066"/>
                    </a:xfrm>
                    <a:custGeom>
                      <a:avLst/>
                      <a:gdLst>
                        <a:gd name="connsiteX0" fmla="*/ 2 w 2072"/>
                        <a:gd name="connsiteY0" fmla="*/ 1097 h 2066"/>
                        <a:gd name="connsiteX1" fmla="*/ 974 w 2072"/>
                        <a:gd name="connsiteY1" fmla="*/ 4 h 2066"/>
                        <a:gd name="connsiteX2" fmla="*/ 2071 w 2072"/>
                        <a:gd name="connsiteY2" fmla="*/ 971 h 2066"/>
                        <a:gd name="connsiteX3" fmla="*/ 1099 w 2072"/>
                        <a:gd name="connsiteY3" fmla="*/ 2065 h 2066"/>
                        <a:gd name="connsiteX4" fmla="*/ 2 w 2072"/>
                        <a:gd name="connsiteY4" fmla="*/ 1097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6">
                          <a:moveTo>
                            <a:pt x="2" y="1097"/>
                          </a:moveTo>
                          <a:cubicBezTo>
                            <a:pt x="-33" y="527"/>
                            <a:pt x="401" y="35"/>
                            <a:pt x="974" y="4"/>
                          </a:cubicBezTo>
                          <a:cubicBezTo>
                            <a:pt x="1544" y="-44"/>
                            <a:pt x="2036" y="400"/>
                            <a:pt x="2071" y="971"/>
                          </a:cubicBezTo>
                          <a:cubicBezTo>
                            <a:pt x="2106" y="1541"/>
                            <a:pt x="1670" y="2033"/>
                            <a:pt x="1099" y="2065"/>
                          </a:cubicBezTo>
                          <a:cubicBezTo>
                            <a:pt x="527" y="2096"/>
                            <a:pt x="37" y="1668"/>
                            <a:pt x="2" y="109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49" name="Freeform: Shape 1248">
                      <a:extLst>
                        <a:ext uri="{FF2B5EF4-FFF2-40B4-BE49-F238E27FC236}">
                          <a16:creationId xmlns:a16="http://schemas.microsoft.com/office/drawing/2014/main" id="{5C24D4B9-36C6-E073-D045-B361E1A73E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407" y="5020093"/>
                      <a:ext cx="2072" cy="2066"/>
                    </a:xfrm>
                    <a:custGeom>
                      <a:avLst/>
                      <a:gdLst>
                        <a:gd name="connsiteX0" fmla="*/ 2 w 2072"/>
                        <a:gd name="connsiteY0" fmla="*/ 1097 h 2066"/>
                        <a:gd name="connsiteX1" fmla="*/ 974 w 2072"/>
                        <a:gd name="connsiteY1" fmla="*/ 4 h 2066"/>
                        <a:gd name="connsiteX2" fmla="*/ 2071 w 2072"/>
                        <a:gd name="connsiteY2" fmla="*/ 971 h 2066"/>
                        <a:gd name="connsiteX3" fmla="*/ 1099 w 2072"/>
                        <a:gd name="connsiteY3" fmla="*/ 2065 h 2066"/>
                        <a:gd name="connsiteX4" fmla="*/ 2 w 2072"/>
                        <a:gd name="connsiteY4" fmla="*/ 1097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6">
                          <a:moveTo>
                            <a:pt x="2" y="1097"/>
                          </a:moveTo>
                          <a:cubicBezTo>
                            <a:pt x="-33" y="527"/>
                            <a:pt x="403" y="35"/>
                            <a:pt x="974" y="4"/>
                          </a:cubicBezTo>
                          <a:cubicBezTo>
                            <a:pt x="1544" y="-44"/>
                            <a:pt x="2036" y="400"/>
                            <a:pt x="2071" y="971"/>
                          </a:cubicBezTo>
                          <a:cubicBezTo>
                            <a:pt x="2106" y="1541"/>
                            <a:pt x="1670" y="2033"/>
                            <a:pt x="1099" y="2065"/>
                          </a:cubicBezTo>
                          <a:cubicBezTo>
                            <a:pt x="528" y="2096"/>
                            <a:pt x="37" y="1668"/>
                            <a:pt x="2" y="109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50" name="Freeform: Shape 1249">
                      <a:extLst>
                        <a:ext uri="{FF2B5EF4-FFF2-40B4-BE49-F238E27FC236}">
                          <a16:creationId xmlns:a16="http://schemas.microsoft.com/office/drawing/2014/main" id="{B5CF3413-EA9A-3F7C-23A1-38AD076018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605" y="5017699"/>
                      <a:ext cx="2072" cy="2066"/>
                    </a:xfrm>
                    <a:custGeom>
                      <a:avLst/>
                      <a:gdLst>
                        <a:gd name="connsiteX0" fmla="*/ 2 w 2072"/>
                        <a:gd name="connsiteY0" fmla="*/ 1097 h 2066"/>
                        <a:gd name="connsiteX1" fmla="*/ 974 w 2072"/>
                        <a:gd name="connsiteY1" fmla="*/ 4 h 2066"/>
                        <a:gd name="connsiteX2" fmla="*/ 2071 w 2072"/>
                        <a:gd name="connsiteY2" fmla="*/ 971 h 2066"/>
                        <a:gd name="connsiteX3" fmla="*/ 1099 w 2072"/>
                        <a:gd name="connsiteY3" fmla="*/ 2065 h 2066"/>
                        <a:gd name="connsiteX4" fmla="*/ 2 w 2072"/>
                        <a:gd name="connsiteY4" fmla="*/ 1097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6">
                          <a:moveTo>
                            <a:pt x="2" y="1097"/>
                          </a:moveTo>
                          <a:cubicBezTo>
                            <a:pt x="-33" y="527"/>
                            <a:pt x="403" y="35"/>
                            <a:pt x="974" y="4"/>
                          </a:cubicBezTo>
                          <a:cubicBezTo>
                            <a:pt x="1544" y="-44"/>
                            <a:pt x="2036" y="400"/>
                            <a:pt x="2071" y="971"/>
                          </a:cubicBezTo>
                          <a:cubicBezTo>
                            <a:pt x="2106" y="1541"/>
                            <a:pt x="1670" y="2033"/>
                            <a:pt x="1099" y="2065"/>
                          </a:cubicBezTo>
                          <a:cubicBezTo>
                            <a:pt x="528" y="2096"/>
                            <a:pt x="37" y="1668"/>
                            <a:pt x="2" y="109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51" name="Freeform: Shape 1250">
                      <a:extLst>
                        <a:ext uri="{FF2B5EF4-FFF2-40B4-BE49-F238E27FC236}">
                          <a16:creationId xmlns:a16="http://schemas.microsoft.com/office/drawing/2014/main" id="{B2BBCBAA-4306-B229-77E9-4C4B0EFBF9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639" y="5016052"/>
                      <a:ext cx="2072" cy="2064"/>
                    </a:xfrm>
                    <a:custGeom>
                      <a:avLst/>
                      <a:gdLst>
                        <a:gd name="connsiteX0" fmla="*/ 2 w 2072"/>
                        <a:gd name="connsiteY0" fmla="*/ 1096 h 2064"/>
                        <a:gd name="connsiteX1" fmla="*/ 974 w 2072"/>
                        <a:gd name="connsiteY1" fmla="*/ 2 h 2064"/>
                        <a:gd name="connsiteX2" fmla="*/ 2071 w 2072"/>
                        <a:gd name="connsiteY2" fmla="*/ 969 h 2064"/>
                        <a:gd name="connsiteX3" fmla="*/ 1099 w 2072"/>
                        <a:gd name="connsiteY3" fmla="*/ 2063 h 2064"/>
                        <a:gd name="connsiteX4" fmla="*/ 2 w 2072"/>
                        <a:gd name="connsiteY4" fmla="*/ 1096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4">
                          <a:moveTo>
                            <a:pt x="2" y="1096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5" y="-30"/>
                            <a:pt x="2036" y="398"/>
                            <a:pt x="2071" y="969"/>
                          </a:cubicBezTo>
                          <a:cubicBezTo>
                            <a:pt x="2106" y="1540"/>
                            <a:pt x="1670" y="2031"/>
                            <a:pt x="1099" y="2063"/>
                          </a:cubicBezTo>
                          <a:cubicBezTo>
                            <a:pt x="528" y="2094"/>
                            <a:pt x="37" y="1666"/>
                            <a:pt x="2" y="109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52" name="Freeform: Shape 1251">
                      <a:extLst>
                        <a:ext uri="{FF2B5EF4-FFF2-40B4-BE49-F238E27FC236}">
                          <a16:creationId xmlns:a16="http://schemas.microsoft.com/office/drawing/2014/main" id="{F9B7E8D7-4BDB-A61E-D05D-B91A62EB22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965" y="5022362"/>
                      <a:ext cx="2072" cy="2065"/>
                    </a:xfrm>
                    <a:custGeom>
                      <a:avLst/>
                      <a:gdLst>
                        <a:gd name="connsiteX0" fmla="*/ 2 w 2072"/>
                        <a:gd name="connsiteY0" fmla="*/ 1095 h 2065"/>
                        <a:gd name="connsiteX1" fmla="*/ 974 w 2072"/>
                        <a:gd name="connsiteY1" fmla="*/ 2 h 2065"/>
                        <a:gd name="connsiteX2" fmla="*/ 2071 w 2072"/>
                        <a:gd name="connsiteY2" fmla="*/ 969 h 2065"/>
                        <a:gd name="connsiteX3" fmla="*/ 1099 w 2072"/>
                        <a:gd name="connsiteY3" fmla="*/ 2062 h 2065"/>
                        <a:gd name="connsiteX4" fmla="*/ 2 w 2072"/>
                        <a:gd name="connsiteY4" fmla="*/ 1095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2" y="1095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4" y="-30"/>
                            <a:pt x="2036" y="398"/>
                            <a:pt x="2071" y="969"/>
                          </a:cubicBezTo>
                          <a:cubicBezTo>
                            <a:pt x="2106" y="1539"/>
                            <a:pt x="1671" y="2031"/>
                            <a:pt x="1099" y="2062"/>
                          </a:cubicBezTo>
                          <a:cubicBezTo>
                            <a:pt x="527" y="2110"/>
                            <a:pt x="37" y="1666"/>
                            <a:pt x="2" y="109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53" name="Freeform: Shape 1252">
                      <a:extLst>
                        <a:ext uri="{FF2B5EF4-FFF2-40B4-BE49-F238E27FC236}">
                          <a16:creationId xmlns:a16="http://schemas.microsoft.com/office/drawing/2014/main" id="{C321ECC4-0E48-4D60-C9BE-6DE3EDF92F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351" y="5012263"/>
                      <a:ext cx="2072" cy="2079"/>
                    </a:xfrm>
                    <a:custGeom>
                      <a:avLst/>
                      <a:gdLst>
                        <a:gd name="connsiteX0" fmla="*/ 2 w 2072"/>
                        <a:gd name="connsiteY0" fmla="*/ 1111 h 2079"/>
                        <a:gd name="connsiteX1" fmla="*/ 974 w 2072"/>
                        <a:gd name="connsiteY1" fmla="*/ 2 h 2079"/>
                        <a:gd name="connsiteX2" fmla="*/ 2071 w 2072"/>
                        <a:gd name="connsiteY2" fmla="*/ 984 h 2079"/>
                        <a:gd name="connsiteX3" fmla="*/ 1099 w 2072"/>
                        <a:gd name="connsiteY3" fmla="*/ 2078 h 2079"/>
                        <a:gd name="connsiteX4" fmla="*/ 2 w 2072"/>
                        <a:gd name="connsiteY4" fmla="*/ 1111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2" y="1111"/>
                          </a:moveTo>
                          <a:cubicBezTo>
                            <a:pt x="-33" y="541"/>
                            <a:pt x="401" y="49"/>
                            <a:pt x="974" y="2"/>
                          </a:cubicBezTo>
                          <a:cubicBezTo>
                            <a:pt x="1545" y="-30"/>
                            <a:pt x="2036" y="414"/>
                            <a:pt x="2071" y="984"/>
                          </a:cubicBezTo>
                          <a:cubicBezTo>
                            <a:pt x="2106" y="1555"/>
                            <a:pt x="1670" y="2047"/>
                            <a:pt x="1099" y="2078"/>
                          </a:cubicBezTo>
                          <a:cubicBezTo>
                            <a:pt x="528" y="2110"/>
                            <a:pt x="37" y="1682"/>
                            <a:pt x="2" y="111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54" name="Freeform: Shape 1253">
                      <a:extLst>
                        <a:ext uri="{FF2B5EF4-FFF2-40B4-BE49-F238E27FC236}">
                          <a16:creationId xmlns:a16="http://schemas.microsoft.com/office/drawing/2014/main" id="{A1704097-A12A-9E12-7FFF-8458DB934F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987" y="5023359"/>
                      <a:ext cx="2072" cy="2065"/>
                    </a:xfrm>
                    <a:custGeom>
                      <a:avLst/>
                      <a:gdLst>
                        <a:gd name="connsiteX0" fmla="*/ 2 w 2072"/>
                        <a:gd name="connsiteY0" fmla="*/ 1097 h 2065"/>
                        <a:gd name="connsiteX1" fmla="*/ 974 w 2072"/>
                        <a:gd name="connsiteY1" fmla="*/ 4 h 2065"/>
                        <a:gd name="connsiteX2" fmla="*/ 2071 w 2072"/>
                        <a:gd name="connsiteY2" fmla="*/ 971 h 2065"/>
                        <a:gd name="connsiteX3" fmla="*/ 1099 w 2072"/>
                        <a:gd name="connsiteY3" fmla="*/ 2064 h 2065"/>
                        <a:gd name="connsiteX4" fmla="*/ 2 w 2072"/>
                        <a:gd name="connsiteY4" fmla="*/ 1097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2" y="1097"/>
                          </a:moveTo>
                          <a:cubicBezTo>
                            <a:pt x="-33" y="527"/>
                            <a:pt x="403" y="35"/>
                            <a:pt x="974" y="4"/>
                          </a:cubicBezTo>
                          <a:cubicBezTo>
                            <a:pt x="1545" y="-44"/>
                            <a:pt x="2036" y="400"/>
                            <a:pt x="2071" y="971"/>
                          </a:cubicBezTo>
                          <a:cubicBezTo>
                            <a:pt x="2106" y="1541"/>
                            <a:pt x="1670" y="2033"/>
                            <a:pt x="1099" y="2064"/>
                          </a:cubicBezTo>
                          <a:cubicBezTo>
                            <a:pt x="527" y="2096"/>
                            <a:pt x="35" y="1668"/>
                            <a:pt x="2" y="109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55" name="Freeform: Shape 1254">
                      <a:extLst>
                        <a:ext uri="{FF2B5EF4-FFF2-40B4-BE49-F238E27FC236}">
                          <a16:creationId xmlns:a16="http://schemas.microsoft.com/office/drawing/2014/main" id="{6C30B672-D981-8680-660C-FC689250B6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7730" y="5029337"/>
                      <a:ext cx="2072" cy="2080"/>
                    </a:xfrm>
                    <a:custGeom>
                      <a:avLst/>
                      <a:gdLst>
                        <a:gd name="connsiteX0" fmla="*/ 2 w 2072"/>
                        <a:gd name="connsiteY0" fmla="*/ 1111 h 2080"/>
                        <a:gd name="connsiteX1" fmla="*/ 974 w 2072"/>
                        <a:gd name="connsiteY1" fmla="*/ 2 h 2080"/>
                        <a:gd name="connsiteX2" fmla="*/ 2071 w 2072"/>
                        <a:gd name="connsiteY2" fmla="*/ 984 h 2080"/>
                        <a:gd name="connsiteX3" fmla="*/ 1099 w 2072"/>
                        <a:gd name="connsiteY3" fmla="*/ 2078 h 2080"/>
                        <a:gd name="connsiteX4" fmla="*/ 2 w 2072"/>
                        <a:gd name="connsiteY4" fmla="*/ 1111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0">
                          <a:moveTo>
                            <a:pt x="2" y="1111"/>
                          </a:moveTo>
                          <a:cubicBezTo>
                            <a:pt x="-33" y="541"/>
                            <a:pt x="401" y="33"/>
                            <a:pt x="974" y="2"/>
                          </a:cubicBezTo>
                          <a:cubicBezTo>
                            <a:pt x="1545" y="-30"/>
                            <a:pt x="2036" y="414"/>
                            <a:pt x="2071" y="984"/>
                          </a:cubicBezTo>
                          <a:cubicBezTo>
                            <a:pt x="2106" y="1555"/>
                            <a:pt x="1670" y="2047"/>
                            <a:pt x="1099" y="2078"/>
                          </a:cubicBezTo>
                          <a:cubicBezTo>
                            <a:pt x="527" y="2110"/>
                            <a:pt x="35" y="1682"/>
                            <a:pt x="2" y="111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56" name="Freeform: Shape 1255">
                      <a:extLst>
                        <a:ext uri="{FF2B5EF4-FFF2-40B4-BE49-F238E27FC236}">
                          <a16:creationId xmlns:a16="http://schemas.microsoft.com/office/drawing/2014/main" id="{1C31BC89-AA01-94AF-59AE-67C0FC22D4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2680" y="5026896"/>
                      <a:ext cx="2072" cy="2079"/>
                    </a:xfrm>
                    <a:custGeom>
                      <a:avLst/>
                      <a:gdLst>
                        <a:gd name="connsiteX0" fmla="*/ 2 w 2072"/>
                        <a:gd name="connsiteY0" fmla="*/ 1095 h 2079"/>
                        <a:gd name="connsiteX1" fmla="*/ 974 w 2072"/>
                        <a:gd name="connsiteY1" fmla="*/ 2 h 2079"/>
                        <a:gd name="connsiteX2" fmla="*/ 2071 w 2072"/>
                        <a:gd name="connsiteY2" fmla="*/ 984 h 2079"/>
                        <a:gd name="connsiteX3" fmla="*/ 1099 w 2072"/>
                        <a:gd name="connsiteY3" fmla="*/ 2078 h 2079"/>
                        <a:gd name="connsiteX4" fmla="*/ 2 w 2072"/>
                        <a:gd name="connsiteY4" fmla="*/ 1095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2" y="1095"/>
                          </a:moveTo>
                          <a:cubicBezTo>
                            <a:pt x="-33" y="541"/>
                            <a:pt x="403" y="33"/>
                            <a:pt x="974" y="2"/>
                          </a:cubicBezTo>
                          <a:cubicBezTo>
                            <a:pt x="1545" y="-30"/>
                            <a:pt x="2036" y="414"/>
                            <a:pt x="2071" y="984"/>
                          </a:cubicBezTo>
                          <a:cubicBezTo>
                            <a:pt x="2106" y="1555"/>
                            <a:pt x="1670" y="2047"/>
                            <a:pt x="1099" y="2078"/>
                          </a:cubicBezTo>
                          <a:cubicBezTo>
                            <a:pt x="528" y="2110"/>
                            <a:pt x="37" y="1682"/>
                            <a:pt x="2" y="109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57" name="Freeform: Shape 1256">
                      <a:extLst>
                        <a:ext uri="{FF2B5EF4-FFF2-40B4-BE49-F238E27FC236}">
                          <a16:creationId xmlns:a16="http://schemas.microsoft.com/office/drawing/2014/main" id="{7AD0568E-BACD-5A1F-7631-28BADFCA08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3452" y="5039610"/>
                      <a:ext cx="2072" cy="2064"/>
                    </a:xfrm>
                    <a:custGeom>
                      <a:avLst/>
                      <a:gdLst>
                        <a:gd name="connsiteX0" fmla="*/ 2 w 2072"/>
                        <a:gd name="connsiteY0" fmla="*/ 1095 h 2064"/>
                        <a:gd name="connsiteX1" fmla="*/ 974 w 2072"/>
                        <a:gd name="connsiteY1" fmla="*/ 2 h 2064"/>
                        <a:gd name="connsiteX2" fmla="*/ 2071 w 2072"/>
                        <a:gd name="connsiteY2" fmla="*/ 969 h 2064"/>
                        <a:gd name="connsiteX3" fmla="*/ 1099 w 2072"/>
                        <a:gd name="connsiteY3" fmla="*/ 2062 h 2064"/>
                        <a:gd name="connsiteX4" fmla="*/ 2 w 2072"/>
                        <a:gd name="connsiteY4" fmla="*/ 1095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4">
                          <a:moveTo>
                            <a:pt x="2" y="1095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5" y="-30"/>
                            <a:pt x="2036" y="398"/>
                            <a:pt x="2071" y="969"/>
                          </a:cubicBezTo>
                          <a:cubicBezTo>
                            <a:pt x="2106" y="1539"/>
                            <a:pt x="1671" y="2031"/>
                            <a:pt x="1099" y="2062"/>
                          </a:cubicBezTo>
                          <a:cubicBezTo>
                            <a:pt x="528" y="2094"/>
                            <a:pt x="37" y="1666"/>
                            <a:pt x="2" y="109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58" name="Freeform: Shape 1257">
                      <a:extLst>
                        <a:ext uri="{FF2B5EF4-FFF2-40B4-BE49-F238E27FC236}">
                          <a16:creationId xmlns:a16="http://schemas.microsoft.com/office/drawing/2014/main" id="{F54E0F7E-C714-C00D-25E8-24A7ACBDCD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2275" y="5026674"/>
                      <a:ext cx="2072" cy="2064"/>
                    </a:xfrm>
                    <a:custGeom>
                      <a:avLst/>
                      <a:gdLst>
                        <a:gd name="connsiteX0" fmla="*/ 2 w 2072"/>
                        <a:gd name="connsiteY0" fmla="*/ 1095 h 2064"/>
                        <a:gd name="connsiteX1" fmla="*/ 974 w 2072"/>
                        <a:gd name="connsiteY1" fmla="*/ 2 h 2064"/>
                        <a:gd name="connsiteX2" fmla="*/ 2071 w 2072"/>
                        <a:gd name="connsiteY2" fmla="*/ 969 h 2064"/>
                        <a:gd name="connsiteX3" fmla="*/ 1099 w 2072"/>
                        <a:gd name="connsiteY3" fmla="*/ 2062 h 2064"/>
                        <a:gd name="connsiteX4" fmla="*/ 2 w 2072"/>
                        <a:gd name="connsiteY4" fmla="*/ 1095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4">
                          <a:moveTo>
                            <a:pt x="2" y="1095"/>
                          </a:moveTo>
                          <a:cubicBezTo>
                            <a:pt x="-33" y="525"/>
                            <a:pt x="401" y="33"/>
                            <a:pt x="974" y="2"/>
                          </a:cubicBezTo>
                          <a:cubicBezTo>
                            <a:pt x="1545" y="-30"/>
                            <a:pt x="2036" y="398"/>
                            <a:pt x="2071" y="969"/>
                          </a:cubicBezTo>
                          <a:cubicBezTo>
                            <a:pt x="2106" y="1539"/>
                            <a:pt x="1670" y="2031"/>
                            <a:pt x="1099" y="2062"/>
                          </a:cubicBezTo>
                          <a:cubicBezTo>
                            <a:pt x="528" y="2094"/>
                            <a:pt x="37" y="1666"/>
                            <a:pt x="2" y="109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59" name="Freeform: Shape 1258">
                      <a:extLst>
                        <a:ext uri="{FF2B5EF4-FFF2-40B4-BE49-F238E27FC236}">
                          <a16:creationId xmlns:a16="http://schemas.microsoft.com/office/drawing/2014/main" id="{01BA4A41-E50B-49D6-7464-DD1362C953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617" y="5050010"/>
                      <a:ext cx="2072" cy="2080"/>
                    </a:xfrm>
                    <a:custGeom>
                      <a:avLst/>
                      <a:gdLst>
                        <a:gd name="connsiteX0" fmla="*/ 2 w 2072"/>
                        <a:gd name="connsiteY0" fmla="*/ 1096 h 2080"/>
                        <a:gd name="connsiteX1" fmla="*/ 974 w 2072"/>
                        <a:gd name="connsiteY1" fmla="*/ 2 h 2080"/>
                        <a:gd name="connsiteX2" fmla="*/ 2071 w 2072"/>
                        <a:gd name="connsiteY2" fmla="*/ 969 h 2080"/>
                        <a:gd name="connsiteX3" fmla="*/ 1099 w 2072"/>
                        <a:gd name="connsiteY3" fmla="*/ 2079 h 2080"/>
                        <a:gd name="connsiteX4" fmla="*/ 2 w 2072"/>
                        <a:gd name="connsiteY4" fmla="*/ 1096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0">
                          <a:moveTo>
                            <a:pt x="2" y="1096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4" y="-30"/>
                            <a:pt x="2036" y="398"/>
                            <a:pt x="2071" y="969"/>
                          </a:cubicBezTo>
                          <a:cubicBezTo>
                            <a:pt x="2106" y="1539"/>
                            <a:pt x="1670" y="2031"/>
                            <a:pt x="1099" y="2079"/>
                          </a:cubicBezTo>
                          <a:cubicBezTo>
                            <a:pt x="528" y="2110"/>
                            <a:pt x="37" y="1666"/>
                            <a:pt x="2" y="109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60" name="Freeform: Shape 1259">
                      <a:extLst>
                        <a:ext uri="{FF2B5EF4-FFF2-40B4-BE49-F238E27FC236}">
                          <a16:creationId xmlns:a16="http://schemas.microsoft.com/office/drawing/2014/main" id="{720E80E8-1DC1-3A12-60F6-6A786C638F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603" y="5034585"/>
                      <a:ext cx="2072" cy="2079"/>
                    </a:xfrm>
                    <a:custGeom>
                      <a:avLst/>
                      <a:gdLst>
                        <a:gd name="connsiteX0" fmla="*/ 2 w 2072"/>
                        <a:gd name="connsiteY0" fmla="*/ 1095 h 2079"/>
                        <a:gd name="connsiteX1" fmla="*/ 974 w 2072"/>
                        <a:gd name="connsiteY1" fmla="*/ 2 h 2079"/>
                        <a:gd name="connsiteX2" fmla="*/ 2071 w 2072"/>
                        <a:gd name="connsiteY2" fmla="*/ 969 h 2079"/>
                        <a:gd name="connsiteX3" fmla="*/ 1099 w 2072"/>
                        <a:gd name="connsiteY3" fmla="*/ 2078 h 2079"/>
                        <a:gd name="connsiteX4" fmla="*/ 2 w 2072"/>
                        <a:gd name="connsiteY4" fmla="*/ 1095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2" y="1095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4" y="-30"/>
                            <a:pt x="2036" y="398"/>
                            <a:pt x="2071" y="969"/>
                          </a:cubicBezTo>
                          <a:cubicBezTo>
                            <a:pt x="2106" y="1539"/>
                            <a:pt x="1670" y="2031"/>
                            <a:pt x="1099" y="2078"/>
                          </a:cubicBezTo>
                          <a:cubicBezTo>
                            <a:pt x="528" y="2110"/>
                            <a:pt x="37" y="1666"/>
                            <a:pt x="2" y="109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61" name="Freeform: Shape 1260">
                      <a:extLst>
                        <a:ext uri="{FF2B5EF4-FFF2-40B4-BE49-F238E27FC236}">
                          <a16:creationId xmlns:a16="http://schemas.microsoft.com/office/drawing/2014/main" id="{BD6C5AF6-C622-AF3D-BC44-996230D535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112" y="5050470"/>
                      <a:ext cx="2072" cy="2064"/>
                    </a:xfrm>
                    <a:custGeom>
                      <a:avLst/>
                      <a:gdLst>
                        <a:gd name="connsiteX0" fmla="*/ 2 w 2072"/>
                        <a:gd name="connsiteY0" fmla="*/ 1095 h 2064"/>
                        <a:gd name="connsiteX1" fmla="*/ 974 w 2072"/>
                        <a:gd name="connsiteY1" fmla="*/ 2 h 2064"/>
                        <a:gd name="connsiteX2" fmla="*/ 2071 w 2072"/>
                        <a:gd name="connsiteY2" fmla="*/ 969 h 2064"/>
                        <a:gd name="connsiteX3" fmla="*/ 1099 w 2072"/>
                        <a:gd name="connsiteY3" fmla="*/ 2062 h 2064"/>
                        <a:gd name="connsiteX4" fmla="*/ 2 w 2072"/>
                        <a:gd name="connsiteY4" fmla="*/ 1095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4">
                          <a:moveTo>
                            <a:pt x="2" y="1095"/>
                          </a:moveTo>
                          <a:cubicBezTo>
                            <a:pt x="-33" y="525"/>
                            <a:pt x="403" y="33"/>
                            <a:pt x="974" y="2"/>
                          </a:cubicBezTo>
                          <a:cubicBezTo>
                            <a:pt x="1544" y="-30"/>
                            <a:pt x="2036" y="398"/>
                            <a:pt x="2071" y="969"/>
                          </a:cubicBezTo>
                          <a:cubicBezTo>
                            <a:pt x="2106" y="1539"/>
                            <a:pt x="1670" y="2031"/>
                            <a:pt x="1099" y="2062"/>
                          </a:cubicBezTo>
                          <a:cubicBezTo>
                            <a:pt x="528" y="2094"/>
                            <a:pt x="37" y="1666"/>
                            <a:pt x="2" y="109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62" name="Freeform: Shape 1261">
                      <a:extLst>
                        <a:ext uri="{FF2B5EF4-FFF2-40B4-BE49-F238E27FC236}">
                          <a16:creationId xmlns:a16="http://schemas.microsoft.com/office/drawing/2014/main" id="{2CFA9EC5-78BE-BE69-FD2F-2F50D6B0C4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103" y="5041574"/>
                      <a:ext cx="2072" cy="2065"/>
                    </a:xfrm>
                    <a:custGeom>
                      <a:avLst/>
                      <a:gdLst>
                        <a:gd name="connsiteX0" fmla="*/ 2 w 2072"/>
                        <a:gd name="connsiteY0" fmla="*/ 1097 h 2065"/>
                        <a:gd name="connsiteX1" fmla="*/ 974 w 2072"/>
                        <a:gd name="connsiteY1" fmla="*/ 4 h 2065"/>
                        <a:gd name="connsiteX2" fmla="*/ 2071 w 2072"/>
                        <a:gd name="connsiteY2" fmla="*/ 971 h 2065"/>
                        <a:gd name="connsiteX3" fmla="*/ 1099 w 2072"/>
                        <a:gd name="connsiteY3" fmla="*/ 2064 h 2065"/>
                        <a:gd name="connsiteX4" fmla="*/ 2 w 2072"/>
                        <a:gd name="connsiteY4" fmla="*/ 1097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2" y="1097"/>
                          </a:moveTo>
                          <a:cubicBezTo>
                            <a:pt x="-33" y="527"/>
                            <a:pt x="403" y="35"/>
                            <a:pt x="974" y="4"/>
                          </a:cubicBezTo>
                          <a:cubicBezTo>
                            <a:pt x="1545" y="-44"/>
                            <a:pt x="2036" y="400"/>
                            <a:pt x="2071" y="971"/>
                          </a:cubicBezTo>
                          <a:cubicBezTo>
                            <a:pt x="2106" y="1541"/>
                            <a:pt x="1670" y="2033"/>
                            <a:pt x="1099" y="2064"/>
                          </a:cubicBezTo>
                          <a:cubicBezTo>
                            <a:pt x="528" y="2096"/>
                            <a:pt x="37" y="1668"/>
                            <a:pt x="2" y="109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263" name="Graphic 21">
                    <a:extLst>
                      <a:ext uri="{FF2B5EF4-FFF2-40B4-BE49-F238E27FC236}">
                        <a16:creationId xmlns:a16="http://schemas.microsoft.com/office/drawing/2014/main" id="{0A0CDE5F-7B44-7F6A-8E32-CD9CE0A80267}"/>
                      </a:ext>
                    </a:extLst>
                  </p:cNvPr>
                  <p:cNvGrpSpPr/>
                  <p:nvPr/>
                </p:nvGrpSpPr>
                <p:grpSpPr>
                  <a:xfrm>
                    <a:off x="847537" y="4988015"/>
                    <a:ext cx="48977" cy="61283"/>
                    <a:chOff x="847537" y="4988015"/>
                    <a:chExt cx="48977" cy="61283"/>
                  </a:xfrm>
                  <a:solidFill>
                    <a:srgbClr val="F0BB74"/>
                  </a:solidFill>
                </p:grpSpPr>
                <p:sp>
                  <p:nvSpPr>
                    <p:cNvPr id="1264" name="Freeform: Shape 1263">
                      <a:extLst>
                        <a:ext uri="{FF2B5EF4-FFF2-40B4-BE49-F238E27FC236}">
                          <a16:creationId xmlns:a16="http://schemas.microsoft.com/office/drawing/2014/main" id="{A8F64EAD-F8A3-C8AB-75D5-1A747C6232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186" y="5031183"/>
                      <a:ext cx="2074" cy="2081"/>
                    </a:xfrm>
                    <a:custGeom>
                      <a:avLst/>
                      <a:gdLst>
                        <a:gd name="connsiteX0" fmla="*/ 800 w 2074"/>
                        <a:gd name="connsiteY0" fmla="*/ 2055 h 2081"/>
                        <a:gd name="connsiteX1" fmla="*/ 28 w 2074"/>
                        <a:gd name="connsiteY1" fmla="*/ 803 h 2081"/>
                        <a:gd name="connsiteX2" fmla="*/ 1274 w 2074"/>
                        <a:gd name="connsiteY2" fmla="*/ 26 h 2081"/>
                        <a:gd name="connsiteX3" fmla="*/ 2046 w 2074"/>
                        <a:gd name="connsiteY3" fmla="*/ 1278 h 2081"/>
                        <a:gd name="connsiteX4" fmla="*/ 800 w 2074"/>
                        <a:gd name="connsiteY4" fmla="*/ 2055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81">
                          <a:moveTo>
                            <a:pt x="800" y="2055"/>
                          </a:moveTo>
                          <a:cubicBezTo>
                            <a:pt x="242" y="1912"/>
                            <a:pt x="-104" y="1358"/>
                            <a:pt x="28" y="803"/>
                          </a:cubicBezTo>
                          <a:cubicBezTo>
                            <a:pt x="158" y="248"/>
                            <a:pt x="716" y="-101"/>
                            <a:pt x="1274" y="26"/>
                          </a:cubicBezTo>
                          <a:cubicBezTo>
                            <a:pt x="1832" y="153"/>
                            <a:pt x="2178" y="723"/>
                            <a:pt x="2046" y="1278"/>
                          </a:cubicBezTo>
                          <a:cubicBezTo>
                            <a:pt x="1916" y="1833"/>
                            <a:pt x="1358" y="2182"/>
                            <a:pt x="800" y="20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65" name="Freeform: Shape 1264">
                      <a:extLst>
                        <a:ext uri="{FF2B5EF4-FFF2-40B4-BE49-F238E27FC236}">
                          <a16:creationId xmlns:a16="http://schemas.microsoft.com/office/drawing/2014/main" id="{4764ABE3-D403-1B28-2A57-76530ABF87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097" y="5027056"/>
                      <a:ext cx="2072" cy="2071"/>
                    </a:xfrm>
                    <a:custGeom>
                      <a:avLst/>
                      <a:gdLst>
                        <a:gd name="connsiteX0" fmla="*/ 800 w 2072"/>
                        <a:gd name="connsiteY0" fmla="*/ 2045 h 2071"/>
                        <a:gd name="connsiteX1" fmla="*/ 27 w 2072"/>
                        <a:gd name="connsiteY1" fmla="*/ 793 h 2071"/>
                        <a:gd name="connsiteX2" fmla="*/ 1273 w 2072"/>
                        <a:gd name="connsiteY2" fmla="*/ 32 h 2071"/>
                        <a:gd name="connsiteX3" fmla="*/ 2046 w 2072"/>
                        <a:gd name="connsiteY3" fmla="*/ 1268 h 2071"/>
                        <a:gd name="connsiteX4" fmla="*/ 800 w 2072"/>
                        <a:gd name="connsiteY4" fmla="*/ 2045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800" y="2045"/>
                          </a:moveTo>
                          <a:cubicBezTo>
                            <a:pt x="241" y="1918"/>
                            <a:pt x="-103" y="1364"/>
                            <a:pt x="27" y="793"/>
                          </a:cubicBezTo>
                          <a:cubicBezTo>
                            <a:pt x="159" y="238"/>
                            <a:pt x="715" y="-111"/>
                            <a:pt x="1273" y="32"/>
                          </a:cubicBezTo>
                          <a:cubicBezTo>
                            <a:pt x="1832" y="159"/>
                            <a:pt x="2176" y="714"/>
                            <a:pt x="2046" y="1268"/>
                          </a:cubicBezTo>
                          <a:cubicBezTo>
                            <a:pt x="1916" y="1823"/>
                            <a:pt x="1358" y="2172"/>
                            <a:pt x="800" y="204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66" name="Freeform: Shape 1265">
                      <a:extLst>
                        <a:ext uri="{FF2B5EF4-FFF2-40B4-BE49-F238E27FC236}">
                          <a16:creationId xmlns:a16="http://schemas.microsoft.com/office/drawing/2014/main" id="{5682C72F-EF40-F9C3-4EF2-6488A3BB2C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6281" y="5026759"/>
                      <a:ext cx="2073" cy="2066"/>
                    </a:xfrm>
                    <a:custGeom>
                      <a:avLst/>
                      <a:gdLst>
                        <a:gd name="connsiteX0" fmla="*/ 800 w 2073"/>
                        <a:gd name="connsiteY0" fmla="*/ 2040 h 2066"/>
                        <a:gd name="connsiteX1" fmla="*/ 27 w 2073"/>
                        <a:gd name="connsiteY1" fmla="*/ 788 h 2066"/>
                        <a:gd name="connsiteX2" fmla="*/ 1274 w 2073"/>
                        <a:gd name="connsiteY2" fmla="*/ 27 h 2066"/>
                        <a:gd name="connsiteX3" fmla="*/ 2046 w 2073"/>
                        <a:gd name="connsiteY3" fmla="*/ 1263 h 2066"/>
                        <a:gd name="connsiteX4" fmla="*/ 800 w 2073"/>
                        <a:gd name="connsiteY4" fmla="*/ 2040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6">
                          <a:moveTo>
                            <a:pt x="800" y="2040"/>
                          </a:moveTo>
                          <a:cubicBezTo>
                            <a:pt x="241" y="1914"/>
                            <a:pt x="-103" y="1359"/>
                            <a:pt x="27" y="788"/>
                          </a:cubicBezTo>
                          <a:cubicBezTo>
                            <a:pt x="159" y="233"/>
                            <a:pt x="715" y="-100"/>
                            <a:pt x="1274" y="27"/>
                          </a:cubicBezTo>
                          <a:cubicBezTo>
                            <a:pt x="1832" y="154"/>
                            <a:pt x="2177" y="709"/>
                            <a:pt x="2046" y="1263"/>
                          </a:cubicBezTo>
                          <a:cubicBezTo>
                            <a:pt x="1914" y="1818"/>
                            <a:pt x="1356" y="2167"/>
                            <a:pt x="800" y="20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67" name="Freeform: Shape 1266">
                      <a:extLst>
                        <a:ext uri="{FF2B5EF4-FFF2-40B4-BE49-F238E27FC236}">
                          <a16:creationId xmlns:a16="http://schemas.microsoft.com/office/drawing/2014/main" id="{023E4591-8DF1-A7E7-0DBF-13429903D6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5234" y="5032842"/>
                      <a:ext cx="2073" cy="2071"/>
                    </a:xfrm>
                    <a:custGeom>
                      <a:avLst/>
                      <a:gdLst>
                        <a:gd name="connsiteX0" fmla="*/ 800 w 2073"/>
                        <a:gd name="connsiteY0" fmla="*/ 2045 h 2071"/>
                        <a:gd name="connsiteX1" fmla="*/ 28 w 2073"/>
                        <a:gd name="connsiteY1" fmla="*/ 793 h 2071"/>
                        <a:gd name="connsiteX2" fmla="*/ 1274 w 2073"/>
                        <a:gd name="connsiteY2" fmla="*/ 32 h 2071"/>
                        <a:gd name="connsiteX3" fmla="*/ 2046 w 2073"/>
                        <a:gd name="connsiteY3" fmla="*/ 1268 h 2071"/>
                        <a:gd name="connsiteX4" fmla="*/ 800 w 2073"/>
                        <a:gd name="connsiteY4" fmla="*/ 2045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800" y="2045"/>
                          </a:moveTo>
                          <a:cubicBezTo>
                            <a:pt x="242" y="1919"/>
                            <a:pt x="-104" y="1364"/>
                            <a:pt x="28" y="793"/>
                          </a:cubicBezTo>
                          <a:cubicBezTo>
                            <a:pt x="158" y="238"/>
                            <a:pt x="716" y="-111"/>
                            <a:pt x="1274" y="32"/>
                          </a:cubicBezTo>
                          <a:cubicBezTo>
                            <a:pt x="1832" y="159"/>
                            <a:pt x="2178" y="714"/>
                            <a:pt x="2046" y="1268"/>
                          </a:cubicBezTo>
                          <a:cubicBezTo>
                            <a:pt x="1916" y="1823"/>
                            <a:pt x="1358" y="2172"/>
                            <a:pt x="800" y="204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68" name="Freeform: Shape 1267">
                      <a:extLst>
                        <a:ext uri="{FF2B5EF4-FFF2-40B4-BE49-F238E27FC236}">
                          <a16:creationId xmlns:a16="http://schemas.microsoft.com/office/drawing/2014/main" id="{D7402B62-8512-096A-5806-E84FD60643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771" y="5020683"/>
                      <a:ext cx="2073" cy="2071"/>
                    </a:xfrm>
                    <a:custGeom>
                      <a:avLst/>
                      <a:gdLst>
                        <a:gd name="connsiteX0" fmla="*/ 799 w 2073"/>
                        <a:gd name="connsiteY0" fmla="*/ 2045 h 2071"/>
                        <a:gd name="connsiteX1" fmla="*/ 27 w 2073"/>
                        <a:gd name="connsiteY1" fmla="*/ 793 h 2071"/>
                        <a:gd name="connsiteX2" fmla="*/ 1273 w 2073"/>
                        <a:gd name="connsiteY2" fmla="*/ 32 h 2071"/>
                        <a:gd name="connsiteX3" fmla="*/ 2045 w 2073"/>
                        <a:gd name="connsiteY3" fmla="*/ 1269 h 2071"/>
                        <a:gd name="connsiteX4" fmla="*/ 799 w 2073"/>
                        <a:gd name="connsiteY4" fmla="*/ 2045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799" y="2045"/>
                          </a:moveTo>
                          <a:cubicBezTo>
                            <a:pt x="243" y="1918"/>
                            <a:pt x="-103" y="1348"/>
                            <a:pt x="27" y="793"/>
                          </a:cubicBezTo>
                          <a:cubicBezTo>
                            <a:pt x="157" y="238"/>
                            <a:pt x="715" y="-111"/>
                            <a:pt x="1273" y="32"/>
                          </a:cubicBezTo>
                          <a:cubicBezTo>
                            <a:pt x="1831" y="159"/>
                            <a:pt x="2177" y="714"/>
                            <a:pt x="2045" y="1269"/>
                          </a:cubicBezTo>
                          <a:cubicBezTo>
                            <a:pt x="1914" y="1823"/>
                            <a:pt x="1356" y="2172"/>
                            <a:pt x="799" y="204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69" name="Freeform: Shape 1268">
                      <a:extLst>
                        <a:ext uri="{FF2B5EF4-FFF2-40B4-BE49-F238E27FC236}">
                          <a16:creationId xmlns:a16="http://schemas.microsoft.com/office/drawing/2014/main" id="{03BDF061-384B-808F-AC12-AD820BB039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915" y="5027357"/>
                      <a:ext cx="2074" cy="2071"/>
                    </a:xfrm>
                    <a:custGeom>
                      <a:avLst/>
                      <a:gdLst>
                        <a:gd name="connsiteX0" fmla="*/ 800 w 2074"/>
                        <a:gd name="connsiteY0" fmla="*/ 2045 h 2071"/>
                        <a:gd name="connsiteX1" fmla="*/ 28 w 2074"/>
                        <a:gd name="connsiteY1" fmla="*/ 793 h 2071"/>
                        <a:gd name="connsiteX2" fmla="*/ 1274 w 2074"/>
                        <a:gd name="connsiteY2" fmla="*/ 32 h 2071"/>
                        <a:gd name="connsiteX3" fmla="*/ 2046 w 2074"/>
                        <a:gd name="connsiteY3" fmla="*/ 1269 h 2071"/>
                        <a:gd name="connsiteX4" fmla="*/ 800 w 2074"/>
                        <a:gd name="connsiteY4" fmla="*/ 2045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1">
                          <a:moveTo>
                            <a:pt x="800" y="2045"/>
                          </a:moveTo>
                          <a:cubicBezTo>
                            <a:pt x="242" y="1919"/>
                            <a:pt x="-104" y="1364"/>
                            <a:pt x="28" y="793"/>
                          </a:cubicBezTo>
                          <a:cubicBezTo>
                            <a:pt x="160" y="238"/>
                            <a:pt x="716" y="-111"/>
                            <a:pt x="1274" y="32"/>
                          </a:cubicBezTo>
                          <a:cubicBezTo>
                            <a:pt x="1832" y="159"/>
                            <a:pt x="2178" y="714"/>
                            <a:pt x="2046" y="1269"/>
                          </a:cubicBezTo>
                          <a:cubicBezTo>
                            <a:pt x="1914" y="1823"/>
                            <a:pt x="1356" y="2172"/>
                            <a:pt x="800" y="204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70" name="Freeform: Shape 1269">
                      <a:extLst>
                        <a:ext uri="{FF2B5EF4-FFF2-40B4-BE49-F238E27FC236}">
                          <a16:creationId xmlns:a16="http://schemas.microsoft.com/office/drawing/2014/main" id="{90C0F4E6-CE5B-1E42-B3C7-60BA2080AD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176" y="5020292"/>
                      <a:ext cx="2073" cy="2066"/>
                    </a:xfrm>
                    <a:custGeom>
                      <a:avLst/>
                      <a:gdLst>
                        <a:gd name="connsiteX0" fmla="*/ 800 w 2073"/>
                        <a:gd name="connsiteY0" fmla="*/ 2039 h 2066"/>
                        <a:gd name="connsiteX1" fmla="*/ 28 w 2073"/>
                        <a:gd name="connsiteY1" fmla="*/ 803 h 2066"/>
                        <a:gd name="connsiteX2" fmla="*/ 1274 w 2073"/>
                        <a:gd name="connsiteY2" fmla="*/ 26 h 2066"/>
                        <a:gd name="connsiteX3" fmla="*/ 2046 w 2073"/>
                        <a:gd name="connsiteY3" fmla="*/ 1278 h 2066"/>
                        <a:gd name="connsiteX4" fmla="*/ 800 w 2073"/>
                        <a:gd name="connsiteY4" fmla="*/ 2039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6">
                          <a:moveTo>
                            <a:pt x="800" y="2039"/>
                          </a:moveTo>
                          <a:cubicBezTo>
                            <a:pt x="242" y="1912"/>
                            <a:pt x="-104" y="1358"/>
                            <a:pt x="28" y="803"/>
                          </a:cubicBezTo>
                          <a:cubicBezTo>
                            <a:pt x="160" y="248"/>
                            <a:pt x="716" y="-101"/>
                            <a:pt x="1274" y="26"/>
                          </a:cubicBezTo>
                          <a:cubicBezTo>
                            <a:pt x="1832" y="153"/>
                            <a:pt x="2178" y="708"/>
                            <a:pt x="2046" y="1278"/>
                          </a:cubicBezTo>
                          <a:cubicBezTo>
                            <a:pt x="1914" y="1833"/>
                            <a:pt x="1358" y="2166"/>
                            <a:pt x="800" y="203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71" name="Freeform: Shape 1270">
                      <a:extLst>
                        <a:ext uri="{FF2B5EF4-FFF2-40B4-BE49-F238E27FC236}">
                          <a16:creationId xmlns:a16="http://schemas.microsoft.com/office/drawing/2014/main" id="{226D8447-F477-3BA8-DC1C-A26C9B3CDA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4913" y="5015519"/>
                      <a:ext cx="2073" cy="2067"/>
                    </a:xfrm>
                    <a:custGeom>
                      <a:avLst/>
                      <a:gdLst>
                        <a:gd name="connsiteX0" fmla="*/ 799 w 2073"/>
                        <a:gd name="connsiteY0" fmla="*/ 2040 h 2067"/>
                        <a:gd name="connsiteX1" fmla="*/ 27 w 2073"/>
                        <a:gd name="connsiteY1" fmla="*/ 788 h 2067"/>
                        <a:gd name="connsiteX2" fmla="*/ 1274 w 2073"/>
                        <a:gd name="connsiteY2" fmla="*/ 27 h 2067"/>
                        <a:gd name="connsiteX3" fmla="*/ 2046 w 2073"/>
                        <a:gd name="connsiteY3" fmla="*/ 1263 h 2067"/>
                        <a:gd name="connsiteX4" fmla="*/ 799 w 2073"/>
                        <a:gd name="connsiteY4" fmla="*/ 2040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7">
                          <a:moveTo>
                            <a:pt x="799" y="2040"/>
                          </a:moveTo>
                          <a:cubicBezTo>
                            <a:pt x="241" y="1913"/>
                            <a:pt x="-103" y="1359"/>
                            <a:pt x="27" y="788"/>
                          </a:cubicBezTo>
                          <a:cubicBezTo>
                            <a:pt x="159" y="233"/>
                            <a:pt x="716" y="-100"/>
                            <a:pt x="1274" y="27"/>
                          </a:cubicBezTo>
                          <a:cubicBezTo>
                            <a:pt x="1832" y="154"/>
                            <a:pt x="2177" y="709"/>
                            <a:pt x="2046" y="1263"/>
                          </a:cubicBezTo>
                          <a:cubicBezTo>
                            <a:pt x="1914" y="1834"/>
                            <a:pt x="1358" y="2167"/>
                            <a:pt x="799" y="20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72" name="Freeform: Shape 1271">
                      <a:extLst>
                        <a:ext uri="{FF2B5EF4-FFF2-40B4-BE49-F238E27FC236}">
                          <a16:creationId xmlns:a16="http://schemas.microsoft.com/office/drawing/2014/main" id="{AD103D71-A64C-A917-05D4-BA6F0BADFB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823" y="5011383"/>
                      <a:ext cx="2073" cy="2081"/>
                    </a:xfrm>
                    <a:custGeom>
                      <a:avLst/>
                      <a:gdLst>
                        <a:gd name="connsiteX0" fmla="*/ 800 w 2073"/>
                        <a:gd name="connsiteY0" fmla="*/ 2055 h 2081"/>
                        <a:gd name="connsiteX1" fmla="*/ 28 w 2073"/>
                        <a:gd name="connsiteY1" fmla="*/ 803 h 2081"/>
                        <a:gd name="connsiteX2" fmla="*/ 1274 w 2073"/>
                        <a:gd name="connsiteY2" fmla="*/ 26 h 2081"/>
                        <a:gd name="connsiteX3" fmla="*/ 2046 w 2073"/>
                        <a:gd name="connsiteY3" fmla="*/ 1279 h 2081"/>
                        <a:gd name="connsiteX4" fmla="*/ 800 w 2073"/>
                        <a:gd name="connsiteY4" fmla="*/ 2055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800" y="2055"/>
                          </a:moveTo>
                          <a:cubicBezTo>
                            <a:pt x="242" y="1913"/>
                            <a:pt x="-104" y="1358"/>
                            <a:pt x="28" y="803"/>
                          </a:cubicBezTo>
                          <a:cubicBezTo>
                            <a:pt x="160" y="248"/>
                            <a:pt x="716" y="-101"/>
                            <a:pt x="1274" y="26"/>
                          </a:cubicBezTo>
                          <a:cubicBezTo>
                            <a:pt x="1830" y="169"/>
                            <a:pt x="2176" y="724"/>
                            <a:pt x="2046" y="1279"/>
                          </a:cubicBezTo>
                          <a:cubicBezTo>
                            <a:pt x="1914" y="1833"/>
                            <a:pt x="1358" y="2182"/>
                            <a:pt x="800" y="20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73" name="Freeform: Shape 1272">
                      <a:extLst>
                        <a:ext uri="{FF2B5EF4-FFF2-40B4-BE49-F238E27FC236}">
                          <a16:creationId xmlns:a16="http://schemas.microsoft.com/office/drawing/2014/main" id="{C9924C7A-F718-A040-3281-FE81BF9814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006" y="5011081"/>
                      <a:ext cx="2072" cy="2081"/>
                    </a:xfrm>
                    <a:custGeom>
                      <a:avLst/>
                      <a:gdLst>
                        <a:gd name="connsiteX0" fmla="*/ 799 w 2072"/>
                        <a:gd name="connsiteY0" fmla="*/ 2055 h 2081"/>
                        <a:gd name="connsiteX1" fmla="*/ 27 w 2072"/>
                        <a:gd name="connsiteY1" fmla="*/ 803 h 2081"/>
                        <a:gd name="connsiteX2" fmla="*/ 1273 w 2072"/>
                        <a:gd name="connsiteY2" fmla="*/ 26 h 2081"/>
                        <a:gd name="connsiteX3" fmla="*/ 2045 w 2072"/>
                        <a:gd name="connsiteY3" fmla="*/ 1278 h 2081"/>
                        <a:gd name="connsiteX4" fmla="*/ 799 w 2072"/>
                        <a:gd name="connsiteY4" fmla="*/ 2055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1">
                          <a:moveTo>
                            <a:pt x="799" y="2055"/>
                          </a:moveTo>
                          <a:cubicBezTo>
                            <a:pt x="243" y="1913"/>
                            <a:pt x="-103" y="1358"/>
                            <a:pt x="27" y="803"/>
                          </a:cubicBezTo>
                          <a:cubicBezTo>
                            <a:pt x="159" y="248"/>
                            <a:pt x="715" y="-101"/>
                            <a:pt x="1273" y="26"/>
                          </a:cubicBezTo>
                          <a:cubicBezTo>
                            <a:pt x="1831" y="169"/>
                            <a:pt x="2176" y="724"/>
                            <a:pt x="2045" y="1278"/>
                          </a:cubicBezTo>
                          <a:cubicBezTo>
                            <a:pt x="1916" y="1833"/>
                            <a:pt x="1358" y="2182"/>
                            <a:pt x="799" y="20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74" name="Freeform: Shape 1273">
                      <a:extLst>
                        <a:ext uri="{FF2B5EF4-FFF2-40B4-BE49-F238E27FC236}">
                          <a16:creationId xmlns:a16="http://schemas.microsoft.com/office/drawing/2014/main" id="{AC4C81A9-6D6B-C493-C7D3-FEF55470A2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961" y="5017169"/>
                      <a:ext cx="2073" cy="2071"/>
                    </a:xfrm>
                    <a:custGeom>
                      <a:avLst/>
                      <a:gdLst>
                        <a:gd name="connsiteX0" fmla="*/ 800 w 2073"/>
                        <a:gd name="connsiteY0" fmla="*/ 2039 h 2071"/>
                        <a:gd name="connsiteX1" fmla="*/ 28 w 2073"/>
                        <a:gd name="connsiteY1" fmla="*/ 803 h 2071"/>
                        <a:gd name="connsiteX2" fmla="*/ 1274 w 2073"/>
                        <a:gd name="connsiteY2" fmla="*/ 26 h 2071"/>
                        <a:gd name="connsiteX3" fmla="*/ 2046 w 2073"/>
                        <a:gd name="connsiteY3" fmla="*/ 1278 h 2071"/>
                        <a:gd name="connsiteX4" fmla="*/ 800 w 2073"/>
                        <a:gd name="connsiteY4" fmla="*/ 203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800" y="2039"/>
                          </a:moveTo>
                          <a:cubicBezTo>
                            <a:pt x="242" y="1913"/>
                            <a:pt x="-104" y="1358"/>
                            <a:pt x="28" y="803"/>
                          </a:cubicBezTo>
                          <a:cubicBezTo>
                            <a:pt x="158" y="248"/>
                            <a:pt x="716" y="-101"/>
                            <a:pt x="1274" y="26"/>
                          </a:cubicBezTo>
                          <a:cubicBezTo>
                            <a:pt x="1832" y="169"/>
                            <a:pt x="2178" y="724"/>
                            <a:pt x="2046" y="1278"/>
                          </a:cubicBezTo>
                          <a:cubicBezTo>
                            <a:pt x="1915" y="1833"/>
                            <a:pt x="1358" y="2182"/>
                            <a:pt x="800" y="203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75" name="Freeform: Shape 1274">
                      <a:extLst>
                        <a:ext uri="{FF2B5EF4-FFF2-40B4-BE49-F238E27FC236}">
                          <a16:creationId xmlns:a16="http://schemas.microsoft.com/office/drawing/2014/main" id="{1F314C0E-74DE-75DB-8F05-9941C10BD2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5496" y="5005010"/>
                      <a:ext cx="2073" cy="2081"/>
                    </a:xfrm>
                    <a:custGeom>
                      <a:avLst/>
                      <a:gdLst>
                        <a:gd name="connsiteX0" fmla="*/ 800 w 2073"/>
                        <a:gd name="connsiteY0" fmla="*/ 2055 h 2081"/>
                        <a:gd name="connsiteX1" fmla="*/ 28 w 2073"/>
                        <a:gd name="connsiteY1" fmla="*/ 803 h 2081"/>
                        <a:gd name="connsiteX2" fmla="*/ 1274 w 2073"/>
                        <a:gd name="connsiteY2" fmla="*/ 26 h 2081"/>
                        <a:gd name="connsiteX3" fmla="*/ 2046 w 2073"/>
                        <a:gd name="connsiteY3" fmla="*/ 1278 h 2081"/>
                        <a:gd name="connsiteX4" fmla="*/ 800 w 2073"/>
                        <a:gd name="connsiteY4" fmla="*/ 2055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800" y="2055"/>
                          </a:moveTo>
                          <a:cubicBezTo>
                            <a:pt x="243" y="1912"/>
                            <a:pt x="-104" y="1358"/>
                            <a:pt x="28" y="803"/>
                          </a:cubicBezTo>
                          <a:cubicBezTo>
                            <a:pt x="159" y="248"/>
                            <a:pt x="716" y="-101"/>
                            <a:pt x="1274" y="26"/>
                          </a:cubicBezTo>
                          <a:cubicBezTo>
                            <a:pt x="1832" y="153"/>
                            <a:pt x="2178" y="723"/>
                            <a:pt x="2046" y="1278"/>
                          </a:cubicBezTo>
                          <a:cubicBezTo>
                            <a:pt x="1916" y="1833"/>
                            <a:pt x="1358" y="2182"/>
                            <a:pt x="800" y="20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76" name="Freeform: Shape 1275">
                      <a:extLst>
                        <a:ext uri="{FF2B5EF4-FFF2-40B4-BE49-F238E27FC236}">
                          <a16:creationId xmlns:a16="http://schemas.microsoft.com/office/drawing/2014/main" id="{9B5EB1A9-D614-1277-4141-430E42740A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4641" y="5011684"/>
                      <a:ext cx="2074" cy="2081"/>
                    </a:xfrm>
                    <a:custGeom>
                      <a:avLst/>
                      <a:gdLst>
                        <a:gd name="connsiteX0" fmla="*/ 800 w 2074"/>
                        <a:gd name="connsiteY0" fmla="*/ 2055 h 2081"/>
                        <a:gd name="connsiteX1" fmla="*/ 28 w 2074"/>
                        <a:gd name="connsiteY1" fmla="*/ 803 h 2081"/>
                        <a:gd name="connsiteX2" fmla="*/ 1274 w 2074"/>
                        <a:gd name="connsiteY2" fmla="*/ 26 h 2081"/>
                        <a:gd name="connsiteX3" fmla="*/ 2046 w 2074"/>
                        <a:gd name="connsiteY3" fmla="*/ 1278 h 2081"/>
                        <a:gd name="connsiteX4" fmla="*/ 800 w 2074"/>
                        <a:gd name="connsiteY4" fmla="*/ 2055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81">
                          <a:moveTo>
                            <a:pt x="800" y="2055"/>
                          </a:moveTo>
                          <a:cubicBezTo>
                            <a:pt x="242" y="1913"/>
                            <a:pt x="-104" y="1358"/>
                            <a:pt x="28" y="803"/>
                          </a:cubicBezTo>
                          <a:cubicBezTo>
                            <a:pt x="158" y="248"/>
                            <a:pt x="716" y="-101"/>
                            <a:pt x="1274" y="26"/>
                          </a:cubicBezTo>
                          <a:cubicBezTo>
                            <a:pt x="1832" y="169"/>
                            <a:pt x="2178" y="724"/>
                            <a:pt x="2046" y="1278"/>
                          </a:cubicBezTo>
                          <a:cubicBezTo>
                            <a:pt x="1914" y="1833"/>
                            <a:pt x="1356" y="2182"/>
                            <a:pt x="800" y="20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77" name="Freeform: Shape 1276">
                      <a:extLst>
                        <a:ext uri="{FF2B5EF4-FFF2-40B4-BE49-F238E27FC236}">
                          <a16:creationId xmlns:a16="http://schemas.microsoft.com/office/drawing/2014/main" id="{24568F87-88E1-ED65-72F4-1684CA907B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902" y="5004623"/>
                      <a:ext cx="2074" cy="2071"/>
                    </a:xfrm>
                    <a:custGeom>
                      <a:avLst/>
                      <a:gdLst>
                        <a:gd name="connsiteX0" fmla="*/ 800 w 2074"/>
                        <a:gd name="connsiteY0" fmla="*/ 2045 h 2071"/>
                        <a:gd name="connsiteX1" fmla="*/ 28 w 2074"/>
                        <a:gd name="connsiteY1" fmla="*/ 793 h 2071"/>
                        <a:gd name="connsiteX2" fmla="*/ 1274 w 2074"/>
                        <a:gd name="connsiteY2" fmla="*/ 32 h 2071"/>
                        <a:gd name="connsiteX3" fmla="*/ 2046 w 2074"/>
                        <a:gd name="connsiteY3" fmla="*/ 1269 h 2071"/>
                        <a:gd name="connsiteX4" fmla="*/ 800 w 2074"/>
                        <a:gd name="connsiteY4" fmla="*/ 2045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1">
                          <a:moveTo>
                            <a:pt x="800" y="2045"/>
                          </a:moveTo>
                          <a:cubicBezTo>
                            <a:pt x="242" y="1918"/>
                            <a:pt x="-104" y="1348"/>
                            <a:pt x="28" y="793"/>
                          </a:cubicBezTo>
                          <a:cubicBezTo>
                            <a:pt x="158" y="238"/>
                            <a:pt x="716" y="-111"/>
                            <a:pt x="1274" y="32"/>
                          </a:cubicBezTo>
                          <a:cubicBezTo>
                            <a:pt x="1832" y="159"/>
                            <a:pt x="2178" y="714"/>
                            <a:pt x="2046" y="1269"/>
                          </a:cubicBezTo>
                          <a:cubicBezTo>
                            <a:pt x="1914" y="1823"/>
                            <a:pt x="1356" y="2172"/>
                            <a:pt x="800" y="204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78" name="Freeform: Shape 1277">
                      <a:extLst>
                        <a:ext uri="{FF2B5EF4-FFF2-40B4-BE49-F238E27FC236}">
                          <a16:creationId xmlns:a16="http://schemas.microsoft.com/office/drawing/2014/main" id="{688C82F3-C724-25C9-5662-5877C73CB2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028" y="5019573"/>
                      <a:ext cx="2072" cy="2071"/>
                    </a:xfrm>
                    <a:custGeom>
                      <a:avLst/>
                      <a:gdLst>
                        <a:gd name="connsiteX0" fmla="*/ 799 w 2072"/>
                        <a:gd name="connsiteY0" fmla="*/ 2045 h 2071"/>
                        <a:gd name="connsiteX1" fmla="*/ 27 w 2072"/>
                        <a:gd name="connsiteY1" fmla="*/ 793 h 2071"/>
                        <a:gd name="connsiteX2" fmla="*/ 1273 w 2072"/>
                        <a:gd name="connsiteY2" fmla="*/ 32 h 2071"/>
                        <a:gd name="connsiteX3" fmla="*/ 2046 w 2072"/>
                        <a:gd name="connsiteY3" fmla="*/ 1269 h 2071"/>
                        <a:gd name="connsiteX4" fmla="*/ 799 w 2072"/>
                        <a:gd name="connsiteY4" fmla="*/ 2045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799" y="2045"/>
                          </a:moveTo>
                          <a:cubicBezTo>
                            <a:pt x="243" y="1919"/>
                            <a:pt x="-103" y="1364"/>
                            <a:pt x="27" y="793"/>
                          </a:cubicBezTo>
                          <a:cubicBezTo>
                            <a:pt x="159" y="238"/>
                            <a:pt x="715" y="-111"/>
                            <a:pt x="1273" y="32"/>
                          </a:cubicBezTo>
                          <a:cubicBezTo>
                            <a:pt x="1830" y="159"/>
                            <a:pt x="2175" y="714"/>
                            <a:pt x="2046" y="1269"/>
                          </a:cubicBezTo>
                          <a:cubicBezTo>
                            <a:pt x="1914" y="1823"/>
                            <a:pt x="1357" y="2172"/>
                            <a:pt x="799" y="204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79" name="Freeform: Shape 1278">
                      <a:extLst>
                        <a:ext uri="{FF2B5EF4-FFF2-40B4-BE49-F238E27FC236}">
                          <a16:creationId xmlns:a16="http://schemas.microsoft.com/office/drawing/2014/main" id="{AC18F0ED-21C4-399E-6546-A2A50DFB00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939" y="5015441"/>
                      <a:ext cx="2072" cy="2071"/>
                    </a:xfrm>
                    <a:custGeom>
                      <a:avLst/>
                      <a:gdLst>
                        <a:gd name="connsiteX0" fmla="*/ 799 w 2072"/>
                        <a:gd name="connsiteY0" fmla="*/ 2039 h 2071"/>
                        <a:gd name="connsiteX1" fmla="*/ 27 w 2072"/>
                        <a:gd name="connsiteY1" fmla="*/ 803 h 2071"/>
                        <a:gd name="connsiteX2" fmla="*/ 1273 w 2072"/>
                        <a:gd name="connsiteY2" fmla="*/ 26 h 2071"/>
                        <a:gd name="connsiteX3" fmla="*/ 2045 w 2072"/>
                        <a:gd name="connsiteY3" fmla="*/ 1278 h 2071"/>
                        <a:gd name="connsiteX4" fmla="*/ 799 w 2072"/>
                        <a:gd name="connsiteY4" fmla="*/ 203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799" y="2039"/>
                          </a:moveTo>
                          <a:cubicBezTo>
                            <a:pt x="243" y="1913"/>
                            <a:pt x="-103" y="1358"/>
                            <a:pt x="27" y="803"/>
                          </a:cubicBezTo>
                          <a:cubicBezTo>
                            <a:pt x="159" y="248"/>
                            <a:pt x="715" y="-101"/>
                            <a:pt x="1273" y="26"/>
                          </a:cubicBezTo>
                          <a:cubicBezTo>
                            <a:pt x="1830" y="169"/>
                            <a:pt x="2175" y="724"/>
                            <a:pt x="2045" y="1278"/>
                          </a:cubicBezTo>
                          <a:cubicBezTo>
                            <a:pt x="1914" y="1833"/>
                            <a:pt x="1357" y="2182"/>
                            <a:pt x="799" y="203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80" name="Freeform: Shape 1279">
                      <a:extLst>
                        <a:ext uri="{FF2B5EF4-FFF2-40B4-BE49-F238E27FC236}">
                          <a16:creationId xmlns:a16="http://schemas.microsoft.com/office/drawing/2014/main" id="{F9CB9E34-1DDC-BA58-3CB7-2EC40B9FA4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122" y="5015140"/>
                      <a:ext cx="2072" cy="2081"/>
                    </a:xfrm>
                    <a:custGeom>
                      <a:avLst/>
                      <a:gdLst>
                        <a:gd name="connsiteX0" fmla="*/ 799 w 2072"/>
                        <a:gd name="connsiteY0" fmla="*/ 2055 h 2081"/>
                        <a:gd name="connsiteX1" fmla="*/ 27 w 2072"/>
                        <a:gd name="connsiteY1" fmla="*/ 803 h 2081"/>
                        <a:gd name="connsiteX2" fmla="*/ 1274 w 2072"/>
                        <a:gd name="connsiteY2" fmla="*/ 26 h 2081"/>
                        <a:gd name="connsiteX3" fmla="*/ 2046 w 2072"/>
                        <a:gd name="connsiteY3" fmla="*/ 1278 h 2081"/>
                        <a:gd name="connsiteX4" fmla="*/ 799 w 2072"/>
                        <a:gd name="connsiteY4" fmla="*/ 2055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1">
                          <a:moveTo>
                            <a:pt x="799" y="2055"/>
                          </a:moveTo>
                          <a:cubicBezTo>
                            <a:pt x="241" y="1912"/>
                            <a:pt x="-103" y="1358"/>
                            <a:pt x="27" y="803"/>
                          </a:cubicBezTo>
                          <a:cubicBezTo>
                            <a:pt x="159" y="248"/>
                            <a:pt x="716" y="-101"/>
                            <a:pt x="1274" y="26"/>
                          </a:cubicBezTo>
                          <a:cubicBezTo>
                            <a:pt x="1830" y="153"/>
                            <a:pt x="2176" y="723"/>
                            <a:pt x="2046" y="1278"/>
                          </a:cubicBezTo>
                          <a:cubicBezTo>
                            <a:pt x="1914" y="1833"/>
                            <a:pt x="1356" y="2182"/>
                            <a:pt x="799" y="20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81" name="Freeform: Shape 1280">
                      <a:extLst>
                        <a:ext uri="{FF2B5EF4-FFF2-40B4-BE49-F238E27FC236}">
                          <a16:creationId xmlns:a16="http://schemas.microsoft.com/office/drawing/2014/main" id="{8BC53FD7-3816-954D-1973-4FD40202DE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076" y="5021227"/>
                      <a:ext cx="2072" cy="2071"/>
                    </a:xfrm>
                    <a:custGeom>
                      <a:avLst/>
                      <a:gdLst>
                        <a:gd name="connsiteX0" fmla="*/ 799 w 2072"/>
                        <a:gd name="connsiteY0" fmla="*/ 2039 h 2071"/>
                        <a:gd name="connsiteX1" fmla="*/ 27 w 2072"/>
                        <a:gd name="connsiteY1" fmla="*/ 803 h 2071"/>
                        <a:gd name="connsiteX2" fmla="*/ 1273 w 2072"/>
                        <a:gd name="connsiteY2" fmla="*/ 26 h 2071"/>
                        <a:gd name="connsiteX3" fmla="*/ 2046 w 2072"/>
                        <a:gd name="connsiteY3" fmla="*/ 1278 h 2071"/>
                        <a:gd name="connsiteX4" fmla="*/ 799 w 2072"/>
                        <a:gd name="connsiteY4" fmla="*/ 203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799" y="2039"/>
                          </a:moveTo>
                          <a:cubicBezTo>
                            <a:pt x="243" y="1913"/>
                            <a:pt x="-103" y="1358"/>
                            <a:pt x="27" y="803"/>
                          </a:cubicBezTo>
                          <a:cubicBezTo>
                            <a:pt x="157" y="248"/>
                            <a:pt x="715" y="-101"/>
                            <a:pt x="1273" y="26"/>
                          </a:cubicBezTo>
                          <a:cubicBezTo>
                            <a:pt x="1830" y="153"/>
                            <a:pt x="2175" y="724"/>
                            <a:pt x="2046" y="1278"/>
                          </a:cubicBezTo>
                          <a:cubicBezTo>
                            <a:pt x="1914" y="1833"/>
                            <a:pt x="1357" y="2182"/>
                            <a:pt x="799" y="203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82" name="Freeform: Shape 1281">
                      <a:extLst>
                        <a:ext uri="{FF2B5EF4-FFF2-40B4-BE49-F238E27FC236}">
                          <a16:creationId xmlns:a16="http://schemas.microsoft.com/office/drawing/2014/main" id="{662F966A-0CA4-F6D6-0257-A48171F4DE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611" y="5009068"/>
                      <a:ext cx="2073" cy="2071"/>
                    </a:xfrm>
                    <a:custGeom>
                      <a:avLst/>
                      <a:gdLst>
                        <a:gd name="connsiteX0" fmla="*/ 799 w 2073"/>
                        <a:gd name="connsiteY0" fmla="*/ 2039 h 2071"/>
                        <a:gd name="connsiteX1" fmla="*/ 27 w 2073"/>
                        <a:gd name="connsiteY1" fmla="*/ 803 h 2071"/>
                        <a:gd name="connsiteX2" fmla="*/ 1274 w 2073"/>
                        <a:gd name="connsiteY2" fmla="*/ 26 h 2071"/>
                        <a:gd name="connsiteX3" fmla="*/ 2046 w 2073"/>
                        <a:gd name="connsiteY3" fmla="*/ 1278 h 2071"/>
                        <a:gd name="connsiteX4" fmla="*/ 799 w 2073"/>
                        <a:gd name="connsiteY4" fmla="*/ 203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799" y="2039"/>
                          </a:moveTo>
                          <a:cubicBezTo>
                            <a:pt x="241" y="1913"/>
                            <a:pt x="-103" y="1358"/>
                            <a:pt x="27" y="803"/>
                          </a:cubicBezTo>
                          <a:cubicBezTo>
                            <a:pt x="159" y="248"/>
                            <a:pt x="716" y="-101"/>
                            <a:pt x="1274" y="26"/>
                          </a:cubicBezTo>
                          <a:cubicBezTo>
                            <a:pt x="1832" y="153"/>
                            <a:pt x="2177" y="708"/>
                            <a:pt x="2046" y="1278"/>
                          </a:cubicBezTo>
                          <a:cubicBezTo>
                            <a:pt x="1916" y="1833"/>
                            <a:pt x="1358" y="2182"/>
                            <a:pt x="799" y="203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83" name="Freeform: Shape 1282">
                      <a:extLst>
                        <a:ext uri="{FF2B5EF4-FFF2-40B4-BE49-F238E27FC236}">
                          <a16:creationId xmlns:a16="http://schemas.microsoft.com/office/drawing/2014/main" id="{784E7913-027D-2F3B-1BDD-D300BEA920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458" y="5009020"/>
                      <a:ext cx="2073" cy="2067"/>
                    </a:xfrm>
                    <a:custGeom>
                      <a:avLst/>
                      <a:gdLst>
                        <a:gd name="connsiteX0" fmla="*/ 800 w 2073"/>
                        <a:gd name="connsiteY0" fmla="*/ 2040 h 2067"/>
                        <a:gd name="connsiteX1" fmla="*/ 28 w 2073"/>
                        <a:gd name="connsiteY1" fmla="*/ 804 h 2067"/>
                        <a:gd name="connsiteX2" fmla="*/ 1274 w 2073"/>
                        <a:gd name="connsiteY2" fmla="*/ 27 h 2067"/>
                        <a:gd name="connsiteX3" fmla="*/ 2046 w 2073"/>
                        <a:gd name="connsiteY3" fmla="*/ 1263 h 2067"/>
                        <a:gd name="connsiteX4" fmla="*/ 800 w 2073"/>
                        <a:gd name="connsiteY4" fmla="*/ 2040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7">
                          <a:moveTo>
                            <a:pt x="800" y="2040"/>
                          </a:moveTo>
                          <a:cubicBezTo>
                            <a:pt x="243" y="1913"/>
                            <a:pt x="-104" y="1359"/>
                            <a:pt x="28" y="804"/>
                          </a:cubicBezTo>
                          <a:cubicBezTo>
                            <a:pt x="159" y="233"/>
                            <a:pt x="716" y="-100"/>
                            <a:pt x="1274" y="27"/>
                          </a:cubicBezTo>
                          <a:cubicBezTo>
                            <a:pt x="1830" y="154"/>
                            <a:pt x="2176" y="708"/>
                            <a:pt x="2046" y="1263"/>
                          </a:cubicBezTo>
                          <a:cubicBezTo>
                            <a:pt x="1916" y="1834"/>
                            <a:pt x="1358" y="2167"/>
                            <a:pt x="800" y="20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84" name="Freeform: Shape 1283">
                      <a:extLst>
                        <a:ext uri="{FF2B5EF4-FFF2-40B4-BE49-F238E27FC236}">
                          <a16:creationId xmlns:a16="http://schemas.microsoft.com/office/drawing/2014/main" id="{E489E866-CD8A-742A-DC4A-EE9AC051ED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411" y="5004360"/>
                      <a:ext cx="2073" cy="2081"/>
                    </a:xfrm>
                    <a:custGeom>
                      <a:avLst/>
                      <a:gdLst>
                        <a:gd name="connsiteX0" fmla="*/ 799 w 2073"/>
                        <a:gd name="connsiteY0" fmla="*/ 2055 h 2081"/>
                        <a:gd name="connsiteX1" fmla="*/ 27 w 2073"/>
                        <a:gd name="connsiteY1" fmla="*/ 803 h 2081"/>
                        <a:gd name="connsiteX2" fmla="*/ 1274 w 2073"/>
                        <a:gd name="connsiteY2" fmla="*/ 26 h 2081"/>
                        <a:gd name="connsiteX3" fmla="*/ 2046 w 2073"/>
                        <a:gd name="connsiteY3" fmla="*/ 1278 h 2081"/>
                        <a:gd name="connsiteX4" fmla="*/ 799 w 2073"/>
                        <a:gd name="connsiteY4" fmla="*/ 2055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799" y="2055"/>
                          </a:moveTo>
                          <a:cubicBezTo>
                            <a:pt x="241" y="1929"/>
                            <a:pt x="-103" y="1358"/>
                            <a:pt x="27" y="803"/>
                          </a:cubicBezTo>
                          <a:cubicBezTo>
                            <a:pt x="159" y="248"/>
                            <a:pt x="716" y="-101"/>
                            <a:pt x="1274" y="26"/>
                          </a:cubicBezTo>
                          <a:cubicBezTo>
                            <a:pt x="1832" y="169"/>
                            <a:pt x="2177" y="724"/>
                            <a:pt x="2046" y="1278"/>
                          </a:cubicBezTo>
                          <a:cubicBezTo>
                            <a:pt x="1914" y="1833"/>
                            <a:pt x="1356" y="2182"/>
                            <a:pt x="799" y="20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85" name="Freeform: Shape 1284">
                      <a:extLst>
                        <a:ext uri="{FF2B5EF4-FFF2-40B4-BE49-F238E27FC236}">
                          <a16:creationId xmlns:a16="http://schemas.microsoft.com/office/drawing/2014/main" id="{8AE0F8D0-638E-26D5-B984-FAA57B39F3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818" y="5037017"/>
                      <a:ext cx="2073" cy="2081"/>
                    </a:xfrm>
                    <a:custGeom>
                      <a:avLst/>
                      <a:gdLst>
                        <a:gd name="connsiteX0" fmla="*/ 800 w 2073"/>
                        <a:gd name="connsiteY0" fmla="*/ 2055 h 2081"/>
                        <a:gd name="connsiteX1" fmla="*/ 28 w 2073"/>
                        <a:gd name="connsiteY1" fmla="*/ 803 h 2081"/>
                        <a:gd name="connsiteX2" fmla="*/ 1274 w 2073"/>
                        <a:gd name="connsiteY2" fmla="*/ 26 h 2081"/>
                        <a:gd name="connsiteX3" fmla="*/ 2046 w 2073"/>
                        <a:gd name="connsiteY3" fmla="*/ 1278 h 2081"/>
                        <a:gd name="connsiteX4" fmla="*/ 800 w 2073"/>
                        <a:gd name="connsiteY4" fmla="*/ 2055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800" y="2055"/>
                          </a:moveTo>
                          <a:cubicBezTo>
                            <a:pt x="242" y="1913"/>
                            <a:pt x="-104" y="1358"/>
                            <a:pt x="28" y="803"/>
                          </a:cubicBezTo>
                          <a:cubicBezTo>
                            <a:pt x="159" y="248"/>
                            <a:pt x="716" y="-101"/>
                            <a:pt x="1274" y="26"/>
                          </a:cubicBezTo>
                          <a:cubicBezTo>
                            <a:pt x="1830" y="169"/>
                            <a:pt x="2176" y="724"/>
                            <a:pt x="2046" y="1278"/>
                          </a:cubicBezTo>
                          <a:cubicBezTo>
                            <a:pt x="1915" y="1833"/>
                            <a:pt x="1358" y="2182"/>
                            <a:pt x="800" y="20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86" name="Freeform: Shape 1285">
                      <a:extLst>
                        <a:ext uri="{FF2B5EF4-FFF2-40B4-BE49-F238E27FC236}">
                          <a16:creationId xmlns:a16="http://schemas.microsoft.com/office/drawing/2014/main" id="{A2501C63-27BF-2190-9007-A1A857B538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729" y="5032895"/>
                      <a:ext cx="2073" cy="2067"/>
                    </a:xfrm>
                    <a:custGeom>
                      <a:avLst/>
                      <a:gdLst>
                        <a:gd name="connsiteX0" fmla="*/ 800 w 2073"/>
                        <a:gd name="connsiteY0" fmla="*/ 2040 h 2067"/>
                        <a:gd name="connsiteX1" fmla="*/ 28 w 2073"/>
                        <a:gd name="connsiteY1" fmla="*/ 804 h 2067"/>
                        <a:gd name="connsiteX2" fmla="*/ 1274 w 2073"/>
                        <a:gd name="connsiteY2" fmla="*/ 27 h 2067"/>
                        <a:gd name="connsiteX3" fmla="*/ 2046 w 2073"/>
                        <a:gd name="connsiteY3" fmla="*/ 1263 h 2067"/>
                        <a:gd name="connsiteX4" fmla="*/ 800 w 2073"/>
                        <a:gd name="connsiteY4" fmla="*/ 2040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7">
                          <a:moveTo>
                            <a:pt x="800" y="2040"/>
                          </a:moveTo>
                          <a:cubicBezTo>
                            <a:pt x="242" y="1913"/>
                            <a:pt x="-104" y="1359"/>
                            <a:pt x="28" y="804"/>
                          </a:cubicBezTo>
                          <a:cubicBezTo>
                            <a:pt x="160" y="233"/>
                            <a:pt x="716" y="-100"/>
                            <a:pt x="1274" y="27"/>
                          </a:cubicBezTo>
                          <a:cubicBezTo>
                            <a:pt x="1831" y="154"/>
                            <a:pt x="2176" y="709"/>
                            <a:pt x="2046" y="1263"/>
                          </a:cubicBezTo>
                          <a:cubicBezTo>
                            <a:pt x="1914" y="1834"/>
                            <a:pt x="1358" y="2167"/>
                            <a:pt x="800" y="20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87" name="Freeform: Shape 1286">
                      <a:extLst>
                        <a:ext uri="{FF2B5EF4-FFF2-40B4-BE49-F238E27FC236}">
                          <a16:creationId xmlns:a16="http://schemas.microsoft.com/office/drawing/2014/main" id="{A0FFC653-870C-586C-BADC-414DC0154D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913" y="5032594"/>
                      <a:ext cx="2073" cy="2066"/>
                    </a:xfrm>
                    <a:custGeom>
                      <a:avLst/>
                      <a:gdLst>
                        <a:gd name="connsiteX0" fmla="*/ 800 w 2073"/>
                        <a:gd name="connsiteY0" fmla="*/ 2039 h 2066"/>
                        <a:gd name="connsiteX1" fmla="*/ 28 w 2073"/>
                        <a:gd name="connsiteY1" fmla="*/ 803 h 2066"/>
                        <a:gd name="connsiteX2" fmla="*/ 1274 w 2073"/>
                        <a:gd name="connsiteY2" fmla="*/ 26 h 2066"/>
                        <a:gd name="connsiteX3" fmla="*/ 2046 w 2073"/>
                        <a:gd name="connsiteY3" fmla="*/ 1278 h 2066"/>
                        <a:gd name="connsiteX4" fmla="*/ 800 w 2073"/>
                        <a:gd name="connsiteY4" fmla="*/ 2039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6">
                          <a:moveTo>
                            <a:pt x="800" y="2039"/>
                          </a:moveTo>
                          <a:cubicBezTo>
                            <a:pt x="242" y="1913"/>
                            <a:pt x="-104" y="1358"/>
                            <a:pt x="28" y="803"/>
                          </a:cubicBezTo>
                          <a:cubicBezTo>
                            <a:pt x="160" y="248"/>
                            <a:pt x="716" y="-101"/>
                            <a:pt x="1274" y="26"/>
                          </a:cubicBezTo>
                          <a:cubicBezTo>
                            <a:pt x="1832" y="153"/>
                            <a:pt x="2176" y="708"/>
                            <a:pt x="2046" y="1278"/>
                          </a:cubicBezTo>
                          <a:cubicBezTo>
                            <a:pt x="1914" y="1833"/>
                            <a:pt x="1356" y="2166"/>
                            <a:pt x="800" y="203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88" name="Freeform: Shape 1287">
                      <a:extLst>
                        <a:ext uri="{FF2B5EF4-FFF2-40B4-BE49-F238E27FC236}">
                          <a16:creationId xmlns:a16="http://schemas.microsoft.com/office/drawing/2014/main" id="{7136C0CB-A25F-57D1-84D3-B8285265BB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867" y="5038681"/>
                      <a:ext cx="2073" cy="2066"/>
                    </a:xfrm>
                    <a:custGeom>
                      <a:avLst/>
                      <a:gdLst>
                        <a:gd name="connsiteX0" fmla="*/ 800 w 2073"/>
                        <a:gd name="connsiteY0" fmla="*/ 2040 h 2066"/>
                        <a:gd name="connsiteX1" fmla="*/ 27 w 2073"/>
                        <a:gd name="connsiteY1" fmla="*/ 788 h 2066"/>
                        <a:gd name="connsiteX2" fmla="*/ 1274 w 2073"/>
                        <a:gd name="connsiteY2" fmla="*/ 27 h 2066"/>
                        <a:gd name="connsiteX3" fmla="*/ 2046 w 2073"/>
                        <a:gd name="connsiteY3" fmla="*/ 1263 h 2066"/>
                        <a:gd name="connsiteX4" fmla="*/ 800 w 2073"/>
                        <a:gd name="connsiteY4" fmla="*/ 2040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6">
                          <a:moveTo>
                            <a:pt x="800" y="2040"/>
                          </a:moveTo>
                          <a:cubicBezTo>
                            <a:pt x="241" y="1914"/>
                            <a:pt x="-103" y="1359"/>
                            <a:pt x="27" y="788"/>
                          </a:cubicBezTo>
                          <a:cubicBezTo>
                            <a:pt x="159" y="233"/>
                            <a:pt x="716" y="-100"/>
                            <a:pt x="1274" y="27"/>
                          </a:cubicBezTo>
                          <a:cubicBezTo>
                            <a:pt x="1830" y="154"/>
                            <a:pt x="2177" y="709"/>
                            <a:pt x="2046" y="1263"/>
                          </a:cubicBezTo>
                          <a:cubicBezTo>
                            <a:pt x="1914" y="1818"/>
                            <a:pt x="1358" y="2167"/>
                            <a:pt x="800" y="20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89" name="Freeform: Shape 1288">
                      <a:extLst>
                        <a:ext uri="{FF2B5EF4-FFF2-40B4-BE49-F238E27FC236}">
                          <a16:creationId xmlns:a16="http://schemas.microsoft.com/office/drawing/2014/main" id="{C45AB021-696F-252F-304E-9637C5A00B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402" y="5026517"/>
                      <a:ext cx="2074" cy="2071"/>
                    </a:xfrm>
                    <a:custGeom>
                      <a:avLst/>
                      <a:gdLst>
                        <a:gd name="connsiteX0" fmla="*/ 800 w 2074"/>
                        <a:gd name="connsiteY0" fmla="*/ 2045 h 2071"/>
                        <a:gd name="connsiteX1" fmla="*/ 28 w 2074"/>
                        <a:gd name="connsiteY1" fmla="*/ 809 h 2071"/>
                        <a:gd name="connsiteX2" fmla="*/ 1274 w 2074"/>
                        <a:gd name="connsiteY2" fmla="*/ 32 h 2071"/>
                        <a:gd name="connsiteX3" fmla="*/ 2046 w 2074"/>
                        <a:gd name="connsiteY3" fmla="*/ 1269 h 2071"/>
                        <a:gd name="connsiteX4" fmla="*/ 800 w 2074"/>
                        <a:gd name="connsiteY4" fmla="*/ 2045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1">
                          <a:moveTo>
                            <a:pt x="800" y="2045"/>
                          </a:moveTo>
                          <a:cubicBezTo>
                            <a:pt x="242" y="1919"/>
                            <a:pt x="-104" y="1364"/>
                            <a:pt x="28" y="809"/>
                          </a:cubicBezTo>
                          <a:cubicBezTo>
                            <a:pt x="160" y="238"/>
                            <a:pt x="716" y="-111"/>
                            <a:pt x="1274" y="32"/>
                          </a:cubicBezTo>
                          <a:cubicBezTo>
                            <a:pt x="1832" y="159"/>
                            <a:pt x="2178" y="714"/>
                            <a:pt x="2046" y="1269"/>
                          </a:cubicBezTo>
                          <a:cubicBezTo>
                            <a:pt x="1916" y="1823"/>
                            <a:pt x="1358" y="2172"/>
                            <a:pt x="800" y="204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90" name="Freeform: Shape 1289">
                      <a:extLst>
                        <a:ext uri="{FF2B5EF4-FFF2-40B4-BE49-F238E27FC236}">
                          <a16:creationId xmlns:a16="http://schemas.microsoft.com/office/drawing/2014/main" id="{243BBA1F-4377-E67E-BCA9-3C3ED4FD0F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441" y="5020593"/>
                      <a:ext cx="2073" cy="2071"/>
                    </a:xfrm>
                    <a:custGeom>
                      <a:avLst/>
                      <a:gdLst>
                        <a:gd name="connsiteX0" fmla="*/ 800 w 2073"/>
                        <a:gd name="connsiteY0" fmla="*/ 2039 h 2071"/>
                        <a:gd name="connsiteX1" fmla="*/ 28 w 2073"/>
                        <a:gd name="connsiteY1" fmla="*/ 803 h 2071"/>
                        <a:gd name="connsiteX2" fmla="*/ 1274 w 2073"/>
                        <a:gd name="connsiteY2" fmla="*/ 26 h 2071"/>
                        <a:gd name="connsiteX3" fmla="*/ 2046 w 2073"/>
                        <a:gd name="connsiteY3" fmla="*/ 1278 h 2071"/>
                        <a:gd name="connsiteX4" fmla="*/ 800 w 2073"/>
                        <a:gd name="connsiteY4" fmla="*/ 203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800" y="2039"/>
                          </a:moveTo>
                          <a:cubicBezTo>
                            <a:pt x="242" y="1913"/>
                            <a:pt x="-104" y="1358"/>
                            <a:pt x="28" y="803"/>
                          </a:cubicBezTo>
                          <a:cubicBezTo>
                            <a:pt x="158" y="248"/>
                            <a:pt x="716" y="-101"/>
                            <a:pt x="1274" y="26"/>
                          </a:cubicBezTo>
                          <a:cubicBezTo>
                            <a:pt x="1832" y="153"/>
                            <a:pt x="2176" y="724"/>
                            <a:pt x="2046" y="1278"/>
                          </a:cubicBezTo>
                          <a:cubicBezTo>
                            <a:pt x="1916" y="1833"/>
                            <a:pt x="1358" y="2182"/>
                            <a:pt x="800" y="203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91" name="Freeform: Shape 1290">
                      <a:extLst>
                        <a:ext uri="{FF2B5EF4-FFF2-40B4-BE49-F238E27FC236}">
                          <a16:creationId xmlns:a16="http://schemas.microsoft.com/office/drawing/2014/main" id="{4BA6BE58-22DB-FF25-A2F7-BD0FD09385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809" y="5026126"/>
                      <a:ext cx="2073" cy="2071"/>
                    </a:xfrm>
                    <a:custGeom>
                      <a:avLst/>
                      <a:gdLst>
                        <a:gd name="connsiteX0" fmla="*/ 800 w 2073"/>
                        <a:gd name="connsiteY0" fmla="*/ 2039 h 2071"/>
                        <a:gd name="connsiteX1" fmla="*/ 27 w 2073"/>
                        <a:gd name="connsiteY1" fmla="*/ 803 h 2071"/>
                        <a:gd name="connsiteX2" fmla="*/ 1274 w 2073"/>
                        <a:gd name="connsiteY2" fmla="*/ 26 h 2071"/>
                        <a:gd name="connsiteX3" fmla="*/ 2046 w 2073"/>
                        <a:gd name="connsiteY3" fmla="*/ 1278 h 2071"/>
                        <a:gd name="connsiteX4" fmla="*/ 800 w 2073"/>
                        <a:gd name="connsiteY4" fmla="*/ 203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800" y="2039"/>
                          </a:moveTo>
                          <a:cubicBezTo>
                            <a:pt x="241" y="1913"/>
                            <a:pt x="-103" y="1358"/>
                            <a:pt x="27" y="803"/>
                          </a:cubicBezTo>
                          <a:cubicBezTo>
                            <a:pt x="159" y="248"/>
                            <a:pt x="716" y="-101"/>
                            <a:pt x="1274" y="26"/>
                          </a:cubicBezTo>
                          <a:cubicBezTo>
                            <a:pt x="1832" y="153"/>
                            <a:pt x="2176" y="724"/>
                            <a:pt x="2046" y="1278"/>
                          </a:cubicBezTo>
                          <a:cubicBezTo>
                            <a:pt x="1914" y="1833"/>
                            <a:pt x="1358" y="2182"/>
                            <a:pt x="800" y="203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92" name="Freeform: Shape 1291">
                      <a:extLst>
                        <a:ext uri="{FF2B5EF4-FFF2-40B4-BE49-F238E27FC236}">
                          <a16:creationId xmlns:a16="http://schemas.microsoft.com/office/drawing/2014/main" id="{AA6C99F6-4CDC-8E0A-F791-E21B4B6335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182" y="5025809"/>
                      <a:ext cx="2073" cy="2071"/>
                    </a:xfrm>
                    <a:custGeom>
                      <a:avLst/>
                      <a:gdLst>
                        <a:gd name="connsiteX0" fmla="*/ 800 w 2073"/>
                        <a:gd name="connsiteY0" fmla="*/ 2039 h 2071"/>
                        <a:gd name="connsiteX1" fmla="*/ 28 w 2073"/>
                        <a:gd name="connsiteY1" fmla="*/ 803 h 2071"/>
                        <a:gd name="connsiteX2" fmla="*/ 1274 w 2073"/>
                        <a:gd name="connsiteY2" fmla="*/ 26 h 2071"/>
                        <a:gd name="connsiteX3" fmla="*/ 2046 w 2073"/>
                        <a:gd name="connsiteY3" fmla="*/ 1278 h 2071"/>
                        <a:gd name="connsiteX4" fmla="*/ 800 w 2073"/>
                        <a:gd name="connsiteY4" fmla="*/ 203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800" y="2039"/>
                          </a:moveTo>
                          <a:cubicBezTo>
                            <a:pt x="242" y="1913"/>
                            <a:pt x="-104" y="1358"/>
                            <a:pt x="28" y="803"/>
                          </a:cubicBezTo>
                          <a:cubicBezTo>
                            <a:pt x="160" y="248"/>
                            <a:pt x="716" y="-101"/>
                            <a:pt x="1274" y="26"/>
                          </a:cubicBezTo>
                          <a:cubicBezTo>
                            <a:pt x="1832" y="153"/>
                            <a:pt x="2176" y="708"/>
                            <a:pt x="2046" y="1278"/>
                          </a:cubicBezTo>
                          <a:cubicBezTo>
                            <a:pt x="1914" y="1833"/>
                            <a:pt x="1358" y="2182"/>
                            <a:pt x="800" y="203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93" name="Freeform: Shape 1292">
                      <a:extLst>
                        <a:ext uri="{FF2B5EF4-FFF2-40B4-BE49-F238E27FC236}">
                          <a16:creationId xmlns:a16="http://schemas.microsoft.com/office/drawing/2014/main" id="{22C292D3-4F60-EF6E-CF04-ACE5CB5EAD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093" y="5021681"/>
                      <a:ext cx="2073" cy="2071"/>
                    </a:xfrm>
                    <a:custGeom>
                      <a:avLst/>
                      <a:gdLst>
                        <a:gd name="connsiteX0" fmla="*/ 800 w 2073"/>
                        <a:gd name="connsiteY0" fmla="*/ 2045 h 2071"/>
                        <a:gd name="connsiteX1" fmla="*/ 28 w 2073"/>
                        <a:gd name="connsiteY1" fmla="*/ 793 h 2071"/>
                        <a:gd name="connsiteX2" fmla="*/ 1274 w 2073"/>
                        <a:gd name="connsiteY2" fmla="*/ 32 h 2071"/>
                        <a:gd name="connsiteX3" fmla="*/ 2046 w 2073"/>
                        <a:gd name="connsiteY3" fmla="*/ 1269 h 2071"/>
                        <a:gd name="connsiteX4" fmla="*/ 800 w 2073"/>
                        <a:gd name="connsiteY4" fmla="*/ 2045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800" y="2045"/>
                          </a:moveTo>
                          <a:cubicBezTo>
                            <a:pt x="244" y="1918"/>
                            <a:pt x="-104" y="1348"/>
                            <a:pt x="28" y="793"/>
                          </a:cubicBezTo>
                          <a:cubicBezTo>
                            <a:pt x="159" y="238"/>
                            <a:pt x="716" y="-111"/>
                            <a:pt x="1274" y="32"/>
                          </a:cubicBezTo>
                          <a:cubicBezTo>
                            <a:pt x="1832" y="159"/>
                            <a:pt x="2178" y="714"/>
                            <a:pt x="2046" y="1269"/>
                          </a:cubicBezTo>
                          <a:cubicBezTo>
                            <a:pt x="1914" y="1823"/>
                            <a:pt x="1358" y="2172"/>
                            <a:pt x="800" y="204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94" name="Freeform: Shape 1293">
                      <a:extLst>
                        <a:ext uri="{FF2B5EF4-FFF2-40B4-BE49-F238E27FC236}">
                          <a16:creationId xmlns:a16="http://schemas.microsoft.com/office/drawing/2014/main" id="{CFB2E6E5-A00D-1866-E5D7-4ADE47EE8D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7537" y="5021291"/>
                      <a:ext cx="2073" cy="2071"/>
                    </a:xfrm>
                    <a:custGeom>
                      <a:avLst/>
                      <a:gdLst>
                        <a:gd name="connsiteX0" fmla="*/ 800 w 2073"/>
                        <a:gd name="connsiteY0" fmla="*/ 2039 h 2071"/>
                        <a:gd name="connsiteX1" fmla="*/ 28 w 2073"/>
                        <a:gd name="connsiteY1" fmla="*/ 803 h 2071"/>
                        <a:gd name="connsiteX2" fmla="*/ 1274 w 2073"/>
                        <a:gd name="connsiteY2" fmla="*/ 26 h 2071"/>
                        <a:gd name="connsiteX3" fmla="*/ 2046 w 2073"/>
                        <a:gd name="connsiteY3" fmla="*/ 1279 h 2071"/>
                        <a:gd name="connsiteX4" fmla="*/ 800 w 2073"/>
                        <a:gd name="connsiteY4" fmla="*/ 203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800" y="2039"/>
                          </a:moveTo>
                          <a:cubicBezTo>
                            <a:pt x="242" y="1913"/>
                            <a:pt x="-104" y="1358"/>
                            <a:pt x="28" y="803"/>
                          </a:cubicBezTo>
                          <a:cubicBezTo>
                            <a:pt x="158" y="248"/>
                            <a:pt x="716" y="-101"/>
                            <a:pt x="1274" y="26"/>
                          </a:cubicBezTo>
                          <a:cubicBezTo>
                            <a:pt x="1830" y="153"/>
                            <a:pt x="2176" y="708"/>
                            <a:pt x="2046" y="1279"/>
                          </a:cubicBezTo>
                          <a:cubicBezTo>
                            <a:pt x="1914" y="1833"/>
                            <a:pt x="1358" y="2182"/>
                            <a:pt x="800" y="203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95" name="Freeform: Shape 1294">
                      <a:extLst>
                        <a:ext uri="{FF2B5EF4-FFF2-40B4-BE49-F238E27FC236}">
                          <a16:creationId xmlns:a16="http://schemas.microsoft.com/office/drawing/2014/main" id="{3C35650C-102E-FD12-A940-ABE4B42A1F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0231" y="5027458"/>
                      <a:ext cx="2073" cy="2081"/>
                    </a:xfrm>
                    <a:custGeom>
                      <a:avLst/>
                      <a:gdLst>
                        <a:gd name="connsiteX0" fmla="*/ 799 w 2073"/>
                        <a:gd name="connsiteY0" fmla="*/ 2055 h 2081"/>
                        <a:gd name="connsiteX1" fmla="*/ 27 w 2073"/>
                        <a:gd name="connsiteY1" fmla="*/ 803 h 2081"/>
                        <a:gd name="connsiteX2" fmla="*/ 1274 w 2073"/>
                        <a:gd name="connsiteY2" fmla="*/ 26 h 2081"/>
                        <a:gd name="connsiteX3" fmla="*/ 2046 w 2073"/>
                        <a:gd name="connsiteY3" fmla="*/ 1278 h 2081"/>
                        <a:gd name="connsiteX4" fmla="*/ 799 w 2073"/>
                        <a:gd name="connsiteY4" fmla="*/ 2055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799" y="2055"/>
                          </a:moveTo>
                          <a:cubicBezTo>
                            <a:pt x="241" y="1913"/>
                            <a:pt x="-103" y="1358"/>
                            <a:pt x="27" y="803"/>
                          </a:cubicBezTo>
                          <a:cubicBezTo>
                            <a:pt x="159" y="248"/>
                            <a:pt x="716" y="-101"/>
                            <a:pt x="1274" y="26"/>
                          </a:cubicBezTo>
                          <a:cubicBezTo>
                            <a:pt x="1832" y="169"/>
                            <a:pt x="2177" y="724"/>
                            <a:pt x="2046" y="1278"/>
                          </a:cubicBezTo>
                          <a:cubicBezTo>
                            <a:pt x="1914" y="1833"/>
                            <a:pt x="1358" y="2182"/>
                            <a:pt x="799" y="20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96" name="Freeform: Shape 1295">
                      <a:extLst>
                        <a:ext uri="{FF2B5EF4-FFF2-40B4-BE49-F238E27FC236}">
                          <a16:creationId xmlns:a16="http://schemas.microsoft.com/office/drawing/2014/main" id="{F59F2BE2-B4D0-C88C-BF12-443F2CB236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766" y="5015298"/>
                      <a:ext cx="2073" cy="2081"/>
                    </a:xfrm>
                    <a:custGeom>
                      <a:avLst/>
                      <a:gdLst>
                        <a:gd name="connsiteX0" fmla="*/ 799 w 2073"/>
                        <a:gd name="connsiteY0" fmla="*/ 2055 h 2081"/>
                        <a:gd name="connsiteX1" fmla="*/ 27 w 2073"/>
                        <a:gd name="connsiteY1" fmla="*/ 803 h 2081"/>
                        <a:gd name="connsiteX2" fmla="*/ 1273 w 2073"/>
                        <a:gd name="connsiteY2" fmla="*/ 26 h 2081"/>
                        <a:gd name="connsiteX3" fmla="*/ 2045 w 2073"/>
                        <a:gd name="connsiteY3" fmla="*/ 1278 h 2081"/>
                        <a:gd name="connsiteX4" fmla="*/ 799 w 2073"/>
                        <a:gd name="connsiteY4" fmla="*/ 2055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799" y="2055"/>
                          </a:moveTo>
                          <a:cubicBezTo>
                            <a:pt x="243" y="1913"/>
                            <a:pt x="-103" y="1358"/>
                            <a:pt x="27" y="803"/>
                          </a:cubicBezTo>
                          <a:cubicBezTo>
                            <a:pt x="159" y="248"/>
                            <a:pt x="715" y="-101"/>
                            <a:pt x="1273" y="26"/>
                          </a:cubicBezTo>
                          <a:cubicBezTo>
                            <a:pt x="1830" y="169"/>
                            <a:pt x="2177" y="724"/>
                            <a:pt x="2045" y="1278"/>
                          </a:cubicBezTo>
                          <a:cubicBezTo>
                            <a:pt x="1916" y="1833"/>
                            <a:pt x="1358" y="2182"/>
                            <a:pt x="799" y="20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97" name="Freeform: Shape 1296">
                      <a:extLst>
                        <a:ext uri="{FF2B5EF4-FFF2-40B4-BE49-F238E27FC236}">
                          <a16:creationId xmlns:a16="http://schemas.microsoft.com/office/drawing/2014/main" id="{22CC8E20-4E0B-5F0D-6994-D3024DB811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2912" y="5021973"/>
                      <a:ext cx="2073" cy="2081"/>
                    </a:xfrm>
                    <a:custGeom>
                      <a:avLst/>
                      <a:gdLst>
                        <a:gd name="connsiteX0" fmla="*/ 800 w 2073"/>
                        <a:gd name="connsiteY0" fmla="*/ 2055 h 2081"/>
                        <a:gd name="connsiteX1" fmla="*/ 27 w 2073"/>
                        <a:gd name="connsiteY1" fmla="*/ 803 h 2081"/>
                        <a:gd name="connsiteX2" fmla="*/ 1274 w 2073"/>
                        <a:gd name="connsiteY2" fmla="*/ 26 h 2081"/>
                        <a:gd name="connsiteX3" fmla="*/ 2046 w 2073"/>
                        <a:gd name="connsiteY3" fmla="*/ 1278 h 2081"/>
                        <a:gd name="connsiteX4" fmla="*/ 800 w 2073"/>
                        <a:gd name="connsiteY4" fmla="*/ 2055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800" y="2055"/>
                          </a:moveTo>
                          <a:cubicBezTo>
                            <a:pt x="241" y="1929"/>
                            <a:pt x="-103" y="1358"/>
                            <a:pt x="27" y="803"/>
                          </a:cubicBezTo>
                          <a:cubicBezTo>
                            <a:pt x="159" y="248"/>
                            <a:pt x="715" y="-101"/>
                            <a:pt x="1274" y="26"/>
                          </a:cubicBezTo>
                          <a:cubicBezTo>
                            <a:pt x="1832" y="169"/>
                            <a:pt x="2177" y="724"/>
                            <a:pt x="2046" y="1278"/>
                          </a:cubicBezTo>
                          <a:cubicBezTo>
                            <a:pt x="1914" y="1833"/>
                            <a:pt x="1356" y="2182"/>
                            <a:pt x="800" y="20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98" name="Freeform: Shape 1297">
                      <a:extLst>
                        <a:ext uri="{FF2B5EF4-FFF2-40B4-BE49-F238E27FC236}">
                          <a16:creationId xmlns:a16="http://schemas.microsoft.com/office/drawing/2014/main" id="{547E5C07-FCA5-B7AC-7C7C-DFA4F691B7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172" y="5014917"/>
                      <a:ext cx="2073" cy="2067"/>
                    </a:xfrm>
                    <a:custGeom>
                      <a:avLst/>
                      <a:gdLst>
                        <a:gd name="connsiteX0" fmla="*/ 800 w 2073"/>
                        <a:gd name="connsiteY0" fmla="*/ 2040 h 2067"/>
                        <a:gd name="connsiteX1" fmla="*/ 28 w 2073"/>
                        <a:gd name="connsiteY1" fmla="*/ 788 h 2067"/>
                        <a:gd name="connsiteX2" fmla="*/ 1274 w 2073"/>
                        <a:gd name="connsiteY2" fmla="*/ 27 h 2067"/>
                        <a:gd name="connsiteX3" fmla="*/ 2046 w 2073"/>
                        <a:gd name="connsiteY3" fmla="*/ 1263 h 2067"/>
                        <a:gd name="connsiteX4" fmla="*/ 800 w 2073"/>
                        <a:gd name="connsiteY4" fmla="*/ 2040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7">
                          <a:moveTo>
                            <a:pt x="800" y="2040"/>
                          </a:moveTo>
                          <a:cubicBezTo>
                            <a:pt x="244" y="1913"/>
                            <a:pt x="-104" y="1359"/>
                            <a:pt x="28" y="788"/>
                          </a:cubicBezTo>
                          <a:cubicBezTo>
                            <a:pt x="159" y="233"/>
                            <a:pt x="716" y="-100"/>
                            <a:pt x="1274" y="27"/>
                          </a:cubicBezTo>
                          <a:cubicBezTo>
                            <a:pt x="1832" y="154"/>
                            <a:pt x="2176" y="709"/>
                            <a:pt x="2046" y="1263"/>
                          </a:cubicBezTo>
                          <a:cubicBezTo>
                            <a:pt x="1914" y="1834"/>
                            <a:pt x="1356" y="2167"/>
                            <a:pt x="800" y="20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99" name="Freeform: Shape 1298">
                      <a:extLst>
                        <a:ext uri="{FF2B5EF4-FFF2-40B4-BE49-F238E27FC236}">
                          <a16:creationId xmlns:a16="http://schemas.microsoft.com/office/drawing/2014/main" id="{E443FADA-981E-695B-2EE0-9C52584D6E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4700" y="4998906"/>
                      <a:ext cx="2073" cy="2081"/>
                    </a:xfrm>
                    <a:custGeom>
                      <a:avLst/>
                      <a:gdLst>
                        <a:gd name="connsiteX0" fmla="*/ 800 w 2073"/>
                        <a:gd name="connsiteY0" fmla="*/ 2055 h 2081"/>
                        <a:gd name="connsiteX1" fmla="*/ 28 w 2073"/>
                        <a:gd name="connsiteY1" fmla="*/ 803 h 2081"/>
                        <a:gd name="connsiteX2" fmla="*/ 1274 w 2073"/>
                        <a:gd name="connsiteY2" fmla="*/ 26 h 2081"/>
                        <a:gd name="connsiteX3" fmla="*/ 2046 w 2073"/>
                        <a:gd name="connsiteY3" fmla="*/ 1278 h 2081"/>
                        <a:gd name="connsiteX4" fmla="*/ 800 w 2073"/>
                        <a:gd name="connsiteY4" fmla="*/ 2055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800" y="2055"/>
                          </a:moveTo>
                          <a:cubicBezTo>
                            <a:pt x="242" y="1913"/>
                            <a:pt x="-104" y="1358"/>
                            <a:pt x="28" y="803"/>
                          </a:cubicBezTo>
                          <a:cubicBezTo>
                            <a:pt x="158" y="248"/>
                            <a:pt x="716" y="-101"/>
                            <a:pt x="1274" y="26"/>
                          </a:cubicBezTo>
                          <a:cubicBezTo>
                            <a:pt x="1831" y="169"/>
                            <a:pt x="2178" y="724"/>
                            <a:pt x="2046" y="1278"/>
                          </a:cubicBezTo>
                          <a:cubicBezTo>
                            <a:pt x="1914" y="1833"/>
                            <a:pt x="1356" y="2182"/>
                            <a:pt x="800" y="20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00" name="Freeform: Shape 1299">
                      <a:extLst>
                        <a:ext uri="{FF2B5EF4-FFF2-40B4-BE49-F238E27FC236}">
                          <a16:creationId xmlns:a16="http://schemas.microsoft.com/office/drawing/2014/main" id="{E235C1A1-DE04-AA32-11A4-C500134B5B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611" y="4994783"/>
                      <a:ext cx="2073" cy="2066"/>
                    </a:xfrm>
                    <a:custGeom>
                      <a:avLst/>
                      <a:gdLst>
                        <a:gd name="connsiteX0" fmla="*/ 799 w 2073"/>
                        <a:gd name="connsiteY0" fmla="*/ 2040 h 2066"/>
                        <a:gd name="connsiteX1" fmla="*/ 27 w 2073"/>
                        <a:gd name="connsiteY1" fmla="*/ 804 h 2066"/>
                        <a:gd name="connsiteX2" fmla="*/ 1274 w 2073"/>
                        <a:gd name="connsiteY2" fmla="*/ 27 h 2066"/>
                        <a:gd name="connsiteX3" fmla="*/ 2046 w 2073"/>
                        <a:gd name="connsiteY3" fmla="*/ 1263 h 2066"/>
                        <a:gd name="connsiteX4" fmla="*/ 799 w 2073"/>
                        <a:gd name="connsiteY4" fmla="*/ 2040 h 20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6">
                          <a:moveTo>
                            <a:pt x="799" y="2040"/>
                          </a:moveTo>
                          <a:cubicBezTo>
                            <a:pt x="241" y="1913"/>
                            <a:pt x="-103" y="1359"/>
                            <a:pt x="27" y="804"/>
                          </a:cubicBezTo>
                          <a:cubicBezTo>
                            <a:pt x="159" y="233"/>
                            <a:pt x="716" y="-100"/>
                            <a:pt x="1274" y="27"/>
                          </a:cubicBezTo>
                          <a:cubicBezTo>
                            <a:pt x="1832" y="154"/>
                            <a:pt x="2177" y="708"/>
                            <a:pt x="2046" y="1263"/>
                          </a:cubicBezTo>
                          <a:cubicBezTo>
                            <a:pt x="1914" y="1834"/>
                            <a:pt x="1356" y="2167"/>
                            <a:pt x="799" y="20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01" name="Freeform: Shape 1300">
                      <a:extLst>
                        <a:ext uri="{FF2B5EF4-FFF2-40B4-BE49-F238E27FC236}">
                          <a16:creationId xmlns:a16="http://schemas.microsoft.com/office/drawing/2014/main" id="{C9A37E67-6A13-1E6A-4E73-6E280757B8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793" y="4994482"/>
                      <a:ext cx="2073" cy="2067"/>
                    </a:xfrm>
                    <a:custGeom>
                      <a:avLst/>
                      <a:gdLst>
                        <a:gd name="connsiteX0" fmla="*/ 799 w 2073"/>
                        <a:gd name="connsiteY0" fmla="*/ 2040 h 2067"/>
                        <a:gd name="connsiteX1" fmla="*/ 27 w 2073"/>
                        <a:gd name="connsiteY1" fmla="*/ 788 h 2067"/>
                        <a:gd name="connsiteX2" fmla="*/ 1273 w 2073"/>
                        <a:gd name="connsiteY2" fmla="*/ 27 h 2067"/>
                        <a:gd name="connsiteX3" fmla="*/ 2045 w 2073"/>
                        <a:gd name="connsiteY3" fmla="*/ 1263 h 2067"/>
                        <a:gd name="connsiteX4" fmla="*/ 799 w 2073"/>
                        <a:gd name="connsiteY4" fmla="*/ 2040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7">
                          <a:moveTo>
                            <a:pt x="799" y="2040"/>
                          </a:moveTo>
                          <a:cubicBezTo>
                            <a:pt x="243" y="1914"/>
                            <a:pt x="-103" y="1359"/>
                            <a:pt x="27" y="788"/>
                          </a:cubicBezTo>
                          <a:cubicBezTo>
                            <a:pt x="159" y="233"/>
                            <a:pt x="715" y="-100"/>
                            <a:pt x="1273" y="27"/>
                          </a:cubicBezTo>
                          <a:cubicBezTo>
                            <a:pt x="1831" y="154"/>
                            <a:pt x="2177" y="709"/>
                            <a:pt x="2045" y="1263"/>
                          </a:cubicBezTo>
                          <a:cubicBezTo>
                            <a:pt x="1914" y="1834"/>
                            <a:pt x="1356" y="2167"/>
                            <a:pt x="799" y="20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02" name="Freeform: Shape 1301">
                      <a:extLst>
                        <a:ext uri="{FF2B5EF4-FFF2-40B4-BE49-F238E27FC236}">
                          <a16:creationId xmlns:a16="http://schemas.microsoft.com/office/drawing/2014/main" id="{2A89B291-CE81-CD5B-5683-7341D2A278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376" y="5004845"/>
                      <a:ext cx="2073" cy="2071"/>
                    </a:xfrm>
                    <a:custGeom>
                      <a:avLst/>
                      <a:gdLst>
                        <a:gd name="connsiteX0" fmla="*/ 800 w 2073"/>
                        <a:gd name="connsiteY0" fmla="*/ 2045 h 2071"/>
                        <a:gd name="connsiteX1" fmla="*/ 28 w 2073"/>
                        <a:gd name="connsiteY1" fmla="*/ 793 h 2071"/>
                        <a:gd name="connsiteX2" fmla="*/ 1274 w 2073"/>
                        <a:gd name="connsiteY2" fmla="*/ 32 h 2071"/>
                        <a:gd name="connsiteX3" fmla="*/ 2046 w 2073"/>
                        <a:gd name="connsiteY3" fmla="*/ 1269 h 2071"/>
                        <a:gd name="connsiteX4" fmla="*/ 800 w 2073"/>
                        <a:gd name="connsiteY4" fmla="*/ 2045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800" y="2045"/>
                          </a:moveTo>
                          <a:cubicBezTo>
                            <a:pt x="242" y="1903"/>
                            <a:pt x="-104" y="1348"/>
                            <a:pt x="28" y="793"/>
                          </a:cubicBezTo>
                          <a:cubicBezTo>
                            <a:pt x="160" y="238"/>
                            <a:pt x="716" y="-111"/>
                            <a:pt x="1274" y="32"/>
                          </a:cubicBezTo>
                          <a:cubicBezTo>
                            <a:pt x="1832" y="159"/>
                            <a:pt x="2178" y="714"/>
                            <a:pt x="2046" y="1269"/>
                          </a:cubicBezTo>
                          <a:cubicBezTo>
                            <a:pt x="1916" y="1823"/>
                            <a:pt x="1358" y="2172"/>
                            <a:pt x="800" y="204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03" name="Freeform: Shape 1302">
                      <a:extLst>
                        <a:ext uri="{FF2B5EF4-FFF2-40B4-BE49-F238E27FC236}">
                          <a16:creationId xmlns:a16="http://schemas.microsoft.com/office/drawing/2014/main" id="{522B4B01-00EB-EAC6-954C-D35BC6CD33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573" y="4992184"/>
                      <a:ext cx="2073" cy="2081"/>
                    </a:xfrm>
                    <a:custGeom>
                      <a:avLst/>
                      <a:gdLst>
                        <a:gd name="connsiteX0" fmla="*/ 799 w 2073"/>
                        <a:gd name="connsiteY0" fmla="*/ 2055 h 2081"/>
                        <a:gd name="connsiteX1" fmla="*/ 27 w 2073"/>
                        <a:gd name="connsiteY1" fmla="*/ 803 h 2081"/>
                        <a:gd name="connsiteX2" fmla="*/ 1273 w 2073"/>
                        <a:gd name="connsiteY2" fmla="*/ 26 h 2081"/>
                        <a:gd name="connsiteX3" fmla="*/ 2046 w 2073"/>
                        <a:gd name="connsiteY3" fmla="*/ 1278 h 2081"/>
                        <a:gd name="connsiteX4" fmla="*/ 799 w 2073"/>
                        <a:gd name="connsiteY4" fmla="*/ 2055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799" y="2055"/>
                          </a:moveTo>
                          <a:cubicBezTo>
                            <a:pt x="243" y="1913"/>
                            <a:pt x="-103" y="1358"/>
                            <a:pt x="27" y="803"/>
                          </a:cubicBezTo>
                          <a:cubicBezTo>
                            <a:pt x="157" y="248"/>
                            <a:pt x="715" y="-101"/>
                            <a:pt x="1273" y="26"/>
                          </a:cubicBezTo>
                          <a:cubicBezTo>
                            <a:pt x="1830" y="169"/>
                            <a:pt x="2177" y="724"/>
                            <a:pt x="2046" y="1278"/>
                          </a:cubicBezTo>
                          <a:cubicBezTo>
                            <a:pt x="1914" y="1833"/>
                            <a:pt x="1356" y="2182"/>
                            <a:pt x="799" y="20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04" name="Freeform: Shape 1303">
                      <a:extLst>
                        <a:ext uri="{FF2B5EF4-FFF2-40B4-BE49-F238E27FC236}">
                          <a16:creationId xmlns:a16="http://schemas.microsoft.com/office/drawing/2014/main" id="{5948090F-D771-EA21-5859-EB46FEE81B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428" y="4995085"/>
                      <a:ext cx="2074" cy="2067"/>
                    </a:xfrm>
                    <a:custGeom>
                      <a:avLst/>
                      <a:gdLst>
                        <a:gd name="connsiteX0" fmla="*/ 800 w 2074"/>
                        <a:gd name="connsiteY0" fmla="*/ 2040 h 2067"/>
                        <a:gd name="connsiteX1" fmla="*/ 28 w 2074"/>
                        <a:gd name="connsiteY1" fmla="*/ 788 h 2067"/>
                        <a:gd name="connsiteX2" fmla="*/ 1274 w 2074"/>
                        <a:gd name="connsiteY2" fmla="*/ 27 h 2067"/>
                        <a:gd name="connsiteX3" fmla="*/ 2046 w 2074"/>
                        <a:gd name="connsiteY3" fmla="*/ 1263 h 2067"/>
                        <a:gd name="connsiteX4" fmla="*/ 800 w 2074"/>
                        <a:gd name="connsiteY4" fmla="*/ 2040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67">
                          <a:moveTo>
                            <a:pt x="800" y="2040"/>
                          </a:moveTo>
                          <a:cubicBezTo>
                            <a:pt x="242" y="1914"/>
                            <a:pt x="-104" y="1359"/>
                            <a:pt x="28" y="788"/>
                          </a:cubicBezTo>
                          <a:cubicBezTo>
                            <a:pt x="160" y="233"/>
                            <a:pt x="716" y="-100"/>
                            <a:pt x="1274" y="27"/>
                          </a:cubicBezTo>
                          <a:cubicBezTo>
                            <a:pt x="1832" y="154"/>
                            <a:pt x="2178" y="709"/>
                            <a:pt x="2046" y="1263"/>
                          </a:cubicBezTo>
                          <a:cubicBezTo>
                            <a:pt x="1914" y="1834"/>
                            <a:pt x="1358" y="2167"/>
                            <a:pt x="800" y="20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05" name="Freeform: Shape 1304">
                      <a:extLst>
                        <a:ext uri="{FF2B5EF4-FFF2-40B4-BE49-F238E27FC236}">
                          <a16:creationId xmlns:a16="http://schemas.microsoft.com/office/drawing/2014/main" id="{0C033D4F-66C3-9D25-3E77-E9F9A14D17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690" y="4988015"/>
                      <a:ext cx="2073" cy="2071"/>
                    </a:xfrm>
                    <a:custGeom>
                      <a:avLst/>
                      <a:gdLst>
                        <a:gd name="connsiteX0" fmla="*/ 800 w 2073"/>
                        <a:gd name="connsiteY0" fmla="*/ 2039 h 2071"/>
                        <a:gd name="connsiteX1" fmla="*/ 28 w 2073"/>
                        <a:gd name="connsiteY1" fmla="*/ 803 h 2071"/>
                        <a:gd name="connsiteX2" fmla="*/ 1274 w 2073"/>
                        <a:gd name="connsiteY2" fmla="*/ 26 h 2071"/>
                        <a:gd name="connsiteX3" fmla="*/ 2046 w 2073"/>
                        <a:gd name="connsiteY3" fmla="*/ 1278 h 2071"/>
                        <a:gd name="connsiteX4" fmla="*/ 800 w 2073"/>
                        <a:gd name="connsiteY4" fmla="*/ 203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800" y="2039"/>
                          </a:moveTo>
                          <a:cubicBezTo>
                            <a:pt x="242" y="1913"/>
                            <a:pt x="-104" y="1358"/>
                            <a:pt x="28" y="803"/>
                          </a:cubicBezTo>
                          <a:cubicBezTo>
                            <a:pt x="158" y="248"/>
                            <a:pt x="716" y="-101"/>
                            <a:pt x="1274" y="26"/>
                          </a:cubicBezTo>
                          <a:cubicBezTo>
                            <a:pt x="1832" y="153"/>
                            <a:pt x="2178" y="708"/>
                            <a:pt x="2046" y="1278"/>
                          </a:cubicBezTo>
                          <a:cubicBezTo>
                            <a:pt x="1914" y="1833"/>
                            <a:pt x="1356" y="2182"/>
                            <a:pt x="800" y="203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06" name="Freeform: Shape 1305">
                      <a:extLst>
                        <a:ext uri="{FF2B5EF4-FFF2-40B4-BE49-F238E27FC236}">
                          <a16:creationId xmlns:a16="http://schemas.microsoft.com/office/drawing/2014/main" id="{0BA4C7F8-AAED-127F-21E2-9706CB44F3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727" y="5010441"/>
                      <a:ext cx="2074" cy="2071"/>
                    </a:xfrm>
                    <a:custGeom>
                      <a:avLst/>
                      <a:gdLst>
                        <a:gd name="connsiteX0" fmla="*/ 800 w 2074"/>
                        <a:gd name="connsiteY0" fmla="*/ 2045 h 2071"/>
                        <a:gd name="connsiteX1" fmla="*/ 28 w 2074"/>
                        <a:gd name="connsiteY1" fmla="*/ 793 h 2071"/>
                        <a:gd name="connsiteX2" fmla="*/ 1274 w 2074"/>
                        <a:gd name="connsiteY2" fmla="*/ 32 h 2071"/>
                        <a:gd name="connsiteX3" fmla="*/ 2046 w 2074"/>
                        <a:gd name="connsiteY3" fmla="*/ 1268 h 2071"/>
                        <a:gd name="connsiteX4" fmla="*/ 800 w 2074"/>
                        <a:gd name="connsiteY4" fmla="*/ 2045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71">
                          <a:moveTo>
                            <a:pt x="800" y="2045"/>
                          </a:moveTo>
                          <a:cubicBezTo>
                            <a:pt x="242" y="1918"/>
                            <a:pt x="-104" y="1364"/>
                            <a:pt x="28" y="793"/>
                          </a:cubicBezTo>
                          <a:cubicBezTo>
                            <a:pt x="158" y="238"/>
                            <a:pt x="716" y="-111"/>
                            <a:pt x="1274" y="32"/>
                          </a:cubicBezTo>
                          <a:cubicBezTo>
                            <a:pt x="1832" y="159"/>
                            <a:pt x="2178" y="714"/>
                            <a:pt x="2046" y="1268"/>
                          </a:cubicBezTo>
                          <a:cubicBezTo>
                            <a:pt x="1914" y="1823"/>
                            <a:pt x="1356" y="2172"/>
                            <a:pt x="800" y="204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07" name="Freeform: Shape 1306">
                      <a:extLst>
                        <a:ext uri="{FF2B5EF4-FFF2-40B4-BE49-F238E27FC236}">
                          <a16:creationId xmlns:a16="http://schemas.microsoft.com/office/drawing/2014/main" id="{34980B79-5A62-0D0E-DCFA-BDBC272176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074" y="5000945"/>
                      <a:ext cx="2073" cy="2071"/>
                    </a:xfrm>
                    <a:custGeom>
                      <a:avLst/>
                      <a:gdLst>
                        <a:gd name="connsiteX0" fmla="*/ 800 w 2073"/>
                        <a:gd name="connsiteY0" fmla="*/ 2045 h 2071"/>
                        <a:gd name="connsiteX1" fmla="*/ 28 w 2073"/>
                        <a:gd name="connsiteY1" fmla="*/ 793 h 2071"/>
                        <a:gd name="connsiteX2" fmla="*/ 1274 w 2073"/>
                        <a:gd name="connsiteY2" fmla="*/ 32 h 2071"/>
                        <a:gd name="connsiteX3" fmla="*/ 2046 w 2073"/>
                        <a:gd name="connsiteY3" fmla="*/ 1269 h 2071"/>
                        <a:gd name="connsiteX4" fmla="*/ 800 w 2073"/>
                        <a:gd name="connsiteY4" fmla="*/ 2045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800" y="2045"/>
                          </a:moveTo>
                          <a:cubicBezTo>
                            <a:pt x="243" y="1919"/>
                            <a:pt x="-104" y="1364"/>
                            <a:pt x="28" y="793"/>
                          </a:cubicBezTo>
                          <a:cubicBezTo>
                            <a:pt x="159" y="238"/>
                            <a:pt x="716" y="-111"/>
                            <a:pt x="1274" y="32"/>
                          </a:cubicBezTo>
                          <a:cubicBezTo>
                            <a:pt x="1832" y="159"/>
                            <a:pt x="2178" y="714"/>
                            <a:pt x="2046" y="1269"/>
                          </a:cubicBezTo>
                          <a:cubicBezTo>
                            <a:pt x="1914" y="1823"/>
                            <a:pt x="1356" y="2172"/>
                            <a:pt x="800" y="204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08" name="Freeform: Shape 1307">
                      <a:extLst>
                        <a:ext uri="{FF2B5EF4-FFF2-40B4-BE49-F238E27FC236}">
                          <a16:creationId xmlns:a16="http://schemas.microsoft.com/office/drawing/2014/main" id="{AF316B6B-78D2-7140-DAA0-9B3FB5DB60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378" y="4990853"/>
                      <a:ext cx="2073" cy="2081"/>
                    </a:xfrm>
                    <a:custGeom>
                      <a:avLst/>
                      <a:gdLst>
                        <a:gd name="connsiteX0" fmla="*/ 799 w 2073"/>
                        <a:gd name="connsiteY0" fmla="*/ 2055 h 2081"/>
                        <a:gd name="connsiteX1" fmla="*/ 27 w 2073"/>
                        <a:gd name="connsiteY1" fmla="*/ 803 h 2081"/>
                        <a:gd name="connsiteX2" fmla="*/ 1274 w 2073"/>
                        <a:gd name="connsiteY2" fmla="*/ 26 h 2081"/>
                        <a:gd name="connsiteX3" fmla="*/ 2046 w 2073"/>
                        <a:gd name="connsiteY3" fmla="*/ 1278 h 2081"/>
                        <a:gd name="connsiteX4" fmla="*/ 799 w 2073"/>
                        <a:gd name="connsiteY4" fmla="*/ 2055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799" y="2055"/>
                          </a:moveTo>
                          <a:cubicBezTo>
                            <a:pt x="241" y="1929"/>
                            <a:pt x="-103" y="1358"/>
                            <a:pt x="27" y="803"/>
                          </a:cubicBezTo>
                          <a:cubicBezTo>
                            <a:pt x="159" y="248"/>
                            <a:pt x="716" y="-101"/>
                            <a:pt x="1274" y="26"/>
                          </a:cubicBezTo>
                          <a:cubicBezTo>
                            <a:pt x="1830" y="169"/>
                            <a:pt x="2177" y="724"/>
                            <a:pt x="2046" y="1278"/>
                          </a:cubicBezTo>
                          <a:cubicBezTo>
                            <a:pt x="1914" y="1833"/>
                            <a:pt x="1356" y="2182"/>
                            <a:pt x="799" y="20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09" name="Freeform: Shape 1308">
                      <a:extLst>
                        <a:ext uri="{FF2B5EF4-FFF2-40B4-BE49-F238E27FC236}">
                          <a16:creationId xmlns:a16="http://schemas.microsoft.com/office/drawing/2014/main" id="{5C2A621F-4851-9641-9B68-643B121FE7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212" y="5006722"/>
                      <a:ext cx="2073" cy="2081"/>
                    </a:xfrm>
                    <a:custGeom>
                      <a:avLst/>
                      <a:gdLst>
                        <a:gd name="connsiteX0" fmla="*/ 799 w 2073"/>
                        <a:gd name="connsiteY0" fmla="*/ 2055 h 2081"/>
                        <a:gd name="connsiteX1" fmla="*/ 27 w 2073"/>
                        <a:gd name="connsiteY1" fmla="*/ 803 h 2081"/>
                        <a:gd name="connsiteX2" fmla="*/ 1274 w 2073"/>
                        <a:gd name="connsiteY2" fmla="*/ 26 h 2081"/>
                        <a:gd name="connsiteX3" fmla="*/ 2046 w 2073"/>
                        <a:gd name="connsiteY3" fmla="*/ 1278 h 2081"/>
                        <a:gd name="connsiteX4" fmla="*/ 799 w 2073"/>
                        <a:gd name="connsiteY4" fmla="*/ 2055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799" y="2055"/>
                          </a:moveTo>
                          <a:cubicBezTo>
                            <a:pt x="241" y="1929"/>
                            <a:pt x="-103" y="1358"/>
                            <a:pt x="27" y="803"/>
                          </a:cubicBezTo>
                          <a:cubicBezTo>
                            <a:pt x="159" y="248"/>
                            <a:pt x="716" y="-101"/>
                            <a:pt x="1274" y="26"/>
                          </a:cubicBezTo>
                          <a:cubicBezTo>
                            <a:pt x="1832" y="169"/>
                            <a:pt x="2177" y="724"/>
                            <a:pt x="2046" y="1278"/>
                          </a:cubicBezTo>
                          <a:cubicBezTo>
                            <a:pt x="1914" y="1833"/>
                            <a:pt x="1356" y="2182"/>
                            <a:pt x="799" y="20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10" name="Freeform: Shape 1309">
                      <a:extLst>
                        <a:ext uri="{FF2B5EF4-FFF2-40B4-BE49-F238E27FC236}">
                          <a16:creationId xmlns:a16="http://schemas.microsoft.com/office/drawing/2014/main" id="{42600DB0-29B7-8915-CA1A-DDB293E622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370" y="5004422"/>
                      <a:ext cx="2073" cy="2067"/>
                    </a:xfrm>
                    <a:custGeom>
                      <a:avLst/>
                      <a:gdLst>
                        <a:gd name="connsiteX0" fmla="*/ 800 w 2073"/>
                        <a:gd name="connsiteY0" fmla="*/ 2040 h 2067"/>
                        <a:gd name="connsiteX1" fmla="*/ 28 w 2073"/>
                        <a:gd name="connsiteY1" fmla="*/ 788 h 2067"/>
                        <a:gd name="connsiteX2" fmla="*/ 1274 w 2073"/>
                        <a:gd name="connsiteY2" fmla="*/ 27 h 2067"/>
                        <a:gd name="connsiteX3" fmla="*/ 2046 w 2073"/>
                        <a:gd name="connsiteY3" fmla="*/ 1263 h 2067"/>
                        <a:gd name="connsiteX4" fmla="*/ 800 w 2073"/>
                        <a:gd name="connsiteY4" fmla="*/ 2040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7">
                          <a:moveTo>
                            <a:pt x="800" y="2040"/>
                          </a:moveTo>
                          <a:cubicBezTo>
                            <a:pt x="242" y="1913"/>
                            <a:pt x="-104" y="1359"/>
                            <a:pt x="28" y="788"/>
                          </a:cubicBezTo>
                          <a:cubicBezTo>
                            <a:pt x="158" y="233"/>
                            <a:pt x="716" y="-100"/>
                            <a:pt x="1274" y="27"/>
                          </a:cubicBezTo>
                          <a:cubicBezTo>
                            <a:pt x="1830" y="154"/>
                            <a:pt x="2178" y="709"/>
                            <a:pt x="2046" y="1263"/>
                          </a:cubicBezTo>
                          <a:cubicBezTo>
                            <a:pt x="1915" y="1834"/>
                            <a:pt x="1356" y="2167"/>
                            <a:pt x="800" y="20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11" name="Freeform: Shape 1310">
                      <a:extLst>
                        <a:ext uri="{FF2B5EF4-FFF2-40B4-BE49-F238E27FC236}">
                          <a16:creationId xmlns:a16="http://schemas.microsoft.com/office/drawing/2014/main" id="{9836A016-0A4B-4EFF-ECD1-CD2D1E67EA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891" y="5001246"/>
                      <a:ext cx="2073" cy="2071"/>
                    </a:xfrm>
                    <a:custGeom>
                      <a:avLst/>
                      <a:gdLst>
                        <a:gd name="connsiteX0" fmla="*/ 799 w 2073"/>
                        <a:gd name="connsiteY0" fmla="*/ 2045 h 2071"/>
                        <a:gd name="connsiteX1" fmla="*/ 27 w 2073"/>
                        <a:gd name="connsiteY1" fmla="*/ 793 h 2071"/>
                        <a:gd name="connsiteX2" fmla="*/ 1274 w 2073"/>
                        <a:gd name="connsiteY2" fmla="*/ 32 h 2071"/>
                        <a:gd name="connsiteX3" fmla="*/ 2046 w 2073"/>
                        <a:gd name="connsiteY3" fmla="*/ 1269 h 2071"/>
                        <a:gd name="connsiteX4" fmla="*/ 799 w 2073"/>
                        <a:gd name="connsiteY4" fmla="*/ 2045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799" y="2045"/>
                          </a:moveTo>
                          <a:cubicBezTo>
                            <a:pt x="241" y="1918"/>
                            <a:pt x="-103" y="1348"/>
                            <a:pt x="27" y="793"/>
                          </a:cubicBezTo>
                          <a:cubicBezTo>
                            <a:pt x="159" y="238"/>
                            <a:pt x="716" y="-111"/>
                            <a:pt x="1274" y="32"/>
                          </a:cubicBezTo>
                          <a:cubicBezTo>
                            <a:pt x="1832" y="159"/>
                            <a:pt x="2177" y="714"/>
                            <a:pt x="2046" y="1269"/>
                          </a:cubicBezTo>
                          <a:cubicBezTo>
                            <a:pt x="1914" y="1823"/>
                            <a:pt x="1358" y="2172"/>
                            <a:pt x="799" y="204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12" name="Freeform: Shape 1311">
                      <a:extLst>
                        <a:ext uri="{FF2B5EF4-FFF2-40B4-BE49-F238E27FC236}">
                          <a16:creationId xmlns:a16="http://schemas.microsoft.com/office/drawing/2014/main" id="{1EBB5170-6419-3969-EAA1-B6EEDDFB9F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701" y="4999381"/>
                      <a:ext cx="2073" cy="2067"/>
                    </a:xfrm>
                    <a:custGeom>
                      <a:avLst/>
                      <a:gdLst>
                        <a:gd name="connsiteX0" fmla="*/ 800 w 2073"/>
                        <a:gd name="connsiteY0" fmla="*/ 2040 h 2067"/>
                        <a:gd name="connsiteX1" fmla="*/ 28 w 2073"/>
                        <a:gd name="connsiteY1" fmla="*/ 804 h 2067"/>
                        <a:gd name="connsiteX2" fmla="*/ 1274 w 2073"/>
                        <a:gd name="connsiteY2" fmla="*/ 27 h 2067"/>
                        <a:gd name="connsiteX3" fmla="*/ 2046 w 2073"/>
                        <a:gd name="connsiteY3" fmla="*/ 1263 h 2067"/>
                        <a:gd name="connsiteX4" fmla="*/ 800 w 2073"/>
                        <a:gd name="connsiteY4" fmla="*/ 2040 h 20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7">
                          <a:moveTo>
                            <a:pt x="800" y="2040"/>
                          </a:moveTo>
                          <a:cubicBezTo>
                            <a:pt x="242" y="1913"/>
                            <a:pt x="-104" y="1359"/>
                            <a:pt x="28" y="804"/>
                          </a:cubicBezTo>
                          <a:cubicBezTo>
                            <a:pt x="160" y="233"/>
                            <a:pt x="716" y="-100"/>
                            <a:pt x="1274" y="27"/>
                          </a:cubicBezTo>
                          <a:cubicBezTo>
                            <a:pt x="1831" y="154"/>
                            <a:pt x="2176" y="709"/>
                            <a:pt x="2046" y="1263"/>
                          </a:cubicBezTo>
                          <a:cubicBezTo>
                            <a:pt x="1914" y="1834"/>
                            <a:pt x="1358" y="2167"/>
                            <a:pt x="800" y="204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13" name="Freeform: Shape 1312">
                      <a:extLst>
                        <a:ext uri="{FF2B5EF4-FFF2-40B4-BE49-F238E27FC236}">
                          <a16:creationId xmlns:a16="http://schemas.microsoft.com/office/drawing/2014/main" id="{A2217B39-5A8C-FC5C-3386-7E05F1DC2B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27" y="5041831"/>
                      <a:ext cx="2073" cy="2071"/>
                    </a:xfrm>
                    <a:custGeom>
                      <a:avLst/>
                      <a:gdLst>
                        <a:gd name="connsiteX0" fmla="*/ 799 w 2073"/>
                        <a:gd name="connsiteY0" fmla="*/ 2045 h 2071"/>
                        <a:gd name="connsiteX1" fmla="*/ 27 w 2073"/>
                        <a:gd name="connsiteY1" fmla="*/ 793 h 2071"/>
                        <a:gd name="connsiteX2" fmla="*/ 1274 w 2073"/>
                        <a:gd name="connsiteY2" fmla="*/ 32 h 2071"/>
                        <a:gd name="connsiteX3" fmla="*/ 2046 w 2073"/>
                        <a:gd name="connsiteY3" fmla="*/ 1269 h 2071"/>
                        <a:gd name="connsiteX4" fmla="*/ 799 w 2073"/>
                        <a:gd name="connsiteY4" fmla="*/ 2045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799" y="2045"/>
                          </a:moveTo>
                          <a:cubicBezTo>
                            <a:pt x="241" y="1919"/>
                            <a:pt x="-103" y="1348"/>
                            <a:pt x="27" y="793"/>
                          </a:cubicBezTo>
                          <a:cubicBezTo>
                            <a:pt x="159" y="238"/>
                            <a:pt x="716" y="-111"/>
                            <a:pt x="1274" y="32"/>
                          </a:cubicBezTo>
                          <a:cubicBezTo>
                            <a:pt x="1832" y="159"/>
                            <a:pt x="2176" y="714"/>
                            <a:pt x="2046" y="1269"/>
                          </a:cubicBezTo>
                          <a:cubicBezTo>
                            <a:pt x="1914" y="1823"/>
                            <a:pt x="1358" y="2172"/>
                            <a:pt x="799" y="204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14" name="Freeform: Shape 1313">
                      <a:extLst>
                        <a:ext uri="{FF2B5EF4-FFF2-40B4-BE49-F238E27FC236}">
                          <a16:creationId xmlns:a16="http://schemas.microsoft.com/office/drawing/2014/main" id="{8FC6C1F2-3C6A-F08D-781E-937BB62588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5817" y="5044738"/>
                      <a:ext cx="2073" cy="2071"/>
                    </a:xfrm>
                    <a:custGeom>
                      <a:avLst/>
                      <a:gdLst>
                        <a:gd name="connsiteX0" fmla="*/ 800 w 2073"/>
                        <a:gd name="connsiteY0" fmla="*/ 2039 h 2071"/>
                        <a:gd name="connsiteX1" fmla="*/ 28 w 2073"/>
                        <a:gd name="connsiteY1" fmla="*/ 803 h 2071"/>
                        <a:gd name="connsiteX2" fmla="*/ 1274 w 2073"/>
                        <a:gd name="connsiteY2" fmla="*/ 26 h 2071"/>
                        <a:gd name="connsiteX3" fmla="*/ 2046 w 2073"/>
                        <a:gd name="connsiteY3" fmla="*/ 1278 h 2071"/>
                        <a:gd name="connsiteX4" fmla="*/ 800 w 2073"/>
                        <a:gd name="connsiteY4" fmla="*/ 203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800" y="2039"/>
                          </a:moveTo>
                          <a:cubicBezTo>
                            <a:pt x="242" y="1913"/>
                            <a:pt x="-104" y="1358"/>
                            <a:pt x="28" y="803"/>
                          </a:cubicBezTo>
                          <a:cubicBezTo>
                            <a:pt x="158" y="248"/>
                            <a:pt x="716" y="-101"/>
                            <a:pt x="1274" y="26"/>
                          </a:cubicBezTo>
                          <a:cubicBezTo>
                            <a:pt x="1830" y="153"/>
                            <a:pt x="2178" y="708"/>
                            <a:pt x="2046" y="1278"/>
                          </a:cubicBezTo>
                          <a:cubicBezTo>
                            <a:pt x="1915" y="1833"/>
                            <a:pt x="1356" y="2182"/>
                            <a:pt x="800" y="203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15" name="Freeform: Shape 1314">
                      <a:extLst>
                        <a:ext uri="{FF2B5EF4-FFF2-40B4-BE49-F238E27FC236}">
                          <a16:creationId xmlns:a16="http://schemas.microsoft.com/office/drawing/2014/main" id="{E405E66D-AE6A-6C70-46C8-A642454BE5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962" y="5032573"/>
                      <a:ext cx="2072" cy="2072"/>
                    </a:xfrm>
                    <a:custGeom>
                      <a:avLst/>
                      <a:gdLst>
                        <a:gd name="connsiteX0" fmla="*/ 799 w 2072"/>
                        <a:gd name="connsiteY0" fmla="*/ 2045 h 2072"/>
                        <a:gd name="connsiteX1" fmla="*/ 27 w 2072"/>
                        <a:gd name="connsiteY1" fmla="*/ 793 h 2072"/>
                        <a:gd name="connsiteX2" fmla="*/ 1273 w 2072"/>
                        <a:gd name="connsiteY2" fmla="*/ 32 h 2072"/>
                        <a:gd name="connsiteX3" fmla="*/ 2045 w 2072"/>
                        <a:gd name="connsiteY3" fmla="*/ 1269 h 2072"/>
                        <a:gd name="connsiteX4" fmla="*/ 799 w 2072"/>
                        <a:gd name="connsiteY4" fmla="*/ 2045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2">
                          <a:moveTo>
                            <a:pt x="799" y="2045"/>
                          </a:moveTo>
                          <a:cubicBezTo>
                            <a:pt x="243" y="1918"/>
                            <a:pt x="-103" y="1364"/>
                            <a:pt x="27" y="793"/>
                          </a:cubicBezTo>
                          <a:cubicBezTo>
                            <a:pt x="159" y="238"/>
                            <a:pt x="715" y="-111"/>
                            <a:pt x="1273" y="32"/>
                          </a:cubicBezTo>
                          <a:cubicBezTo>
                            <a:pt x="1830" y="159"/>
                            <a:pt x="2176" y="714"/>
                            <a:pt x="2045" y="1269"/>
                          </a:cubicBezTo>
                          <a:cubicBezTo>
                            <a:pt x="1916" y="1839"/>
                            <a:pt x="1357" y="2172"/>
                            <a:pt x="799" y="204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16" name="Freeform: Shape 1315">
                      <a:extLst>
                        <a:ext uri="{FF2B5EF4-FFF2-40B4-BE49-F238E27FC236}">
                          <a16:creationId xmlns:a16="http://schemas.microsoft.com/office/drawing/2014/main" id="{4E38D2CC-A5E8-4D4A-7B87-BAFA23B5C2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131" y="5039903"/>
                      <a:ext cx="2074" cy="2081"/>
                    </a:xfrm>
                    <a:custGeom>
                      <a:avLst/>
                      <a:gdLst>
                        <a:gd name="connsiteX0" fmla="*/ 800 w 2074"/>
                        <a:gd name="connsiteY0" fmla="*/ 2055 h 2081"/>
                        <a:gd name="connsiteX1" fmla="*/ 28 w 2074"/>
                        <a:gd name="connsiteY1" fmla="*/ 803 h 2081"/>
                        <a:gd name="connsiteX2" fmla="*/ 1274 w 2074"/>
                        <a:gd name="connsiteY2" fmla="*/ 26 h 2081"/>
                        <a:gd name="connsiteX3" fmla="*/ 2046 w 2074"/>
                        <a:gd name="connsiteY3" fmla="*/ 1278 h 2081"/>
                        <a:gd name="connsiteX4" fmla="*/ 800 w 2074"/>
                        <a:gd name="connsiteY4" fmla="*/ 2055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4" h="2081">
                          <a:moveTo>
                            <a:pt x="800" y="2055"/>
                          </a:moveTo>
                          <a:cubicBezTo>
                            <a:pt x="242" y="1912"/>
                            <a:pt x="-104" y="1358"/>
                            <a:pt x="28" y="803"/>
                          </a:cubicBezTo>
                          <a:cubicBezTo>
                            <a:pt x="160" y="248"/>
                            <a:pt x="716" y="-101"/>
                            <a:pt x="1274" y="26"/>
                          </a:cubicBezTo>
                          <a:cubicBezTo>
                            <a:pt x="1832" y="169"/>
                            <a:pt x="2178" y="723"/>
                            <a:pt x="2046" y="1278"/>
                          </a:cubicBezTo>
                          <a:cubicBezTo>
                            <a:pt x="1914" y="1833"/>
                            <a:pt x="1356" y="2182"/>
                            <a:pt x="800" y="20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17" name="Freeform: Shape 1316">
                      <a:extLst>
                        <a:ext uri="{FF2B5EF4-FFF2-40B4-BE49-F238E27FC236}">
                          <a16:creationId xmlns:a16="http://schemas.microsoft.com/office/drawing/2014/main" id="{DF8342A7-099F-7A83-DCCD-DE93AD22CD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2490" y="5038365"/>
                      <a:ext cx="2073" cy="2071"/>
                    </a:xfrm>
                    <a:custGeom>
                      <a:avLst/>
                      <a:gdLst>
                        <a:gd name="connsiteX0" fmla="*/ 800 w 2073"/>
                        <a:gd name="connsiteY0" fmla="*/ 2039 h 2071"/>
                        <a:gd name="connsiteX1" fmla="*/ 28 w 2073"/>
                        <a:gd name="connsiteY1" fmla="*/ 803 h 2071"/>
                        <a:gd name="connsiteX2" fmla="*/ 1274 w 2073"/>
                        <a:gd name="connsiteY2" fmla="*/ 26 h 2071"/>
                        <a:gd name="connsiteX3" fmla="*/ 2046 w 2073"/>
                        <a:gd name="connsiteY3" fmla="*/ 1278 h 2071"/>
                        <a:gd name="connsiteX4" fmla="*/ 800 w 2073"/>
                        <a:gd name="connsiteY4" fmla="*/ 203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800" y="2039"/>
                          </a:moveTo>
                          <a:cubicBezTo>
                            <a:pt x="242" y="1913"/>
                            <a:pt x="-104" y="1358"/>
                            <a:pt x="28" y="803"/>
                          </a:cubicBezTo>
                          <a:cubicBezTo>
                            <a:pt x="158" y="248"/>
                            <a:pt x="716" y="-101"/>
                            <a:pt x="1274" y="26"/>
                          </a:cubicBezTo>
                          <a:cubicBezTo>
                            <a:pt x="1832" y="153"/>
                            <a:pt x="2178" y="708"/>
                            <a:pt x="2046" y="1278"/>
                          </a:cubicBezTo>
                          <a:cubicBezTo>
                            <a:pt x="1915" y="1833"/>
                            <a:pt x="1356" y="2182"/>
                            <a:pt x="800" y="203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18" name="Freeform: Shape 1317">
                      <a:extLst>
                        <a:ext uri="{FF2B5EF4-FFF2-40B4-BE49-F238E27FC236}">
                          <a16:creationId xmlns:a16="http://schemas.microsoft.com/office/drawing/2014/main" id="{B0868B9D-A97E-EEA4-1DD9-7E7074A736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412" y="5047227"/>
                      <a:ext cx="2073" cy="2071"/>
                    </a:xfrm>
                    <a:custGeom>
                      <a:avLst/>
                      <a:gdLst>
                        <a:gd name="connsiteX0" fmla="*/ 800 w 2073"/>
                        <a:gd name="connsiteY0" fmla="*/ 2039 h 2071"/>
                        <a:gd name="connsiteX1" fmla="*/ 28 w 2073"/>
                        <a:gd name="connsiteY1" fmla="*/ 803 h 2071"/>
                        <a:gd name="connsiteX2" fmla="*/ 1274 w 2073"/>
                        <a:gd name="connsiteY2" fmla="*/ 26 h 2071"/>
                        <a:gd name="connsiteX3" fmla="*/ 2046 w 2073"/>
                        <a:gd name="connsiteY3" fmla="*/ 1278 h 2071"/>
                        <a:gd name="connsiteX4" fmla="*/ 800 w 2073"/>
                        <a:gd name="connsiteY4" fmla="*/ 2039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800" y="2039"/>
                          </a:moveTo>
                          <a:cubicBezTo>
                            <a:pt x="243" y="1912"/>
                            <a:pt x="-104" y="1358"/>
                            <a:pt x="28" y="803"/>
                          </a:cubicBezTo>
                          <a:cubicBezTo>
                            <a:pt x="159" y="248"/>
                            <a:pt x="716" y="-101"/>
                            <a:pt x="1274" y="26"/>
                          </a:cubicBezTo>
                          <a:cubicBezTo>
                            <a:pt x="1832" y="153"/>
                            <a:pt x="2178" y="708"/>
                            <a:pt x="2046" y="1278"/>
                          </a:cubicBezTo>
                          <a:cubicBezTo>
                            <a:pt x="1914" y="1833"/>
                            <a:pt x="1356" y="2182"/>
                            <a:pt x="800" y="2039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19" name="Freeform: Shape 1318">
                      <a:extLst>
                        <a:ext uri="{FF2B5EF4-FFF2-40B4-BE49-F238E27FC236}">
                          <a16:creationId xmlns:a16="http://schemas.microsoft.com/office/drawing/2014/main" id="{965DE4E8-4BB8-C317-B4A1-4E4FD252A8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895" y="5037969"/>
                      <a:ext cx="2072" cy="2081"/>
                    </a:xfrm>
                    <a:custGeom>
                      <a:avLst/>
                      <a:gdLst>
                        <a:gd name="connsiteX0" fmla="*/ 799 w 2072"/>
                        <a:gd name="connsiteY0" fmla="*/ 2055 h 2081"/>
                        <a:gd name="connsiteX1" fmla="*/ 27 w 2072"/>
                        <a:gd name="connsiteY1" fmla="*/ 803 h 2081"/>
                        <a:gd name="connsiteX2" fmla="*/ 1274 w 2072"/>
                        <a:gd name="connsiteY2" fmla="*/ 26 h 2081"/>
                        <a:gd name="connsiteX3" fmla="*/ 2046 w 2072"/>
                        <a:gd name="connsiteY3" fmla="*/ 1278 h 2081"/>
                        <a:gd name="connsiteX4" fmla="*/ 799 w 2072"/>
                        <a:gd name="connsiteY4" fmla="*/ 2055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1">
                          <a:moveTo>
                            <a:pt x="799" y="2055"/>
                          </a:moveTo>
                          <a:cubicBezTo>
                            <a:pt x="241" y="1913"/>
                            <a:pt x="-103" y="1358"/>
                            <a:pt x="27" y="803"/>
                          </a:cubicBezTo>
                          <a:cubicBezTo>
                            <a:pt x="159" y="248"/>
                            <a:pt x="716" y="-101"/>
                            <a:pt x="1274" y="26"/>
                          </a:cubicBezTo>
                          <a:cubicBezTo>
                            <a:pt x="1830" y="169"/>
                            <a:pt x="2176" y="724"/>
                            <a:pt x="2046" y="1278"/>
                          </a:cubicBezTo>
                          <a:cubicBezTo>
                            <a:pt x="1916" y="1833"/>
                            <a:pt x="1358" y="2182"/>
                            <a:pt x="799" y="205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320" name="Graphic 21">
                    <a:extLst>
                      <a:ext uri="{FF2B5EF4-FFF2-40B4-BE49-F238E27FC236}">
                        <a16:creationId xmlns:a16="http://schemas.microsoft.com/office/drawing/2014/main" id="{7F442CE8-8718-91AE-CC55-A447B44C189E}"/>
                      </a:ext>
                    </a:extLst>
                  </p:cNvPr>
                  <p:cNvGrpSpPr/>
                  <p:nvPr/>
                </p:nvGrpSpPr>
                <p:grpSpPr>
                  <a:xfrm>
                    <a:off x="847185" y="4964173"/>
                    <a:ext cx="51654" cy="61140"/>
                    <a:chOff x="847185" y="4964173"/>
                    <a:chExt cx="51654" cy="61140"/>
                  </a:xfrm>
                  <a:solidFill>
                    <a:srgbClr val="F0BB74"/>
                  </a:solidFill>
                </p:grpSpPr>
                <p:sp>
                  <p:nvSpPr>
                    <p:cNvPr id="1321" name="Freeform: Shape 1320">
                      <a:extLst>
                        <a:ext uri="{FF2B5EF4-FFF2-40B4-BE49-F238E27FC236}">
                          <a16:creationId xmlns:a16="http://schemas.microsoft.com/office/drawing/2014/main" id="{D640C62B-8F78-88A7-458B-89C2FBD9CC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861" y="4982189"/>
                      <a:ext cx="2073" cy="2076"/>
                    </a:xfrm>
                    <a:custGeom>
                      <a:avLst/>
                      <a:gdLst>
                        <a:gd name="connsiteX0" fmla="*/ 1685 w 2073"/>
                        <a:gd name="connsiteY0" fmla="*/ 224 h 2076"/>
                        <a:gd name="connsiteX1" fmla="*/ 1845 w 2073"/>
                        <a:gd name="connsiteY1" fmla="*/ 1682 h 2076"/>
                        <a:gd name="connsiteX2" fmla="*/ 388 w 2073"/>
                        <a:gd name="connsiteY2" fmla="*/ 1841 h 2076"/>
                        <a:gd name="connsiteX3" fmla="*/ 228 w 2073"/>
                        <a:gd name="connsiteY3" fmla="*/ 382 h 2076"/>
                        <a:gd name="connsiteX4" fmla="*/ 1685 w 2073"/>
                        <a:gd name="connsiteY4" fmla="*/ 224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6">
                          <a:moveTo>
                            <a:pt x="1685" y="224"/>
                          </a:moveTo>
                          <a:cubicBezTo>
                            <a:pt x="2132" y="588"/>
                            <a:pt x="2203" y="1238"/>
                            <a:pt x="1845" y="1682"/>
                          </a:cubicBezTo>
                          <a:cubicBezTo>
                            <a:pt x="1487" y="2142"/>
                            <a:pt x="835" y="2205"/>
                            <a:pt x="388" y="1841"/>
                          </a:cubicBezTo>
                          <a:cubicBezTo>
                            <a:pt x="-59" y="1492"/>
                            <a:pt x="-130" y="842"/>
                            <a:pt x="228" y="382"/>
                          </a:cubicBezTo>
                          <a:cubicBezTo>
                            <a:pt x="586" y="-62"/>
                            <a:pt x="1238" y="-125"/>
                            <a:pt x="16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22" name="Freeform: Shape 1321">
                      <a:extLst>
                        <a:ext uri="{FF2B5EF4-FFF2-40B4-BE49-F238E27FC236}">
                          <a16:creationId xmlns:a16="http://schemas.microsoft.com/office/drawing/2014/main" id="{C4BC14B2-6163-B5D3-B5A2-387D846B16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553" y="4984236"/>
                      <a:ext cx="2073" cy="2070"/>
                    </a:xfrm>
                    <a:custGeom>
                      <a:avLst/>
                      <a:gdLst>
                        <a:gd name="connsiteX0" fmla="*/ 1685 w 2073"/>
                        <a:gd name="connsiteY0" fmla="*/ 223 h 2070"/>
                        <a:gd name="connsiteX1" fmla="*/ 1845 w 2073"/>
                        <a:gd name="connsiteY1" fmla="*/ 1681 h 2070"/>
                        <a:gd name="connsiteX2" fmla="*/ 388 w 2073"/>
                        <a:gd name="connsiteY2" fmla="*/ 1840 h 2070"/>
                        <a:gd name="connsiteX3" fmla="*/ 228 w 2073"/>
                        <a:gd name="connsiteY3" fmla="*/ 397 h 2070"/>
                        <a:gd name="connsiteX4" fmla="*/ 1685 w 2073"/>
                        <a:gd name="connsiteY4" fmla="*/ 223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0">
                          <a:moveTo>
                            <a:pt x="1685" y="223"/>
                          </a:moveTo>
                          <a:cubicBezTo>
                            <a:pt x="2132" y="587"/>
                            <a:pt x="2203" y="1237"/>
                            <a:pt x="1845" y="1681"/>
                          </a:cubicBezTo>
                          <a:cubicBezTo>
                            <a:pt x="1487" y="2125"/>
                            <a:pt x="835" y="2204"/>
                            <a:pt x="388" y="1840"/>
                          </a:cubicBezTo>
                          <a:cubicBezTo>
                            <a:pt x="-59" y="1491"/>
                            <a:pt x="-130" y="841"/>
                            <a:pt x="228" y="397"/>
                          </a:cubicBezTo>
                          <a:cubicBezTo>
                            <a:pt x="585" y="-63"/>
                            <a:pt x="1238" y="-126"/>
                            <a:pt x="1685" y="22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23" name="Freeform: Shape 1322">
                      <a:extLst>
                        <a:ext uri="{FF2B5EF4-FFF2-40B4-BE49-F238E27FC236}">
                          <a16:creationId xmlns:a16="http://schemas.microsoft.com/office/drawing/2014/main" id="{483B0E8E-28EC-CEC7-8B2E-E2D53F559C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674" y="4987013"/>
                      <a:ext cx="2073" cy="2075"/>
                    </a:xfrm>
                    <a:custGeom>
                      <a:avLst/>
                      <a:gdLst>
                        <a:gd name="connsiteX0" fmla="*/ 1685 w 2073"/>
                        <a:gd name="connsiteY0" fmla="*/ 235 h 2075"/>
                        <a:gd name="connsiteX1" fmla="*/ 1845 w 2073"/>
                        <a:gd name="connsiteY1" fmla="*/ 1678 h 2075"/>
                        <a:gd name="connsiteX2" fmla="*/ 388 w 2073"/>
                        <a:gd name="connsiteY2" fmla="*/ 1853 h 2075"/>
                        <a:gd name="connsiteX3" fmla="*/ 228 w 2073"/>
                        <a:gd name="connsiteY3" fmla="*/ 394 h 2075"/>
                        <a:gd name="connsiteX4" fmla="*/ 1685 w 2073"/>
                        <a:gd name="connsiteY4" fmla="*/ 235 h 20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5">
                          <a:moveTo>
                            <a:pt x="1685" y="235"/>
                          </a:moveTo>
                          <a:cubicBezTo>
                            <a:pt x="2132" y="584"/>
                            <a:pt x="2204" y="1234"/>
                            <a:pt x="1845" y="1678"/>
                          </a:cubicBezTo>
                          <a:cubicBezTo>
                            <a:pt x="1487" y="2138"/>
                            <a:pt x="835" y="2201"/>
                            <a:pt x="388" y="1853"/>
                          </a:cubicBezTo>
                          <a:cubicBezTo>
                            <a:pt x="-59" y="1488"/>
                            <a:pt x="-130" y="838"/>
                            <a:pt x="228" y="394"/>
                          </a:cubicBezTo>
                          <a:cubicBezTo>
                            <a:pt x="586" y="-66"/>
                            <a:pt x="1238" y="-129"/>
                            <a:pt x="1685" y="2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24" name="Freeform: Shape 1323">
                      <a:extLst>
                        <a:ext uri="{FF2B5EF4-FFF2-40B4-BE49-F238E27FC236}">
                          <a16:creationId xmlns:a16="http://schemas.microsoft.com/office/drawing/2014/main" id="{06698FB1-507D-F47B-D956-3AC695FE14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211" y="4977664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30 h 2071"/>
                        <a:gd name="connsiteX1" fmla="*/ 1845 w 2073"/>
                        <a:gd name="connsiteY1" fmla="*/ 1689 h 2071"/>
                        <a:gd name="connsiteX2" fmla="*/ 388 w 2073"/>
                        <a:gd name="connsiteY2" fmla="*/ 1848 h 2071"/>
                        <a:gd name="connsiteX3" fmla="*/ 228 w 2073"/>
                        <a:gd name="connsiteY3" fmla="*/ 389 h 2071"/>
                        <a:gd name="connsiteX4" fmla="*/ 1685 w 2073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30"/>
                          </a:moveTo>
                          <a:cubicBezTo>
                            <a:pt x="2132" y="579"/>
                            <a:pt x="2203" y="1245"/>
                            <a:pt x="1845" y="1689"/>
                          </a:cubicBezTo>
                          <a:cubicBezTo>
                            <a:pt x="1487" y="2133"/>
                            <a:pt x="835" y="2196"/>
                            <a:pt x="388" y="1848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40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25" name="Freeform: Shape 1324">
                      <a:extLst>
                        <a:ext uri="{FF2B5EF4-FFF2-40B4-BE49-F238E27FC236}">
                          <a16:creationId xmlns:a16="http://schemas.microsoft.com/office/drawing/2014/main" id="{E58B9AE6-ECC7-A5BA-0ECB-70CD0B78A3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812" y="4991425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31 h 2071"/>
                        <a:gd name="connsiteX1" fmla="*/ 1845 w 2073"/>
                        <a:gd name="connsiteY1" fmla="*/ 1689 h 2071"/>
                        <a:gd name="connsiteX2" fmla="*/ 388 w 2073"/>
                        <a:gd name="connsiteY2" fmla="*/ 1847 h 2071"/>
                        <a:gd name="connsiteX3" fmla="*/ 228 w 2073"/>
                        <a:gd name="connsiteY3" fmla="*/ 389 h 2071"/>
                        <a:gd name="connsiteX4" fmla="*/ 1685 w 2073"/>
                        <a:gd name="connsiteY4" fmla="*/ 231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31"/>
                          </a:moveTo>
                          <a:cubicBezTo>
                            <a:pt x="2132" y="579"/>
                            <a:pt x="2203" y="1229"/>
                            <a:pt x="1845" y="1689"/>
                          </a:cubicBezTo>
                          <a:cubicBezTo>
                            <a:pt x="1487" y="2133"/>
                            <a:pt x="835" y="2196"/>
                            <a:pt x="388" y="1847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5" y="-55"/>
                            <a:pt x="1238" y="-134"/>
                            <a:pt x="1685" y="2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26" name="Freeform: Shape 1325">
                      <a:extLst>
                        <a:ext uri="{FF2B5EF4-FFF2-40B4-BE49-F238E27FC236}">
                          <a16:creationId xmlns:a16="http://schemas.microsoft.com/office/drawing/2014/main" id="{AE6801BA-40E0-6655-B681-239EBCD062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431" y="4981460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24 h 2071"/>
                        <a:gd name="connsiteX1" fmla="*/ 1845 w 2073"/>
                        <a:gd name="connsiteY1" fmla="*/ 1682 h 2071"/>
                        <a:gd name="connsiteX2" fmla="*/ 388 w 2073"/>
                        <a:gd name="connsiteY2" fmla="*/ 1841 h 2071"/>
                        <a:gd name="connsiteX3" fmla="*/ 228 w 2073"/>
                        <a:gd name="connsiteY3" fmla="*/ 382 h 2071"/>
                        <a:gd name="connsiteX4" fmla="*/ 1685 w 2073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24"/>
                          </a:moveTo>
                          <a:cubicBezTo>
                            <a:pt x="2132" y="588"/>
                            <a:pt x="2204" y="1238"/>
                            <a:pt x="1845" y="1682"/>
                          </a:cubicBezTo>
                          <a:cubicBezTo>
                            <a:pt x="1487" y="2126"/>
                            <a:pt x="835" y="2205"/>
                            <a:pt x="388" y="1841"/>
                          </a:cubicBezTo>
                          <a:cubicBezTo>
                            <a:pt x="-59" y="1492"/>
                            <a:pt x="-130" y="842"/>
                            <a:pt x="228" y="382"/>
                          </a:cubicBezTo>
                          <a:cubicBezTo>
                            <a:pt x="586" y="-62"/>
                            <a:pt x="1240" y="-125"/>
                            <a:pt x="16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27" name="Freeform: Shape 1326">
                      <a:extLst>
                        <a:ext uri="{FF2B5EF4-FFF2-40B4-BE49-F238E27FC236}">
                          <a16:creationId xmlns:a16="http://schemas.microsoft.com/office/drawing/2014/main" id="{75D5F3FA-89AC-D428-FA39-FAB488E944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6958" y="4988587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30 h 2071"/>
                        <a:gd name="connsiteX1" fmla="*/ 1845 w 2073"/>
                        <a:gd name="connsiteY1" fmla="*/ 1689 h 2071"/>
                        <a:gd name="connsiteX2" fmla="*/ 388 w 2073"/>
                        <a:gd name="connsiteY2" fmla="*/ 1848 h 2071"/>
                        <a:gd name="connsiteX3" fmla="*/ 228 w 2073"/>
                        <a:gd name="connsiteY3" fmla="*/ 389 h 2071"/>
                        <a:gd name="connsiteX4" fmla="*/ 1685 w 2073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30"/>
                          </a:moveTo>
                          <a:cubicBezTo>
                            <a:pt x="2132" y="579"/>
                            <a:pt x="2203" y="1229"/>
                            <a:pt x="1845" y="1689"/>
                          </a:cubicBezTo>
                          <a:cubicBezTo>
                            <a:pt x="1487" y="2133"/>
                            <a:pt x="835" y="2196"/>
                            <a:pt x="388" y="1848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38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28" name="Freeform: Shape 1327">
                      <a:extLst>
                        <a:ext uri="{FF2B5EF4-FFF2-40B4-BE49-F238E27FC236}">
                          <a16:creationId xmlns:a16="http://schemas.microsoft.com/office/drawing/2014/main" id="{6AA8B520-E7F5-B991-F772-B72B9B67B2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5070" y="4997742"/>
                      <a:ext cx="2073" cy="2070"/>
                    </a:xfrm>
                    <a:custGeom>
                      <a:avLst/>
                      <a:gdLst>
                        <a:gd name="connsiteX0" fmla="*/ 1685 w 2073"/>
                        <a:gd name="connsiteY0" fmla="*/ 223 h 2070"/>
                        <a:gd name="connsiteX1" fmla="*/ 1845 w 2073"/>
                        <a:gd name="connsiteY1" fmla="*/ 1681 h 2070"/>
                        <a:gd name="connsiteX2" fmla="*/ 388 w 2073"/>
                        <a:gd name="connsiteY2" fmla="*/ 1840 h 2070"/>
                        <a:gd name="connsiteX3" fmla="*/ 228 w 2073"/>
                        <a:gd name="connsiteY3" fmla="*/ 397 h 2070"/>
                        <a:gd name="connsiteX4" fmla="*/ 1685 w 2073"/>
                        <a:gd name="connsiteY4" fmla="*/ 223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0">
                          <a:moveTo>
                            <a:pt x="1685" y="223"/>
                          </a:moveTo>
                          <a:cubicBezTo>
                            <a:pt x="2132" y="587"/>
                            <a:pt x="2203" y="1237"/>
                            <a:pt x="1845" y="1681"/>
                          </a:cubicBezTo>
                          <a:cubicBezTo>
                            <a:pt x="1487" y="2125"/>
                            <a:pt x="835" y="2204"/>
                            <a:pt x="388" y="1840"/>
                          </a:cubicBezTo>
                          <a:cubicBezTo>
                            <a:pt x="-59" y="1491"/>
                            <a:pt x="-130" y="841"/>
                            <a:pt x="228" y="397"/>
                          </a:cubicBezTo>
                          <a:cubicBezTo>
                            <a:pt x="586" y="-63"/>
                            <a:pt x="1238" y="-126"/>
                            <a:pt x="1685" y="22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29" name="Freeform: Shape 1328">
                      <a:extLst>
                        <a:ext uri="{FF2B5EF4-FFF2-40B4-BE49-F238E27FC236}">
                          <a16:creationId xmlns:a16="http://schemas.microsoft.com/office/drawing/2014/main" id="{DE40DD49-2DB3-61FC-2746-5461D3B367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761" y="4999786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24 h 2071"/>
                        <a:gd name="connsiteX1" fmla="*/ 1845 w 2073"/>
                        <a:gd name="connsiteY1" fmla="*/ 1682 h 2071"/>
                        <a:gd name="connsiteX2" fmla="*/ 388 w 2073"/>
                        <a:gd name="connsiteY2" fmla="*/ 1841 h 2071"/>
                        <a:gd name="connsiteX3" fmla="*/ 228 w 2073"/>
                        <a:gd name="connsiteY3" fmla="*/ 382 h 2071"/>
                        <a:gd name="connsiteX4" fmla="*/ 1685 w 2073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24"/>
                          </a:moveTo>
                          <a:cubicBezTo>
                            <a:pt x="2132" y="589"/>
                            <a:pt x="2203" y="1238"/>
                            <a:pt x="1845" y="1682"/>
                          </a:cubicBezTo>
                          <a:cubicBezTo>
                            <a:pt x="1487" y="2126"/>
                            <a:pt x="835" y="2205"/>
                            <a:pt x="388" y="1841"/>
                          </a:cubicBezTo>
                          <a:cubicBezTo>
                            <a:pt x="-59" y="1492"/>
                            <a:pt x="-130" y="842"/>
                            <a:pt x="228" y="382"/>
                          </a:cubicBezTo>
                          <a:cubicBezTo>
                            <a:pt x="586" y="-62"/>
                            <a:pt x="1240" y="-125"/>
                            <a:pt x="16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30" name="Freeform: Shape 1329">
                      <a:extLst>
                        <a:ext uri="{FF2B5EF4-FFF2-40B4-BE49-F238E27FC236}">
                          <a16:creationId xmlns:a16="http://schemas.microsoft.com/office/drawing/2014/main" id="{239B29AA-6EFC-D02A-F730-C53C06C51D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4883" y="5002562"/>
                      <a:ext cx="2073" cy="2075"/>
                    </a:xfrm>
                    <a:custGeom>
                      <a:avLst/>
                      <a:gdLst>
                        <a:gd name="connsiteX0" fmla="*/ 1685 w 2073"/>
                        <a:gd name="connsiteY0" fmla="*/ 223 h 2075"/>
                        <a:gd name="connsiteX1" fmla="*/ 1845 w 2073"/>
                        <a:gd name="connsiteY1" fmla="*/ 1681 h 2075"/>
                        <a:gd name="connsiteX2" fmla="*/ 388 w 2073"/>
                        <a:gd name="connsiteY2" fmla="*/ 1840 h 2075"/>
                        <a:gd name="connsiteX3" fmla="*/ 228 w 2073"/>
                        <a:gd name="connsiteY3" fmla="*/ 397 h 2075"/>
                        <a:gd name="connsiteX4" fmla="*/ 1685 w 2073"/>
                        <a:gd name="connsiteY4" fmla="*/ 223 h 20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5">
                          <a:moveTo>
                            <a:pt x="1685" y="223"/>
                          </a:moveTo>
                          <a:cubicBezTo>
                            <a:pt x="2132" y="587"/>
                            <a:pt x="2204" y="1237"/>
                            <a:pt x="1845" y="1681"/>
                          </a:cubicBezTo>
                          <a:cubicBezTo>
                            <a:pt x="1487" y="2141"/>
                            <a:pt x="835" y="2204"/>
                            <a:pt x="388" y="1840"/>
                          </a:cubicBezTo>
                          <a:cubicBezTo>
                            <a:pt x="-59" y="1491"/>
                            <a:pt x="-130" y="841"/>
                            <a:pt x="228" y="397"/>
                          </a:cubicBezTo>
                          <a:cubicBezTo>
                            <a:pt x="586" y="-63"/>
                            <a:pt x="1238" y="-126"/>
                            <a:pt x="1685" y="22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31" name="Freeform: Shape 1330">
                      <a:extLst>
                        <a:ext uri="{FF2B5EF4-FFF2-40B4-BE49-F238E27FC236}">
                          <a16:creationId xmlns:a16="http://schemas.microsoft.com/office/drawing/2014/main" id="{C4D1B74E-2A6E-6983-36E5-DAEC5B969C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420" y="4993216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30 h 2071"/>
                        <a:gd name="connsiteX1" fmla="*/ 1845 w 2073"/>
                        <a:gd name="connsiteY1" fmla="*/ 1689 h 2071"/>
                        <a:gd name="connsiteX2" fmla="*/ 388 w 2073"/>
                        <a:gd name="connsiteY2" fmla="*/ 1847 h 2071"/>
                        <a:gd name="connsiteX3" fmla="*/ 228 w 2073"/>
                        <a:gd name="connsiteY3" fmla="*/ 389 h 2071"/>
                        <a:gd name="connsiteX4" fmla="*/ 1685 w 2073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30"/>
                          </a:moveTo>
                          <a:cubicBezTo>
                            <a:pt x="2132" y="579"/>
                            <a:pt x="2203" y="1229"/>
                            <a:pt x="1845" y="1689"/>
                          </a:cubicBezTo>
                          <a:cubicBezTo>
                            <a:pt x="1487" y="2133"/>
                            <a:pt x="835" y="2196"/>
                            <a:pt x="388" y="1847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38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32" name="Freeform: Shape 1331">
                      <a:extLst>
                        <a:ext uri="{FF2B5EF4-FFF2-40B4-BE49-F238E27FC236}">
                          <a16:creationId xmlns:a16="http://schemas.microsoft.com/office/drawing/2014/main" id="{9E690524-A194-14F9-7978-44742A7E18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020" y="5006977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30 h 2071"/>
                        <a:gd name="connsiteX1" fmla="*/ 1845 w 2073"/>
                        <a:gd name="connsiteY1" fmla="*/ 1689 h 2071"/>
                        <a:gd name="connsiteX2" fmla="*/ 388 w 2073"/>
                        <a:gd name="connsiteY2" fmla="*/ 1848 h 2071"/>
                        <a:gd name="connsiteX3" fmla="*/ 228 w 2073"/>
                        <a:gd name="connsiteY3" fmla="*/ 389 h 2071"/>
                        <a:gd name="connsiteX4" fmla="*/ 1685 w 2073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30"/>
                          </a:moveTo>
                          <a:cubicBezTo>
                            <a:pt x="2132" y="579"/>
                            <a:pt x="2203" y="1229"/>
                            <a:pt x="1845" y="1689"/>
                          </a:cubicBezTo>
                          <a:cubicBezTo>
                            <a:pt x="1487" y="2133"/>
                            <a:pt x="835" y="2196"/>
                            <a:pt x="388" y="1848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40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33" name="Freeform: Shape 1332">
                      <a:extLst>
                        <a:ext uri="{FF2B5EF4-FFF2-40B4-BE49-F238E27FC236}">
                          <a16:creationId xmlns:a16="http://schemas.microsoft.com/office/drawing/2014/main" id="{D863559B-5EB9-148F-0088-8C255A1EA4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4641" y="4997012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24 h 2071"/>
                        <a:gd name="connsiteX1" fmla="*/ 1845 w 2073"/>
                        <a:gd name="connsiteY1" fmla="*/ 1682 h 2071"/>
                        <a:gd name="connsiteX2" fmla="*/ 388 w 2073"/>
                        <a:gd name="connsiteY2" fmla="*/ 1841 h 2071"/>
                        <a:gd name="connsiteX3" fmla="*/ 228 w 2073"/>
                        <a:gd name="connsiteY3" fmla="*/ 382 h 2071"/>
                        <a:gd name="connsiteX4" fmla="*/ 1685 w 2073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24"/>
                          </a:moveTo>
                          <a:cubicBezTo>
                            <a:pt x="2132" y="589"/>
                            <a:pt x="2204" y="1238"/>
                            <a:pt x="1845" y="1682"/>
                          </a:cubicBezTo>
                          <a:cubicBezTo>
                            <a:pt x="1487" y="2126"/>
                            <a:pt x="835" y="2205"/>
                            <a:pt x="388" y="1841"/>
                          </a:cubicBezTo>
                          <a:cubicBezTo>
                            <a:pt x="-59" y="1492"/>
                            <a:pt x="-130" y="826"/>
                            <a:pt x="228" y="382"/>
                          </a:cubicBezTo>
                          <a:cubicBezTo>
                            <a:pt x="586" y="-62"/>
                            <a:pt x="1240" y="-125"/>
                            <a:pt x="16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34" name="Freeform: Shape 1333">
                      <a:extLst>
                        <a:ext uri="{FF2B5EF4-FFF2-40B4-BE49-F238E27FC236}">
                          <a16:creationId xmlns:a16="http://schemas.microsoft.com/office/drawing/2014/main" id="{01D80171-FA18-0446-E00D-EB2DBBD9C4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168" y="5004139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30 h 2071"/>
                        <a:gd name="connsiteX1" fmla="*/ 1845 w 2073"/>
                        <a:gd name="connsiteY1" fmla="*/ 1689 h 2071"/>
                        <a:gd name="connsiteX2" fmla="*/ 388 w 2073"/>
                        <a:gd name="connsiteY2" fmla="*/ 1847 h 2071"/>
                        <a:gd name="connsiteX3" fmla="*/ 228 w 2073"/>
                        <a:gd name="connsiteY3" fmla="*/ 389 h 2071"/>
                        <a:gd name="connsiteX4" fmla="*/ 1685 w 2073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30"/>
                          </a:moveTo>
                          <a:cubicBezTo>
                            <a:pt x="2132" y="579"/>
                            <a:pt x="2203" y="1229"/>
                            <a:pt x="1845" y="1689"/>
                          </a:cubicBezTo>
                          <a:cubicBezTo>
                            <a:pt x="1487" y="2133"/>
                            <a:pt x="835" y="2196"/>
                            <a:pt x="388" y="1847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38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35" name="Freeform: Shape 1334">
                      <a:extLst>
                        <a:ext uri="{FF2B5EF4-FFF2-40B4-BE49-F238E27FC236}">
                          <a16:creationId xmlns:a16="http://schemas.microsoft.com/office/drawing/2014/main" id="{598CFDDD-2F28-C2A5-A99C-A77C0316CA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2271" y="4987145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30 h 2071"/>
                        <a:gd name="connsiteX1" fmla="*/ 1845 w 2073"/>
                        <a:gd name="connsiteY1" fmla="*/ 1689 h 2071"/>
                        <a:gd name="connsiteX2" fmla="*/ 388 w 2073"/>
                        <a:gd name="connsiteY2" fmla="*/ 1847 h 2071"/>
                        <a:gd name="connsiteX3" fmla="*/ 228 w 2073"/>
                        <a:gd name="connsiteY3" fmla="*/ 389 h 2071"/>
                        <a:gd name="connsiteX4" fmla="*/ 1685 w 2073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30"/>
                          </a:moveTo>
                          <a:cubicBezTo>
                            <a:pt x="2132" y="579"/>
                            <a:pt x="2203" y="1229"/>
                            <a:pt x="1845" y="1689"/>
                          </a:cubicBezTo>
                          <a:cubicBezTo>
                            <a:pt x="1487" y="2133"/>
                            <a:pt x="835" y="2196"/>
                            <a:pt x="388" y="1847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40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36" name="Freeform: Shape 1335">
                      <a:extLst>
                        <a:ext uri="{FF2B5EF4-FFF2-40B4-BE49-F238E27FC236}">
                          <a16:creationId xmlns:a16="http://schemas.microsoft.com/office/drawing/2014/main" id="{7BE19F63-6D8C-EB2F-FA05-9FBA086F77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963" y="4989190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30 h 2071"/>
                        <a:gd name="connsiteX1" fmla="*/ 1845 w 2073"/>
                        <a:gd name="connsiteY1" fmla="*/ 1689 h 2071"/>
                        <a:gd name="connsiteX2" fmla="*/ 388 w 2073"/>
                        <a:gd name="connsiteY2" fmla="*/ 1848 h 2071"/>
                        <a:gd name="connsiteX3" fmla="*/ 228 w 2073"/>
                        <a:gd name="connsiteY3" fmla="*/ 389 h 2071"/>
                        <a:gd name="connsiteX4" fmla="*/ 1685 w 2073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30"/>
                          </a:moveTo>
                          <a:cubicBezTo>
                            <a:pt x="2132" y="579"/>
                            <a:pt x="2203" y="1245"/>
                            <a:pt x="1845" y="1689"/>
                          </a:cubicBezTo>
                          <a:cubicBezTo>
                            <a:pt x="1487" y="2133"/>
                            <a:pt x="835" y="2196"/>
                            <a:pt x="388" y="1848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40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37" name="Freeform: Shape 1336">
                      <a:extLst>
                        <a:ext uri="{FF2B5EF4-FFF2-40B4-BE49-F238E27FC236}">
                          <a16:creationId xmlns:a16="http://schemas.microsoft.com/office/drawing/2014/main" id="{831F6547-50EB-AF9F-F83F-7E7EB18971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2085" y="4991964"/>
                      <a:ext cx="2073" cy="2077"/>
                    </a:xfrm>
                    <a:custGeom>
                      <a:avLst/>
                      <a:gdLst>
                        <a:gd name="connsiteX0" fmla="*/ 1685 w 2073"/>
                        <a:gd name="connsiteY0" fmla="*/ 230 h 2077"/>
                        <a:gd name="connsiteX1" fmla="*/ 1845 w 2073"/>
                        <a:gd name="connsiteY1" fmla="*/ 1689 h 2077"/>
                        <a:gd name="connsiteX2" fmla="*/ 388 w 2073"/>
                        <a:gd name="connsiteY2" fmla="*/ 1848 h 2077"/>
                        <a:gd name="connsiteX3" fmla="*/ 228 w 2073"/>
                        <a:gd name="connsiteY3" fmla="*/ 389 h 2077"/>
                        <a:gd name="connsiteX4" fmla="*/ 1685 w 2073"/>
                        <a:gd name="connsiteY4" fmla="*/ 230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1685" y="230"/>
                          </a:moveTo>
                          <a:cubicBezTo>
                            <a:pt x="2132" y="595"/>
                            <a:pt x="2204" y="1245"/>
                            <a:pt x="1845" y="1689"/>
                          </a:cubicBezTo>
                          <a:cubicBezTo>
                            <a:pt x="1487" y="2133"/>
                            <a:pt x="835" y="2212"/>
                            <a:pt x="388" y="1848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5" y="-55"/>
                            <a:pt x="1238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38" name="Freeform: Shape 1337">
                      <a:extLst>
                        <a:ext uri="{FF2B5EF4-FFF2-40B4-BE49-F238E27FC236}">
                          <a16:creationId xmlns:a16="http://schemas.microsoft.com/office/drawing/2014/main" id="{26525B44-8A20-7874-8B4E-9694C6243F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622" y="4982617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24 h 2071"/>
                        <a:gd name="connsiteX1" fmla="*/ 1845 w 2073"/>
                        <a:gd name="connsiteY1" fmla="*/ 1682 h 2071"/>
                        <a:gd name="connsiteX2" fmla="*/ 388 w 2073"/>
                        <a:gd name="connsiteY2" fmla="*/ 1841 h 2071"/>
                        <a:gd name="connsiteX3" fmla="*/ 228 w 2073"/>
                        <a:gd name="connsiteY3" fmla="*/ 382 h 2071"/>
                        <a:gd name="connsiteX4" fmla="*/ 1685 w 2073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24"/>
                          </a:moveTo>
                          <a:cubicBezTo>
                            <a:pt x="2132" y="588"/>
                            <a:pt x="2203" y="1238"/>
                            <a:pt x="1845" y="1682"/>
                          </a:cubicBezTo>
                          <a:cubicBezTo>
                            <a:pt x="1487" y="2126"/>
                            <a:pt x="835" y="2205"/>
                            <a:pt x="388" y="1841"/>
                          </a:cubicBezTo>
                          <a:cubicBezTo>
                            <a:pt x="-59" y="1492"/>
                            <a:pt x="-130" y="842"/>
                            <a:pt x="228" y="382"/>
                          </a:cubicBezTo>
                          <a:cubicBezTo>
                            <a:pt x="586" y="-62"/>
                            <a:pt x="1238" y="-125"/>
                            <a:pt x="16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39" name="Freeform: Shape 1338">
                      <a:extLst>
                        <a:ext uri="{FF2B5EF4-FFF2-40B4-BE49-F238E27FC236}">
                          <a16:creationId xmlns:a16="http://schemas.microsoft.com/office/drawing/2014/main" id="{79ADF78C-FE69-8F04-7C23-B6C970DA32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221" y="4996371"/>
                      <a:ext cx="2073" cy="2077"/>
                    </a:xfrm>
                    <a:custGeom>
                      <a:avLst/>
                      <a:gdLst>
                        <a:gd name="connsiteX0" fmla="*/ 1685 w 2073"/>
                        <a:gd name="connsiteY0" fmla="*/ 231 h 2077"/>
                        <a:gd name="connsiteX1" fmla="*/ 1845 w 2073"/>
                        <a:gd name="connsiteY1" fmla="*/ 1689 h 2077"/>
                        <a:gd name="connsiteX2" fmla="*/ 388 w 2073"/>
                        <a:gd name="connsiteY2" fmla="*/ 1847 h 2077"/>
                        <a:gd name="connsiteX3" fmla="*/ 228 w 2073"/>
                        <a:gd name="connsiteY3" fmla="*/ 389 h 2077"/>
                        <a:gd name="connsiteX4" fmla="*/ 1685 w 2073"/>
                        <a:gd name="connsiteY4" fmla="*/ 231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1685" y="231"/>
                          </a:moveTo>
                          <a:cubicBezTo>
                            <a:pt x="2132" y="595"/>
                            <a:pt x="2203" y="1245"/>
                            <a:pt x="1845" y="1689"/>
                          </a:cubicBezTo>
                          <a:cubicBezTo>
                            <a:pt x="1487" y="2133"/>
                            <a:pt x="835" y="2212"/>
                            <a:pt x="388" y="1847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40" y="-134"/>
                            <a:pt x="1685" y="2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40" name="Freeform: Shape 1339">
                      <a:extLst>
                        <a:ext uri="{FF2B5EF4-FFF2-40B4-BE49-F238E27FC236}">
                          <a16:creationId xmlns:a16="http://schemas.microsoft.com/office/drawing/2014/main" id="{AE3B3296-8E8D-5A44-9195-E857A6BC07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214" y="4992614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31 h 2071"/>
                        <a:gd name="connsiteX1" fmla="*/ 1845 w 2073"/>
                        <a:gd name="connsiteY1" fmla="*/ 1689 h 2071"/>
                        <a:gd name="connsiteX2" fmla="*/ 388 w 2073"/>
                        <a:gd name="connsiteY2" fmla="*/ 1847 h 2071"/>
                        <a:gd name="connsiteX3" fmla="*/ 228 w 2073"/>
                        <a:gd name="connsiteY3" fmla="*/ 389 h 2071"/>
                        <a:gd name="connsiteX4" fmla="*/ 1685 w 2073"/>
                        <a:gd name="connsiteY4" fmla="*/ 231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31"/>
                          </a:moveTo>
                          <a:cubicBezTo>
                            <a:pt x="2132" y="579"/>
                            <a:pt x="2203" y="1229"/>
                            <a:pt x="1845" y="1689"/>
                          </a:cubicBezTo>
                          <a:cubicBezTo>
                            <a:pt x="1487" y="2133"/>
                            <a:pt x="835" y="2196"/>
                            <a:pt x="388" y="1847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38" y="-134"/>
                            <a:pt x="1685" y="2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41" name="Freeform: Shape 1340">
                      <a:extLst>
                        <a:ext uri="{FF2B5EF4-FFF2-40B4-BE49-F238E27FC236}">
                          <a16:creationId xmlns:a16="http://schemas.microsoft.com/office/drawing/2014/main" id="{CD7A500F-856B-7C08-C507-901B34A2EE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769" y="4998987"/>
                      <a:ext cx="2073" cy="2070"/>
                    </a:xfrm>
                    <a:custGeom>
                      <a:avLst/>
                      <a:gdLst>
                        <a:gd name="connsiteX0" fmla="*/ 1685 w 2073"/>
                        <a:gd name="connsiteY0" fmla="*/ 230 h 2070"/>
                        <a:gd name="connsiteX1" fmla="*/ 1845 w 2073"/>
                        <a:gd name="connsiteY1" fmla="*/ 1673 h 2070"/>
                        <a:gd name="connsiteX2" fmla="*/ 388 w 2073"/>
                        <a:gd name="connsiteY2" fmla="*/ 1847 h 2070"/>
                        <a:gd name="connsiteX3" fmla="*/ 228 w 2073"/>
                        <a:gd name="connsiteY3" fmla="*/ 389 h 2070"/>
                        <a:gd name="connsiteX4" fmla="*/ 1685 w 2073"/>
                        <a:gd name="connsiteY4" fmla="*/ 230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0">
                          <a:moveTo>
                            <a:pt x="1685" y="230"/>
                          </a:moveTo>
                          <a:cubicBezTo>
                            <a:pt x="2132" y="579"/>
                            <a:pt x="2203" y="1229"/>
                            <a:pt x="1845" y="1673"/>
                          </a:cubicBezTo>
                          <a:cubicBezTo>
                            <a:pt x="1487" y="2133"/>
                            <a:pt x="835" y="2196"/>
                            <a:pt x="388" y="1847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38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42" name="Freeform: Shape 1341">
                      <a:extLst>
                        <a:ext uri="{FF2B5EF4-FFF2-40B4-BE49-F238E27FC236}">
                          <a16:creationId xmlns:a16="http://schemas.microsoft.com/office/drawing/2014/main" id="{B39BB113-DC9A-6A48-3A9E-5B34EB46B3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166" y="4970625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30 h 2071"/>
                        <a:gd name="connsiteX1" fmla="*/ 1845 w 2073"/>
                        <a:gd name="connsiteY1" fmla="*/ 1689 h 2071"/>
                        <a:gd name="connsiteX2" fmla="*/ 388 w 2073"/>
                        <a:gd name="connsiteY2" fmla="*/ 1847 h 2071"/>
                        <a:gd name="connsiteX3" fmla="*/ 228 w 2073"/>
                        <a:gd name="connsiteY3" fmla="*/ 389 h 2071"/>
                        <a:gd name="connsiteX4" fmla="*/ 1685 w 2073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30"/>
                          </a:moveTo>
                          <a:cubicBezTo>
                            <a:pt x="2132" y="579"/>
                            <a:pt x="2204" y="1229"/>
                            <a:pt x="1845" y="1689"/>
                          </a:cubicBezTo>
                          <a:cubicBezTo>
                            <a:pt x="1487" y="2133"/>
                            <a:pt x="835" y="2196"/>
                            <a:pt x="388" y="1847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40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43" name="Freeform: Shape 1342">
                      <a:extLst>
                        <a:ext uri="{FF2B5EF4-FFF2-40B4-BE49-F238E27FC236}">
                          <a16:creationId xmlns:a16="http://schemas.microsoft.com/office/drawing/2014/main" id="{881C811D-DE11-95DB-1F65-DB506188EF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2859" y="4972671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30 h 2071"/>
                        <a:gd name="connsiteX1" fmla="*/ 1845 w 2073"/>
                        <a:gd name="connsiteY1" fmla="*/ 1689 h 2071"/>
                        <a:gd name="connsiteX2" fmla="*/ 388 w 2073"/>
                        <a:gd name="connsiteY2" fmla="*/ 1847 h 2071"/>
                        <a:gd name="connsiteX3" fmla="*/ 228 w 2073"/>
                        <a:gd name="connsiteY3" fmla="*/ 389 h 2071"/>
                        <a:gd name="connsiteX4" fmla="*/ 1685 w 2073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30"/>
                          </a:moveTo>
                          <a:cubicBezTo>
                            <a:pt x="2132" y="579"/>
                            <a:pt x="2203" y="1229"/>
                            <a:pt x="1845" y="1689"/>
                          </a:cubicBezTo>
                          <a:cubicBezTo>
                            <a:pt x="1487" y="2133"/>
                            <a:pt x="835" y="2196"/>
                            <a:pt x="388" y="1847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38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44" name="Freeform: Shape 1343">
                      <a:extLst>
                        <a:ext uri="{FF2B5EF4-FFF2-40B4-BE49-F238E27FC236}">
                          <a16:creationId xmlns:a16="http://schemas.microsoft.com/office/drawing/2014/main" id="{8B3DDE3C-C6F5-5C94-AF28-9D4122A81A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979" y="4975445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30 h 2071"/>
                        <a:gd name="connsiteX1" fmla="*/ 1845 w 2073"/>
                        <a:gd name="connsiteY1" fmla="*/ 1689 h 2071"/>
                        <a:gd name="connsiteX2" fmla="*/ 388 w 2073"/>
                        <a:gd name="connsiteY2" fmla="*/ 1847 h 2071"/>
                        <a:gd name="connsiteX3" fmla="*/ 228 w 2073"/>
                        <a:gd name="connsiteY3" fmla="*/ 389 h 2071"/>
                        <a:gd name="connsiteX4" fmla="*/ 1685 w 2073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30"/>
                          </a:moveTo>
                          <a:cubicBezTo>
                            <a:pt x="2132" y="579"/>
                            <a:pt x="2203" y="1229"/>
                            <a:pt x="1845" y="1689"/>
                          </a:cubicBezTo>
                          <a:cubicBezTo>
                            <a:pt x="1487" y="2133"/>
                            <a:pt x="835" y="2196"/>
                            <a:pt x="388" y="1847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40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45" name="Freeform: Shape 1344">
                      <a:extLst>
                        <a:ext uri="{FF2B5EF4-FFF2-40B4-BE49-F238E27FC236}">
                          <a16:creationId xmlns:a16="http://schemas.microsoft.com/office/drawing/2014/main" id="{80D79415-0783-5044-81E1-61E55E4A06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2518" y="4966091"/>
                      <a:ext cx="2073" cy="2077"/>
                    </a:xfrm>
                    <a:custGeom>
                      <a:avLst/>
                      <a:gdLst>
                        <a:gd name="connsiteX0" fmla="*/ 1685 w 2073"/>
                        <a:gd name="connsiteY0" fmla="*/ 230 h 2077"/>
                        <a:gd name="connsiteX1" fmla="*/ 1845 w 2073"/>
                        <a:gd name="connsiteY1" fmla="*/ 1689 h 2077"/>
                        <a:gd name="connsiteX2" fmla="*/ 388 w 2073"/>
                        <a:gd name="connsiteY2" fmla="*/ 1847 h 2077"/>
                        <a:gd name="connsiteX3" fmla="*/ 228 w 2073"/>
                        <a:gd name="connsiteY3" fmla="*/ 389 h 2077"/>
                        <a:gd name="connsiteX4" fmla="*/ 1685 w 2073"/>
                        <a:gd name="connsiteY4" fmla="*/ 230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1685" y="230"/>
                          </a:moveTo>
                          <a:cubicBezTo>
                            <a:pt x="2132" y="595"/>
                            <a:pt x="2203" y="1245"/>
                            <a:pt x="1845" y="1689"/>
                          </a:cubicBezTo>
                          <a:cubicBezTo>
                            <a:pt x="1487" y="2133"/>
                            <a:pt x="835" y="2212"/>
                            <a:pt x="388" y="1847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38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46" name="Freeform: Shape 1345">
                      <a:extLst>
                        <a:ext uri="{FF2B5EF4-FFF2-40B4-BE49-F238E27FC236}">
                          <a16:creationId xmlns:a16="http://schemas.microsoft.com/office/drawing/2014/main" id="{6CB0A4C9-839B-7A26-24A1-5AFCBA5705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117" y="4979852"/>
                      <a:ext cx="2073" cy="2077"/>
                    </a:xfrm>
                    <a:custGeom>
                      <a:avLst/>
                      <a:gdLst>
                        <a:gd name="connsiteX0" fmla="*/ 1685 w 2073"/>
                        <a:gd name="connsiteY0" fmla="*/ 230 h 2077"/>
                        <a:gd name="connsiteX1" fmla="*/ 1845 w 2073"/>
                        <a:gd name="connsiteY1" fmla="*/ 1689 h 2077"/>
                        <a:gd name="connsiteX2" fmla="*/ 388 w 2073"/>
                        <a:gd name="connsiteY2" fmla="*/ 1848 h 2077"/>
                        <a:gd name="connsiteX3" fmla="*/ 228 w 2073"/>
                        <a:gd name="connsiteY3" fmla="*/ 389 h 2077"/>
                        <a:gd name="connsiteX4" fmla="*/ 1685 w 2073"/>
                        <a:gd name="connsiteY4" fmla="*/ 230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1685" y="230"/>
                          </a:moveTo>
                          <a:cubicBezTo>
                            <a:pt x="2132" y="595"/>
                            <a:pt x="2204" y="1245"/>
                            <a:pt x="1845" y="1689"/>
                          </a:cubicBezTo>
                          <a:cubicBezTo>
                            <a:pt x="1487" y="2133"/>
                            <a:pt x="835" y="2212"/>
                            <a:pt x="388" y="1848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38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47" name="Freeform: Shape 1346">
                      <a:extLst>
                        <a:ext uri="{FF2B5EF4-FFF2-40B4-BE49-F238E27FC236}">
                          <a16:creationId xmlns:a16="http://schemas.microsoft.com/office/drawing/2014/main" id="{3F84FA63-1A71-3D66-786D-E76F2580DE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0604" y="4980445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24 h 2071"/>
                        <a:gd name="connsiteX1" fmla="*/ 1845 w 2073"/>
                        <a:gd name="connsiteY1" fmla="*/ 1682 h 2071"/>
                        <a:gd name="connsiteX2" fmla="*/ 388 w 2073"/>
                        <a:gd name="connsiteY2" fmla="*/ 1841 h 2071"/>
                        <a:gd name="connsiteX3" fmla="*/ 228 w 2073"/>
                        <a:gd name="connsiteY3" fmla="*/ 382 h 2071"/>
                        <a:gd name="connsiteX4" fmla="*/ 1685 w 2073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24"/>
                          </a:moveTo>
                          <a:cubicBezTo>
                            <a:pt x="2132" y="588"/>
                            <a:pt x="2204" y="1238"/>
                            <a:pt x="1845" y="1682"/>
                          </a:cubicBezTo>
                          <a:cubicBezTo>
                            <a:pt x="1487" y="2126"/>
                            <a:pt x="835" y="2205"/>
                            <a:pt x="388" y="1841"/>
                          </a:cubicBezTo>
                          <a:cubicBezTo>
                            <a:pt x="-59" y="1492"/>
                            <a:pt x="-130" y="842"/>
                            <a:pt x="228" y="382"/>
                          </a:cubicBezTo>
                          <a:cubicBezTo>
                            <a:pt x="586" y="-62"/>
                            <a:pt x="1240" y="-125"/>
                            <a:pt x="16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48" name="Freeform: Shape 1347">
                      <a:extLst>
                        <a:ext uri="{FF2B5EF4-FFF2-40B4-BE49-F238E27FC236}">
                          <a16:creationId xmlns:a16="http://schemas.microsoft.com/office/drawing/2014/main" id="{20D1890D-EA26-B98D-4E65-8BE607B109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265" y="4977014"/>
                      <a:ext cx="2073" cy="2077"/>
                    </a:xfrm>
                    <a:custGeom>
                      <a:avLst/>
                      <a:gdLst>
                        <a:gd name="connsiteX0" fmla="*/ 1685 w 2073"/>
                        <a:gd name="connsiteY0" fmla="*/ 230 h 2077"/>
                        <a:gd name="connsiteX1" fmla="*/ 1845 w 2073"/>
                        <a:gd name="connsiteY1" fmla="*/ 1689 h 2077"/>
                        <a:gd name="connsiteX2" fmla="*/ 388 w 2073"/>
                        <a:gd name="connsiteY2" fmla="*/ 1847 h 2077"/>
                        <a:gd name="connsiteX3" fmla="*/ 228 w 2073"/>
                        <a:gd name="connsiteY3" fmla="*/ 389 h 2077"/>
                        <a:gd name="connsiteX4" fmla="*/ 1685 w 2073"/>
                        <a:gd name="connsiteY4" fmla="*/ 230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1685" y="230"/>
                          </a:moveTo>
                          <a:cubicBezTo>
                            <a:pt x="2132" y="595"/>
                            <a:pt x="2203" y="1245"/>
                            <a:pt x="1845" y="1689"/>
                          </a:cubicBezTo>
                          <a:cubicBezTo>
                            <a:pt x="1487" y="2133"/>
                            <a:pt x="835" y="2212"/>
                            <a:pt x="388" y="1847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38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49" name="Freeform: Shape 1348">
                      <a:extLst>
                        <a:ext uri="{FF2B5EF4-FFF2-40B4-BE49-F238E27FC236}">
                          <a16:creationId xmlns:a16="http://schemas.microsoft.com/office/drawing/2014/main" id="{C7291901-AE99-DB5E-8F24-C2C5F64D9C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088" y="4993508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24 h 2071"/>
                        <a:gd name="connsiteX1" fmla="*/ 1845 w 2073"/>
                        <a:gd name="connsiteY1" fmla="*/ 1682 h 2071"/>
                        <a:gd name="connsiteX2" fmla="*/ 388 w 2073"/>
                        <a:gd name="connsiteY2" fmla="*/ 1841 h 2071"/>
                        <a:gd name="connsiteX3" fmla="*/ 228 w 2073"/>
                        <a:gd name="connsiteY3" fmla="*/ 382 h 2071"/>
                        <a:gd name="connsiteX4" fmla="*/ 1685 w 2073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24"/>
                          </a:moveTo>
                          <a:cubicBezTo>
                            <a:pt x="2132" y="588"/>
                            <a:pt x="2203" y="1238"/>
                            <a:pt x="1845" y="1682"/>
                          </a:cubicBezTo>
                          <a:cubicBezTo>
                            <a:pt x="1487" y="2126"/>
                            <a:pt x="835" y="2205"/>
                            <a:pt x="388" y="1841"/>
                          </a:cubicBezTo>
                          <a:cubicBezTo>
                            <a:pt x="-59" y="1476"/>
                            <a:pt x="-130" y="826"/>
                            <a:pt x="228" y="382"/>
                          </a:cubicBezTo>
                          <a:cubicBezTo>
                            <a:pt x="586" y="-62"/>
                            <a:pt x="1238" y="-125"/>
                            <a:pt x="16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0" name="Freeform: Shape 1349">
                      <a:extLst>
                        <a:ext uri="{FF2B5EF4-FFF2-40B4-BE49-F238E27FC236}">
                          <a16:creationId xmlns:a16="http://schemas.microsoft.com/office/drawing/2014/main" id="{D2348F4C-B208-587A-EFB6-51E562C555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779" y="4995547"/>
                      <a:ext cx="2073" cy="2077"/>
                    </a:xfrm>
                    <a:custGeom>
                      <a:avLst/>
                      <a:gdLst>
                        <a:gd name="connsiteX0" fmla="*/ 1685 w 2073"/>
                        <a:gd name="connsiteY0" fmla="*/ 230 h 2077"/>
                        <a:gd name="connsiteX1" fmla="*/ 1845 w 2073"/>
                        <a:gd name="connsiteY1" fmla="*/ 1689 h 2077"/>
                        <a:gd name="connsiteX2" fmla="*/ 388 w 2073"/>
                        <a:gd name="connsiteY2" fmla="*/ 1848 h 2077"/>
                        <a:gd name="connsiteX3" fmla="*/ 228 w 2073"/>
                        <a:gd name="connsiteY3" fmla="*/ 389 h 2077"/>
                        <a:gd name="connsiteX4" fmla="*/ 1685 w 2073"/>
                        <a:gd name="connsiteY4" fmla="*/ 230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1685" y="230"/>
                          </a:moveTo>
                          <a:cubicBezTo>
                            <a:pt x="2132" y="595"/>
                            <a:pt x="2203" y="1245"/>
                            <a:pt x="1845" y="1689"/>
                          </a:cubicBezTo>
                          <a:cubicBezTo>
                            <a:pt x="1487" y="2133"/>
                            <a:pt x="835" y="2212"/>
                            <a:pt x="388" y="1848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40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1" name="Freeform: Shape 1350">
                      <a:extLst>
                        <a:ext uri="{FF2B5EF4-FFF2-40B4-BE49-F238E27FC236}">
                          <a16:creationId xmlns:a16="http://schemas.microsoft.com/office/drawing/2014/main" id="{70E6574F-80C8-14B6-0653-3F77985AB2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238" y="5000017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30 h 2071"/>
                        <a:gd name="connsiteX1" fmla="*/ 1845 w 2073"/>
                        <a:gd name="connsiteY1" fmla="*/ 1689 h 2071"/>
                        <a:gd name="connsiteX2" fmla="*/ 388 w 2073"/>
                        <a:gd name="connsiteY2" fmla="*/ 1847 h 2071"/>
                        <a:gd name="connsiteX3" fmla="*/ 228 w 2073"/>
                        <a:gd name="connsiteY3" fmla="*/ 389 h 2071"/>
                        <a:gd name="connsiteX4" fmla="*/ 1685 w 2073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30"/>
                          </a:moveTo>
                          <a:cubicBezTo>
                            <a:pt x="2132" y="579"/>
                            <a:pt x="2204" y="1229"/>
                            <a:pt x="1845" y="1689"/>
                          </a:cubicBezTo>
                          <a:cubicBezTo>
                            <a:pt x="1487" y="2133"/>
                            <a:pt x="835" y="2196"/>
                            <a:pt x="388" y="1847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5" y="-55"/>
                            <a:pt x="1238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2" name="Freeform: Shape 1351">
                      <a:extLst>
                        <a:ext uri="{FF2B5EF4-FFF2-40B4-BE49-F238E27FC236}">
                          <a16:creationId xmlns:a16="http://schemas.microsoft.com/office/drawing/2014/main" id="{870497A9-1743-98A7-C3D1-9173415B05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438" y="4988974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24 h 2071"/>
                        <a:gd name="connsiteX1" fmla="*/ 1845 w 2073"/>
                        <a:gd name="connsiteY1" fmla="*/ 1682 h 2071"/>
                        <a:gd name="connsiteX2" fmla="*/ 388 w 2073"/>
                        <a:gd name="connsiteY2" fmla="*/ 1841 h 2071"/>
                        <a:gd name="connsiteX3" fmla="*/ 228 w 2073"/>
                        <a:gd name="connsiteY3" fmla="*/ 382 h 2071"/>
                        <a:gd name="connsiteX4" fmla="*/ 1685 w 2073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24"/>
                          </a:moveTo>
                          <a:cubicBezTo>
                            <a:pt x="2132" y="588"/>
                            <a:pt x="2203" y="1238"/>
                            <a:pt x="1845" y="1682"/>
                          </a:cubicBezTo>
                          <a:cubicBezTo>
                            <a:pt x="1487" y="2126"/>
                            <a:pt x="835" y="2205"/>
                            <a:pt x="388" y="1841"/>
                          </a:cubicBezTo>
                          <a:cubicBezTo>
                            <a:pt x="-59" y="1492"/>
                            <a:pt x="-130" y="842"/>
                            <a:pt x="228" y="382"/>
                          </a:cubicBezTo>
                          <a:cubicBezTo>
                            <a:pt x="586" y="-62"/>
                            <a:pt x="1238" y="-125"/>
                            <a:pt x="16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3" name="Freeform: Shape 1352">
                      <a:extLst>
                        <a:ext uri="{FF2B5EF4-FFF2-40B4-BE49-F238E27FC236}">
                          <a16:creationId xmlns:a16="http://schemas.microsoft.com/office/drawing/2014/main" id="{2B0F4F0D-039E-7648-45A1-9B24056E48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037" y="5002735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24 h 2071"/>
                        <a:gd name="connsiteX1" fmla="*/ 1845 w 2073"/>
                        <a:gd name="connsiteY1" fmla="*/ 1682 h 2071"/>
                        <a:gd name="connsiteX2" fmla="*/ 388 w 2073"/>
                        <a:gd name="connsiteY2" fmla="*/ 1841 h 2071"/>
                        <a:gd name="connsiteX3" fmla="*/ 228 w 2073"/>
                        <a:gd name="connsiteY3" fmla="*/ 382 h 2071"/>
                        <a:gd name="connsiteX4" fmla="*/ 1685 w 2073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24"/>
                          </a:moveTo>
                          <a:cubicBezTo>
                            <a:pt x="2132" y="589"/>
                            <a:pt x="2203" y="1238"/>
                            <a:pt x="1845" y="1682"/>
                          </a:cubicBezTo>
                          <a:cubicBezTo>
                            <a:pt x="1487" y="2126"/>
                            <a:pt x="835" y="2205"/>
                            <a:pt x="388" y="1841"/>
                          </a:cubicBezTo>
                          <a:cubicBezTo>
                            <a:pt x="-59" y="1492"/>
                            <a:pt x="-130" y="842"/>
                            <a:pt x="228" y="382"/>
                          </a:cubicBezTo>
                          <a:cubicBezTo>
                            <a:pt x="586" y="-62"/>
                            <a:pt x="1240" y="-125"/>
                            <a:pt x="16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4" name="Freeform: Shape 1353">
                      <a:extLst>
                        <a:ext uri="{FF2B5EF4-FFF2-40B4-BE49-F238E27FC236}">
                          <a16:creationId xmlns:a16="http://schemas.microsoft.com/office/drawing/2014/main" id="{D443BE2B-D350-CC4A-CE72-7DF7EDE422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658" y="4992773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30 h 2071"/>
                        <a:gd name="connsiteX1" fmla="*/ 1845 w 2073"/>
                        <a:gd name="connsiteY1" fmla="*/ 1689 h 2071"/>
                        <a:gd name="connsiteX2" fmla="*/ 388 w 2073"/>
                        <a:gd name="connsiteY2" fmla="*/ 1848 h 2071"/>
                        <a:gd name="connsiteX3" fmla="*/ 228 w 2073"/>
                        <a:gd name="connsiteY3" fmla="*/ 389 h 2071"/>
                        <a:gd name="connsiteX4" fmla="*/ 1685 w 2073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30"/>
                          </a:moveTo>
                          <a:cubicBezTo>
                            <a:pt x="2132" y="579"/>
                            <a:pt x="2203" y="1245"/>
                            <a:pt x="1845" y="1689"/>
                          </a:cubicBezTo>
                          <a:cubicBezTo>
                            <a:pt x="1487" y="2133"/>
                            <a:pt x="835" y="2196"/>
                            <a:pt x="388" y="1848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38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5" name="Freeform: Shape 1354">
                      <a:extLst>
                        <a:ext uri="{FF2B5EF4-FFF2-40B4-BE49-F238E27FC236}">
                          <a16:creationId xmlns:a16="http://schemas.microsoft.com/office/drawing/2014/main" id="{E3A8954A-5212-281C-1995-A3010391AB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186" y="4999899"/>
                      <a:ext cx="2073" cy="2070"/>
                    </a:xfrm>
                    <a:custGeom>
                      <a:avLst/>
                      <a:gdLst>
                        <a:gd name="connsiteX0" fmla="*/ 1685 w 2073"/>
                        <a:gd name="connsiteY0" fmla="*/ 223 h 2070"/>
                        <a:gd name="connsiteX1" fmla="*/ 1845 w 2073"/>
                        <a:gd name="connsiteY1" fmla="*/ 1681 h 2070"/>
                        <a:gd name="connsiteX2" fmla="*/ 388 w 2073"/>
                        <a:gd name="connsiteY2" fmla="*/ 1840 h 2070"/>
                        <a:gd name="connsiteX3" fmla="*/ 228 w 2073"/>
                        <a:gd name="connsiteY3" fmla="*/ 397 h 2070"/>
                        <a:gd name="connsiteX4" fmla="*/ 1685 w 2073"/>
                        <a:gd name="connsiteY4" fmla="*/ 223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0">
                          <a:moveTo>
                            <a:pt x="1685" y="223"/>
                          </a:moveTo>
                          <a:cubicBezTo>
                            <a:pt x="2132" y="587"/>
                            <a:pt x="2203" y="1237"/>
                            <a:pt x="1845" y="1681"/>
                          </a:cubicBezTo>
                          <a:cubicBezTo>
                            <a:pt x="1487" y="2125"/>
                            <a:pt x="835" y="2204"/>
                            <a:pt x="388" y="1840"/>
                          </a:cubicBezTo>
                          <a:cubicBezTo>
                            <a:pt x="-59" y="1491"/>
                            <a:pt x="-130" y="841"/>
                            <a:pt x="228" y="397"/>
                          </a:cubicBezTo>
                          <a:cubicBezTo>
                            <a:pt x="586" y="-63"/>
                            <a:pt x="1238" y="-126"/>
                            <a:pt x="1685" y="22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6" name="Freeform: Shape 1355">
                      <a:extLst>
                        <a:ext uri="{FF2B5EF4-FFF2-40B4-BE49-F238E27FC236}">
                          <a16:creationId xmlns:a16="http://schemas.microsoft.com/office/drawing/2014/main" id="{E963832E-4DE1-8FD2-2835-19D176C4B9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087" y="5008515"/>
                      <a:ext cx="2073" cy="2077"/>
                    </a:xfrm>
                    <a:custGeom>
                      <a:avLst/>
                      <a:gdLst>
                        <a:gd name="connsiteX0" fmla="*/ 1685 w 2073"/>
                        <a:gd name="connsiteY0" fmla="*/ 230 h 2077"/>
                        <a:gd name="connsiteX1" fmla="*/ 1845 w 2073"/>
                        <a:gd name="connsiteY1" fmla="*/ 1689 h 2077"/>
                        <a:gd name="connsiteX2" fmla="*/ 388 w 2073"/>
                        <a:gd name="connsiteY2" fmla="*/ 1847 h 2077"/>
                        <a:gd name="connsiteX3" fmla="*/ 228 w 2073"/>
                        <a:gd name="connsiteY3" fmla="*/ 389 h 2077"/>
                        <a:gd name="connsiteX4" fmla="*/ 1685 w 2073"/>
                        <a:gd name="connsiteY4" fmla="*/ 230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1685" y="230"/>
                          </a:moveTo>
                          <a:cubicBezTo>
                            <a:pt x="2132" y="595"/>
                            <a:pt x="2203" y="1245"/>
                            <a:pt x="1845" y="1689"/>
                          </a:cubicBezTo>
                          <a:cubicBezTo>
                            <a:pt x="1487" y="2133"/>
                            <a:pt x="835" y="2212"/>
                            <a:pt x="388" y="1847"/>
                          </a:cubicBezTo>
                          <a:cubicBezTo>
                            <a:pt x="-59" y="1499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38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7" name="Freeform: Shape 1356">
                      <a:extLst>
                        <a:ext uri="{FF2B5EF4-FFF2-40B4-BE49-F238E27FC236}">
                          <a16:creationId xmlns:a16="http://schemas.microsoft.com/office/drawing/2014/main" id="{49617180-46F7-DCF8-F973-672BFFFC8B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779" y="5010560"/>
                      <a:ext cx="2073" cy="2077"/>
                    </a:xfrm>
                    <a:custGeom>
                      <a:avLst/>
                      <a:gdLst>
                        <a:gd name="connsiteX0" fmla="*/ 1685 w 2073"/>
                        <a:gd name="connsiteY0" fmla="*/ 230 h 2077"/>
                        <a:gd name="connsiteX1" fmla="*/ 1845 w 2073"/>
                        <a:gd name="connsiteY1" fmla="*/ 1689 h 2077"/>
                        <a:gd name="connsiteX2" fmla="*/ 388 w 2073"/>
                        <a:gd name="connsiteY2" fmla="*/ 1848 h 2077"/>
                        <a:gd name="connsiteX3" fmla="*/ 228 w 2073"/>
                        <a:gd name="connsiteY3" fmla="*/ 389 h 2077"/>
                        <a:gd name="connsiteX4" fmla="*/ 1685 w 2073"/>
                        <a:gd name="connsiteY4" fmla="*/ 230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1685" y="230"/>
                          </a:moveTo>
                          <a:cubicBezTo>
                            <a:pt x="2132" y="595"/>
                            <a:pt x="2204" y="1245"/>
                            <a:pt x="1845" y="1689"/>
                          </a:cubicBezTo>
                          <a:cubicBezTo>
                            <a:pt x="1487" y="2133"/>
                            <a:pt x="835" y="2212"/>
                            <a:pt x="388" y="1848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38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8" name="Freeform: Shape 1357">
                      <a:extLst>
                        <a:ext uri="{FF2B5EF4-FFF2-40B4-BE49-F238E27FC236}">
                          <a16:creationId xmlns:a16="http://schemas.microsoft.com/office/drawing/2014/main" id="{C95FC102-42B2-64C2-896E-DA5919185D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8900" y="5013341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24 h 2071"/>
                        <a:gd name="connsiteX1" fmla="*/ 1845 w 2073"/>
                        <a:gd name="connsiteY1" fmla="*/ 1682 h 2071"/>
                        <a:gd name="connsiteX2" fmla="*/ 388 w 2073"/>
                        <a:gd name="connsiteY2" fmla="*/ 1841 h 2071"/>
                        <a:gd name="connsiteX3" fmla="*/ 228 w 2073"/>
                        <a:gd name="connsiteY3" fmla="*/ 382 h 2071"/>
                        <a:gd name="connsiteX4" fmla="*/ 1685 w 2073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24"/>
                          </a:moveTo>
                          <a:cubicBezTo>
                            <a:pt x="2132" y="588"/>
                            <a:pt x="2203" y="1238"/>
                            <a:pt x="1845" y="1682"/>
                          </a:cubicBezTo>
                          <a:cubicBezTo>
                            <a:pt x="1487" y="2126"/>
                            <a:pt x="835" y="2205"/>
                            <a:pt x="388" y="1841"/>
                          </a:cubicBezTo>
                          <a:cubicBezTo>
                            <a:pt x="-59" y="1492"/>
                            <a:pt x="-130" y="842"/>
                            <a:pt x="228" y="382"/>
                          </a:cubicBezTo>
                          <a:cubicBezTo>
                            <a:pt x="586" y="-62"/>
                            <a:pt x="1238" y="-125"/>
                            <a:pt x="16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9" name="Freeform: Shape 1358">
                      <a:extLst>
                        <a:ext uri="{FF2B5EF4-FFF2-40B4-BE49-F238E27FC236}">
                          <a16:creationId xmlns:a16="http://schemas.microsoft.com/office/drawing/2014/main" id="{5D7DF62E-5EEF-F3AF-7C5D-0CB6591B5C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8321" y="5001579"/>
                      <a:ext cx="2073" cy="2075"/>
                    </a:xfrm>
                    <a:custGeom>
                      <a:avLst/>
                      <a:gdLst>
                        <a:gd name="connsiteX0" fmla="*/ 1685 w 2073"/>
                        <a:gd name="connsiteY0" fmla="*/ 223 h 2075"/>
                        <a:gd name="connsiteX1" fmla="*/ 1845 w 2073"/>
                        <a:gd name="connsiteY1" fmla="*/ 1681 h 2075"/>
                        <a:gd name="connsiteX2" fmla="*/ 388 w 2073"/>
                        <a:gd name="connsiteY2" fmla="*/ 1840 h 2075"/>
                        <a:gd name="connsiteX3" fmla="*/ 228 w 2073"/>
                        <a:gd name="connsiteY3" fmla="*/ 397 h 2075"/>
                        <a:gd name="connsiteX4" fmla="*/ 1685 w 2073"/>
                        <a:gd name="connsiteY4" fmla="*/ 223 h 20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5">
                          <a:moveTo>
                            <a:pt x="1685" y="223"/>
                          </a:moveTo>
                          <a:cubicBezTo>
                            <a:pt x="2132" y="587"/>
                            <a:pt x="2203" y="1237"/>
                            <a:pt x="1845" y="1681"/>
                          </a:cubicBezTo>
                          <a:cubicBezTo>
                            <a:pt x="1487" y="2141"/>
                            <a:pt x="835" y="2204"/>
                            <a:pt x="388" y="1840"/>
                          </a:cubicBezTo>
                          <a:cubicBezTo>
                            <a:pt x="-59" y="1491"/>
                            <a:pt x="-130" y="841"/>
                            <a:pt x="228" y="397"/>
                          </a:cubicBezTo>
                          <a:cubicBezTo>
                            <a:pt x="586" y="-63"/>
                            <a:pt x="1238" y="-126"/>
                            <a:pt x="1685" y="22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60" name="Freeform: Shape 1359">
                      <a:extLst>
                        <a:ext uri="{FF2B5EF4-FFF2-40B4-BE49-F238E27FC236}">
                          <a16:creationId xmlns:a16="http://schemas.microsoft.com/office/drawing/2014/main" id="{3E99D77E-3124-4613-B096-47D7C59260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2626" y="5017653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24 h 2071"/>
                        <a:gd name="connsiteX1" fmla="*/ 1845 w 2073"/>
                        <a:gd name="connsiteY1" fmla="*/ 1682 h 2071"/>
                        <a:gd name="connsiteX2" fmla="*/ 388 w 2073"/>
                        <a:gd name="connsiteY2" fmla="*/ 1841 h 2071"/>
                        <a:gd name="connsiteX3" fmla="*/ 228 w 2073"/>
                        <a:gd name="connsiteY3" fmla="*/ 382 h 2071"/>
                        <a:gd name="connsiteX4" fmla="*/ 1685 w 2073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24"/>
                          </a:moveTo>
                          <a:cubicBezTo>
                            <a:pt x="2132" y="588"/>
                            <a:pt x="2203" y="1238"/>
                            <a:pt x="1845" y="1682"/>
                          </a:cubicBezTo>
                          <a:cubicBezTo>
                            <a:pt x="1487" y="2126"/>
                            <a:pt x="835" y="2205"/>
                            <a:pt x="388" y="1841"/>
                          </a:cubicBezTo>
                          <a:cubicBezTo>
                            <a:pt x="-59" y="1492"/>
                            <a:pt x="-130" y="842"/>
                            <a:pt x="228" y="382"/>
                          </a:cubicBezTo>
                          <a:cubicBezTo>
                            <a:pt x="586" y="-62"/>
                            <a:pt x="1240" y="-125"/>
                            <a:pt x="16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61" name="Freeform: Shape 1360">
                      <a:extLst>
                        <a:ext uri="{FF2B5EF4-FFF2-40B4-BE49-F238E27FC236}">
                          <a16:creationId xmlns:a16="http://schemas.microsoft.com/office/drawing/2014/main" id="{24C4A1C2-CE1F-B35F-9AAE-E93575454B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657" y="5007786"/>
                      <a:ext cx="2073" cy="2077"/>
                    </a:xfrm>
                    <a:custGeom>
                      <a:avLst/>
                      <a:gdLst>
                        <a:gd name="connsiteX0" fmla="*/ 1685 w 2073"/>
                        <a:gd name="connsiteY0" fmla="*/ 230 h 2077"/>
                        <a:gd name="connsiteX1" fmla="*/ 1845 w 2073"/>
                        <a:gd name="connsiteY1" fmla="*/ 1689 h 2077"/>
                        <a:gd name="connsiteX2" fmla="*/ 388 w 2073"/>
                        <a:gd name="connsiteY2" fmla="*/ 1848 h 2077"/>
                        <a:gd name="connsiteX3" fmla="*/ 228 w 2073"/>
                        <a:gd name="connsiteY3" fmla="*/ 389 h 2077"/>
                        <a:gd name="connsiteX4" fmla="*/ 1685 w 2073"/>
                        <a:gd name="connsiteY4" fmla="*/ 230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1685" y="230"/>
                          </a:moveTo>
                          <a:cubicBezTo>
                            <a:pt x="2132" y="579"/>
                            <a:pt x="2203" y="1245"/>
                            <a:pt x="1845" y="1689"/>
                          </a:cubicBezTo>
                          <a:cubicBezTo>
                            <a:pt x="1487" y="2133"/>
                            <a:pt x="835" y="2212"/>
                            <a:pt x="388" y="1848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40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62" name="Freeform: Shape 1361">
                      <a:extLst>
                        <a:ext uri="{FF2B5EF4-FFF2-40B4-BE49-F238E27FC236}">
                          <a16:creationId xmlns:a16="http://schemas.microsoft.com/office/drawing/2014/main" id="{347EF5EC-C1AC-909B-0FBF-12DB775281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7185" y="5014910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24 h 2071"/>
                        <a:gd name="connsiteX1" fmla="*/ 1845 w 2073"/>
                        <a:gd name="connsiteY1" fmla="*/ 1682 h 2071"/>
                        <a:gd name="connsiteX2" fmla="*/ 388 w 2073"/>
                        <a:gd name="connsiteY2" fmla="*/ 1841 h 2071"/>
                        <a:gd name="connsiteX3" fmla="*/ 228 w 2073"/>
                        <a:gd name="connsiteY3" fmla="*/ 382 h 2071"/>
                        <a:gd name="connsiteX4" fmla="*/ 1685 w 2073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24"/>
                          </a:moveTo>
                          <a:cubicBezTo>
                            <a:pt x="2132" y="588"/>
                            <a:pt x="2203" y="1238"/>
                            <a:pt x="1845" y="1682"/>
                          </a:cubicBezTo>
                          <a:cubicBezTo>
                            <a:pt x="1487" y="2126"/>
                            <a:pt x="835" y="2205"/>
                            <a:pt x="388" y="1841"/>
                          </a:cubicBezTo>
                          <a:cubicBezTo>
                            <a:pt x="-59" y="1492"/>
                            <a:pt x="-130" y="842"/>
                            <a:pt x="228" y="382"/>
                          </a:cubicBezTo>
                          <a:cubicBezTo>
                            <a:pt x="586" y="-62"/>
                            <a:pt x="1238" y="-125"/>
                            <a:pt x="16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63" name="Freeform: Shape 1362">
                      <a:extLst>
                        <a:ext uri="{FF2B5EF4-FFF2-40B4-BE49-F238E27FC236}">
                          <a16:creationId xmlns:a16="http://schemas.microsoft.com/office/drawing/2014/main" id="{F655EF62-9C1B-B454-0650-40FC16D1A1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176" y="5006280"/>
                      <a:ext cx="2073" cy="2077"/>
                    </a:xfrm>
                    <a:custGeom>
                      <a:avLst/>
                      <a:gdLst>
                        <a:gd name="connsiteX0" fmla="*/ 1685 w 2073"/>
                        <a:gd name="connsiteY0" fmla="*/ 231 h 2077"/>
                        <a:gd name="connsiteX1" fmla="*/ 1845 w 2073"/>
                        <a:gd name="connsiteY1" fmla="*/ 1689 h 2077"/>
                        <a:gd name="connsiteX2" fmla="*/ 388 w 2073"/>
                        <a:gd name="connsiteY2" fmla="*/ 1847 h 2077"/>
                        <a:gd name="connsiteX3" fmla="*/ 228 w 2073"/>
                        <a:gd name="connsiteY3" fmla="*/ 389 h 2077"/>
                        <a:gd name="connsiteX4" fmla="*/ 1685 w 2073"/>
                        <a:gd name="connsiteY4" fmla="*/ 231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1685" y="231"/>
                          </a:moveTo>
                          <a:cubicBezTo>
                            <a:pt x="2132" y="595"/>
                            <a:pt x="2204" y="1245"/>
                            <a:pt x="1845" y="1689"/>
                          </a:cubicBezTo>
                          <a:cubicBezTo>
                            <a:pt x="1487" y="2133"/>
                            <a:pt x="835" y="2212"/>
                            <a:pt x="388" y="1847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40" y="-134"/>
                            <a:pt x="1685" y="2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64" name="Freeform: Shape 1363">
                      <a:extLst>
                        <a:ext uri="{FF2B5EF4-FFF2-40B4-BE49-F238E27FC236}">
                          <a16:creationId xmlns:a16="http://schemas.microsoft.com/office/drawing/2014/main" id="{C0D38616-CF32-8989-6DA6-8AF776007F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773" y="5014704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24 h 2071"/>
                        <a:gd name="connsiteX1" fmla="*/ 1845 w 2073"/>
                        <a:gd name="connsiteY1" fmla="*/ 1682 h 2071"/>
                        <a:gd name="connsiteX2" fmla="*/ 388 w 2073"/>
                        <a:gd name="connsiteY2" fmla="*/ 1841 h 2071"/>
                        <a:gd name="connsiteX3" fmla="*/ 228 w 2073"/>
                        <a:gd name="connsiteY3" fmla="*/ 382 h 2071"/>
                        <a:gd name="connsiteX4" fmla="*/ 1685 w 2073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24"/>
                          </a:moveTo>
                          <a:cubicBezTo>
                            <a:pt x="2132" y="588"/>
                            <a:pt x="2203" y="1238"/>
                            <a:pt x="1845" y="1682"/>
                          </a:cubicBezTo>
                          <a:cubicBezTo>
                            <a:pt x="1487" y="2126"/>
                            <a:pt x="835" y="2205"/>
                            <a:pt x="388" y="1841"/>
                          </a:cubicBezTo>
                          <a:cubicBezTo>
                            <a:pt x="-59" y="1492"/>
                            <a:pt x="-130" y="842"/>
                            <a:pt x="228" y="382"/>
                          </a:cubicBezTo>
                          <a:cubicBezTo>
                            <a:pt x="586" y="-62"/>
                            <a:pt x="1240" y="-125"/>
                            <a:pt x="16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65" name="Freeform: Shape 1364">
                      <a:extLst>
                        <a:ext uri="{FF2B5EF4-FFF2-40B4-BE49-F238E27FC236}">
                          <a16:creationId xmlns:a16="http://schemas.microsoft.com/office/drawing/2014/main" id="{4FA6E8C9-9C4D-295B-13FB-16BD7570F4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256" y="5023243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30 h 2071"/>
                        <a:gd name="connsiteX1" fmla="*/ 1845 w 2073"/>
                        <a:gd name="connsiteY1" fmla="*/ 1689 h 2071"/>
                        <a:gd name="connsiteX2" fmla="*/ 388 w 2073"/>
                        <a:gd name="connsiteY2" fmla="*/ 1848 h 2071"/>
                        <a:gd name="connsiteX3" fmla="*/ 228 w 2073"/>
                        <a:gd name="connsiteY3" fmla="*/ 389 h 2071"/>
                        <a:gd name="connsiteX4" fmla="*/ 1685 w 2073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30"/>
                          </a:moveTo>
                          <a:cubicBezTo>
                            <a:pt x="2132" y="579"/>
                            <a:pt x="2203" y="1245"/>
                            <a:pt x="1845" y="1689"/>
                          </a:cubicBezTo>
                          <a:cubicBezTo>
                            <a:pt x="1487" y="2133"/>
                            <a:pt x="835" y="2196"/>
                            <a:pt x="388" y="1848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38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66" name="Freeform: Shape 1365">
                      <a:extLst>
                        <a:ext uri="{FF2B5EF4-FFF2-40B4-BE49-F238E27FC236}">
                          <a16:creationId xmlns:a16="http://schemas.microsoft.com/office/drawing/2014/main" id="{C0B776BF-FEE0-B0D9-8E13-51D21C10EF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432" y="5008134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30 h 2071"/>
                        <a:gd name="connsiteX1" fmla="*/ 1845 w 2073"/>
                        <a:gd name="connsiteY1" fmla="*/ 1689 h 2071"/>
                        <a:gd name="connsiteX2" fmla="*/ 388 w 2073"/>
                        <a:gd name="connsiteY2" fmla="*/ 1847 h 2071"/>
                        <a:gd name="connsiteX3" fmla="*/ 228 w 2073"/>
                        <a:gd name="connsiteY3" fmla="*/ 389 h 2071"/>
                        <a:gd name="connsiteX4" fmla="*/ 1685 w 2073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30"/>
                          </a:moveTo>
                          <a:cubicBezTo>
                            <a:pt x="2132" y="579"/>
                            <a:pt x="2204" y="1229"/>
                            <a:pt x="1845" y="1689"/>
                          </a:cubicBezTo>
                          <a:cubicBezTo>
                            <a:pt x="1487" y="2133"/>
                            <a:pt x="835" y="2196"/>
                            <a:pt x="388" y="1847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38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67" name="Freeform: Shape 1366">
                      <a:extLst>
                        <a:ext uri="{FF2B5EF4-FFF2-40B4-BE49-F238E27FC236}">
                          <a16:creationId xmlns:a16="http://schemas.microsoft.com/office/drawing/2014/main" id="{7533B36F-8680-9D0C-2713-6CB6220E67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321" y="5014452"/>
                      <a:ext cx="2073" cy="2075"/>
                    </a:xfrm>
                    <a:custGeom>
                      <a:avLst/>
                      <a:gdLst>
                        <a:gd name="connsiteX0" fmla="*/ 1685 w 2073"/>
                        <a:gd name="connsiteY0" fmla="*/ 223 h 2075"/>
                        <a:gd name="connsiteX1" fmla="*/ 1845 w 2073"/>
                        <a:gd name="connsiteY1" fmla="*/ 1681 h 2075"/>
                        <a:gd name="connsiteX2" fmla="*/ 388 w 2073"/>
                        <a:gd name="connsiteY2" fmla="*/ 1840 h 2075"/>
                        <a:gd name="connsiteX3" fmla="*/ 228 w 2073"/>
                        <a:gd name="connsiteY3" fmla="*/ 397 h 2075"/>
                        <a:gd name="connsiteX4" fmla="*/ 1685 w 2073"/>
                        <a:gd name="connsiteY4" fmla="*/ 223 h 20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5">
                          <a:moveTo>
                            <a:pt x="1685" y="223"/>
                          </a:moveTo>
                          <a:cubicBezTo>
                            <a:pt x="2132" y="587"/>
                            <a:pt x="2204" y="1237"/>
                            <a:pt x="1845" y="1681"/>
                          </a:cubicBezTo>
                          <a:cubicBezTo>
                            <a:pt x="1487" y="2141"/>
                            <a:pt x="835" y="2204"/>
                            <a:pt x="388" y="1840"/>
                          </a:cubicBezTo>
                          <a:cubicBezTo>
                            <a:pt x="-59" y="1491"/>
                            <a:pt x="-130" y="841"/>
                            <a:pt x="228" y="397"/>
                          </a:cubicBezTo>
                          <a:cubicBezTo>
                            <a:pt x="586" y="-63"/>
                            <a:pt x="1238" y="-126"/>
                            <a:pt x="1685" y="22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68" name="Freeform: Shape 1367">
                      <a:extLst>
                        <a:ext uri="{FF2B5EF4-FFF2-40B4-BE49-F238E27FC236}">
                          <a16:creationId xmlns:a16="http://schemas.microsoft.com/office/drawing/2014/main" id="{CE7D9C52-E026-16FF-16F1-01E12398AA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653" y="5011923"/>
                      <a:ext cx="2073" cy="2077"/>
                    </a:xfrm>
                    <a:custGeom>
                      <a:avLst/>
                      <a:gdLst>
                        <a:gd name="connsiteX0" fmla="*/ 1685 w 2073"/>
                        <a:gd name="connsiteY0" fmla="*/ 230 h 2077"/>
                        <a:gd name="connsiteX1" fmla="*/ 1845 w 2073"/>
                        <a:gd name="connsiteY1" fmla="*/ 1689 h 2077"/>
                        <a:gd name="connsiteX2" fmla="*/ 388 w 2073"/>
                        <a:gd name="connsiteY2" fmla="*/ 1847 h 2077"/>
                        <a:gd name="connsiteX3" fmla="*/ 228 w 2073"/>
                        <a:gd name="connsiteY3" fmla="*/ 389 h 2077"/>
                        <a:gd name="connsiteX4" fmla="*/ 1685 w 2073"/>
                        <a:gd name="connsiteY4" fmla="*/ 230 h 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7">
                          <a:moveTo>
                            <a:pt x="1685" y="230"/>
                          </a:moveTo>
                          <a:cubicBezTo>
                            <a:pt x="2132" y="595"/>
                            <a:pt x="2203" y="1245"/>
                            <a:pt x="1845" y="1689"/>
                          </a:cubicBezTo>
                          <a:cubicBezTo>
                            <a:pt x="1487" y="2133"/>
                            <a:pt x="835" y="2212"/>
                            <a:pt x="388" y="1847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38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69" name="Freeform: Shape 1368">
                      <a:extLst>
                        <a:ext uri="{FF2B5EF4-FFF2-40B4-BE49-F238E27FC236}">
                          <a16:creationId xmlns:a16="http://schemas.microsoft.com/office/drawing/2014/main" id="{01DCFA9D-8E1C-EE31-61A0-81DA215E3D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4702" y="5010678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24 h 2071"/>
                        <a:gd name="connsiteX1" fmla="*/ 1845 w 2073"/>
                        <a:gd name="connsiteY1" fmla="*/ 1682 h 2071"/>
                        <a:gd name="connsiteX2" fmla="*/ 388 w 2073"/>
                        <a:gd name="connsiteY2" fmla="*/ 1841 h 2071"/>
                        <a:gd name="connsiteX3" fmla="*/ 228 w 2073"/>
                        <a:gd name="connsiteY3" fmla="*/ 382 h 2071"/>
                        <a:gd name="connsiteX4" fmla="*/ 1685 w 2073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24"/>
                          </a:moveTo>
                          <a:cubicBezTo>
                            <a:pt x="2132" y="589"/>
                            <a:pt x="2204" y="1238"/>
                            <a:pt x="1845" y="1682"/>
                          </a:cubicBezTo>
                          <a:cubicBezTo>
                            <a:pt x="1487" y="2126"/>
                            <a:pt x="835" y="2205"/>
                            <a:pt x="388" y="1841"/>
                          </a:cubicBezTo>
                          <a:cubicBezTo>
                            <a:pt x="-59" y="1492"/>
                            <a:pt x="-130" y="842"/>
                            <a:pt x="228" y="382"/>
                          </a:cubicBezTo>
                          <a:cubicBezTo>
                            <a:pt x="586" y="-62"/>
                            <a:pt x="1238" y="-125"/>
                            <a:pt x="16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70" name="Freeform: Shape 1369">
                      <a:extLst>
                        <a:ext uri="{FF2B5EF4-FFF2-40B4-BE49-F238E27FC236}">
                          <a16:creationId xmlns:a16="http://schemas.microsoft.com/office/drawing/2014/main" id="{B5D75484-F6CA-6458-CA81-1F1DDBD21D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6766" y="4978939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24 h 2071"/>
                        <a:gd name="connsiteX1" fmla="*/ 1845 w 2073"/>
                        <a:gd name="connsiteY1" fmla="*/ 1682 h 2071"/>
                        <a:gd name="connsiteX2" fmla="*/ 388 w 2073"/>
                        <a:gd name="connsiteY2" fmla="*/ 1841 h 2071"/>
                        <a:gd name="connsiteX3" fmla="*/ 228 w 2073"/>
                        <a:gd name="connsiteY3" fmla="*/ 382 h 2071"/>
                        <a:gd name="connsiteX4" fmla="*/ 1685 w 2073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24"/>
                          </a:moveTo>
                          <a:cubicBezTo>
                            <a:pt x="2132" y="588"/>
                            <a:pt x="2203" y="1238"/>
                            <a:pt x="1845" y="1682"/>
                          </a:cubicBezTo>
                          <a:cubicBezTo>
                            <a:pt x="1487" y="2126"/>
                            <a:pt x="835" y="2206"/>
                            <a:pt x="388" y="1841"/>
                          </a:cubicBezTo>
                          <a:cubicBezTo>
                            <a:pt x="-59" y="1492"/>
                            <a:pt x="-130" y="826"/>
                            <a:pt x="228" y="382"/>
                          </a:cubicBezTo>
                          <a:cubicBezTo>
                            <a:pt x="586" y="-62"/>
                            <a:pt x="1238" y="-125"/>
                            <a:pt x="16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71" name="Freeform: Shape 1370">
                      <a:extLst>
                        <a:ext uri="{FF2B5EF4-FFF2-40B4-BE49-F238E27FC236}">
                          <a16:creationId xmlns:a16="http://schemas.microsoft.com/office/drawing/2014/main" id="{9CFA7B1F-D1BE-BF2A-C7F6-F29CB90B5C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835" y="4970981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24 h 2071"/>
                        <a:gd name="connsiteX1" fmla="*/ 1845 w 2073"/>
                        <a:gd name="connsiteY1" fmla="*/ 1682 h 2071"/>
                        <a:gd name="connsiteX2" fmla="*/ 388 w 2073"/>
                        <a:gd name="connsiteY2" fmla="*/ 1841 h 2071"/>
                        <a:gd name="connsiteX3" fmla="*/ 228 w 2073"/>
                        <a:gd name="connsiteY3" fmla="*/ 382 h 2071"/>
                        <a:gd name="connsiteX4" fmla="*/ 1685 w 2073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24"/>
                          </a:moveTo>
                          <a:cubicBezTo>
                            <a:pt x="2132" y="588"/>
                            <a:pt x="2204" y="1239"/>
                            <a:pt x="1845" y="1682"/>
                          </a:cubicBezTo>
                          <a:cubicBezTo>
                            <a:pt x="1487" y="2126"/>
                            <a:pt x="835" y="2206"/>
                            <a:pt x="388" y="1841"/>
                          </a:cubicBezTo>
                          <a:cubicBezTo>
                            <a:pt x="-59" y="1476"/>
                            <a:pt x="-130" y="826"/>
                            <a:pt x="228" y="382"/>
                          </a:cubicBezTo>
                          <a:cubicBezTo>
                            <a:pt x="586" y="-62"/>
                            <a:pt x="1238" y="-125"/>
                            <a:pt x="16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72" name="Freeform: Shape 1371">
                      <a:extLst>
                        <a:ext uri="{FF2B5EF4-FFF2-40B4-BE49-F238E27FC236}">
                          <a16:creationId xmlns:a16="http://schemas.microsoft.com/office/drawing/2014/main" id="{B831C0A2-D6E1-AB33-E9CB-E2265BD5F9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493" y="4986200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24 h 2071"/>
                        <a:gd name="connsiteX1" fmla="*/ 1845 w 2073"/>
                        <a:gd name="connsiteY1" fmla="*/ 1682 h 2071"/>
                        <a:gd name="connsiteX2" fmla="*/ 388 w 2073"/>
                        <a:gd name="connsiteY2" fmla="*/ 1841 h 2071"/>
                        <a:gd name="connsiteX3" fmla="*/ 228 w 2073"/>
                        <a:gd name="connsiteY3" fmla="*/ 382 h 2071"/>
                        <a:gd name="connsiteX4" fmla="*/ 1685 w 2073"/>
                        <a:gd name="connsiteY4" fmla="*/ 22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24"/>
                          </a:moveTo>
                          <a:cubicBezTo>
                            <a:pt x="2132" y="588"/>
                            <a:pt x="2203" y="1238"/>
                            <a:pt x="1845" y="1682"/>
                          </a:cubicBezTo>
                          <a:cubicBezTo>
                            <a:pt x="1487" y="2126"/>
                            <a:pt x="835" y="2205"/>
                            <a:pt x="388" y="1841"/>
                          </a:cubicBezTo>
                          <a:cubicBezTo>
                            <a:pt x="-59" y="1492"/>
                            <a:pt x="-130" y="842"/>
                            <a:pt x="228" y="382"/>
                          </a:cubicBezTo>
                          <a:cubicBezTo>
                            <a:pt x="586" y="-62"/>
                            <a:pt x="1238" y="-125"/>
                            <a:pt x="1685" y="2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73" name="Freeform: Shape 1372">
                      <a:extLst>
                        <a:ext uri="{FF2B5EF4-FFF2-40B4-BE49-F238E27FC236}">
                          <a16:creationId xmlns:a16="http://schemas.microsoft.com/office/drawing/2014/main" id="{2C8868D9-4438-E207-CCBE-F10BE79FAC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641" y="4970039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30 h 2071"/>
                        <a:gd name="connsiteX1" fmla="*/ 1845 w 2073"/>
                        <a:gd name="connsiteY1" fmla="*/ 1689 h 2071"/>
                        <a:gd name="connsiteX2" fmla="*/ 388 w 2073"/>
                        <a:gd name="connsiteY2" fmla="*/ 1847 h 2071"/>
                        <a:gd name="connsiteX3" fmla="*/ 228 w 2073"/>
                        <a:gd name="connsiteY3" fmla="*/ 389 h 2071"/>
                        <a:gd name="connsiteX4" fmla="*/ 1685 w 2073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30"/>
                          </a:moveTo>
                          <a:cubicBezTo>
                            <a:pt x="2132" y="579"/>
                            <a:pt x="2203" y="1229"/>
                            <a:pt x="1845" y="1689"/>
                          </a:cubicBezTo>
                          <a:cubicBezTo>
                            <a:pt x="1487" y="2133"/>
                            <a:pt x="835" y="2196"/>
                            <a:pt x="388" y="1847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38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74" name="Freeform: Shape 1373">
                      <a:extLst>
                        <a:ext uri="{FF2B5EF4-FFF2-40B4-BE49-F238E27FC236}">
                          <a16:creationId xmlns:a16="http://schemas.microsoft.com/office/drawing/2014/main" id="{155CB6EA-2526-80DE-9004-E44A7CAFF7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7094" y="4978164"/>
                      <a:ext cx="2073" cy="2075"/>
                    </a:xfrm>
                    <a:custGeom>
                      <a:avLst/>
                      <a:gdLst>
                        <a:gd name="connsiteX0" fmla="*/ 1685 w 2073"/>
                        <a:gd name="connsiteY0" fmla="*/ 222 h 2075"/>
                        <a:gd name="connsiteX1" fmla="*/ 1845 w 2073"/>
                        <a:gd name="connsiteY1" fmla="*/ 1681 h 2075"/>
                        <a:gd name="connsiteX2" fmla="*/ 388 w 2073"/>
                        <a:gd name="connsiteY2" fmla="*/ 1840 h 2075"/>
                        <a:gd name="connsiteX3" fmla="*/ 228 w 2073"/>
                        <a:gd name="connsiteY3" fmla="*/ 397 h 2075"/>
                        <a:gd name="connsiteX4" fmla="*/ 1685 w 2073"/>
                        <a:gd name="connsiteY4" fmla="*/ 222 h 20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5">
                          <a:moveTo>
                            <a:pt x="1685" y="222"/>
                          </a:moveTo>
                          <a:cubicBezTo>
                            <a:pt x="2132" y="587"/>
                            <a:pt x="2203" y="1237"/>
                            <a:pt x="1845" y="1681"/>
                          </a:cubicBezTo>
                          <a:cubicBezTo>
                            <a:pt x="1487" y="2141"/>
                            <a:pt x="835" y="2204"/>
                            <a:pt x="388" y="1840"/>
                          </a:cubicBezTo>
                          <a:cubicBezTo>
                            <a:pt x="-59" y="1491"/>
                            <a:pt x="-130" y="841"/>
                            <a:pt x="228" y="397"/>
                          </a:cubicBezTo>
                          <a:cubicBezTo>
                            <a:pt x="585" y="-63"/>
                            <a:pt x="1238" y="-126"/>
                            <a:pt x="1685" y="22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75" name="Freeform: Shape 1374">
                      <a:extLst>
                        <a:ext uri="{FF2B5EF4-FFF2-40B4-BE49-F238E27FC236}">
                          <a16:creationId xmlns:a16="http://schemas.microsoft.com/office/drawing/2014/main" id="{FDD93748-DE17-639E-0CB2-F209D7F4ED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343" y="4964173"/>
                      <a:ext cx="2073" cy="2071"/>
                    </a:xfrm>
                    <a:custGeom>
                      <a:avLst/>
                      <a:gdLst>
                        <a:gd name="connsiteX0" fmla="*/ 1685 w 2073"/>
                        <a:gd name="connsiteY0" fmla="*/ 230 h 2071"/>
                        <a:gd name="connsiteX1" fmla="*/ 1845 w 2073"/>
                        <a:gd name="connsiteY1" fmla="*/ 1689 h 2071"/>
                        <a:gd name="connsiteX2" fmla="*/ 388 w 2073"/>
                        <a:gd name="connsiteY2" fmla="*/ 1848 h 2071"/>
                        <a:gd name="connsiteX3" fmla="*/ 228 w 2073"/>
                        <a:gd name="connsiteY3" fmla="*/ 389 h 2071"/>
                        <a:gd name="connsiteX4" fmla="*/ 1685 w 2073"/>
                        <a:gd name="connsiteY4" fmla="*/ 230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685" y="230"/>
                          </a:moveTo>
                          <a:cubicBezTo>
                            <a:pt x="2132" y="579"/>
                            <a:pt x="2203" y="1245"/>
                            <a:pt x="1845" y="1689"/>
                          </a:cubicBezTo>
                          <a:cubicBezTo>
                            <a:pt x="1487" y="2133"/>
                            <a:pt x="835" y="2196"/>
                            <a:pt x="388" y="1848"/>
                          </a:cubicBezTo>
                          <a:cubicBezTo>
                            <a:pt x="-59" y="1483"/>
                            <a:pt x="-130" y="833"/>
                            <a:pt x="228" y="389"/>
                          </a:cubicBezTo>
                          <a:cubicBezTo>
                            <a:pt x="586" y="-55"/>
                            <a:pt x="1238" y="-134"/>
                            <a:pt x="1685" y="2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76" name="Freeform: Shape 1375">
                      <a:extLst>
                        <a:ext uri="{FF2B5EF4-FFF2-40B4-BE49-F238E27FC236}">
                          <a16:creationId xmlns:a16="http://schemas.microsoft.com/office/drawing/2014/main" id="{A0EB0310-82AD-1FAB-3DB1-8FD543BCF2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240" y="4975329"/>
                      <a:ext cx="2073" cy="2075"/>
                    </a:xfrm>
                    <a:custGeom>
                      <a:avLst/>
                      <a:gdLst>
                        <a:gd name="connsiteX0" fmla="*/ 1685 w 2073"/>
                        <a:gd name="connsiteY0" fmla="*/ 235 h 2075"/>
                        <a:gd name="connsiteX1" fmla="*/ 1845 w 2073"/>
                        <a:gd name="connsiteY1" fmla="*/ 1678 h 2075"/>
                        <a:gd name="connsiteX2" fmla="*/ 388 w 2073"/>
                        <a:gd name="connsiteY2" fmla="*/ 1853 h 2075"/>
                        <a:gd name="connsiteX3" fmla="*/ 228 w 2073"/>
                        <a:gd name="connsiteY3" fmla="*/ 394 h 2075"/>
                        <a:gd name="connsiteX4" fmla="*/ 1685 w 2073"/>
                        <a:gd name="connsiteY4" fmla="*/ 235 h 20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5">
                          <a:moveTo>
                            <a:pt x="1685" y="235"/>
                          </a:moveTo>
                          <a:cubicBezTo>
                            <a:pt x="2132" y="584"/>
                            <a:pt x="2203" y="1234"/>
                            <a:pt x="1845" y="1678"/>
                          </a:cubicBezTo>
                          <a:cubicBezTo>
                            <a:pt x="1487" y="2138"/>
                            <a:pt x="835" y="2201"/>
                            <a:pt x="388" y="1853"/>
                          </a:cubicBezTo>
                          <a:cubicBezTo>
                            <a:pt x="-59" y="1488"/>
                            <a:pt x="-130" y="838"/>
                            <a:pt x="228" y="394"/>
                          </a:cubicBezTo>
                          <a:cubicBezTo>
                            <a:pt x="586" y="-66"/>
                            <a:pt x="1238" y="-129"/>
                            <a:pt x="1685" y="23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377" name="Graphic 21">
                    <a:extLst>
                      <a:ext uri="{FF2B5EF4-FFF2-40B4-BE49-F238E27FC236}">
                        <a16:creationId xmlns:a16="http://schemas.microsoft.com/office/drawing/2014/main" id="{A09246B6-0538-6CA1-8B49-31A9467B90A9}"/>
                      </a:ext>
                    </a:extLst>
                  </p:cNvPr>
                  <p:cNvGrpSpPr/>
                  <p:nvPr/>
                </p:nvGrpSpPr>
                <p:grpSpPr>
                  <a:xfrm>
                    <a:off x="836161" y="4950199"/>
                    <a:ext cx="60646" cy="48894"/>
                    <a:chOff x="836161" y="4950199"/>
                    <a:chExt cx="60646" cy="48894"/>
                  </a:xfrm>
                  <a:solidFill>
                    <a:srgbClr val="F0BB74"/>
                  </a:solidFill>
                </p:grpSpPr>
                <p:sp>
                  <p:nvSpPr>
                    <p:cNvPr id="1378" name="Freeform: Shape 1377">
                      <a:extLst>
                        <a:ext uri="{FF2B5EF4-FFF2-40B4-BE49-F238E27FC236}">
                          <a16:creationId xmlns:a16="http://schemas.microsoft.com/office/drawing/2014/main" id="{3C618F1A-8A56-A0AA-518F-C6691BFC0D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2775" y="4970047"/>
                      <a:ext cx="2072" cy="2079"/>
                    </a:xfrm>
                    <a:custGeom>
                      <a:avLst/>
                      <a:gdLst>
                        <a:gd name="connsiteX0" fmla="*/ 49 w 2072"/>
                        <a:gd name="connsiteY0" fmla="*/ 730 h 2079"/>
                        <a:gd name="connsiteX1" fmla="*/ 1349 w 2072"/>
                        <a:gd name="connsiteY1" fmla="*/ 48 h 2079"/>
                        <a:gd name="connsiteX2" fmla="*/ 2024 w 2072"/>
                        <a:gd name="connsiteY2" fmla="*/ 1348 h 2079"/>
                        <a:gd name="connsiteX3" fmla="*/ 724 w 2072"/>
                        <a:gd name="connsiteY3" fmla="*/ 2030 h 2079"/>
                        <a:gd name="connsiteX4" fmla="*/ 49 w 2072"/>
                        <a:gd name="connsiteY4" fmla="*/ 730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49" y="730"/>
                          </a:moveTo>
                          <a:cubicBezTo>
                            <a:pt x="221" y="191"/>
                            <a:pt x="803" y="-126"/>
                            <a:pt x="1349" y="48"/>
                          </a:cubicBezTo>
                          <a:cubicBezTo>
                            <a:pt x="1894" y="222"/>
                            <a:pt x="2197" y="809"/>
                            <a:pt x="2024" y="1348"/>
                          </a:cubicBezTo>
                          <a:cubicBezTo>
                            <a:pt x="1851" y="1903"/>
                            <a:pt x="1269" y="2204"/>
                            <a:pt x="724" y="2030"/>
                          </a:cubicBezTo>
                          <a:cubicBezTo>
                            <a:pt x="179" y="1855"/>
                            <a:pt x="-124" y="1269"/>
                            <a:pt x="49" y="7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79" name="Freeform: Shape 1378">
                      <a:extLst>
                        <a:ext uri="{FF2B5EF4-FFF2-40B4-BE49-F238E27FC236}">
                          <a16:creationId xmlns:a16="http://schemas.microsoft.com/office/drawing/2014/main" id="{1FD5835F-4D0A-9CD7-7F91-17EBE4BECC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599" y="4974262"/>
                      <a:ext cx="2073" cy="2064"/>
                    </a:xfrm>
                    <a:custGeom>
                      <a:avLst/>
                      <a:gdLst>
                        <a:gd name="connsiteX0" fmla="*/ 49 w 2073"/>
                        <a:gd name="connsiteY0" fmla="*/ 715 h 2064"/>
                        <a:gd name="connsiteX1" fmla="*/ 1349 w 2073"/>
                        <a:gd name="connsiteY1" fmla="*/ 50 h 2064"/>
                        <a:gd name="connsiteX2" fmla="*/ 2025 w 2073"/>
                        <a:gd name="connsiteY2" fmla="*/ 1349 h 2064"/>
                        <a:gd name="connsiteX3" fmla="*/ 726 w 2073"/>
                        <a:gd name="connsiteY3" fmla="*/ 2015 h 2064"/>
                        <a:gd name="connsiteX4" fmla="*/ 49 w 2073"/>
                        <a:gd name="connsiteY4" fmla="*/ 715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49" y="715"/>
                          </a:moveTo>
                          <a:cubicBezTo>
                            <a:pt x="221" y="176"/>
                            <a:pt x="803" y="-125"/>
                            <a:pt x="1349" y="50"/>
                          </a:cubicBezTo>
                          <a:cubicBezTo>
                            <a:pt x="1894" y="224"/>
                            <a:pt x="2197" y="795"/>
                            <a:pt x="2025" y="1349"/>
                          </a:cubicBezTo>
                          <a:cubicBezTo>
                            <a:pt x="1854" y="1889"/>
                            <a:pt x="1271" y="2190"/>
                            <a:pt x="726" y="2015"/>
                          </a:cubicBezTo>
                          <a:cubicBezTo>
                            <a:pt x="179" y="1857"/>
                            <a:pt x="-124" y="1270"/>
                            <a:pt x="49" y="71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80" name="Freeform: Shape 1379">
                      <a:extLst>
                        <a:ext uri="{FF2B5EF4-FFF2-40B4-BE49-F238E27FC236}">
                          <a16:creationId xmlns:a16="http://schemas.microsoft.com/office/drawing/2014/main" id="{8981EE72-0A2F-43AE-32F4-B685118D57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337" y="4968477"/>
                      <a:ext cx="2072" cy="2079"/>
                    </a:xfrm>
                    <a:custGeom>
                      <a:avLst/>
                      <a:gdLst>
                        <a:gd name="connsiteX0" fmla="*/ 48 w 2072"/>
                        <a:gd name="connsiteY0" fmla="*/ 730 h 2079"/>
                        <a:gd name="connsiteX1" fmla="*/ 1348 w 2072"/>
                        <a:gd name="connsiteY1" fmla="*/ 48 h 2079"/>
                        <a:gd name="connsiteX2" fmla="*/ 2025 w 2072"/>
                        <a:gd name="connsiteY2" fmla="*/ 1348 h 2079"/>
                        <a:gd name="connsiteX3" fmla="*/ 725 w 2072"/>
                        <a:gd name="connsiteY3" fmla="*/ 2030 h 2079"/>
                        <a:gd name="connsiteX4" fmla="*/ 48 w 2072"/>
                        <a:gd name="connsiteY4" fmla="*/ 730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48" y="730"/>
                          </a:moveTo>
                          <a:cubicBezTo>
                            <a:pt x="221" y="191"/>
                            <a:pt x="802" y="-126"/>
                            <a:pt x="1348" y="48"/>
                          </a:cubicBezTo>
                          <a:cubicBezTo>
                            <a:pt x="1893" y="222"/>
                            <a:pt x="2196" y="809"/>
                            <a:pt x="2025" y="1348"/>
                          </a:cubicBezTo>
                          <a:cubicBezTo>
                            <a:pt x="1852" y="1903"/>
                            <a:pt x="1270" y="2204"/>
                            <a:pt x="725" y="2030"/>
                          </a:cubicBezTo>
                          <a:cubicBezTo>
                            <a:pt x="179" y="1855"/>
                            <a:pt x="-123" y="1269"/>
                            <a:pt x="48" y="7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81" name="Freeform: Shape 1380">
                      <a:extLst>
                        <a:ext uri="{FF2B5EF4-FFF2-40B4-BE49-F238E27FC236}">
                          <a16:creationId xmlns:a16="http://schemas.microsoft.com/office/drawing/2014/main" id="{A7940367-01A6-E91E-24F9-B5431A5C22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0595" y="4976957"/>
                      <a:ext cx="2073" cy="2065"/>
                    </a:xfrm>
                    <a:custGeom>
                      <a:avLst/>
                      <a:gdLst>
                        <a:gd name="connsiteX0" fmla="*/ 49 w 2073"/>
                        <a:gd name="connsiteY0" fmla="*/ 715 h 2065"/>
                        <a:gd name="connsiteX1" fmla="*/ 1349 w 2073"/>
                        <a:gd name="connsiteY1" fmla="*/ 50 h 2065"/>
                        <a:gd name="connsiteX2" fmla="*/ 2025 w 2073"/>
                        <a:gd name="connsiteY2" fmla="*/ 1350 h 2065"/>
                        <a:gd name="connsiteX3" fmla="*/ 725 w 2073"/>
                        <a:gd name="connsiteY3" fmla="*/ 2015 h 2065"/>
                        <a:gd name="connsiteX4" fmla="*/ 49 w 2073"/>
                        <a:gd name="connsiteY4" fmla="*/ 715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5">
                          <a:moveTo>
                            <a:pt x="49" y="715"/>
                          </a:moveTo>
                          <a:cubicBezTo>
                            <a:pt x="221" y="176"/>
                            <a:pt x="803" y="-125"/>
                            <a:pt x="1349" y="50"/>
                          </a:cubicBezTo>
                          <a:cubicBezTo>
                            <a:pt x="1894" y="224"/>
                            <a:pt x="2197" y="795"/>
                            <a:pt x="2025" y="1350"/>
                          </a:cubicBezTo>
                          <a:cubicBezTo>
                            <a:pt x="1853" y="1889"/>
                            <a:pt x="1271" y="2190"/>
                            <a:pt x="725" y="2015"/>
                          </a:cubicBezTo>
                          <a:cubicBezTo>
                            <a:pt x="179" y="1841"/>
                            <a:pt x="-124" y="1270"/>
                            <a:pt x="49" y="71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82" name="Freeform: Shape 1381">
                      <a:extLst>
                        <a:ext uri="{FF2B5EF4-FFF2-40B4-BE49-F238E27FC236}">
                          <a16:creationId xmlns:a16="http://schemas.microsoft.com/office/drawing/2014/main" id="{5384632E-31EE-986F-039A-3F2C48B76E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206" y="4971425"/>
                      <a:ext cx="2073" cy="2064"/>
                    </a:xfrm>
                    <a:custGeom>
                      <a:avLst/>
                      <a:gdLst>
                        <a:gd name="connsiteX0" fmla="*/ 49 w 2073"/>
                        <a:gd name="connsiteY0" fmla="*/ 715 h 2064"/>
                        <a:gd name="connsiteX1" fmla="*/ 1349 w 2073"/>
                        <a:gd name="connsiteY1" fmla="*/ 50 h 2064"/>
                        <a:gd name="connsiteX2" fmla="*/ 2025 w 2073"/>
                        <a:gd name="connsiteY2" fmla="*/ 1350 h 2064"/>
                        <a:gd name="connsiteX3" fmla="*/ 726 w 2073"/>
                        <a:gd name="connsiteY3" fmla="*/ 2015 h 2064"/>
                        <a:gd name="connsiteX4" fmla="*/ 49 w 2073"/>
                        <a:gd name="connsiteY4" fmla="*/ 715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49" y="715"/>
                          </a:moveTo>
                          <a:cubicBezTo>
                            <a:pt x="221" y="176"/>
                            <a:pt x="803" y="-125"/>
                            <a:pt x="1349" y="50"/>
                          </a:cubicBezTo>
                          <a:cubicBezTo>
                            <a:pt x="1894" y="224"/>
                            <a:pt x="2197" y="795"/>
                            <a:pt x="2025" y="1350"/>
                          </a:cubicBezTo>
                          <a:cubicBezTo>
                            <a:pt x="1853" y="1889"/>
                            <a:pt x="1271" y="2190"/>
                            <a:pt x="726" y="2015"/>
                          </a:cubicBezTo>
                          <a:cubicBezTo>
                            <a:pt x="179" y="1841"/>
                            <a:pt x="-124" y="1270"/>
                            <a:pt x="49" y="71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83" name="Freeform: Shape 1382">
                      <a:extLst>
                        <a:ext uri="{FF2B5EF4-FFF2-40B4-BE49-F238E27FC236}">
                          <a16:creationId xmlns:a16="http://schemas.microsoft.com/office/drawing/2014/main" id="{F629EC22-6F67-D328-259B-03F13AC281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862" y="4980033"/>
                      <a:ext cx="2073" cy="2080"/>
                    </a:xfrm>
                    <a:custGeom>
                      <a:avLst/>
                      <a:gdLst>
                        <a:gd name="connsiteX0" fmla="*/ 48 w 2073"/>
                        <a:gd name="connsiteY0" fmla="*/ 731 h 2080"/>
                        <a:gd name="connsiteX1" fmla="*/ 1348 w 2073"/>
                        <a:gd name="connsiteY1" fmla="*/ 49 h 2080"/>
                        <a:gd name="connsiteX2" fmla="*/ 2025 w 2073"/>
                        <a:gd name="connsiteY2" fmla="*/ 1349 h 2080"/>
                        <a:gd name="connsiteX3" fmla="*/ 725 w 2073"/>
                        <a:gd name="connsiteY3" fmla="*/ 2031 h 2080"/>
                        <a:gd name="connsiteX4" fmla="*/ 48 w 2073"/>
                        <a:gd name="connsiteY4" fmla="*/ 731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0">
                          <a:moveTo>
                            <a:pt x="48" y="731"/>
                          </a:moveTo>
                          <a:cubicBezTo>
                            <a:pt x="221" y="176"/>
                            <a:pt x="803" y="-125"/>
                            <a:pt x="1348" y="49"/>
                          </a:cubicBezTo>
                          <a:cubicBezTo>
                            <a:pt x="1894" y="224"/>
                            <a:pt x="2197" y="810"/>
                            <a:pt x="2025" y="1349"/>
                          </a:cubicBezTo>
                          <a:cubicBezTo>
                            <a:pt x="1853" y="1904"/>
                            <a:pt x="1271" y="2205"/>
                            <a:pt x="725" y="2031"/>
                          </a:cubicBezTo>
                          <a:cubicBezTo>
                            <a:pt x="180" y="1857"/>
                            <a:pt x="-124" y="1270"/>
                            <a:pt x="48" y="7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84" name="Freeform: Shape 1383">
                      <a:extLst>
                        <a:ext uri="{FF2B5EF4-FFF2-40B4-BE49-F238E27FC236}">
                          <a16:creationId xmlns:a16="http://schemas.microsoft.com/office/drawing/2014/main" id="{6C58E686-3AA5-D7A8-4122-F1C057873F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038" y="4978835"/>
                      <a:ext cx="2073" cy="2073"/>
                    </a:xfrm>
                    <a:custGeom>
                      <a:avLst/>
                      <a:gdLst>
                        <a:gd name="connsiteX0" fmla="*/ 49 w 2073"/>
                        <a:gd name="connsiteY0" fmla="*/ 724 h 2073"/>
                        <a:gd name="connsiteX1" fmla="*/ 1349 w 2073"/>
                        <a:gd name="connsiteY1" fmla="*/ 42 h 2073"/>
                        <a:gd name="connsiteX2" fmla="*/ 2025 w 2073"/>
                        <a:gd name="connsiteY2" fmla="*/ 1342 h 2073"/>
                        <a:gd name="connsiteX3" fmla="*/ 725 w 2073"/>
                        <a:gd name="connsiteY3" fmla="*/ 2024 h 2073"/>
                        <a:gd name="connsiteX4" fmla="*/ 49 w 2073"/>
                        <a:gd name="connsiteY4" fmla="*/ 7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49" y="724"/>
                          </a:moveTo>
                          <a:cubicBezTo>
                            <a:pt x="221" y="185"/>
                            <a:pt x="803" y="-116"/>
                            <a:pt x="1349" y="42"/>
                          </a:cubicBezTo>
                          <a:cubicBezTo>
                            <a:pt x="1894" y="217"/>
                            <a:pt x="2197" y="803"/>
                            <a:pt x="2025" y="1342"/>
                          </a:cubicBezTo>
                          <a:cubicBezTo>
                            <a:pt x="1854" y="1897"/>
                            <a:pt x="1271" y="2198"/>
                            <a:pt x="725" y="2024"/>
                          </a:cubicBezTo>
                          <a:cubicBezTo>
                            <a:pt x="179" y="1850"/>
                            <a:pt x="-124" y="1279"/>
                            <a:pt x="49" y="7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85" name="Freeform: Shape 1384">
                      <a:extLst>
                        <a:ext uri="{FF2B5EF4-FFF2-40B4-BE49-F238E27FC236}">
                          <a16:creationId xmlns:a16="http://schemas.microsoft.com/office/drawing/2014/main" id="{E17661D9-6CF8-149E-A8D2-ED418BD22C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645" y="4967969"/>
                      <a:ext cx="2072" cy="2064"/>
                    </a:xfrm>
                    <a:custGeom>
                      <a:avLst/>
                      <a:gdLst>
                        <a:gd name="connsiteX0" fmla="*/ 48 w 2072"/>
                        <a:gd name="connsiteY0" fmla="*/ 715 h 2064"/>
                        <a:gd name="connsiteX1" fmla="*/ 1348 w 2072"/>
                        <a:gd name="connsiteY1" fmla="*/ 50 h 2064"/>
                        <a:gd name="connsiteX2" fmla="*/ 2025 w 2072"/>
                        <a:gd name="connsiteY2" fmla="*/ 1334 h 2064"/>
                        <a:gd name="connsiteX3" fmla="*/ 725 w 2072"/>
                        <a:gd name="connsiteY3" fmla="*/ 2015 h 2064"/>
                        <a:gd name="connsiteX4" fmla="*/ 48 w 2072"/>
                        <a:gd name="connsiteY4" fmla="*/ 715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4">
                          <a:moveTo>
                            <a:pt x="48" y="715"/>
                          </a:moveTo>
                          <a:cubicBezTo>
                            <a:pt x="221" y="176"/>
                            <a:pt x="802" y="-125"/>
                            <a:pt x="1348" y="50"/>
                          </a:cubicBezTo>
                          <a:cubicBezTo>
                            <a:pt x="1893" y="208"/>
                            <a:pt x="2196" y="795"/>
                            <a:pt x="2025" y="1334"/>
                          </a:cubicBezTo>
                          <a:cubicBezTo>
                            <a:pt x="1854" y="1889"/>
                            <a:pt x="1270" y="2190"/>
                            <a:pt x="725" y="2015"/>
                          </a:cubicBezTo>
                          <a:cubicBezTo>
                            <a:pt x="179" y="1841"/>
                            <a:pt x="-123" y="1270"/>
                            <a:pt x="48" y="71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86" name="Freeform: Shape 1385">
                      <a:extLst>
                        <a:ext uri="{FF2B5EF4-FFF2-40B4-BE49-F238E27FC236}">
                          <a16:creationId xmlns:a16="http://schemas.microsoft.com/office/drawing/2014/main" id="{2075DCAC-9C72-4CFA-BB91-EAE24B4C10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469" y="4972170"/>
                      <a:ext cx="2073" cy="2079"/>
                    </a:xfrm>
                    <a:custGeom>
                      <a:avLst/>
                      <a:gdLst>
                        <a:gd name="connsiteX0" fmla="*/ 49 w 2073"/>
                        <a:gd name="connsiteY0" fmla="*/ 731 h 2079"/>
                        <a:gd name="connsiteX1" fmla="*/ 1349 w 2073"/>
                        <a:gd name="connsiteY1" fmla="*/ 49 h 2079"/>
                        <a:gd name="connsiteX2" fmla="*/ 2026 w 2073"/>
                        <a:gd name="connsiteY2" fmla="*/ 1349 h 2079"/>
                        <a:gd name="connsiteX3" fmla="*/ 726 w 2073"/>
                        <a:gd name="connsiteY3" fmla="*/ 2031 h 2079"/>
                        <a:gd name="connsiteX4" fmla="*/ 49 w 2073"/>
                        <a:gd name="connsiteY4" fmla="*/ 731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9">
                          <a:moveTo>
                            <a:pt x="49" y="731"/>
                          </a:moveTo>
                          <a:cubicBezTo>
                            <a:pt x="221" y="176"/>
                            <a:pt x="803" y="-125"/>
                            <a:pt x="1349" y="49"/>
                          </a:cubicBezTo>
                          <a:cubicBezTo>
                            <a:pt x="1894" y="224"/>
                            <a:pt x="2197" y="810"/>
                            <a:pt x="2026" y="1349"/>
                          </a:cubicBezTo>
                          <a:cubicBezTo>
                            <a:pt x="1853" y="1888"/>
                            <a:pt x="1271" y="2206"/>
                            <a:pt x="726" y="2031"/>
                          </a:cubicBezTo>
                          <a:cubicBezTo>
                            <a:pt x="179" y="1857"/>
                            <a:pt x="-124" y="1270"/>
                            <a:pt x="49" y="7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87" name="Freeform: Shape 1386">
                      <a:extLst>
                        <a:ext uri="{FF2B5EF4-FFF2-40B4-BE49-F238E27FC236}">
                          <a16:creationId xmlns:a16="http://schemas.microsoft.com/office/drawing/2014/main" id="{165312E5-BBCA-55FA-BAB6-2A9142F48B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207" y="4966399"/>
                      <a:ext cx="2073" cy="2064"/>
                    </a:xfrm>
                    <a:custGeom>
                      <a:avLst/>
                      <a:gdLst>
                        <a:gd name="connsiteX0" fmla="*/ 49 w 2073"/>
                        <a:gd name="connsiteY0" fmla="*/ 715 h 2064"/>
                        <a:gd name="connsiteX1" fmla="*/ 1349 w 2073"/>
                        <a:gd name="connsiteY1" fmla="*/ 50 h 2064"/>
                        <a:gd name="connsiteX2" fmla="*/ 2025 w 2073"/>
                        <a:gd name="connsiteY2" fmla="*/ 1334 h 2064"/>
                        <a:gd name="connsiteX3" fmla="*/ 725 w 2073"/>
                        <a:gd name="connsiteY3" fmla="*/ 2015 h 2064"/>
                        <a:gd name="connsiteX4" fmla="*/ 49 w 2073"/>
                        <a:gd name="connsiteY4" fmla="*/ 715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49" y="715"/>
                          </a:moveTo>
                          <a:cubicBezTo>
                            <a:pt x="221" y="176"/>
                            <a:pt x="803" y="-125"/>
                            <a:pt x="1349" y="50"/>
                          </a:cubicBezTo>
                          <a:cubicBezTo>
                            <a:pt x="1894" y="208"/>
                            <a:pt x="2197" y="795"/>
                            <a:pt x="2025" y="1334"/>
                          </a:cubicBezTo>
                          <a:cubicBezTo>
                            <a:pt x="1854" y="1888"/>
                            <a:pt x="1271" y="2190"/>
                            <a:pt x="725" y="2015"/>
                          </a:cubicBezTo>
                          <a:cubicBezTo>
                            <a:pt x="179" y="1841"/>
                            <a:pt x="-124" y="1270"/>
                            <a:pt x="49" y="71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88" name="Freeform: Shape 1387">
                      <a:extLst>
                        <a:ext uri="{FF2B5EF4-FFF2-40B4-BE49-F238E27FC236}">
                          <a16:creationId xmlns:a16="http://schemas.microsoft.com/office/drawing/2014/main" id="{6124DBB2-B56B-766A-4EC1-75E9818E96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6465" y="4974865"/>
                      <a:ext cx="2072" cy="2073"/>
                    </a:xfrm>
                    <a:custGeom>
                      <a:avLst/>
                      <a:gdLst>
                        <a:gd name="connsiteX0" fmla="*/ 48 w 2072"/>
                        <a:gd name="connsiteY0" fmla="*/ 731 h 2073"/>
                        <a:gd name="connsiteX1" fmla="*/ 1348 w 2072"/>
                        <a:gd name="connsiteY1" fmla="*/ 49 h 2073"/>
                        <a:gd name="connsiteX2" fmla="*/ 2025 w 2072"/>
                        <a:gd name="connsiteY2" fmla="*/ 1349 h 2073"/>
                        <a:gd name="connsiteX3" fmla="*/ 725 w 2072"/>
                        <a:gd name="connsiteY3" fmla="*/ 2031 h 2073"/>
                        <a:gd name="connsiteX4" fmla="*/ 48 w 2072"/>
                        <a:gd name="connsiteY4" fmla="*/ 731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48" y="731"/>
                          </a:moveTo>
                          <a:cubicBezTo>
                            <a:pt x="221" y="176"/>
                            <a:pt x="802" y="-125"/>
                            <a:pt x="1348" y="49"/>
                          </a:cubicBezTo>
                          <a:cubicBezTo>
                            <a:pt x="1893" y="224"/>
                            <a:pt x="2196" y="810"/>
                            <a:pt x="2025" y="1349"/>
                          </a:cubicBezTo>
                          <a:cubicBezTo>
                            <a:pt x="1852" y="1888"/>
                            <a:pt x="1270" y="2190"/>
                            <a:pt x="725" y="2031"/>
                          </a:cubicBezTo>
                          <a:cubicBezTo>
                            <a:pt x="179" y="1857"/>
                            <a:pt x="-123" y="1270"/>
                            <a:pt x="48" y="7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89" name="Freeform: Shape 1388">
                      <a:extLst>
                        <a:ext uri="{FF2B5EF4-FFF2-40B4-BE49-F238E27FC236}">
                          <a16:creationId xmlns:a16="http://schemas.microsoft.com/office/drawing/2014/main" id="{7F3CD74B-D784-E573-BF60-30ECF369EF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076" y="4969332"/>
                      <a:ext cx="2072" cy="2073"/>
                    </a:xfrm>
                    <a:custGeom>
                      <a:avLst/>
                      <a:gdLst>
                        <a:gd name="connsiteX0" fmla="*/ 48 w 2072"/>
                        <a:gd name="connsiteY0" fmla="*/ 731 h 2073"/>
                        <a:gd name="connsiteX1" fmla="*/ 1348 w 2072"/>
                        <a:gd name="connsiteY1" fmla="*/ 49 h 2073"/>
                        <a:gd name="connsiteX2" fmla="*/ 2025 w 2072"/>
                        <a:gd name="connsiteY2" fmla="*/ 1349 h 2073"/>
                        <a:gd name="connsiteX3" fmla="*/ 725 w 2072"/>
                        <a:gd name="connsiteY3" fmla="*/ 2031 h 2073"/>
                        <a:gd name="connsiteX4" fmla="*/ 48 w 2072"/>
                        <a:gd name="connsiteY4" fmla="*/ 731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48" y="731"/>
                          </a:moveTo>
                          <a:cubicBezTo>
                            <a:pt x="221" y="176"/>
                            <a:pt x="802" y="-125"/>
                            <a:pt x="1348" y="49"/>
                          </a:cubicBezTo>
                          <a:cubicBezTo>
                            <a:pt x="1893" y="224"/>
                            <a:pt x="2196" y="810"/>
                            <a:pt x="2025" y="1349"/>
                          </a:cubicBezTo>
                          <a:cubicBezTo>
                            <a:pt x="1852" y="1888"/>
                            <a:pt x="1270" y="2190"/>
                            <a:pt x="725" y="2031"/>
                          </a:cubicBezTo>
                          <a:cubicBezTo>
                            <a:pt x="179" y="1857"/>
                            <a:pt x="-123" y="1270"/>
                            <a:pt x="48" y="7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90" name="Freeform: Shape 1389">
                      <a:extLst>
                        <a:ext uri="{FF2B5EF4-FFF2-40B4-BE49-F238E27FC236}">
                          <a16:creationId xmlns:a16="http://schemas.microsoft.com/office/drawing/2014/main" id="{CF622716-427F-B774-B9CA-C5F4F661C8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732" y="4977948"/>
                      <a:ext cx="2072" cy="2073"/>
                    </a:xfrm>
                    <a:custGeom>
                      <a:avLst/>
                      <a:gdLst>
                        <a:gd name="connsiteX0" fmla="*/ 49 w 2072"/>
                        <a:gd name="connsiteY0" fmla="*/ 724 h 2073"/>
                        <a:gd name="connsiteX1" fmla="*/ 1349 w 2072"/>
                        <a:gd name="connsiteY1" fmla="*/ 42 h 2073"/>
                        <a:gd name="connsiteX2" fmla="*/ 2024 w 2072"/>
                        <a:gd name="connsiteY2" fmla="*/ 1358 h 2073"/>
                        <a:gd name="connsiteX3" fmla="*/ 724 w 2072"/>
                        <a:gd name="connsiteY3" fmla="*/ 2024 h 2073"/>
                        <a:gd name="connsiteX4" fmla="*/ 49 w 2072"/>
                        <a:gd name="connsiteY4" fmla="*/ 7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49" y="724"/>
                          </a:moveTo>
                          <a:cubicBezTo>
                            <a:pt x="221" y="185"/>
                            <a:pt x="803" y="-116"/>
                            <a:pt x="1349" y="42"/>
                          </a:cubicBezTo>
                          <a:cubicBezTo>
                            <a:pt x="1894" y="217"/>
                            <a:pt x="2197" y="803"/>
                            <a:pt x="2024" y="1358"/>
                          </a:cubicBezTo>
                          <a:cubicBezTo>
                            <a:pt x="1851" y="1897"/>
                            <a:pt x="1269" y="2198"/>
                            <a:pt x="724" y="2024"/>
                          </a:cubicBezTo>
                          <a:cubicBezTo>
                            <a:pt x="179" y="1849"/>
                            <a:pt x="-124" y="1279"/>
                            <a:pt x="49" y="7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91" name="Freeform: Shape 1390">
                      <a:extLst>
                        <a:ext uri="{FF2B5EF4-FFF2-40B4-BE49-F238E27FC236}">
                          <a16:creationId xmlns:a16="http://schemas.microsoft.com/office/drawing/2014/main" id="{712C47AB-A57B-B686-F890-9506159736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909" y="4976751"/>
                      <a:ext cx="2073" cy="2065"/>
                    </a:xfrm>
                    <a:custGeom>
                      <a:avLst/>
                      <a:gdLst>
                        <a:gd name="connsiteX0" fmla="*/ 49 w 2073"/>
                        <a:gd name="connsiteY0" fmla="*/ 715 h 2065"/>
                        <a:gd name="connsiteX1" fmla="*/ 1349 w 2073"/>
                        <a:gd name="connsiteY1" fmla="*/ 50 h 2065"/>
                        <a:gd name="connsiteX2" fmla="*/ 2026 w 2073"/>
                        <a:gd name="connsiteY2" fmla="*/ 1350 h 2065"/>
                        <a:gd name="connsiteX3" fmla="*/ 726 w 2073"/>
                        <a:gd name="connsiteY3" fmla="*/ 2015 h 2065"/>
                        <a:gd name="connsiteX4" fmla="*/ 49 w 2073"/>
                        <a:gd name="connsiteY4" fmla="*/ 715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5">
                          <a:moveTo>
                            <a:pt x="49" y="715"/>
                          </a:moveTo>
                          <a:cubicBezTo>
                            <a:pt x="221" y="176"/>
                            <a:pt x="803" y="-125"/>
                            <a:pt x="1349" y="50"/>
                          </a:cubicBezTo>
                          <a:cubicBezTo>
                            <a:pt x="1894" y="224"/>
                            <a:pt x="2197" y="795"/>
                            <a:pt x="2026" y="1350"/>
                          </a:cubicBezTo>
                          <a:cubicBezTo>
                            <a:pt x="1853" y="1889"/>
                            <a:pt x="1271" y="2190"/>
                            <a:pt x="726" y="2015"/>
                          </a:cubicBezTo>
                          <a:cubicBezTo>
                            <a:pt x="179" y="1841"/>
                            <a:pt x="-124" y="1270"/>
                            <a:pt x="49" y="71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92" name="Freeform: Shape 1391">
                      <a:extLst>
                        <a:ext uri="{FF2B5EF4-FFF2-40B4-BE49-F238E27FC236}">
                          <a16:creationId xmlns:a16="http://schemas.microsoft.com/office/drawing/2014/main" id="{AB2D4B95-211F-E073-6897-27DD87DD01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389" y="4983727"/>
                      <a:ext cx="2072" cy="2073"/>
                    </a:xfrm>
                    <a:custGeom>
                      <a:avLst/>
                      <a:gdLst>
                        <a:gd name="connsiteX0" fmla="*/ 48 w 2072"/>
                        <a:gd name="connsiteY0" fmla="*/ 731 h 2073"/>
                        <a:gd name="connsiteX1" fmla="*/ 1348 w 2072"/>
                        <a:gd name="connsiteY1" fmla="*/ 49 h 2073"/>
                        <a:gd name="connsiteX2" fmla="*/ 2025 w 2072"/>
                        <a:gd name="connsiteY2" fmla="*/ 1349 h 2073"/>
                        <a:gd name="connsiteX3" fmla="*/ 725 w 2072"/>
                        <a:gd name="connsiteY3" fmla="*/ 2031 h 2073"/>
                        <a:gd name="connsiteX4" fmla="*/ 48 w 2072"/>
                        <a:gd name="connsiteY4" fmla="*/ 731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48" y="731"/>
                          </a:moveTo>
                          <a:cubicBezTo>
                            <a:pt x="221" y="176"/>
                            <a:pt x="802" y="-125"/>
                            <a:pt x="1348" y="49"/>
                          </a:cubicBezTo>
                          <a:cubicBezTo>
                            <a:pt x="1893" y="224"/>
                            <a:pt x="2196" y="795"/>
                            <a:pt x="2025" y="1349"/>
                          </a:cubicBezTo>
                          <a:cubicBezTo>
                            <a:pt x="1852" y="1888"/>
                            <a:pt x="1270" y="2190"/>
                            <a:pt x="725" y="2031"/>
                          </a:cubicBezTo>
                          <a:cubicBezTo>
                            <a:pt x="179" y="1857"/>
                            <a:pt x="-123" y="1270"/>
                            <a:pt x="48" y="7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93" name="Freeform: Shape 1392">
                      <a:extLst>
                        <a:ext uri="{FF2B5EF4-FFF2-40B4-BE49-F238E27FC236}">
                          <a16:creationId xmlns:a16="http://schemas.microsoft.com/office/drawing/2014/main" id="{2E484D71-FDDD-C8A6-66C6-FFEDFF5DB7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214" y="4987935"/>
                      <a:ext cx="2073" cy="2073"/>
                    </a:xfrm>
                    <a:custGeom>
                      <a:avLst/>
                      <a:gdLst>
                        <a:gd name="connsiteX0" fmla="*/ 49 w 2073"/>
                        <a:gd name="connsiteY0" fmla="*/ 724 h 2073"/>
                        <a:gd name="connsiteX1" fmla="*/ 1349 w 2073"/>
                        <a:gd name="connsiteY1" fmla="*/ 42 h 2073"/>
                        <a:gd name="connsiteX2" fmla="*/ 2026 w 2073"/>
                        <a:gd name="connsiteY2" fmla="*/ 1342 h 2073"/>
                        <a:gd name="connsiteX3" fmla="*/ 726 w 2073"/>
                        <a:gd name="connsiteY3" fmla="*/ 2024 h 2073"/>
                        <a:gd name="connsiteX4" fmla="*/ 49 w 2073"/>
                        <a:gd name="connsiteY4" fmla="*/ 7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49" y="724"/>
                          </a:moveTo>
                          <a:cubicBezTo>
                            <a:pt x="221" y="185"/>
                            <a:pt x="803" y="-116"/>
                            <a:pt x="1349" y="42"/>
                          </a:cubicBezTo>
                          <a:cubicBezTo>
                            <a:pt x="1894" y="217"/>
                            <a:pt x="2197" y="803"/>
                            <a:pt x="2026" y="1342"/>
                          </a:cubicBezTo>
                          <a:cubicBezTo>
                            <a:pt x="1853" y="1897"/>
                            <a:pt x="1271" y="2198"/>
                            <a:pt x="726" y="2024"/>
                          </a:cubicBezTo>
                          <a:cubicBezTo>
                            <a:pt x="179" y="1850"/>
                            <a:pt x="-124" y="1279"/>
                            <a:pt x="49" y="7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94" name="Freeform: Shape 1393">
                      <a:extLst>
                        <a:ext uri="{FF2B5EF4-FFF2-40B4-BE49-F238E27FC236}">
                          <a16:creationId xmlns:a16="http://schemas.microsoft.com/office/drawing/2014/main" id="{B2514680-8346-1506-CB65-37A544F8CD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951" y="4982157"/>
                      <a:ext cx="2073" cy="2073"/>
                    </a:xfrm>
                    <a:custGeom>
                      <a:avLst/>
                      <a:gdLst>
                        <a:gd name="connsiteX0" fmla="*/ 49 w 2073"/>
                        <a:gd name="connsiteY0" fmla="*/ 731 h 2073"/>
                        <a:gd name="connsiteX1" fmla="*/ 1349 w 2073"/>
                        <a:gd name="connsiteY1" fmla="*/ 49 h 2073"/>
                        <a:gd name="connsiteX2" fmla="*/ 2025 w 2073"/>
                        <a:gd name="connsiteY2" fmla="*/ 1349 h 2073"/>
                        <a:gd name="connsiteX3" fmla="*/ 725 w 2073"/>
                        <a:gd name="connsiteY3" fmla="*/ 2031 h 2073"/>
                        <a:gd name="connsiteX4" fmla="*/ 49 w 2073"/>
                        <a:gd name="connsiteY4" fmla="*/ 731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49" y="731"/>
                          </a:moveTo>
                          <a:cubicBezTo>
                            <a:pt x="221" y="176"/>
                            <a:pt x="803" y="-125"/>
                            <a:pt x="1349" y="49"/>
                          </a:cubicBezTo>
                          <a:cubicBezTo>
                            <a:pt x="1894" y="224"/>
                            <a:pt x="2197" y="794"/>
                            <a:pt x="2025" y="1349"/>
                          </a:cubicBezTo>
                          <a:cubicBezTo>
                            <a:pt x="1853" y="1888"/>
                            <a:pt x="1271" y="2190"/>
                            <a:pt x="725" y="2031"/>
                          </a:cubicBezTo>
                          <a:cubicBezTo>
                            <a:pt x="179" y="1857"/>
                            <a:pt x="-124" y="1270"/>
                            <a:pt x="49" y="7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95" name="Freeform: Shape 1394">
                      <a:extLst>
                        <a:ext uri="{FF2B5EF4-FFF2-40B4-BE49-F238E27FC236}">
                          <a16:creationId xmlns:a16="http://schemas.microsoft.com/office/drawing/2014/main" id="{BA193F0B-5C12-977D-64CF-F62D497931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210" y="4990630"/>
                      <a:ext cx="2071" cy="2073"/>
                    </a:xfrm>
                    <a:custGeom>
                      <a:avLst/>
                      <a:gdLst>
                        <a:gd name="connsiteX0" fmla="*/ 48 w 2071"/>
                        <a:gd name="connsiteY0" fmla="*/ 724 h 2073"/>
                        <a:gd name="connsiteX1" fmla="*/ 1348 w 2071"/>
                        <a:gd name="connsiteY1" fmla="*/ 42 h 2073"/>
                        <a:gd name="connsiteX2" fmla="*/ 2023 w 2071"/>
                        <a:gd name="connsiteY2" fmla="*/ 1342 h 2073"/>
                        <a:gd name="connsiteX3" fmla="*/ 723 w 2071"/>
                        <a:gd name="connsiteY3" fmla="*/ 2024 h 2073"/>
                        <a:gd name="connsiteX4" fmla="*/ 48 w 2071"/>
                        <a:gd name="connsiteY4" fmla="*/ 7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48" y="724"/>
                          </a:moveTo>
                          <a:cubicBezTo>
                            <a:pt x="221" y="185"/>
                            <a:pt x="802" y="-116"/>
                            <a:pt x="1348" y="42"/>
                          </a:cubicBezTo>
                          <a:cubicBezTo>
                            <a:pt x="1893" y="217"/>
                            <a:pt x="2196" y="803"/>
                            <a:pt x="2023" y="1342"/>
                          </a:cubicBezTo>
                          <a:cubicBezTo>
                            <a:pt x="1850" y="1897"/>
                            <a:pt x="1269" y="2198"/>
                            <a:pt x="723" y="2024"/>
                          </a:cubicBezTo>
                          <a:cubicBezTo>
                            <a:pt x="179" y="1849"/>
                            <a:pt x="-123" y="1263"/>
                            <a:pt x="48" y="7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96" name="Freeform: Shape 1395">
                      <a:extLst>
                        <a:ext uri="{FF2B5EF4-FFF2-40B4-BE49-F238E27FC236}">
                          <a16:creationId xmlns:a16="http://schemas.microsoft.com/office/drawing/2014/main" id="{6DCB1666-A19B-99C3-59F7-6CB445EA44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821" y="4985097"/>
                      <a:ext cx="2072" cy="2073"/>
                    </a:xfrm>
                    <a:custGeom>
                      <a:avLst/>
                      <a:gdLst>
                        <a:gd name="connsiteX0" fmla="*/ 48 w 2072"/>
                        <a:gd name="connsiteY0" fmla="*/ 724 h 2073"/>
                        <a:gd name="connsiteX1" fmla="*/ 1348 w 2072"/>
                        <a:gd name="connsiteY1" fmla="*/ 42 h 2073"/>
                        <a:gd name="connsiteX2" fmla="*/ 2025 w 2072"/>
                        <a:gd name="connsiteY2" fmla="*/ 1342 h 2073"/>
                        <a:gd name="connsiteX3" fmla="*/ 725 w 2072"/>
                        <a:gd name="connsiteY3" fmla="*/ 2024 h 2073"/>
                        <a:gd name="connsiteX4" fmla="*/ 48 w 2072"/>
                        <a:gd name="connsiteY4" fmla="*/ 7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48" y="724"/>
                          </a:moveTo>
                          <a:cubicBezTo>
                            <a:pt x="221" y="185"/>
                            <a:pt x="802" y="-116"/>
                            <a:pt x="1348" y="42"/>
                          </a:cubicBezTo>
                          <a:cubicBezTo>
                            <a:pt x="1893" y="217"/>
                            <a:pt x="2196" y="803"/>
                            <a:pt x="2025" y="1342"/>
                          </a:cubicBezTo>
                          <a:cubicBezTo>
                            <a:pt x="1852" y="1897"/>
                            <a:pt x="1270" y="2198"/>
                            <a:pt x="725" y="2024"/>
                          </a:cubicBezTo>
                          <a:cubicBezTo>
                            <a:pt x="179" y="1849"/>
                            <a:pt x="-123" y="1263"/>
                            <a:pt x="48" y="7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97" name="Freeform: Shape 1396">
                      <a:extLst>
                        <a:ext uri="{FF2B5EF4-FFF2-40B4-BE49-F238E27FC236}">
                          <a16:creationId xmlns:a16="http://schemas.microsoft.com/office/drawing/2014/main" id="{02B50396-C0EA-F61F-7C07-F701C2B6AA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208" y="4993921"/>
                      <a:ext cx="2073" cy="2080"/>
                    </a:xfrm>
                    <a:custGeom>
                      <a:avLst/>
                      <a:gdLst>
                        <a:gd name="connsiteX0" fmla="*/ 49 w 2073"/>
                        <a:gd name="connsiteY0" fmla="*/ 731 h 2080"/>
                        <a:gd name="connsiteX1" fmla="*/ 1349 w 2073"/>
                        <a:gd name="connsiteY1" fmla="*/ 49 h 2080"/>
                        <a:gd name="connsiteX2" fmla="*/ 2026 w 2073"/>
                        <a:gd name="connsiteY2" fmla="*/ 1349 h 2080"/>
                        <a:gd name="connsiteX3" fmla="*/ 726 w 2073"/>
                        <a:gd name="connsiteY3" fmla="*/ 2031 h 2080"/>
                        <a:gd name="connsiteX4" fmla="*/ 49 w 2073"/>
                        <a:gd name="connsiteY4" fmla="*/ 731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0">
                          <a:moveTo>
                            <a:pt x="49" y="731"/>
                          </a:moveTo>
                          <a:cubicBezTo>
                            <a:pt x="221" y="176"/>
                            <a:pt x="803" y="-125"/>
                            <a:pt x="1349" y="49"/>
                          </a:cubicBezTo>
                          <a:cubicBezTo>
                            <a:pt x="1894" y="224"/>
                            <a:pt x="2197" y="810"/>
                            <a:pt x="2026" y="1349"/>
                          </a:cubicBezTo>
                          <a:cubicBezTo>
                            <a:pt x="1853" y="1904"/>
                            <a:pt x="1271" y="2205"/>
                            <a:pt x="726" y="2031"/>
                          </a:cubicBezTo>
                          <a:cubicBezTo>
                            <a:pt x="179" y="1857"/>
                            <a:pt x="-124" y="1270"/>
                            <a:pt x="49" y="7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98" name="Freeform: Shape 1397">
                      <a:extLst>
                        <a:ext uri="{FF2B5EF4-FFF2-40B4-BE49-F238E27FC236}">
                          <a16:creationId xmlns:a16="http://schemas.microsoft.com/office/drawing/2014/main" id="{32635E5F-C38F-D282-7C25-FD2B372B6C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224" y="4989244"/>
                      <a:ext cx="2073" cy="2065"/>
                    </a:xfrm>
                    <a:custGeom>
                      <a:avLst/>
                      <a:gdLst>
                        <a:gd name="connsiteX0" fmla="*/ 49 w 2073"/>
                        <a:gd name="connsiteY0" fmla="*/ 715 h 2065"/>
                        <a:gd name="connsiteX1" fmla="*/ 1349 w 2073"/>
                        <a:gd name="connsiteY1" fmla="*/ 50 h 2065"/>
                        <a:gd name="connsiteX2" fmla="*/ 2026 w 2073"/>
                        <a:gd name="connsiteY2" fmla="*/ 1350 h 2065"/>
                        <a:gd name="connsiteX3" fmla="*/ 726 w 2073"/>
                        <a:gd name="connsiteY3" fmla="*/ 2015 h 2065"/>
                        <a:gd name="connsiteX4" fmla="*/ 49 w 2073"/>
                        <a:gd name="connsiteY4" fmla="*/ 715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5">
                          <a:moveTo>
                            <a:pt x="49" y="715"/>
                          </a:moveTo>
                          <a:cubicBezTo>
                            <a:pt x="221" y="176"/>
                            <a:pt x="803" y="-125"/>
                            <a:pt x="1349" y="50"/>
                          </a:cubicBezTo>
                          <a:cubicBezTo>
                            <a:pt x="1894" y="208"/>
                            <a:pt x="2197" y="795"/>
                            <a:pt x="2026" y="1350"/>
                          </a:cubicBezTo>
                          <a:cubicBezTo>
                            <a:pt x="1853" y="1889"/>
                            <a:pt x="1271" y="2190"/>
                            <a:pt x="726" y="2015"/>
                          </a:cubicBezTo>
                          <a:cubicBezTo>
                            <a:pt x="179" y="1841"/>
                            <a:pt x="-124" y="1270"/>
                            <a:pt x="49" y="71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99" name="Freeform: Shape 1398">
                      <a:extLst>
                        <a:ext uri="{FF2B5EF4-FFF2-40B4-BE49-F238E27FC236}">
                          <a16:creationId xmlns:a16="http://schemas.microsoft.com/office/drawing/2014/main" id="{FABAE511-4EC8-7BC3-A31D-548D60F4E2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5855" y="4984203"/>
                      <a:ext cx="2072" cy="2073"/>
                    </a:xfrm>
                    <a:custGeom>
                      <a:avLst/>
                      <a:gdLst>
                        <a:gd name="connsiteX0" fmla="*/ 49 w 2072"/>
                        <a:gd name="connsiteY0" fmla="*/ 731 h 2073"/>
                        <a:gd name="connsiteX1" fmla="*/ 1349 w 2072"/>
                        <a:gd name="connsiteY1" fmla="*/ 49 h 2073"/>
                        <a:gd name="connsiteX2" fmla="*/ 2024 w 2072"/>
                        <a:gd name="connsiteY2" fmla="*/ 1349 h 2073"/>
                        <a:gd name="connsiteX3" fmla="*/ 724 w 2072"/>
                        <a:gd name="connsiteY3" fmla="*/ 2031 h 2073"/>
                        <a:gd name="connsiteX4" fmla="*/ 49 w 2072"/>
                        <a:gd name="connsiteY4" fmla="*/ 731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49" y="731"/>
                          </a:moveTo>
                          <a:cubicBezTo>
                            <a:pt x="221" y="176"/>
                            <a:pt x="803" y="-125"/>
                            <a:pt x="1349" y="49"/>
                          </a:cubicBezTo>
                          <a:cubicBezTo>
                            <a:pt x="1894" y="224"/>
                            <a:pt x="2197" y="794"/>
                            <a:pt x="2024" y="1349"/>
                          </a:cubicBezTo>
                          <a:cubicBezTo>
                            <a:pt x="1851" y="1888"/>
                            <a:pt x="1269" y="2190"/>
                            <a:pt x="724" y="2031"/>
                          </a:cubicBezTo>
                          <a:cubicBezTo>
                            <a:pt x="179" y="1857"/>
                            <a:pt x="-124" y="1270"/>
                            <a:pt x="49" y="7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00" name="Freeform: Shape 1399">
                      <a:extLst>
                        <a:ext uri="{FF2B5EF4-FFF2-40B4-BE49-F238E27FC236}">
                          <a16:creationId xmlns:a16="http://schemas.microsoft.com/office/drawing/2014/main" id="{026A4C7C-4C0C-6DEB-1AD3-34E55152C3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679" y="4988411"/>
                      <a:ext cx="2073" cy="2073"/>
                    </a:xfrm>
                    <a:custGeom>
                      <a:avLst/>
                      <a:gdLst>
                        <a:gd name="connsiteX0" fmla="*/ 49 w 2073"/>
                        <a:gd name="connsiteY0" fmla="*/ 724 h 2073"/>
                        <a:gd name="connsiteX1" fmla="*/ 1349 w 2073"/>
                        <a:gd name="connsiteY1" fmla="*/ 42 h 2073"/>
                        <a:gd name="connsiteX2" fmla="*/ 2025 w 2073"/>
                        <a:gd name="connsiteY2" fmla="*/ 1342 h 2073"/>
                        <a:gd name="connsiteX3" fmla="*/ 725 w 2073"/>
                        <a:gd name="connsiteY3" fmla="*/ 2024 h 2073"/>
                        <a:gd name="connsiteX4" fmla="*/ 49 w 2073"/>
                        <a:gd name="connsiteY4" fmla="*/ 7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49" y="724"/>
                          </a:moveTo>
                          <a:cubicBezTo>
                            <a:pt x="221" y="185"/>
                            <a:pt x="803" y="-116"/>
                            <a:pt x="1349" y="42"/>
                          </a:cubicBezTo>
                          <a:cubicBezTo>
                            <a:pt x="1894" y="217"/>
                            <a:pt x="2197" y="803"/>
                            <a:pt x="2025" y="1342"/>
                          </a:cubicBezTo>
                          <a:cubicBezTo>
                            <a:pt x="1853" y="1897"/>
                            <a:pt x="1271" y="2198"/>
                            <a:pt x="725" y="2024"/>
                          </a:cubicBezTo>
                          <a:cubicBezTo>
                            <a:pt x="179" y="1850"/>
                            <a:pt x="-124" y="1279"/>
                            <a:pt x="49" y="7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01" name="Freeform: Shape 1400">
                      <a:extLst>
                        <a:ext uri="{FF2B5EF4-FFF2-40B4-BE49-F238E27FC236}">
                          <a16:creationId xmlns:a16="http://schemas.microsoft.com/office/drawing/2014/main" id="{F30E81FB-9F5D-4A8B-E27B-D76F74F82B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0417" y="4982633"/>
                      <a:ext cx="2072" cy="2073"/>
                    </a:xfrm>
                    <a:custGeom>
                      <a:avLst/>
                      <a:gdLst>
                        <a:gd name="connsiteX0" fmla="*/ 48 w 2072"/>
                        <a:gd name="connsiteY0" fmla="*/ 731 h 2073"/>
                        <a:gd name="connsiteX1" fmla="*/ 1348 w 2072"/>
                        <a:gd name="connsiteY1" fmla="*/ 49 h 2073"/>
                        <a:gd name="connsiteX2" fmla="*/ 2025 w 2072"/>
                        <a:gd name="connsiteY2" fmla="*/ 1349 h 2073"/>
                        <a:gd name="connsiteX3" fmla="*/ 725 w 2072"/>
                        <a:gd name="connsiteY3" fmla="*/ 2031 h 2073"/>
                        <a:gd name="connsiteX4" fmla="*/ 48 w 2072"/>
                        <a:gd name="connsiteY4" fmla="*/ 731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48" y="731"/>
                          </a:moveTo>
                          <a:cubicBezTo>
                            <a:pt x="221" y="176"/>
                            <a:pt x="802" y="-125"/>
                            <a:pt x="1348" y="49"/>
                          </a:cubicBezTo>
                          <a:cubicBezTo>
                            <a:pt x="1893" y="224"/>
                            <a:pt x="2196" y="794"/>
                            <a:pt x="2025" y="1349"/>
                          </a:cubicBezTo>
                          <a:cubicBezTo>
                            <a:pt x="1853" y="1888"/>
                            <a:pt x="1270" y="2190"/>
                            <a:pt x="725" y="2031"/>
                          </a:cubicBezTo>
                          <a:cubicBezTo>
                            <a:pt x="179" y="1857"/>
                            <a:pt x="-123" y="1270"/>
                            <a:pt x="48" y="7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02" name="Freeform: Shape 1401">
                      <a:extLst>
                        <a:ext uri="{FF2B5EF4-FFF2-40B4-BE49-F238E27FC236}">
                          <a16:creationId xmlns:a16="http://schemas.microsoft.com/office/drawing/2014/main" id="{BABF51B3-24CE-4A7F-0421-ED25DEC08B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3675" y="4991106"/>
                      <a:ext cx="2073" cy="2073"/>
                    </a:xfrm>
                    <a:custGeom>
                      <a:avLst/>
                      <a:gdLst>
                        <a:gd name="connsiteX0" fmla="*/ 49 w 2073"/>
                        <a:gd name="connsiteY0" fmla="*/ 724 h 2073"/>
                        <a:gd name="connsiteX1" fmla="*/ 1349 w 2073"/>
                        <a:gd name="connsiteY1" fmla="*/ 42 h 2073"/>
                        <a:gd name="connsiteX2" fmla="*/ 2025 w 2073"/>
                        <a:gd name="connsiteY2" fmla="*/ 1342 h 2073"/>
                        <a:gd name="connsiteX3" fmla="*/ 726 w 2073"/>
                        <a:gd name="connsiteY3" fmla="*/ 2024 h 2073"/>
                        <a:gd name="connsiteX4" fmla="*/ 49 w 2073"/>
                        <a:gd name="connsiteY4" fmla="*/ 7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49" y="724"/>
                          </a:moveTo>
                          <a:cubicBezTo>
                            <a:pt x="221" y="185"/>
                            <a:pt x="803" y="-116"/>
                            <a:pt x="1349" y="42"/>
                          </a:cubicBezTo>
                          <a:cubicBezTo>
                            <a:pt x="1894" y="217"/>
                            <a:pt x="2197" y="803"/>
                            <a:pt x="2025" y="1342"/>
                          </a:cubicBezTo>
                          <a:cubicBezTo>
                            <a:pt x="1853" y="1897"/>
                            <a:pt x="1271" y="2198"/>
                            <a:pt x="726" y="2024"/>
                          </a:cubicBezTo>
                          <a:cubicBezTo>
                            <a:pt x="179" y="1850"/>
                            <a:pt x="-124" y="1279"/>
                            <a:pt x="49" y="7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03" name="Freeform: Shape 1402">
                      <a:extLst>
                        <a:ext uri="{FF2B5EF4-FFF2-40B4-BE49-F238E27FC236}">
                          <a16:creationId xmlns:a16="http://schemas.microsoft.com/office/drawing/2014/main" id="{EE261FB1-8913-3D54-4D72-AE2FED1504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286" y="4985573"/>
                      <a:ext cx="2073" cy="2073"/>
                    </a:xfrm>
                    <a:custGeom>
                      <a:avLst/>
                      <a:gdLst>
                        <a:gd name="connsiteX0" fmla="*/ 49 w 2073"/>
                        <a:gd name="connsiteY0" fmla="*/ 724 h 2073"/>
                        <a:gd name="connsiteX1" fmla="*/ 1349 w 2073"/>
                        <a:gd name="connsiteY1" fmla="*/ 42 h 2073"/>
                        <a:gd name="connsiteX2" fmla="*/ 2026 w 2073"/>
                        <a:gd name="connsiteY2" fmla="*/ 1342 h 2073"/>
                        <a:gd name="connsiteX3" fmla="*/ 726 w 2073"/>
                        <a:gd name="connsiteY3" fmla="*/ 2024 h 2073"/>
                        <a:gd name="connsiteX4" fmla="*/ 49 w 2073"/>
                        <a:gd name="connsiteY4" fmla="*/ 7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49" y="724"/>
                          </a:moveTo>
                          <a:cubicBezTo>
                            <a:pt x="221" y="185"/>
                            <a:pt x="803" y="-116"/>
                            <a:pt x="1349" y="42"/>
                          </a:cubicBezTo>
                          <a:cubicBezTo>
                            <a:pt x="1894" y="217"/>
                            <a:pt x="2197" y="803"/>
                            <a:pt x="2026" y="1342"/>
                          </a:cubicBezTo>
                          <a:cubicBezTo>
                            <a:pt x="1853" y="1897"/>
                            <a:pt x="1271" y="2198"/>
                            <a:pt x="726" y="2024"/>
                          </a:cubicBezTo>
                          <a:cubicBezTo>
                            <a:pt x="179" y="1850"/>
                            <a:pt x="-124" y="1279"/>
                            <a:pt x="49" y="7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04" name="Freeform: Shape 1403">
                      <a:extLst>
                        <a:ext uri="{FF2B5EF4-FFF2-40B4-BE49-F238E27FC236}">
                          <a16:creationId xmlns:a16="http://schemas.microsoft.com/office/drawing/2014/main" id="{83AF7262-F782-D647-6A2E-492F20CF05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363" y="4997028"/>
                      <a:ext cx="2073" cy="2064"/>
                    </a:xfrm>
                    <a:custGeom>
                      <a:avLst/>
                      <a:gdLst>
                        <a:gd name="connsiteX0" fmla="*/ 49 w 2073"/>
                        <a:gd name="connsiteY0" fmla="*/ 715 h 2064"/>
                        <a:gd name="connsiteX1" fmla="*/ 1348 w 2073"/>
                        <a:gd name="connsiteY1" fmla="*/ 50 h 2064"/>
                        <a:gd name="connsiteX2" fmla="*/ 2025 w 2073"/>
                        <a:gd name="connsiteY2" fmla="*/ 1350 h 2064"/>
                        <a:gd name="connsiteX3" fmla="*/ 726 w 2073"/>
                        <a:gd name="connsiteY3" fmla="*/ 2015 h 2064"/>
                        <a:gd name="connsiteX4" fmla="*/ 49 w 2073"/>
                        <a:gd name="connsiteY4" fmla="*/ 715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49" y="715"/>
                          </a:moveTo>
                          <a:cubicBezTo>
                            <a:pt x="221" y="176"/>
                            <a:pt x="803" y="-125"/>
                            <a:pt x="1348" y="50"/>
                          </a:cubicBezTo>
                          <a:cubicBezTo>
                            <a:pt x="1894" y="224"/>
                            <a:pt x="2197" y="795"/>
                            <a:pt x="2025" y="1350"/>
                          </a:cubicBezTo>
                          <a:cubicBezTo>
                            <a:pt x="1854" y="1889"/>
                            <a:pt x="1271" y="2190"/>
                            <a:pt x="726" y="2015"/>
                          </a:cubicBezTo>
                          <a:cubicBezTo>
                            <a:pt x="179" y="1857"/>
                            <a:pt x="-124" y="1270"/>
                            <a:pt x="49" y="71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05" name="Freeform: Shape 1404">
                      <a:extLst>
                        <a:ext uri="{FF2B5EF4-FFF2-40B4-BE49-F238E27FC236}">
                          <a16:creationId xmlns:a16="http://schemas.microsoft.com/office/drawing/2014/main" id="{5FA4782D-5FD4-1BC2-60BB-82E581A3D1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118" y="4992985"/>
                      <a:ext cx="2073" cy="2079"/>
                    </a:xfrm>
                    <a:custGeom>
                      <a:avLst/>
                      <a:gdLst>
                        <a:gd name="connsiteX0" fmla="*/ 49 w 2073"/>
                        <a:gd name="connsiteY0" fmla="*/ 731 h 2079"/>
                        <a:gd name="connsiteX1" fmla="*/ 1349 w 2073"/>
                        <a:gd name="connsiteY1" fmla="*/ 49 h 2079"/>
                        <a:gd name="connsiteX2" fmla="*/ 2025 w 2073"/>
                        <a:gd name="connsiteY2" fmla="*/ 1349 h 2079"/>
                        <a:gd name="connsiteX3" fmla="*/ 726 w 2073"/>
                        <a:gd name="connsiteY3" fmla="*/ 2031 h 2079"/>
                        <a:gd name="connsiteX4" fmla="*/ 49 w 2073"/>
                        <a:gd name="connsiteY4" fmla="*/ 731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9">
                          <a:moveTo>
                            <a:pt x="49" y="731"/>
                          </a:moveTo>
                          <a:cubicBezTo>
                            <a:pt x="221" y="176"/>
                            <a:pt x="803" y="-125"/>
                            <a:pt x="1349" y="49"/>
                          </a:cubicBezTo>
                          <a:cubicBezTo>
                            <a:pt x="1894" y="224"/>
                            <a:pt x="2197" y="810"/>
                            <a:pt x="2025" y="1349"/>
                          </a:cubicBezTo>
                          <a:cubicBezTo>
                            <a:pt x="1853" y="1888"/>
                            <a:pt x="1271" y="2206"/>
                            <a:pt x="726" y="2031"/>
                          </a:cubicBezTo>
                          <a:cubicBezTo>
                            <a:pt x="179" y="1857"/>
                            <a:pt x="-124" y="1270"/>
                            <a:pt x="49" y="7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06" name="Freeform: Shape 1405">
                      <a:extLst>
                        <a:ext uri="{FF2B5EF4-FFF2-40B4-BE49-F238E27FC236}">
                          <a16:creationId xmlns:a16="http://schemas.microsoft.com/office/drawing/2014/main" id="{925F1F02-1CF9-A01E-242D-14B8A382FC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264" y="4955492"/>
                      <a:ext cx="2073" cy="2073"/>
                    </a:xfrm>
                    <a:custGeom>
                      <a:avLst/>
                      <a:gdLst>
                        <a:gd name="connsiteX0" fmla="*/ 49 w 2073"/>
                        <a:gd name="connsiteY0" fmla="*/ 731 h 2073"/>
                        <a:gd name="connsiteX1" fmla="*/ 1349 w 2073"/>
                        <a:gd name="connsiteY1" fmla="*/ 49 h 2073"/>
                        <a:gd name="connsiteX2" fmla="*/ 2025 w 2073"/>
                        <a:gd name="connsiteY2" fmla="*/ 1349 h 2073"/>
                        <a:gd name="connsiteX3" fmla="*/ 726 w 2073"/>
                        <a:gd name="connsiteY3" fmla="*/ 2031 h 2073"/>
                        <a:gd name="connsiteX4" fmla="*/ 49 w 2073"/>
                        <a:gd name="connsiteY4" fmla="*/ 731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49" y="731"/>
                          </a:moveTo>
                          <a:cubicBezTo>
                            <a:pt x="221" y="176"/>
                            <a:pt x="803" y="-125"/>
                            <a:pt x="1349" y="49"/>
                          </a:cubicBezTo>
                          <a:cubicBezTo>
                            <a:pt x="1894" y="224"/>
                            <a:pt x="2197" y="810"/>
                            <a:pt x="2025" y="1349"/>
                          </a:cubicBezTo>
                          <a:cubicBezTo>
                            <a:pt x="1854" y="1888"/>
                            <a:pt x="1271" y="2190"/>
                            <a:pt x="726" y="2031"/>
                          </a:cubicBezTo>
                          <a:cubicBezTo>
                            <a:pt x="179" y="1857"/>
                            <a:pt x="-124" y="1270"/>
                            <a:pt x="49" y="7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07" name="Freeform: Shape 1406">
                      <a:extLst>
                        <a:ext uri="{FF2B5EF4-FFF2-40B4-BE49-F238E27FC236}">
                          <a16:creationId xmlns:a16="http://schemas.microsoft.com/office/drawing/2014/main" id="{F827E82B-E67D-5DFC-DD30-35BA5CFE82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088" y="4959709"/>
                      <a:ext cx="2072" cy="2065"/>
                    </a:xfrm>
                    <a:custGeom>
                      <a:avLst/>
                      <a:gdLst>
                        <a:gd name="connsiteX0" fmla="*/ 48 w 2072"/>
                        <a:gd name="connsiteY0" fmla="*/ 715 h 2065"/>
                        <a:gd name="connsiteX1" fmla="*/ 1348 w 2072"/>
                        <a:gd name="connsiteY1" fmla="*/ 50 h 2065"/>
                        <a:gd name="connsiteX2" fmla="*/ 2025 w 2072"/>
                        <a:gd name="connsiteY2" fmla="*/ 1350 h 2065"/>
                        <a:gd name="connsiteX3" fmla="*/ 725 w 2072"/>
                        <a:gd name="connsiteY3" fmla="*/ 2015 h 2065"/>
                        <a:gd name="connsiteX4" fmla="*/ 48 w 2072"/>
                        <a:gd name="connsiteY4" fmla="*/ 715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48" y="715"/>
                          </a:moveTo>
                          <a:cubicBezTo>
                            <a:pt x="221" y="176"/>
                            <a:pt x="802" y="-125"/>
                            <a:pt x="1348" y="50"/>
                          </a:cubicBezTo>
                          <a:cubicBezTo>
                            <a:pt x="1893" y="208"/>
                            <a:pt x="2196" y="795"/>
                            <a:pt x="2025" y="1350"/>
                          </a:cubicBezTo>
                          <a:cubicBezTo>
                            <a:pt x="1854" y="1889"/>
                            <a:pt x="1270" y="2190"/>
                            <a:pt x="725" y="2015"/>
                          </a:cubicBezTo>
                          <a:cubicBezTo>
                            <a:pt x="179" y="1841"/>
                            <a:pt x="-123" y="1270"/>
                            <a:pt x="48" y="71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08" name="Freeform: Shape 1407">
                      <a:extLst>
                        <a:ext uri="{FF2B5EF4-FFF2-40B4-BE49-F238E27FC236}">
                          <a16:creationId xmlns:a16="http://schemas.microsoft.com/office/drawing/2014/main" id="{B60BB4DA-D84A-6009-3D8F-E22A587A8B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4194" y="4950199"/>
                      <a:ext cx="2072" cy="2079"/>
                    </a:xfrm>
                    <a:custGeom>
                      <a:avLst/>
                      <a:gdLst>
                        <a:gd name="connsiteX0" fmla="*/ 49 w 2072"/>
                        <a:gd name="connsiteY0" fmla="*/ 730 h 2079"/>
                        <a:gd name="connsiteX1" fmla="*/ 1349 w 2072"/>
                        <a:gd name="connsiteY1" fmla="*/ 48 h 2079"/>
                        <a:gd name="connsiteX2" fmla="*/ 2024 w 2072"/>
                        <a:gd name="connsiteY2" fmla="*/ 1348 h 2079"/>
                        <a:gd name="connsiteX3" fmla="*/ 724 w 2072"/>
                        <a:gd name="connsiteY3" fmla="*/ 2030 h 2079"/>
                        <a:gd name="connsiteX4" fmla="*/ 49 w 2072"/>
                        <a:gd name="connsiteY4" fmla="*/ 730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49" y="730"/>
                          </a:moveTo>
                          <a:cubicBezTo>
                            <a:pt x="221" y="191"/>
                            <a:pt x="803" y="-126"/>
                            <a:pt x="1349" y="48"/>
                          </a:cubicBezTo>
                          <a:cubicBezTo>
                            <a:pt x="1894" y="223"/>
                            <a:pt x="2197" y="809"/>
                            <a:pt x="2024" y="1348"/>
                          </a:cubicBezTo>
                          <a:cubicBezTo>
                            <a:pt x="1851" y="1903"/>
                            <a:pt x="1269" y="2204"/>
                            <a:pt x="724" y="2030"/>
                          </a:cubicBezTo>
                          <a:cubicBezTo>
                            <a:pt x="179" y="1855"/>
                            <a:pt x="-124" y="1269"/>
                            <a:pt x="49" y="7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09" name="Freeform: Shape 1408">
                      <a:extLst>
                        <a:ext uri="{FF2B5EF4-FFF2-40B4-BE49-F238E27FC236}">
                          <a16:creationId xmlns:a16="http://schemas.microsoft.com/office/drawing/2014/main" id="{FE5EEAC8-8EB6-3AB6-2D56-F87D29C4C3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084" y="4962396"/>
                      <a:ext cx="2072" cy="2073"/>
                    </a:xfrm>
                    <a:custGeom>
                      <a:avLst/>
                      <a:gdLst>
                        <a:gd name="connsiteX0" fmla="*/ 49 w 2072"/>
                        <a:gd name="connsiteY0" fmla="*/ 724 h 2073"/>
                        <a:gd name="connsiteX1" fmla="*/ 1349 w 2072"/>
                        <a:gd name="connsiteY1" fmla="*/ 42 h 2073"/>
                        <a:gd name="connsiteX2" fmla="*/ 2024 w 2072"/>
                        <a:gd name="connsiteY2" fmla="*/ 1342 h 2073"/>
                        <a:gd name="connsiteX3" fmla="*/ 724 w 2072"/>
                        <a:gd name="connsiteY3" fmla="*/ 2024 h 2073"/>
                        <a:gd name="connsiteX4" fmla="*/ 49 w 2072"/>
                        <a:gd name="connsiteY4" fmla="*/ 7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49" y="724"/>
                          </a:moveTo>
                          <a:cubicBezTo>
                            <a:pt x="221" y="185"/>
                            <a:pt x="803" y="-116"/>
                            <a:pt x="1349" y="42"/>
                          </a:cubicBezTo>
                          <a:cubicBezTo>
                            <a:pt x="1894" y="217"/>
                            <a:pt x="2197" y="803"/>
                            <a:pt x="2024" y="1342"/>
                          </a:cubicBezTo>
                          <a:cubicBezTo>
                            <a:pt x="1851" y="1897"/>
                            <a:pt x="1269" y="2198"/>
                            <a:pt x="724" y="2024"/>
                          </a:cubicBezTo>
                          <a:cubicBezTo>
                            <a:pt x="179" y="1850"/>
                            <a:pt x="-124" y="1279"/>
                            <a:pt x="49" y="7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10" name="Freeform: Shape 1409">
                      <a:extLst>
                        <a:ext uri="{FF2B5EF4-FFF2-40B4-BE49-F238E27FC236}">
                          <a16:creationId xmlns:a16="http://schemas.microsoft.com/office/drawing/2014/main" id="{5FA0E59E-589C-9C84-260A-4E6319807F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695" y="4956863"/>
                      <a:ext cx="2072" cy="2073"/>
                    </a:xfrm>
                    <a:custGeom>
                      <a:avLst/>
                      <a:gdLst>
                        <a:gd name="connsiteX0" fmla="*/ 49 w 2072"/>
                        <a:gd name="connsiteY0" fmla="*/ 724 h 2073"/>
                        <a:gd name="connsiteX1" fmla="*/ 1349 w 2072"/>
                        <a:gd name="connsiteY1" fmla="*/ 42 h 2073"/>
                        <a:gd name="connsiteX2" fmla="*/ 2024 w 2072"/>
                        <a:gd name="connsiteY2" fmla="*/ 1342 h 2073"/>
                        <a:gd name="connsiteX3" fmla="*/ 724 w 2072"/>
                        <a:gd name="connsiteY3" fmla="*/ 2024 h 2073"/>
                        <a:gd name="connsiteX4" fmla="*/ 49 w 2072"/>
                        <a:gd name="connsiteY4" fmla="*/ 7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49" y="724"/>
                          </a:moveTo>
                          <a:cubicBezTo>
                            <a:pt x="221" y="185"/>
                            <a:pt x="803" y="-116"/>
                            <a:pt x="1349" y="42"/>
                          </a:cubicBezTo>
                          <a:cubicBezTo>
                            <a:pt x="1894" y="217"/>
                            <a:pt x="2197" y="803"/>
                            <a:pt x="2024" y="1342"/>
                          </a:cubicBezTo>
                          <a:cubicBezTo>
                            <a:pt x="1851" y="1897"/>
                            <a:pt x="1269" y="2198"/>
                            <a:pt x="724" y="2024"/>
                          </a:cubicBezTo>
                          <a:cubicBezTo>
                            <a:pt x="179" y="1850"/>
                            <a:pt x="-124" y="1279"/>
                            <a:pt x="49" y="7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11" name="Freeform: Shape 1410">
                      <a:extLst>
                        <a:ext uri="{FF2B5EF4-FFF2-40B4-BE49-F238E27FC236}">
                          <a16:creationId xmlns:a16="http://schemas.microsoft.com/office/drawing/2014/main" id="{6508F486-C3F9-0BE5-D1BC-1AA2EDAA0D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2351" y="4965480"/>
                      <a:ext cx="2072" cy="2073"/>
                    </a:xfrm>
                    <a:custGeom>
                      <a:avLst/>
                      <a:gdLst>
                        <a:gd name="connsiteX0" fmla="*/ 48 w 2072"/>
                        <a:gd name="connsiteY0" fmla="*/ 731 h 2073"/>
                        <a:gd name="connsiteX1" fmla="*/ 1348 w 2072"/>
                        <a:gd name="connsiteY1" fmla="*/ 49 h 2073"/>
                        <a:gd name="connsiteX2" fmla="*/ 2025 w 2072"/>
                        <a:gd name="connsiteY2" fmla="*/ 1349 h 2073"/>
                        <a:gd name="connsiteX3" fmla="*/ 725 w 2072"/>
                        <a:gd name="connsiteY3" fmla="*/ 2031 h 2073"/>
                        <a:gd name="connsiteX4" fmla="*/ 48 w 2072"/>
                        <a:gd name="connsiteY4" fmla="*/ 731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48" y="731"/>
                          </a:moveTo>
                          <a:cubicBezTo>
                            <a:pt x="221" y="176"/>
                            <a:pt x="803" y="-125"/>
                            <a:pt x="1348" y="49"/>
                          </a:cubicBezTo>
                          <a:cubicBezTo>
                            <a:pt x="1893" y="224"/>
                            <a:pt x="2196" y="811"/>
                            <a:pt x="2025" y="1349"/>
                          </a:cubicBezTo>
                          <a:cubicBezTo>
                            <a:pt x="1852" y="1888"/>
                            <a:pt x="1270" y="2190"/>
                            <a:pt x="725" y="2031"/>
                          </a:cubicBezTo>
                          <a:cubicBezTo>
                            <a:pt x="178" y="1857"/>
                            <a:pt x="-123" y="1270"/>
                            <a:pt x="48" y="7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12" name="Freeform: Shape 1411">
                      <a:extLst>
                        <a:ext uri="{FF2B5EF4-FFF2-40B4-BE49-F238E27FC236}">
                          <a16:creationId xmlns:a16="http://schemas.microsoft.com/office/drawing/2014/main" id="{8E3A1138-5F40-B5E4-F40D-63D215F269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528" y="4964275"/>
                      <a:ext cx="2072" cy="2079"/>
                    </a:xfrm>
                    <a:custGeom>
                      <a:avLst/>
                      <a:gdLst>
                        <a:gd name="connsiteX0" fmla="*/ 48 w 2072"/>
                        <a:gd name="connsiteY0" fmla="*/ 731 h 2079"/>
                        <a:gd name="connsiteX1" fmla="*/ 1348 w 2072"/>
                        <a:gd name="connsiteY1" fmla="*/ 49 h 2079"/>
                        <a:gd name="connsiteX2" fmla="*/ 2025 w 2072"/>
                        <a:gd name="connsiteY2" fmla="*/ 1349 h 2079"/>
                        <a:gd name="connsiteX3" fmla="*/ 725 w 2072"/>
                        <a:gd name="connsiteY3" fmla="*/ 2031 h 2079"/>
                        <a:gd name="connsiteX4" fmla="*/ 48 w 2072"/>
                        <a:gd name="connsiteY4" fmla="*/ 731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48" y="731"/>
                          </a:moveTo>
                          <a:cubicBezTo>
                            <a:pt x="221" y="176"/>
                            <a:pt x="802" y="-125"/>
                            <a:pt x="1348" y="49"/>
                          </a:cubicBezTo>
                          <a:cubicBezTo>
                            <a:pt x="1893" y="224"/>
                            <a:pt x="2196" y="811"/>
                            <a:pt x="2025" y="1349"/>
                          </a:cubicBezTo>
                          <a:cubicBezTo>
                            <a:pt x="1854" y="1888"/>
                            <a:pt x="1270" y="2206"/>
                            <a:pt x="725" y="2031"/>
                          </a:cubicBezTo>
                          <a:cubicBezTo>
                            <a:pt x="179" y="1857"/>
                            <a:pt x="-123" y="1270"/>
                            <a:pt x="48" y="7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13" name="Freeform: Shape 1412">
                      <a:extLst>
                        <a:ext uri="{FF2B5EF4-FFF2-40B4-BE49-F238E27FC236}">
                          <a16:creationId xmlns:a16="http://schemas.microsoft.com/office/drawing/2014/main" id="{48F8AE3D-52E1-8FA4-C14E-B10A27E2A8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469" y="4978971"/>
                      <a:ext cx="2073" cy="2073"/>
                    </a:xfrm>
                    <a:custGeom>
                      <a:avLst/>
                      <a:gdLst>
                        <a:gd name="connsiteX0" fmla="*/ 49 w 2073"/>
                        <a:gd name="connsiteY0" fmla="*/ 731 h 2073"/>
                        <a:gd name="connsiteX1" fmla="*/ 1349 w 2073"/>
                        <a:gd name="connsiteY1" fmla="*/ 49 h 2073"/>
                        <a:gd name="connsiteX2" fmla="*/ 2025 w 2073"/>
                        <a:gd name="connsiteY2" fmla="*/ 1349 h 2073"/>
                        <a:gd name="connsiteX3" fmla="*/ 725 w 2073"/>
                        <a:gd name="connsiteY3" fmla="*/ 2031 h 2073"/>
                        <a:gd name="connsiteX4" fmla="*/ 49 w 2073"/>
                        <a:gd name="connsiteY4" fmla="*/ 731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49" y="731"/>
                          </a:moveTo>
                          <a:cubicBezTo>
                            <a:pt x="221" y="176"/>
                            <a:pt x="803" y="-125"/>
                            <a:pt x="1349" y="49"/>
                          </a:cubicBezTo>
                          <a:cubicBezTo>
                            <a:pt x="1894" y="224"/>
                            <a:pt x="2197" y="795"/>
                            <a:pt x="2025" y="1349"/>
                          </a:cubicBezTo>
                          <a:cubicBezTo>
                            <a:pt x="1854" y="1888"/>
                            <a:pt x="1271" y="2190"/>
                            <a:pt x="725" y="2031"/>
                          </a:cubicBezTo>
                          <a:cubicBezTo>
                            <a:pt x="179" y="1857"/>
                            <a:pt x="-124" y="1270"/>
                            <a:pt x="49" y="7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14" name="Freeform: Shape 1413">
                      <a:extLst>
                        <a:ext uri="{FF2B5EF4-FFF2-40B4-BE49-F238E27FC236}">
                          <a16:creationId xmlns:a16="http://schemas.microsoft.com/office/drawing/2014/main" id="{AF2154E6-7B17-4FA7-0DA3-8E1D920AA7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294" y="4983179"/>
                      <a:ext cx="2073" cy="2073"/>
                    </a:xfrm>
                    <a:custGeom>
                      <a:avLst/>
                      <a:gdLst>
                        <a:gd name="connsiteX0" fmla="*/ 49 w 2073"/>
                        <a:gd name="connsiteY0" fmla="*/ 724 h 2073"/>
                        <a:gd name="connsiteX1" fmla="*/ 1349 w 2073"/>
                        <a:gd name="connsiteY1" fmla="*/ 42 h 2073"/>
                        <a:gd name="connsiteX2" fmla="*/ 2026 w 2073"/>
                        <a:gd name="connsiteY2" fmla="*/ 1342 h 2073"/>
                        <a:gd name="connsiteX3" fmla="*/ 726 w 2073"/>
                        <a:gd name="connsiteY3" fmla="*/ 2024 h 2073"/>
                        <a:gd name="connsiteX4" fmla="*/ 49 w 2073"/>
                        <a:gd name="connsiteY4" fmla="*/ 7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49" y="724"/>
                          </a:moveTo>
                          <a:cubicBezTo>
                            <a:pt x="221" y="185"/>
                            <a:pt x="803" y="-116"/>
                            <a:pt x="1349" y="42"/>
                          </a:cubicBezTo>
                          <a:cubicBezTo>
                            <a:pt x="1894" y="217"/>
                            <a:pt x="2197" y="803"/>
                            <a:pt x="2026" y="1342"/>
                          </a:cubicBezTo>
                          <a:cubicBezTo>
                            <a:pt x="1854" y="1897"/>
                            <a:pt x="1271" y="2198"/>
                            <a:pt x="726" y="2024"/>
                          </a:cubicBezTo>
                          <a:cubicBezTo>
                            <a:pt x="179" y="1850"/>
                            <a:pt x="-124" y="1279"/>
                            <a:pt x="49" y="7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15" name="Freeform: Shape 1414">
                      <a:extLst>
                        <a:ext uri="{FF2B5EF4-FFF2-40B4-BE49-F238E27FC236}">
                          <a16:creationId xmlns:a16="http://schemas.microsoft.com/office/drawing/2014/main" id="{EA7D6877-4A2E-004A-B4A8-46C4AC3740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031" y="4977401"/>
                      <a:ext cx="2073" cy="2064"/>
                    </a:xfrm>
                    <a:custGeom>
                      <a:avLst/>
                      <a:gdLst>
                        <a:gd name="connsiteX0" fmla="*/ 49 w 2073"/>
                        <a:gd name="connsiteY0" fmla="*/ 731 h 2064"/>
                        <a:gd name="connsiteX1" fmla="*/ 1348 w 2073"/>
                        <a:gd name="connsiteY1" fmla="*/ 49 h 2064"/>
                        <a:gd name="connsiteX2" fmla="*/ 2025 w 2073"/>
                        <a:gd name="connsiteY2" fmla="*/ 1349 h 2064"/>
                        <a:gd name="connsiteX3" fmla="*/ 725 w 2073"/>
                        <a:gd name="connsiteY3" fmla="*/ 2015 h 2064"/>
                        <a:gd name="connsiteX4" fmla="*/ 49 w 2073"/>
                        <a:gd name="connsiteY4" fmla="*/ 731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49" y="731"/>
                          </a:moveTo>
                          <a:cubicBezTo>
                            <a:pt x="221" y="176"/>
                            <a:pt x="803" y="-125"/>
                            <a:pt x="1348" y="49"/>
                          </a:cubicBezTo>
                          <a:cubicBezTo>
                            <a:pt x="1894" y="224"/>
                            <a:pt x="2197" y="794"/>
                            <a:pt x="2025" y="1349"/>
                          </a:cubicBezTo>
                          <a:cubicBezTo>
                            <a:pt x="1853" y="1888"/>
                            <a:pt x="1271" y="2190"/>
                            <a:pt x="725" y="2015"/>
                          </a:cubicBezTo>
                          <a:cubicBezTo>
                            <a:pt x="179" y="1857"/>
                            <a:pt x="-124" y="1270"/>
                            <a:pt x="49" y="7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16" name="Freeform: Shape 1415">
                      <a:extLst>
                        <a:ext uri="{FF2B5EF4-FFF2-40B4-BE49-F238E27FC236}">
                          <a16:creationId xmlns:a16="http://schemas.microsoft.com/office/drawing/2014/main" id="{A3D8FE5A-4602-F0EB-1073-9C10D5434D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277" y="4982189"/>
                      <a:ext cx="2072" cy="2073"/>
                    </a:xfrm>
                    <a:custGeom>
                      <a:avLst/>
                      <a:gdLst>
                        <a:gd name="connsiteX0" fmla="*/ 48 w 2072"/>
                        <a:gd name="connsiteY0" fmla="*/ 731 h 2073"/>
                        <a:gd name="connsiteX1" fmla="*/ 1348 w 2072"/>
                        <a:gd name="connsiteY1" fmla="*/ 49 h 2073"/>
                        <a:gd name="connsiteX2" fmla="*/ 2025 w 2072"/>
                        <a:gd name="connsiteY2" fmla="*/ 1349 h 2073"/>
                        <a:gd name="connsiteX3" fmla="*/ 725 w 2072"/>
                        <a:gd name="connsiteY3" fmla="*/ 2031 h 2073"/>
                        <a:gd name="connsiteX4" fmla="*/ 48 w 2072"/>
                        <a:gd name="connsiteY4" fmla="*/ 731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48" y="731"/>
                          </a:moveTo>
                          <a:cubicBezTo>
                            <a:pt x="221" y="176"/>
                            <a:pt x="802" y="-125"/>
                            <a:pt x="1348" y="49"/>
                          </a:cubicBezTo>
                          <a:cubicBezTo>
                            <a:pt x="1893" y="224"/>
                            <a:pt x="2196" y="810"/>
                            <a:pt x="2025" y="1349"/>
                          </a:cubicBezTo>
                          <a:cubicBezTo>
                            <a:pt x="1852" y="1888"/>
                            <a:pt x="1270" y="2190"/>
                            <a:pt x="725" y="2031"/>
                          </a:cubicBezTo>
                          <a:cubicBezTo>
                            <a:pt x="179" y="1857"/>
                            <a:pt x="-123" y="1270"/>
                            <a:pt x="48" y="7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17" name="Freeform: Shape 1416">
                      <a:extLst>
                        <a:ext uri="{FF2B5EF4-FFF2-40B4-BE49-F238E27FC236}">
                          <a16:creationId xmlns:a16="http://schemas.microsoft.com/office/drawing/2014/main" id="{AF309198-D3B9-9A40-E2AA-0833CD8BDE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707" y="4972362"/>
                      <a:ext cx="2073" cy="2079"/>
                    </a:xfrm>
                    <a:custGeom>
                      <a:avLst/>
                      <a:gdLst>
                        <a:gd name="connsiteX0" fmla="*/ 49 w 2073"/>
                        <a:gd name="connsiteY0" fmla="*/ 730 h 2079"/>
                        <a:gd name="connsiteX1" fmla="*/ 1349 w 2073"/>
                        <a:gd name="connsiteY1" fmla="*/ 48 h 2079"/>
                        <a:gd name="connsiteX2" fmla="*/ 2026 w 2073"/>
                        <a:gd name="connsiteY2" fmla="*/ 1348 h 2079"/>
                        <a:gd name="connsiteX3" fmla="*/ 726 w 2073"/>
                        <a:gd name="connsiteY3" fmla="*/ 2030 h 2079"/>
                        <a:gd name="connsiteX4" fmla="*/ 49 w 2073"/>
                        <a:gd name="connsiteY4" fmla="*/ 730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9">
                          <a:moveTo>
                            <a:pt x="49" y="730"/>
                          </a:moveTo>
                          <a:cubicBezTo>
                            <a:pt x="221" y="191"/>
                            <a:pt x="803" y="-126"/>
                            <a:pt x="1349" y="48"/>
                          </a:cubicBezTo>
                          <a:cubicBezTo>
                            <a:pt x="1894" y="222"/>
                            <a:pt x="2197" y="809"/>
                            <a:pt x="2026" y="1348"/>
                          </a:cubicBezTo>
                          <a:cubicBezTo>
                            <a:pt x="1854" y="1903"/>
                            <a:pt x="1271" y="2204"/>
                            <a:pt x="726" y="2030"/>
                          </a:cubicBezTo>
                          <a:cubicBezTo>
                            <a:pt x="179" y="1855"/>
                            <a:pt x="-124" y="1269"/>
                            <a:pt x="49" y="7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18" name="Freeform: Shape 1417">
                      <a:extLst>
                        <a:ext uri="{FF2B5EF4-FFF2-40B4-BE49-F238E27FC236}">
                          <a16:creationId xmlns:a16="http://schemas.microsoft.com/office/drawing/2014/main" id="{75F386F6-0C7D-B02F-50AB-A9316858C4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7556" y="4988958"/>
                      <a:ext cx="2072" cy="2073"/>
                    </a:xfrm>
                    <a:custGeom>
                      <a:avLst/>
                      <a:gdLst>
                        <a:gd name="connsiteX0" fmla="*/ 48 w 2072"/>
                        <a:gd name="connsiteY0" fmla="*/ 715 h 2073"/>
                        <a:gd name="connsiteX1" fmla="*/ 1348 w 2072"/>
                        <a:gd name="connsiteY1" fmla="*/ 50 h 2073"/>
                        <a:gd name="connsiteX2" fmla="*/ 2025 w 2072"/>
                        <a:gd name="connsiteY2" fmla="*/ 1349 h 2073"/>
                        <a:gd name="connsiteX3" fmla="*/ 725 w 2072"/>
                        <a:gd name="connsiteY3" fmla="*/ 2031 h 2073"/>
                        <a:gd name="connsiteX4" fmla="*/ 48 w 2072"/>
                        <a:gd name="connsiteY4" fmla="*/ 715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48" y="715"/>
                          </a:moveTo>
                          <a:cubicBezTo>
                            <a:pt x="221" y="176"/>
                            <a:pt x="802" y="-125"/>
                            <a:pt x="1348" y="50"/>
                          </a:cubicBezTo>
                          <a:cubicBezTo>
                            <a:pt x="1893" y="224"/>
                            <a:pt x="2196" y="795"/>
                            <a:pt x="2025" y="1349"/>
                          </a:cubicBezTo>
                          <a:cubicBezTo>
                            <a:pt x="1852" y="1889"/>
                            <a:pt x="1270" y="2190"/>
                            <a:pt x="725" y="2031"/>
                          </a:cubicBezTo>
                          <a:cubicBezTo>
                            <a:pt x="179" y="1857"/>
                            <a:pt x="-123" y="1270"/>
                            <a:pt x="48" y="71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19" name="Freeform: Shape 1418">
                      <a:extLst>
                        <a:ext uri="{FF2B5EF4-FFF2-40B4-BE49-F238E27FC236}">
                          <a16:creationId xmlns:a16="http://schemas.microsoft.com/office/drawing/2014/main" id="{A56F5DC9-4C38-2B6F-6506-2B26FE66EF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734" y="4987754"/>
                      <a:ext cx="2073" cy="2073"/>
                    </a:xfrm>
                    <a:custGeom>
                      <a:avLst/>
                      <a:gdLst>
                        <a:gd name="connsiteX0" fmla="*/ 49 w 2073"/>
                        <a:gd name="connsiteY0" fmla="*/ 731 h 2073"/>
                        <a:gd name="connsiteX1" fmla="*/ 1349 w 2073"/>
                        <a:gd name="connsiteY1" fmla="*/ 49 h 2073"/>
                        <a:gd name="connsiteX2" fmla="*/ 2026 w 2073"/>
                        <a:gd name="connsiteY2" fmla="*/ 1349 h 2073"/>
                        <a:gd name="connsiteX3" fmla="*/ 726 w 2073"/>
                        <a:gd name="connsiteY3" fmla="*/ 2031 h 2073"/>
                        <a:gd name="connsiteX4" fmla="*/ 49 w 2073"/>
                        <a:gd name="connsiteY4" fmla="*/ 731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49" y="731"/>
                          </a:moveTo>
                          <a:cubicBezTo>
                            <a:pt x="221" y="176"/>
                            <a:pt x="803" y="-125"/>
                            <a:pt x="1349" y="49"/>
                          </a:cubicBezTo>
                          <a:cubicBezTo>
                            <a:pt x="1894" y="224"/>
                            <a:pt x="2197" y="810"/>
                            <a:pt x="2026" y="1349"/>
                          </a:cubicBezTo>
                          <a:cubicBezTo>
                            <a:pt x="1853" y="1888"/>
                            <a:pt x="1271" y="2190"/>
                            <a:pt x="726" y="2031"/>
                          </a:cubicBezTo>
                          <a:cubicBezTo>
                            <a:pt x="179" y="1857"/>
                            <a:pt x="-124" y="1270"/>
                            <a:pt x="49" y="7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20" name="Freeform: Shape 1419">
                      <a:extLst>
                        <a:ext uri="{FF2B5EF4-FFF2-40B4-BE49-F238E27FC236}">
                          <a16:creationId xmlns:a16="http://schemas.microsoft.com/office/drawing/2014/main" id="{CD475AE3-5C40-F6FD-6EF0-0CC7A255C0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4397" y="4959186"/>
                      <a:ext cx="2073" cy="2064"/>
                    </a:xfrm>
                    <a:custGeom>
                      <a:avLst/>
                      <a:gdLst>
                        <a:gd name="connsiteX0" fmla="*/ 49 w 2073"/>
                        <a:gd name="connsiteY0" fmla="*/ 715 h 2064"/>
                        <a:gd name="connsiteX1" fmla="*/ 1349 w 2073"/>
                        <a:gd name="connsiteY1" fmla="*/ 50 h 2064"/>
                        <a:gd name="connsiteX2" fmla="*/ 2026 w 2073"/>
                        <a:gd name="connsiteY2" fmla="*/ 1350 h 2064"/>
                        <a:gd name="connsiteX3" fmla="*/ 726 w 2073"/>
                        <a:gd name="connsiteY3" fmla="*/ 2015 h 2064"/>
                        <a:gd name="connsiteX4" fmla="*/ 49 w 2073"/>
                        <a:gd name="connsiteY4" fmla="*/ 715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49" y="715"/>
                          </a:moveTo>
                          <a:cubicBezTo>
                            <a:pt x="221" y="176"/>
                            <a:pt x="803" y="-125"/>
                            <a:pt x="1349" y="50"/>
                          </a:cubicBezTo>
                          <a:cubicBezTo>
                            <a:pt x="1894" y="224"/>
                            <a:pt x="2197" y="795"/>
                            <a:pt x="2026" y="1350"/>
                          </a:cubicBezTo>
                          <a:cubicBezTo>
                            <a:pt x="1853" y="1889"/>
                            <a:pt x="1271" y="2190"/>
                            <a:pt x="726" y="2015"/>
                          </a:cubicBezTo>
                          <a:cubicBezTo>
                            <a:pt x="179" y="1841"/>
                            <a:pt x="-124" y="1270"/>
                            <a:pt x="49" y="71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21" name="Freeform: Shape 1420">
                      <a:extLst>
                        <a:ext uri="{FF2B5EF4-FFF2-40B4-BE49-F238E27FC236}">
                          <a16:creationId xmlns:a16="http://schemas.microsoft.com/office/drawing/2014/main" id="{7FE69434-0818-B299-551F-8FDC7087DE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841" y="4960248"/>
                      <a:ext cx="2073" cy="2064"/>
                    </a:xfrm>
                    <a:custGeom>
                      <a:avLst/>
                      <a:gdLst>
                        <a:gd name="connsiteX0" fmla="*/ 49 w 2073"/>
                        <a:gd name="connsiteY0" fmla="*/ 715 h 2064"/>
                        <a:gd name="connsiteX1" fmla="*/ 1349 w 2073"/>
                        <a:gd name="connsiteY1" fmla="*/ 50 h 2064"/>
                        <a:gd name="connsiteX2" fmla="*/ 2025 w 2073"/>
                        <a:gd name="connsiteY2" fmla="*/ 1334 h 2064"/>
                        <a:gd name="connsiteX3" fmla="*/ 726 w 2073"/>
                        <a:gd name="connsiteY3" fmla="*/ 2015 h 2064"/>
                        <a:gd name="connsiteX4" fmla="*/ 49 w 2073"/>
                        <a:gd name="connsiteY4" fmla="*/ 715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49" y="715"/>
                          </a:moveTo>
                          <a:cubicBezTo>
                            <a:pt x="221" y="176"/>
                            <a:pt x="803" y="-125"/>
                            <a:pt x="1349" y="50"/>
                          </a:cubicBezTo>
                          <a:cubicBezTo>
                            <a:pt x="1894" y="208"/>
                            <a:pt x="2197" y="795"/>
                            <a:pt x="2025" y="1334"/>
                          </a:cubicBezTo>
                          <a:cubicBezTo>
                            <a:pt x="1853" y="1888"/>
                            <a:pt x="1271" y="2190"/>
                            <a:pt x="726" y="2015"/>
                          </a:cubicBezTo>
                          <a:cubicBezTo>
                            <a:pt x="179" y="1841"/>
                            <a:pt x="-124" y="1270"/>
                            <a:pt x="49" y="71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22" name="Freeform: Shape 1421">
                      <a:extLst>
                        <a:ext uri="{FF2B5EF4-FFF2-40B4-BE49-F238E27FC236}">
                          <a16:creationId xmlns:a16="http://schemas.microsoft.com/office/drawing/2014/main" id="{EC29574F-8F86-1604-F92A-56590CAD0F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798" y="4962295"/>
                      <a:ext cx="2072" cy="2079"/>
                    </a:xfrm>
                    <a:custGeom>
                      <a:avLst/>
                      <a:gdLst>
                        <a:gd name="connsiteX0" fmla="*/ 49 w 2072"/>
                        <a:gd name="connsiteY0" fmla="*/ 730 h 2079"/>
                        <a:gd name="connsiteX1" fmla="*/ 1349 w 2072"/>
                        <a:gd name="connsiteY1" fmla="*/ 48 h 2079"/>
                        <a:gd name="connsiteX2" fmla="*/ 2024 w 2072"/>
                        <a:gd name="connsiteY2" fmla="*/ 1348 h 2079"/>
                        <a:gd name="connsiteX3" fmla="*/ 724 w 2072"/>
                        <a:gd name="connsiteY3" fmla="*/ 2030 h 2079"/>
                        <a:gd name="connsiteX4" fmla="*/ 49 w 2072"/>
                        <a:gd name="connsiteY4" fmla="*/ 730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9">
                          <a:moveTo>
                            <a:pt x="49" y="730"/>
                          </a:moveTo>
                          <a:cubicBezTo>
                            <a:pt x="221" y="191"/>
                            <a:pt x="803" y="-126"/>
                            <a:pt x="1349" y="48"/>
                          </a:cubicBezTo>
                          <a:cubicBezTo>
                            <a:pt x="1894" y="223"/>
                            <a:pt x="2197" y="809"/>
                            <a:pt x="2024" y="1348"/>
                          </a:cubicBezTo>
                          <a:cubicBezTo>
                            <a:pt x="1851" y="1903"/>
                            <a:pt x="1269" y="2204"/>
                            <a:pt x="724" y="2030"/>
                          </a:cubicBezTo>
                          <a:cubicBezTo>
                            <a:pt x="179" y="1855"/>
                            <a:pt x="-124" y="1269"/>
                            <a:pt x="49" y="7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23" name="Freeform: Shape 1422">
                      <a:extLst>
                        <a:ext uri="{FF2B5EF4-FFF2-40B4-BE49-F238E27FC236}">
                          <a16:creationId xmlns:a16="http://schemas.microsoft.com/office/drawing/2014/main" id="{8A7EE62D-D871-94B4-906A-8F4D3D6785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837" y="4962935"/>
                      <a:ext cx="2073" cy="2073"/>
                    </a:xfrm>
                    <a:custGeom>
                      <a:avLst/>
                      <a:gdLst>
                        <a:gd name="connsiteX0" fmla="*/ 49 w 2073"/>
                        <a:gd name="connsiteY0" fmla="*/ 724 h 2073"/>
                        <a:gd name="connsiteX1" fmla="*/ 1349 w 2073"/>
                        <a:gd name="connsiteY1" fmla="*/ 42 h 2073"/>
                        <a:gd name="connsiteX2" fmla="*/ 2025 w 2073"/>
                        <a:gd name="connsiteY2" fmla="*/ 1358 h 2073"/>
                        <a:gd name="connsiteX3" fmla="*/ 726 w 2073"/>
                        <a:gd name="connsiteY3" fmla="*/ 2024 h 2073"/>
                        <a:gd name="connsiteX4" fmla="*/ 49 w 2073"/>
                        <a:gd name="connsiteY4" fmla="*/ 7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49" y="724"/>
                          </a:moveTo>
                          <a:cubicBezTo>
                            <a:pt x="221" y="185"/>
                            <a:pt x="803" y="-116"/>
                            <a:pt x="1349" y="42"/>
                          </a:cubicBezTo>
                          <a:cubicBezTo>
                            <a:pt x="1894" y="217"/>
                            <a:pt x="2197" y="803"/>
                            <a:pt x="2025" y="1358"/>
                          </a:cubicBezTo>
                          <a:cubicBezTo>
                            <a:pt x="1853" y="1897"/>
                            <a:pt x="1271" y="2198"/>
                            <a:pt x="726" y="2024"/>
                          </a:cubicBezTo>
                          <a:cubicBezTo>
                            <a:pt x="179" y="1849"/>
                            <a:pt x="-124" y="1279"/>
                            <a:pt x="49" y="7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24" name="Freeform: Shape 1423">
                      <a:extLst>
                        <a:ext uri="{FF2B5EF4-FFF2-40B4-BE49-F238E27FC236}">
                          <a16:creationId xmlns:a16="http://schemas.microsoft.com/office/drawing/2014/main" id="{E82E6FC6-5BBF-5C79-A224-DE2C1475C3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880" y="4953296"/>
                      <a:ext cx="2072" cy="2073"/>
                    </a:xfrm>
                    <a:custGeom>
                      <a:avLst/>
                      <a:gdLst>
                        <a:gd name="connsiteX0" fmla="*/ 48 w 2072"/>
                        <a:gd name="connsiteY0" fmla="*/ 724 h 2073"/>
                        <a:gd name="connsiteX1" fmla="*/ 1348 w 2072"/>
                        <a:gd name="connsiteY1" fmla="*/ 42 h 2073"/>
                        <a:gd name="connsiteX2" fmla="*/ 2025 w 2072"/>
                        <a:gd name="connsiteY2" fmla="*/ 1342 h 2073"/>
                        <a:gd name="connsiteX3" fmla="*/ 725 w 2072"/>
                        <a:gd name="connsiteY3" fmla="*/ 2024 h 2073"/>
                        <a:gd name="connsiteX4" fmla="*/ 48 w 2072"/>
                        <a:gd name="connsiteY4" fmla="*/ 7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48" y="724"/>
                          </a:moveTo>
                          <a:cubicBezTo>
                            <a:pt x="221" y="185"/>
                            <a:pt x="802" y="-116"/>
                            <a:pt x="1348" y="42"/>
                          </a:cubicBezTo>
                          <a:cubicBezTo>
                            <a:pt x="1893" y="217"/>
                            <a:pt x="2196" y="803"/>
                            <a:pt x="2025" y="1342"/>
                          </a:cubicBezTo>
                          <a:cubicBezTo>
                            <a:pt x="1853" y="1897"/>
                            <a:pt x="1270" y="2198"/>
                            <a:pt x="725" y="2024"/>
                          </a:cubicBezTo>
                          <a:cubicBezTo>
                            <a:pt x="179" y="1850"/>
                            <a:pt x="-123" y="1279"/>
                            <a:pt x="48" y="7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25" name="Freeform: Shape 1424">
                      <a:extLst>
                        <a:ext uri="{FF2B5EF4-FFF2-40B4-BE49-F238E27FC236}">
                          <a16:creationId xmlns:a16="http://schemas.microsoft.com/office/drawing/2014/main" id="{7F82101F-AD2B-B907-8EBB-F7E5AFCE27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104" y="4966019"/>
                      <a:ext cx="2073" cy="2079"/>
                    </a:xfrm>
                    <a:custGeom>
                      <a:avLst/>
                      <a:gdLst>
                        <a:gd name="connsiteX0" fmla="*/ 49 w 2073"/>
                        <a:gd name="connsiteY0" fmla="*/ 731 h 2079"/>
                        <a:gd name="connsiteX1" fmla="*/ 1349 w 2073"/>
                        <a:gd name="connsiteY1" fmla="*/ 49 h 2079"/>
                        <a:gd name="connsiteX2" fmla="*/ 2026 w 2073"/>
                        <a:gd name="connsiteY2" fmla="*/ 1349 h 2079"/>
                        <a:gd name="connsiteX3" fmla="*/ 726 w 2073"/>
                        <a:gd name="connsiteY3" fmla="*/ 2031 h 2079"/>
                        <a:gd name="connsiteX4" fmla="*/ 49 w 2073"/>
                        <a:gd name="connsiteY4" fmla="*/ 731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9">
                          <a:moveTo>
                            <a:pt x="49" y="731"/>
                          </a:moveTo>
                          <a:cubicBezTo>
                            <a:pt x="221" y="176"/>
                            <a:pt x="803" y="-125"/>
                            <a:pt x="1349" y="49"/>
                          </a:cubicBezTo>
                          <a:cubicBezTo>
                            <a:pt x="1894" y="224"/>
                            <a:pt x="2197" y="810"/>
                            <a:pt x="2026" y="1349"/>
                          </a:cubicBezTo>
                          <a:cubicBezTo>
                            <a:pt x="1854" y="1888"/>
                            <a:pt x="1271" y="2205"/>
                            <a:pt x="726" y="2031"/>
                          </a:cubicBezTo>
                          <a:cubicBezTo>
                            <a:pt x="179" y="1857"/>
                            <a:pt x="-124" y="1270"/>
                            <a:pt x="49" y="7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26" name="Freeform: Shape 1425">
                      <a:extLst>
                        <a:ext uri="{FF2B5EF4-FFF2-40B4-BE49-F238E27FC236}">
                          <a16:creationId xmlns:a16="http://schemas.microsoft.com/office/drawing/2014/main" id="{99104266-312E-59E2-1AC9-DD4616C1F4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453" y="4972954"/>
                      <a:ext cx="2073" cy="2073"/>
                    </a:xfrm>
                    <a:custGeom>
                      <a:avLst/>
                      <a:gdLst>
                        <a:gd name="connsiteX0" fmla="*/ 49 w 2073"/>
                        <a:gd name="connsiteY0" fmla="*/ 724 h 2073"/>
                        <a:gd name="connsiteX1" fmla="*/ 1348 w 2073"/>
                        <a:gd name="connsiteY1" fmla="*/ 42 h 2073"/>
                        <a:gd name="connsiteX2" fmla="*/ 2025 w 2073"/>
                        <a:gd name="connsiteY2" fmla="*/ 1342 h 2073"/>
                        <a:gd name="connsiteX3" fmla="*/ 725 w 2073"/>
                        <a:gd name="connsiteY3" fmla="*/ 2024 h 2073"/>
                        <a:gd name="connsiteX4" fmla="*/ 49 w 2073"/>
                        <a:gd name="connsiteY4" fmla="*/ 7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49" y="724"/>
                          </a:moveTo>
                          <a:cubicBezTo>
                            <a:pt x="221" y="185"/>
                            <a:pt x="803" y="-116"/>
                            <a:pt x="1348" y="42"/>
                          </a:cubicBezTo>
                          <a:cubicBezTo>
                            <a:pt x="1894" y="217"/>
                            <a:pt x="2197" y="803"/>
                            <a:pt x="2025" y="1342"/>
                          </a:cubicBezTo>
                          <a:cubicBezTo>
                            <a:pt x="1853" y="1897"/>
                            <a:pt x="1271" y="2198"/>
                            <a:pt x="725" y="2024"/>
                          </a:cubicBezTo>
                          <a:cubicBezTo>
                            <a:pt x="179" y="1850"/>
                            <a:pt x="-124" y="1263"/>
                            <a:pt x="49" y="7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27" name="Freeform: Shape 1426">
                      <a:extLst>
                        <a:ext uri="{FF2B5EF4-FFF2-40B4-BE49-F238E27FC236}">
                          <a16:creationId xmlns:a16="http://schemas.microsoft.com/office/drawing/2014/main" id="{F90754ED-BD7A-7677-657A-02A24D88B8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3269" y="4954527"/>
                      <a:ext cx="2073" cy="2079"/>
                    </a:xfrm>
                    <a:custGeom>
                      <a:avLst/>
                      <a:gdLst>
                        <a:gd name="connsiteX0" fmla="*/ 49 w 2073"/>
                        <a:gd name="connsiteY0" fmla="*/ 730 h 2079"/>
                        <a:gd name="connsiteX1" fmla="*/ 1349 w 2073"/>
                        <a:gd name="connsiteY1" fmla="*/ 48 h 2079"/>
                        <a:gd name="connsiteX2" fmla="*/ 2026 w 2073"/>
                        <a:gd name="connsiteY2" fmla="*/ 1348 h 2079"/>
                        <a:gd name="connsiteX3" fmla="*/ 726 w 2073"/>
                        <a:gd name="connsiteY3" fmla="*/ 2030 h 2079"/>
                        <a:gd name="connsiteX4" fmla="*/ 49 w 2073"/>
                        <a:gd name="connsiteY4" fmla="*/ 730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9">
                          <a:moveTo>
                            <a:pt x="49" y="730"/>
                          </a:moveTo>
                          <a:cubicBezTo>
                            <a:pt x="221" y="191"/>
                            <a:pt x="803" y="-126"/>
                            <a:pt x="1349" y="48"/>
                          </a:cubicBezTo>
                          <a:cubicBezTo>
                            <a:pt x="1894" y="222"/>
                            <a:pt x="2197" y="809"/>
                            <a:pt x="2026" y="1348"/>
                          </a:cubicBezTo>
                          <a:cubicBezTo>
                            <a:pt x="1854" y="1903"/>
                            <a:pt x="1271" y="2204"/>
                            <a:pt x="726" y="2030"/>
                          </a:cubicBezTo>
                          <a:cubicBezTo>
                            <a:pt x="179" y="1855"/>
                            <a:pt x="-124" y="1269"/>
                            <a:pt x="49" y="7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28" name="Freeform: Shape 1427">
                      <a:extLst>
                        <a:ext uri="{FF2B5EF4-FFF2-40B4-BE49-F238E27FC236}">
                          <a16:creationId xmlns:a16="http://schemas.microsoft.com/office/drawing/2014/main" id="{8E3FC6AC-47C6-8B8E-7C79-556CA7C79A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9437" y="4966669"/>
                      <a:ext cx="2073" cy="2073"/>
                    </a:xfrm>
                    <a:custGeom>
                      <a:avLst/>
                      <a:gdLst>
                        <a:gd name="connsiteX0" fmla="*/ 49 w 2073"/>
                        <a:gd name="connsiteY0" fmla="*/ 731 h 2073"/>
                        <a:gd name="connsiteX1" fmla="*/ 1349 w 2073"/>
                        <a:gd name="connsiteY1" fmla="*/ 49 h 2073"/>
                        <a:gd name="connsiteX2" fmla="*/ 2026 w 2073"/>
                        <a:gd name="connsiteY2" fmla="*/ 1349 h 2073"/>
                        <a:gd name="connsiteX3" fmla="*/ 726 w 2073"/>
                        <a:gd name="connsiteY3" fmla="*/ 2031 h 2073"/>
                        <a:gd name="connsiteX4" fmla="*/ 49 w 2073"/>
                        <a:gd name="connsiteY4" fmla="*/ 731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49" y="731"/>
                          </a:moveTo>
                          <a:cubicBezTo>
                            <a:pt x="221" y="176"/>
                            <a:pt x="803" y="-125"/>
                            <a:pt x="1349" y="49"/>
                          </a:cubicBezTo>
                          <a:cubicBezTo>
                            <a:pt x="1894" y="224"/>
                            <a:pt x="2197" y="811"/>
                            <a:pt x="2026" y="1349"/>
                          </a:cubicBezTo>
                          <a:cubicBezTo>
                            <a:pt x="1853" y="1888"/>
                            <a:pt x="1271" y="2190"/>
                            <a:pt x="726" y="2031"/>
                          </a:cubicBezTo>
                          <a:cubicBezTo>
                            <a:pt x="179" y="1857"/>
                            <a:pt x="-124" y="1270"/>
                            <a:pt x="49" y="73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29" name="Freeform: Shape 1428">
                      <a:extLst>
                        <a:ext uri="{FF2B5EF4-FFF2-40B4-BE49-F238E27FC236}">
                          <a16:creationId xmlns:a16="http://schemas.microsoft.com/office/drawing/2014/main" id="{80D99F06-A01B-DCD5-1872-64704D6802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2309" y="4957759"/>
                      <a:ext cx="2073" cy="2064"/>
                    </a:xfrm>
                    <a:custGeom>
                      <a:avLst/>
                      <a:gdLst>
                        <a:gd name="connsiteX0" fmla="*/ 49 w 2073"/>
                        <a:gd name="connsiteY0" fmla="*/ 715 h 2064"/>
                        <a:gd name="connsiteX1" fmla="*/ 1348 w 2073"/>
                        <a:gd name="connsiteY1" fmla="*/ 50 h 2064"/>
                        <a:gd name="connsiteX2" fmla="*/ 2025 w 2073"/>
                        <a:gd name="connsiteY2" fmla="*/ 1350 h 2064"/>
                        <a:gd name="connsiteX3" fmla="*/ 726 w 2073"/>
                        <a:gd name="connsiteY3" fmla="*/ 2015 h 2064"/>
                        <a:gd name="connsiteX4" fmla="*/ 49 w 2073"/>
                        <a:gd name="connsiteY4" fmla="*/ 715 h 2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4">
                          <a:moveTo>
                            <a:pt x="49" y="715"/>
                          </a:moveTo>
                          <a:cubicBezTo>
                            <a:pt x="221" y="176"/>
                            <a:pt x="803" y="-125"/>
                            <a:pt x="1348" y="50"/>
                          </a:cubicBezTo>
                          <a:cubicBezTo>
                            <a:pt x="1894" y="208"/>
                            <a:pt x="2197" y="795"/>
                            <a:pt x="2025" y="1350"/>
                          </a:cubicBezTo>
                          <a:cubicBezTo>
                            <a:pt x="1853" y="1889"/>
                            <a:pt x="1271" y="2190"/>
                            <a:pt x="726" y="2015"/>
                          </a:cubicBezTo>
                          <a:cubicBezTo>
                            <a:pt x="179" y="1841"/>
                            <a:pt x="-124" y="1270"/>
                            <a:pt x="49" y="71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30" name="Freeform: Shape 1429">
                      <a:extLst>
                        <a:ext uri="{FF2B5EF4-FFF2-40B4-BE49-F238E27FC236}">
                          <a16:creationId xmlns:a16="http://schemas.microsoft.com/office/drawing/2014/main" id="{A3FBFD68-75C2-089F-61F2-A856A341DD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3331" y="4979305"/>
                      <a:ext cx="2073" cy="2079"/>
                    </a:xfrm>
                    <a:custGeom>
                      <a:avLst/>
                      <a:gdLst>
                        <a:gd name="connsiteX0" fmla="*/ 49 w 2073"/>
                        <a:gd name="connsiteY0" fmla="*/ 730 h 2079"/>
                        <a:gd name="connsiteX1" fmla="*/ 1349 w 2073"/>
                        <a:gd name="connsiteY1" fmla="*/ 48 h 2079"/>
                        <a:gd name="connsiteX2" fmla="*/ 2026 w 2073"/>
                        <a:gd name="connsiteY2" fmla="*/ 1348 h 2079"/>
                        <a:gd name="connsiteX3" fmla="*/ 726 w 2073"/>
                        <a:gd name="connsiteY3" fmla="*/ 2030 h 2079"/>
                        <a:gd name="connsiteX4" fmla="*/ 49 w 2073"/>
                        <a:gd name="connsiteY4" fmla="*/ 730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9">
                          <a:moveTo>
                            <a:pt x="49" y="730"/>
                          </a:moveTo>
                          <a:cubicBezTo>
                            <a:pt x="221" y="191"/>
                            <a:pt x="803" y="-126"/>
                            <a:pt x="1349" y="48"/>
                          </a:cubicBezTo>
                          <a:cubicBezTo>
                            <a:pt x="1894" y="222"/>
                            <a:pt x="2197" y="809"/>
                            <a:pt x="2026" y="1348"/>
                          </a:cubicBezTo>
                          <a:cubicBezTo>
                            <a:pt x="1853" y="1903"/>
                            <a:pt x="1271" y="2204"/>
                            <a:pt x="726" y="2030"/>
                          </a:cubicBezTo>
                          <a:cubicBezTo>
                            <a:pt x="179" y="1855"/>
                            <a:pt x="-124" y="1269"/>
                            <a:pt x="49" y="730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31" name="Freeform: Shape 1430">
                      <a:extLst>
                        <a:ext uri="{FF2B5EF4-FFF2-40B4-BE49-F238E27FC236}">
                          <a16:creationId xmlns:a16="http://schemas.microsoft.com/office/drawing/2014/main" id="{798CF315-09A6-67F2-0A38-55503D4AE7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044" y="4963831"/>
                      <a:ext cx="2072" cy="2073"/>
                    </a:xfrm>
                    <a:custGeom>
                      <a:avLst/>
                      <a:gdLst>
                        <a:gd name="connsiteX0" fmla="*/ 48 w 2072"/>
                        <a:gd name="connsiteY0" fmla="*/ 715 h 2073"/>
                        <a:gd name="connsiteX1" fmla="*/ 1348 w 2072"/>
                        <a:gd name="connsiteY1" fmla="*/ 50 h 2073"/>
                        <a:gd name="connsiteX2" fmla="*/ 2025 w 2072"/>
                        <a:gd name="connsiteY2" fmla="*/ 1349 h 2073"/>
                        <a:gd name="connsiteX3" fmla="*/ 725 w 2072"/>
                        <a:gd name="connsiteY3" fmla="*/ 2031 h 2073"/>
                        <a:gd name="connsiteX4" fmla="*/ 48 w 2072"/>
                        <a:gd name="connsiteY4" fmla="*/ 715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48" y="715"/>
                          </a:moveTo>
                          <a:cubicBezTo>
                            <a:pt x="221" y="176"/>
                            <a:pt x="803" y="-125"/>
                            <a:pt x="1348" y="50"/>
                          </a:cubicBezTo>
                          <a:cubicBezTo>
                            <a:pt x="1893" y="224"/>
                            <a:pt x="2196" y="795"/>
                            <a:pt x="2025" y="1349"/>
                          </a:cubicBezTo>
                          <a:cubicBezTo>
                            <a:pt x="1852" y="1888"/>
                            <a:pt x="1270" y="2190"/>
                            <a:pt x="725" y="2031"/>
                          </a:cubicBezTo>
                          <a:cubicBezTo>
                            <a:pt x="179" y="1857"/>
                            <a:pt x="-123" y="1270"/>
                            <a:pt x="48" y="715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32" name="Freeform: Shape 1431">
                      <a:extLst>
                        <a:ext uri="{FF2B5EF4-FFF2-40B4-BE49-F238E27FC236}">
                          <a16:creationId xmlns:a16="http://schemas.microsoft.com/office/drawing/2014/main" id="{2265BDF7-D999-BB3E-859D-FF86E7A216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161" y="4977044"/>
                      <a:ext cx="2072" cy="2073"/>
                    </a:xfrm>
                    <a:custGeom>
                      <a:avLst/>
                      <a:gdLst>
                        <a:gd name="connsiteX0" fmla="*/ 49 w 2072"/>
                        <a:gd name="connsiteY0" fmla="*/ 724 h 2073"/>
                        <a:gd name="connsiteX1" fmla="*/ 1349 w 2072"/>
                        <a:gd name="connsiteY1" fmla="*/ 42 h 2073"/>
                        <a:gd name="connsiteX2" fmla="*/ 2024 w 2072"/>
                        <a:gd name="connsiteY2" fmla="*/ 1342 h 2073"/>
                        <a:gd name="connsiteX3" fmla="*/ 724 w 2072"/>
                        <a:gd name="connsiteY3" fmla="*/ 2024 h 2073"/>
                        <a:gd name="connsiteX4" fmla="*/ 49 w 2072"/>
                        <a:gd name="connsiteY4" fmla="*/ 7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49" y="724"/>
                          </a:moveTo>
                          <a:cubicBezTo>
                            <a:pt x="221" y="185"/>
                            <a:pt x="803" y="-116"/>
                            <a:pt x="1349" y="42"/>
                          </a:cubicBezTo>
                          <a:cubicBezTo>
                            <a:pt x="1894" y="217"/>
                            <a:pt x="2197" y="803"/>
                            <a:pt x="2024" y="1342"/>
                          </a:cubicBezTo>
                          <a:cubicBezTo>
                            <a:pt x="1851" y="1897"/>
                            <a:pt x="1269" y="2198"/>
                            <a:pt x="724" y="2024"/>
                          </a:cubicBezTo>
                          <a:cubicBezTo>
                            <a:pt x="179" y="1850"/>
                            <a:pt x="-124" y="1279"/>
                            <a:pt x="49" y="7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33" name="Freeform: Shape 1432">
                      <a:extLst>
                        <a:ext uri="{FF2B5EF4-FFF2-40B4-BE49-F238E27FC236}">
                          <a16:creationId xmlns:a16="http://schemas.microsoft.com/office/drawing/2014/main" id="{C01C85CD-CDCF-0576-7E3C-40AEC241BB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5877" y="4971242"/>
                      <a:ext cx="2073" cy="2073"/>
                    </a:xfrm>
                    <a:custGeom>
                      <a:avLst/>
                      <a:gdLst>
                        <a:gd name="connsiteX0" fmla="*/ 49 w 2073"/>
                        <a:gd name="connsiteY0" fmla="*/ 724 h 2073"/>
                        <a:gd name="connsiteX1" fmla="*/ 1349 w 2073"/>
                        <a:gd name="connsiteY1" fmla="*/ 42 h 2073"/>
                        <a:gd name="connsiteX2" fmla="*/ 2025 w 2073"/>
                        <a:gd name="connsiteY2" fmla="*/ 1358 h 2073"/>
                        <a:gd name="connsiteX3" fmla="*/ 726 w 2073"/>
                        <a:gd name="connsiteY3" fmla="*/ 2024 h 2073"/>
                        <a:gd name="connsiteX4" fmla="*/ 49 w 2073"/>
                        <a:gd name="connsiteY4" fmla="*/ 72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49" y="724"/>
                          </a:moveTo>
                          <a:cubicBezTo>
                            <a:pt x="221" y="185"/>
                            <a:pt x="803" y="-116"/>
                            <a:pt x="1349" y="42"/>
                          </a:cubicBezTo>
                          <a:cubicBezTo>
                            <a:pt x="1894" y="217"/>
                            <a:pt x="2197" y="803"/>
                            <a:pt x="2025" y="1358"/>
                          </a:cubicBezTo>
                          <a:cubicBezTo>
                            <a:pt x="1853" y="1897"/>
                            <a:pt x="1271" y="2198"/>
                            <a:pt x="726" y="2024"/>
                          </a:cubicBezTo>
                          <a:cubicBezTo>
                            <a:pt x="179" y="1849"/>
                            <a:pt x="-124" y="1279"/>
                            <a:pt x="49" y="72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434" name="Graphic 21">
                    <a:extLst>
                      <a:ext uri="{FF2B5EF4-FFF2-40B4-BE49-F238E27FC236}">
                        <a16:creationId xmlns:a16="http://schemas.microsoft.com/office/drawing/2014/main" id="{54BC4BB0-582D-5A9C-DF5F-64EAE1D3510C}"/>
                      </a:ext>
                    </a:extLst>
                  </p:cNvPr>
                  <p:cNvGrpSpPr/>
                  <p:nvPr/>
                </p:nvGrpSpPr>
                <p:grpSpPr>
                  <a:xfrm>
                    <a:off x="837583" y="4925133"/>
                    <a:ext cx="55909" cy="59874"/>
                    <a:chOff x="837583" y="4925133"/>
                    <a:chExt cx="55909" cy="59874"/>
                  </a:xfrm>
                  <a:solidFill>
                    <a:srgbClr val="F0BB74"/>
                  </a:solidFill>
                </p:grpSpPr>
                <p:sp>
                  <p:nvSpPr>
                    <p:cNvPr id="1435" name="Freeform: Shape 1434">
                      <a:extLst>
                        <a:ext uri="{FF2B5EF4-FFF2-40B4-BE49-F238E27FC236}">
                          <a16:creationId xmlns:a16="http://schemas.microsoft.com/office/drawing/2014/main" id="{783D3180-9F58-F0BC-1098-BCE8E3B401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759" y="4964845"/>
                      <a:ext cx="2072" cy="2081"/>
                    </a:xfrm>
                    <a:custGeom>
                      <a:avLst/>
                      <a:gdLst>
                        <a:gd name="connsiteX0" fmla="*/ 289 w 2072"/>
                        <a:gd name="connsiteY0" fmla="*/ 1762 h 2081"/>
                        <a:gd name="connsiteX1" fmla="*/ 319 w 2072"/>
                        <a:gd name="connsiteY1" fmla="*/ 288 h 2081"/>
                        <a:gd name="connsiteX2" fmla="*/ 1784 w 2072"/>
                        <a:gd name="connsiteY2" fmla="*/ 319 h 2081"/>
                        <a:gd name="connsiteX3" fmla="*/ 1754 w 2072"/>
                        <a:gd name="connsiteY3" fmla="*/ 1794 h 2081"/>
                        <a:gd name="connsiteX4" fmla="*/ 289 w 2072"/>
                        <a:gd name="connsiteY4" fmla="*/ 1762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1">
                          <a:moveTo>
                            <a:pt x="289" y="1762"/>
                          </a:moveTo>
                          <a:cubicBezTo>
                            <a:pt x="-107" y="1350"/>
                            <a:pt x="-95" y="684"/>
                            <a:pt x="319" y="288"/>
                          </a:cubicBezTo>
                          <a:cubicBezTo>
                            <a:pt x="731" y="-109"/>
                            <a:pt x="1388" y="-93"/>
                            <a:pt x="1784" y="319"/>
                          </a:cubicBezTo>
                          <a:cubicBezTo>
                            <a:pt x="2180" y="732"/>
                            <a:pt x="2166" y="1397"/>
                            <a:pt x="1754" y="1794"/>
                          </a:cubicBezTo>
                          <a:cubicBezTo>
                            <a:pt x="1342" y="2190"/>
                            <a:pt x="685" y="2174"/>
                            <a:pt x="289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36" name="Freeform: Shape 1435">
                      <a:extLst>
                        <a:ext uri="{FF2B5EF4-FFF2-40B4-BE49-F238E27FC236}">
                          <a16:creationId xmlns:a16="http://schemas.microsoft.com/office/drawing/2014/main" id="{42BDC87D-04B9-9627-854E-053E350898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288" y="4963514"/>
                      <a:ext cx="2071" cy="2073"/>
                    </a:xfrm>
                    <a:custGeom>
                      <a:avLst/>
                      <a:gdLst>
                        <a:gd name="connsiteX0" fmla="*/ 288 w 2071"/>
                        <a:gd name="connsiteY0" fmla="*/ 1762 h 2073"/>
                        <a:gd name="connsiteX1" fmla="*/ 319 w 2071"/>
                        <a:gd name="connsiteY1" fmla="*/ 288 h 2073"/>
                        <a:gd name="connsiteX2" fmla="*/ 1783 w 2071"/>
                        <a:gd name="connsiteY2" fmla="*/ 319 h 2073"/>
                        <a:gd name="connsiteX3" fmla="*/ 1753 w 2071"/>
                        <a:gd name="connsiteY3" fmla="*/ 1778 h 2073"/>
                        <a:gd name="connsiteX4" fmla="*/ 288 w 2071"/>
                        <a:gd name="connsiteY4" fmla="*/ 1762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288" y="1762"/>
                          </a:moveTo>
                          <a:cubicBezTo>
                            <a:pt x="-108" y="1350"/>
                            <a:pt x="-94" y="684"/>
                            <a:pt x="319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5" y="1382"/>
                            <a:pt x="1753" y="1778"/>
                          </a:cubicBezTo>
                          <a:cubicBezTo>
                            <a:pt x="1341" y="2174"/>
                            <a:pt x="685" y="2174"/>
                            <a:pt x="288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37" name="Freeform: Shape 1436">
                      <a:extLst>
                        <a:ext uri="{FF2B5EF4-FFF2-40B4-BE49-F238E27FC236}">
                          <a16:creationId xmlns:a16="http://schemas.microsoft.com/office/drawing/2014/main" id="{96E1F1D5-B472-8465-D353-42FC9ED423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571" y="4960089"/>
                      <a:ext cx="2071" cy="2081"/>
                    </a:xfrm>
                    <a:custGeom>
                      <a:avLst/>
                      <a:gdLst>
                        <a:gd name="connsiteX0" fmla="*/ 288 w 2071"/>
                        <a:gd name="connsiteY0" fmla="*/ 1762 h 2081"/>
                        <a:gd name="connsiteX1" fmla="*/ 318 w 2071"/>
                        <a:gd name="connsiteY1" fmla="*/ 288 h 2081"/>
                        <a:gd name="connsiteX2" fmla="*/ 1783 w 2071"/>
                        <a:gd name="connsiteY2" fmla="*/ 319 h 2081"/>
                        <a:gd name="connsiteX3" fmla="*/ 1753 w 2071"/>
                        <a:gd name="connsiteY3" fmla="*/ 1794 h 2081"/>
                        <a:gd name="connsiteX4" fmla="*/ 288 w 2071"/>
                        <a:gd name="connsiteY4" fmla="*/ 1762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81">
                          <a:moveTo>
                            <a:pt x="288" y="1762"/>
                          </a:moveTo>
                          <a:cubicBezTo>
                            <a:pt x="-108" y="1350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5" y="1397"/>
                            <a:pt x="1753" y="1794"/>
                          </a:cubicBezTo>
                          <a:cubicBezTo>
                            <a:pt x="1341" y="2190"/>
                            <a:pt x="685" y="2174"/>
                            <a:pt x="288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38" name="Freeform: Shape 1437">
                      <a:extLst>
                        <a:ext uri="{FF2B5EF4-FFF2-40B4-BE49-F238E27FC236}">
                          <a16:creationId xmlns:a16="http://schemas.microsoft.com/office/drawing/2014/main" id="{3C0A0625-6B24-17D2-AE28-6B03369FC6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0772" y="4970077"/>
                      <a:ext cx="2071" cy="2065"/>
                    </a:xfrm>
                    <a:custGeom>
                      <a:avLst/>
                      <a:gdLst>
                        <a:gd name="connsiteX0" fmla="*/ 288 w 2071"/>
                        <a:gd name="connsiteY0" fmla="*/ 1746 h 2065"/>
                        <a:gd name="connsiteX1" fmla="*/ 318 w 2071"/>
                        <a:gd name="connsiteY1" fmla="*/ 288 h 2065"/>
                        <a:gd name="connsiteX2" fmla="*/ 1783 w 2071"/>
                        <a:gd name="connsiteY2" fmla="*/ 319 h 2065"/>
                        <a:gd name="connsiteX3" fmla="*/ 1753 w 2071"/>
                        <a:gd name="connsiteY3" fmla="*/ 1778 h 2065"/>
                        <a:gd name="connsiteX4" fmla="*/ 288 w 2071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5">
                          <a:moveTo>
                            <a:pt x="288" y="1746"/>
                          </a:moveTo>
                          <a:cubicBezTo>
                            <a:pt x="-108" y="1334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5" y="1381"/>
                            <a:pt x="1753" y="1778"/>
                          </a:cubicBezTo>
                          <a:cubicBezTo>
                            <a:pt x="1341" y="2174"/>
                            <a:pt x="685" y="2158"/>
                            <a:pt x="288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39" name="Freeform: Shape 1438">
                      <a:extLst>
                        <a:ext uri="{FF2B5EF4-FFF2-40B4-BE49-F238E27FC236}">
                          <a16:creationId xmlns:a16="http://schemas.microsoft.com/office/drawing/2014/main" id="{57F62714-1307-982A-CED6-92DDE87A00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966" y="4956348"/>
                      <a:ext cx="2072" cy="2081"/>
                    </a:xfrm>
                    <a:custGeom>
                      <a:avLst/>
                      <a:gdLst>
                        <a:gd name="connsiteX0" fmla="*/ 288 w 2072"/>
                        <a:gd name="connsiteY0" fmla="*/ 1762 h 2081"/>
                        <a:gd name="connsiteX1" fmla="*/ 318 w 2072"/>
                        <a:gd name="connsiteY1" fmla="*/ 288 h 2081"/>
                        <a:gd name="connsiteX2" fmla="*/ 1783 w 2072"/>
                        <a:gd name="connsiteY2" fmla="*/ 319 h 2081"/>
                        <a:gd name="connsiteX3" fmla="*/ 1753 w 2072"/>
                        <a:gd name="connsiteY3" fmla="*/ 1794 h 2081"/>
                        <a:gd name="connsiteX4" fmla="*/ 288 w 2072"/>
                        <a:gd name="connsiteY4" fmla="*/ 1762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1">
                          <a:moveTo>
                            <a:pt x="288" y="1762"/>
                          </a:moveTo>
                          <a:cubicBezTo>
                            <a:pt x="-108" y="1350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7" y="1397"/>
                            <a:pt x="1753" y="1794"/>
                          </a:cubicBezTo>
                          <a:cubicBezTo>
                            <a:pt x="1341" y="2190"/>
                            <a:pt x="685" y="2174"/>
                            <a:pt x="288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40" name="Freeform: Shape 1439">
                      <a:extLst>
                        <a:ext uri="{FF2B5EF4-FFF2-40B4-BE49-F238E27FC236}">
                          <a16:creationId xmlns:a16="http://schemas.microsoft.com/office/drawing/2014/main" id="{D741B1B3-E688-B435-D6AF-94E568FCF1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6004" y="4966938"/>
                      <a:ext cx="2071" cy="2065"/>
                    </a:xfrm>
                    <a:custGeom>
                      <a:avLst/>
                      <a:gdLst>
                        <a:gd name="connsiteX0" fmla="*/ 288 w 2071"/>
                        <a:gd name="connsiteY0" fmla="*/ 1746 h 2065"/>
                        <a:gd name="connsiteX1" fmla="*/ 318 w 2071"/>
                        <a:gd name="connsiteY1" fmla="*/ 288 h 2065"/>
                        <a:gd name="connsiteX2" fmla="*/ 1783 w 2071"/>
                        <a:gd name="connsiteY2" fmla="*/ 319 h 2065"/>
                        <a:gd name="connsiteX3" fmla="*/ 1753 w 2071"/>
                        <a:gd name="connsiteY3" fmla="*/ 1778 h 2065"/>
                        <a:gd name="connsiteX4" fmla="*/ 288 w 2071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5">
                          <a:moveTo>
                            <a:pt x="288" y="1746"/>
                          </a:moveTo>
                          <a:cubicBezTo>
                            <a:pt x="-108" y="1334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5" y="1381"/>
                            <a:pt x="1753" y="1778"/>
                          </a:cubicBezTo>
                          <a:cubicBezTo>
                            <a:pt x="1341" y="2174"/>
                            <a:pt x="685" y="2158"/>
                            <a:pt x="288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41" name="Freeform: Shape 1440">
                      <a:extLst>
                        <a:ext uri="{FF2B5EF4-FFF2-40B4-BE49-F238E27FC236}">
                          <a16:creationId xmlns:a16="http://schemas.microsoft.com/office/drawing/2014/main" id="{8A294489-0036-6E46-39A1-62E7FB7E01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392" y="4960058"/>
                      <a:ext cx="2071" cy="2065"/>
                    </a:xfrm>
                    <a:custGeom>
                      <a:avLst/>
                      <a:gdLst>
                        <a:gd name="connsiteX0" fmla="*/ 288 w 2071"/>
                        <a:gd name="connsiteY0" fmla="*/ 1746 h 2065"/>
                        <a:gd name="connsiteX1" fmla="*/ 318 w 2071"/>
                        <a:gd name="connsiteY1" fmla="*/ 288 h 2065"/>
                        <a:gd name="connsiteX2" fmla="*/ 1783 w 2071"/>
                        <a:gd name="connsiteY2" fmla="*/ 319 h 2065"/>
                        <a:gd name="connsiteX3" fmla="*/ 1753 w 2071"/>
                        <a:gd name="connsiteY3" fmla="*/ 1778 h 2065"/>
                        <a:gd name="connsiteX4" fmla="*/ 288 w 2071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5">
                          <a:moveTo>
                            <a:pt x="288" y="1746"/>
                          </a:moveTo>
                          <a:cubicBezTo>
                            <a:pt x="-108" y="1334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1"/>
                            <a:pt x="2165" y="1381"/>
                            <a:pt x="1753" y="1778"/>
                          </a:cubicBezTo>
                          <a:cubicBezTo>
                            <a:pt x="1341" y="2174"/>
                            <a:pt x="685" y="2158"/>
                            <a:pt x="288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42" name="Freeform: Shape 1441">
                      <a:extLst>
                        <a:ext uri="{FF2B5EF4-FFF2-40B4-BE49-F238E27FC236}">
                          <a16:creationId xmlns:a16="http://schemas.microsoft.com/office/drawing/2014/main" id="{A9FA1A87-D646-5B0F-6965-B8A3D35A86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540" y="4949927"/>
                      <a:ext cx="2071" cy="2065"/>
                    </a:xfrm>
                    <a:custGeom>
                      <a:avLst/>
                      <a:gdLst>
                        <a:gd name="connsiteX0" fmla="*/ 288 w 2071"/>
                        <a:gd name="connsiteY0" fmla="*/ 1746 h 2065"/>
                        <a:gd name="connsiteX1" fmla="*/ 318 w 2071"/>
                        <a:gd name="connsiteY1" fmla="*/ 288 h 2065"/>
                        <a:gd name="connsiteX2" fmla="*/ 1783 w 2071"/>
                        <a:gd name="connsiteY2" fmla="*/ 319 h 2065"/>
                        <a:gd name="connsiteX3" fmla="*/ 1753 w 2071"/>
                        <a:gd name="connsiteY3" fmla="*/ 1778 h 2065"/>
                        <a:gd name="connsiteX4" fmla="*/ 288 w 2071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5">
                          <a:moveTo>
                            <a:pt x="288" y="1746"/>
                          </a:moveTo>
                          <a:cubicBezTo>
                            <a:pt x="-108" y="1334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1"/>
                            <a:pt x="2165" y="1381"/>
                            <a:pt x="1753" y="1778"/>
                          </a:cubicBezTo>
                          <a:cubicBezTo>
                            <a:pt x="1339" y="2174"/>
                            <a:pt x="685" y="2158"/>
                            <a:pt x="288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43" name="Freeform: Shape 1442">
                      <a:extLst>
                        <a:ext uri="{FF2B5EF4-FFF2-40B4-BE49-F238E27FC236}">
                          <a16:creationId xmlns:a16="http://schemas.microsoft.com/office/drawing/2014/main" id="{5E0A6640-DB08-7FA4-E4C5-F6811C99AC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068" y="4948580"/>
                      <a:ext cx="2072" cy="2081"/>
                    </a:xfrm>
                    <a:custGeom>
                      <a:avLst/>
                      <a:gdLst>
                        <a:gd name="connsiteX0" fmla="*/ 288 w 2072"/>
                        <a:gd name="connsiteY0" fmla="*/ 1762 h 2081"/>
                        <a:gd name="connsiteX1" fmla="*/ 318 w 2072"/>
                        <a:gd name="connsiteY1" fmla="*/ 288 h 2081"/>
                        <a:gd name="connsiteX2" fmla="*/ 1783 w 2072"/>
                        <a:gd name="connsiteY2" fmla="*/ 319 h 2081"/>
                        <a:gd name="connsiteX3" fmla="*/ 1753 w 2072"/>
                        <a:gd name="connsiteY3" fmla="*/ 1794 h 2081"/>
                        <a:gd name="connsiteX4" fmla="*/ 288 w 2072"/>
                        <a:gd name="connsiteY4" fmla="*/ 1762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1">
                          <a:moveTo>
                            <a:pt x="288" y="1762"/>
                          </a:moveTo>
                          <a:cubicBezTo>
                            <a:pt x="-108" y="1350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7" y="1397"/>
                            <a:pt x="1753" y="1794"/>
                          </a:cubicBezTo>
                          <a:cubicBezTo>
                            <a:pt x="1341" y="2190"/>
                            <a:pt x="685" y="2174"/>
                            <a:pt x="288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44" name="Freeform: Shape 1443">
                      <a:extLst>
                        <a:ext uri="{FF2B5EF4-FFF2-40B4-BE49-F238E27FC236}">
                          <a16:creationId xmlns:a16="http://schemas.microsoft.com/office/drawing/2014/main" id="{57AE7D53-1792-311C-D0C0-7B457567DC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2351" y="4945171"/>
                      <a:ext cx="2071" cy="2065"/>
                    </a:xfrm>
                    <a:custGeom>
                      <a:avLst/>
                      <a:gdLst>
                        <a:gd name="connsiteX0" fmla="*/ 288 w 2071"/>
                        <a:gd name="connsiteY0" fmla="*/ 1746 h 2065"/>
                        <a:gd name="connsiteX1" fmla="*/ 318 w 2071"/>
                        <a:gd name="connsiteY1" fmla="*/ 288 h 2065"/>
                        <a:gd name="connsiteX2" fmla="*/ 1783 w 2071"/>
                        <a:gd name="connsiteY2" fmla="*/ 319 h 2065"/>
                        <a:gd name="connsiteX3" fmla="*/ 1753 w 2071"/>
                        <a:gd name="connsiteY3" fmla="*/ 1778 h 2065"/>
                        <a:gd name="connsiteX4" fmla="*/ 288 w 2071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5">
                          <a:moveTo>
                            <a:pt x="288" y="1746"/>
                          </a:moveTo>
                          <a:cubicBezTo>
                            <a:pt x="-108" y="1334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1"/>
                            <a:pt x="2165" y="1381"/>
                            <a:pt x="1753" y="1778"/>
                          </a:cubicBezTo>
                          <a:cubicBezTo>
                            <a:pt x="1341" y="2174"/>
                            <a:pt x="685" y="2158"/>
                            <a:pt x="288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45" name="Freeform: Shape 1444">
                      <a:extLst>
                        <a:ext uri="{FF2B5EF4-FFF2-40B4-BE49-F238E27FC236}">
                          <a16:creationId xmlns:a16="http://schemas.microsoft.com/office/drawing/2014/main" id="{CCEF0C3C-566F-BEDC-222E-216F924CA0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6553" y="4955143"/>
                      <a:ext cx="2071" cy="2081"/>
                    </a:xfrm>
                    <a:custGeom>
                      <a:avLst/>
                      <a:gdLst>
                        <a:gd name="connsiteX0" fmla="*/ 288 w 2071"/>
                        <a:gd name="connsiteY0" fmla="*/ 1762 h 2081"/>
                        <a:gd name="connsiteX1" fmla="*/ 318 w 2071"/>
                        <a:gd name="connsiteY1" fmla="*/ 288 h 2081"/>
                        <a:gd name="connsiteX2" fmla="*/ 1783 w 2071"/>
                        <a:gd name="connsiteY2" fmla="*/ 319 h 2081"/>
                        <a:gd name="connsiteX3" fmla="*/ 1753 w 2071"/>
                        <a:gd name="connsiteY3" fmla="*/ 1794 h 2081"/>
                        <a:gd name="connsiteX4" fmla="*/ 288 w 2071"/>
                        <a:gd name="connsiteY4" fmla="*/ 1762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81">
                          <a:moveTo>
                            <a:pt x="288" y="1762"/>
                          </a:moveTo>
                          <a:cubicBezTo>
                            <a:pt x="-108" y="1350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5" y="1397"/>
                            <a:pt x="1753" y="1794"/>
                          </a:cubicBezTo>
                          <a:cubicBezTo>
                            <a:pt x="1339" y="2190"/>
                            <a:pt x="685" y="2174"/>
                            <a:pt x="288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46" name="Freeform: Shape 1445">
                      <a:extLst>
                        <a:ext uri="{FF2B5EF4-FFF2-40B4-BE49-F238E27FC236}">
                          <a16:creationId xmlns:a16="http://schemas.microsoft.com/office/drawing/2014/main" id="{99878A21-864F-3476-BA29-2ACD844B9B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746" y="4941430"/>
                      <a:ext cx="2072" cy="2065"/>
                    </a:xfrm>
                    <a:custGeom>
                      <a:avLst/>
                      <a:gdLst>
                        <a:gd name="connsiteX0" fmla="*/ 289 w 2072"/>
                        <a:gd name="connsiteY0" fmla="*/ 1746 h 2065"/>
                        <a:gd name="connsiteX1" fmla="*/ 319 w 2072"/>
                        <a:gd name="connsiteY1" fmla="*/ 288 h 2065"/>
                        <a:gd name="connsiteX2" fmla="*/ 1784 w 2072"/>
                        <a:gd name="connsiteY2" fmla="*/ 319 h 2065"/>
                        <a:gd name="connsiteX3" fmla="*/ 1754 w 2072"/>
                        <a:gd name="connsiteY3" fmla="*/ 1778 h 2065"/>
                        <a:gd name="connsiteX4" fmla="*/ 289 w 2072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289" y="1746"/>
                          </a:moveTo>
                          <a:cubicBezTo>
                            <a:pt x="-107" y="1334"/>
                            <a:pt x="-95" y="684"/>
                            <a:pt x="319" y="288"/>
                          </a:cubicBezTo>
                          <a:cubicBezTo>
                            <a:pt x="733" y="-109"/>
                            <a:pt x="1388" y="-93"/>
                            <a:pt x="1784" y="319"/>
                          </a:cubicBezTo>
                          <a:cubicBezTo>
                            <a:pt x="2180" y="731"/>
                            <a:pt x="2166" y="1381"/>
                            <a:pt x="1754" y="1778"/>
                          </a:cubicBezTo>
                          <a:cubicBezTo>
                            <a:pt x="1342" y="2174"/>
                            <a:pt x="684" y="2158"/>
                            <a:pt x="289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47" name="Freeform: Shape 1446">
                      <a:extLst>
                        <a:ext uri="{FF2B5EF4-FFF2-40B4-BE49-F238E27FC236}">
                          <a16:creationId xmlns:a16="http://schemas.microsoft.com/office/drawing/2014/main" id="{E03F74FF-BB15-BB1B-878F-B9738926B6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784" y="4952004"/>
                      <a:ext cx="2072" cy="2073"/>
                    </a:xfrm>
                    <a:custGeom>
                      <a:avLst/>
                      <a:gdLst>
                        <a:gd name="connsiteX0" fmla="*/ 289 w 2072"/>
                        <a:gd name="connsiteY0" fmla="*/ 1762 h 2073"/>
                        <a:gd name="connsiteX1" fmla="*/ 319 w 2072"/>
                        <a:gd name="connsiteY1" fmla="*/ 288 h 2073"/>
                        <a:gd name="connsiteX2" fmla="*/ 1784 w 2072"/>
                        <a:gd name="connsiteY2" fmla="*/ 319 h 2073"/>
                        <a:gd name="connsiteX3" fmla="*/ 1754 w 2072"/>
                        <a:gd name="connsiteY3" fmla="*/ 1778 h 2073"/>
                        <a:gd name="connsiteX4" fmla="*/ 289 w 2072"/>
                        <a:gd name="connsiteY4" fmla="*/ 1762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289" y="1762"/>
                          </a:moveTo>
                          <a:cubicBezTo>
                            <a:pt x="-107" y="1350"/>
                            <a:pt x="-95" y="684"/>
                            <a:pt x="319" y="288"/>
                          </a:cubicBezTo>
                          <a:cubicBezTo>
                            <a:pt x="731" y="-109"/>
                            <a:pt x="1388" y="-93"/>
                            <a:pt x="1784" y="319"/>
                          </a:cubicBezTo>
                          <a:cubicBezTo>
                            <a:pt x="2180" y="732"/>
                            <a:pt x="2166" y="1382"/>
                            <a:pt x="1754" y="1778"/>
                          </a:cubicBezTo>
                          <a:cubicBezTo>
                            <a:pt x="1342" y="2174"/>
                            <a:pt x="685" y="2174"/>
                            <a:pt x="289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48" name="Freeform: Shape 1447">
                      <a:extLst>
                        <a:ext uri="{FF2B5EF4-FFF2-40B4-BE49-F238E27FC236}">
                          <a16:creationId xmlns:a16="http://schemas.microsoft.com/office/drawing/2014/main" id="{8BAE0CAD-55F6-E0FC-E1A9-1D88F0FD70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4172" y="4945124"/>
                      <a:ext cx="2071" cy="2081"/>
                    </a:xfrm>
                    <a:custGeom>
                      <a:avLst/>
                      <a:gdLst>
                        <a:gd name="connsiteX0" fmla="*/ 288 w 2071"/>
                        <a:gd name="connsiteY0" fmla="*/ 1762 h 2081"/>
                        <a:gd name="connsiteX1" fmla="*/ 319 w 2071"/>
                        <a:gd name="connsiteY1" fmla="*/ 288 h 2081"/>
                        <a:gd name="connsiteX2" fmla="*/ 1783 w 2071"/>
                        <a:gd name="connsiteY2" fmla="*/ 319 h 2081"/>
                        <a:gd name="connsiteX3" fmla="*/ 1753 w 2071"/>
                        <a:gd name="connsiteY3" fmla="*/ 1794 h 2081"/>
                        <a:gd name="connsiteX4" fmla="*/ 288 w 2071"/>
                        <a:gd name="connsiteY4" fmla="*/ 1762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81">
                          <a:moveTo>
                            <a:pt x="288" y="1762"/>
                          </a:moveTo>
                          <a:cubicBezTo>
                            <a:pt x="-108" y="1350"/>
                            <a:pt x="-94" y="684"/>
                            <a:pt x="319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5" y="1397"/>
                            <a:pt x="1753" y="1794"/>
                          </a:cubicBezTo>
                          <a:cubicBezTo>
                            <a:pt x="1341" y="2190"/>
                            <a:pt x="685" y="2174"/>
                            <a:pt x="288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49" name="Freeform: Shape 1448">
                      <a:extLst>
                        <a:ext uri="{FF2B5EF4-FFF2-40B4-BE49-F238E27FC236}">
                          <a16:creationId xmlns:a16="http://schemas.microsoft.com/office/drawing/2014/main" id="{0464E7A0-9624-27A9-19EF-521C095918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851" y="4962095"/>
                      <a:ext cx="2072" cy="2073"/>
                    </a:xfrm>
                    <a:custGeom>
                      <a:avLst/>
                      <a:gdLst>
                        <a:gd name="connsiteX0" fmla="*/ 288 w 2072"/>
                        <a:gd name="connsiteY0" fmla="*/ 1754 h 2073"/>
                        <a:gd name="connsiteX1" fmla="*/ 319 w 2072"/>
                        <a:gd name="connsiteY1" fmla="*/ 295 h 2073"/>
                        <a:gd name="connsiteX2" fmla="*/ 1783 w 2072"/>
                        <a:gd name="connsiteY2" fmla="*/ 311 h 2073"/>
                        <a:gd name="connsiteX3" fmla="*/ 1753 w 2072"/>
                        <a:gd name="connsiteY3" fmla="*/ 1786 h 2073"/>
                        <a:gd name="connsiteX4" fmla="*/ 288 w 2072"/>
                        <a:gd name="connsiteY4" fmla="*/ 175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288" y="1754"/>
                          </a:moveTo>
                          <a:cubicBezTo>
                            <a:pt x="-108" y="1342"/>
                            <a:pt x="-94" y="692"/>
                            <a:pt x="319" y="295"/>
                          </a:cubicBezTo>
                          <a:cubicBezTo>
                            <a:pt x="731" y="-101"/>
                            <a:pt x="1387" y="-101"/>
                            <a:pt x="1783" y="311"/>
                          </a:cubicBezTo>
                          <a:cubicBezTo>
                            <a:pt x="2180" y="723"/>
                            <a:pt x="2167" y="1389"/>
                            <a:pt x="1753" y="1786"/>
                          </a:cubicBezTo>
                          <a:cubicBezTo>
                            <a:pt x="1339" y="2182"/>
                            <a:pt x="685" y="2166"/>
                            <a:pt x="288" y="175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50" name="Freeform: Shape 1449">
                      <a:extLst>
                        <a:ext uri="{FF2B5EF4-FFF2-40B4-BE49-F238E27FC236}">
                          <a16:creationId xmlns:a16="http://schemas.microsoft.com/office/drawing/2014/main" id="{9B8B3D0A-6284-5BFA-B91E-97C162D5FF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380" y="4960755"/>
                      <a:ext cx="2072" cy="2081"/>
                    </a:xfrm>
                    <a:custGeom>
                      <a:avLst/>
                      <a:gdLst>
                        <a:gd name="connsiteX0" fmla="*/ 289 w 2072"/>
                        <a:gd name="connsiteY0" fmla="*/ 1762 h 2081"/>
                        <a:gd name="connsiteX1" fmla="*/ 319 w 2072"/>
                        <a:gd name="connsiteY1" fmla="*/ 288 h 2081"/>
                        <a:gd name="connsiteX2" fmla="*/ 1784 w 2072"/>
                        <a:gd name="connsiteY2" fmla="*/ 319 h 2081"/>
                        <a:gd name="connsiteX3" fmla="*/ 1754 w 2072"/>
                        <a:gd name="connsiteY3" fmla="*/ 1794 h 2081"/>
                        <a:gd name="connsiteX4" fmla="*/ 289 w 2072"/>
                        <a:gd name="connsiteY4" fmla="*/ 1762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1">
                          <a:moveTo>
                            <a:pt x="289" y="1762"/>
                          </a:moveTo>
                          <a:cubicBezTo>
                            <a:pt x="-107" y="1350"/>
                            <a:pt x="-95" y="684"/>
                            <a:pt x="319" y="288"/>
                          </a:cubicBezTo>
                          <a:cubicBezTo>
                            <a:pt x="731" y="-109"/>
                            <a:pt x="1388" y="-93"/>
                            <a:pt x="1784" y="319"/>
                          </a:cubicBezTo>
                          <a:cubicBezTo>
                            <a:pt x="2180" y="732"/>
                            <a:pt x="2166" y="1397"/>
                            <a:pt x="1754" y="1794"/>
                          </a:cubicBezTo>
                          <a:cubicBezTo>
                            <a:pt x="1342" y="2190"/>
                            <a:pt x="685" y="2174"/>
                            <a:pt x="289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51" name="Freeform: Shape 1450">
                      <a:extLst>
                        <a:ext uri="{FF2B5EF4-FFF2-40B4-BE49-F238E27FC236}">
                          <a16:creationId xmlns:a16="http://schemas.microsoft.com/office/drawing/2014/main" id="{67C68168-34BB-52E6-5C8B-8EB5444BF0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664" y="4957339"/>
                      <a:ext cx="2072" cy="2073"/>
                    </a:xfrm>
                    <a:custGeom>
                      <a:avLst/>
                      <a:gdLst>
                        <a:gd name="connsiteX0" fmla="*/ 288 w 2072"/>
                        <a:gd name="connsiteY0" fmla="*/ 1754 h 2073"/>
                        <a:gd name="connsiteX1" fmla="*/ 319 w 2072"/>
                        <a:gd name="connsiteY1" fmla="*/ 295 h 2073"/>
                        <a:gd name="connsiteX2" fmla="*/ 1783 w 2072"/>
                        <a:gd name="connsiteY2" fmla="*/ 311 h 2073"/>
                        <a:gd name="connsiteX3" fmla="*/ 1753 w 2072"/>
                        <a:gd name="connsiteY3" fmla="*/ 1786 h 2073"/>
                        <a:gd name="connsiteX4" fmla="*/ 288 w 2072"/>
                        <a:gd name="connsiteY4" fmla="*/ 175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288" y="1754"/>
                          </a:moveTo>
                          <a:cubicBezTo>
                            <a:pt x="-108" y="1342"/>
                            <a:pt x="-94" y="692"/>
                            <a:pt x="319" y="295"/>
                          </a:cubicBezTo>
                          <a:cubicBezTo>
                            <a:pt x="731" y="-101"/>
                            <a:pt x="1387" y="-101"/>
                            <a:pt x="1783" y="311"/>
                          </a:cubicBezTo>
                          <a:cubicBezTo>
                            <a:pt x="2180" y="723"/>
                            <a:pt x="2167" y="1389"/>
                            <a:pt x="1753" y="1786"/>
                          </a:cubicBezTo>
                          <a:cubicBezTo>
                            <a:pt x="1339" y="2182"/>
                            <a:pt x="685" y="2166"/>
                            <a:pt x="288" y="175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52" name="Freeform: Shape 1451">
                      <a:extLst>
                        <a:ext uri="{FF2B5EF4-FFF2-40B4-BE49-F238E27FC236}">
                          <a16:creationId xmlns:a16="http://schemas.microsoft.com/office/drawing/2014/main" id="{0BD25B42-3350-AD01-437F-868A3F1973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865" y="4967318"/>
                      <a:ext cx="2072" cy="2071"/>
                    </a:xfrm>
                    <a:custGeom>
                      <a:avLst/>
                      <a:gdLst>
                        <a:gd name="connsiteX0" fmla="*/ 289 w 2072"/>
                        <a:gd name="connsiteY0" fmla="*/ 1746 h 2071"/>
                        <a:gd name="connsiteX1" fmla="*/ 319 w 2072"/>
                        <a:gd name="connsiteY1" fmla="*/ 288 h 2071"/>
                        <a:gd name="connsiteX2" fmla="*/ 1784 w 2072"/>
                        <a:gd name="connsiteY2" fmla="*/ 319 h 2071"/>
                        <a:gd name="connsiteX3" fmla="*/ 1754 w 2072"/>
                        <a:gd name="connsiteY3" fmla="*/ 1778 h 2071"/>
                        <a:gd name="connsiteX4" fmla="*/ 289 w 2072"/>
                        <a:gd name="connsiteY4" fmla="*/ 1746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89" y="1746"/>
                          </a:moveTo>
                          <a:cubicBezTo>
                            <a:pt x="-107" y="1350"/>
                            <a:pt x="-95" y="684"/>
                            <a:pt x="319" y="288"/>
                          </a:cubicBezTo>
                          <a:cubicBezTo>
                            <a:pt x="731" y="-109"/>
                            <a:pt x="1388" y="-93"/>
                            <a:pt x="1784" y="319"/>
                          </a:cubicBezTo>
                          <a:cubicBezTo>
                            <a:pt x="2180" y="732"/>
                            <a:pt x="2166" y="1381"/>
                            <a:pt x="1754" y="1778"/>
                          </a:cubicBezTo>
                          <a:cubicBezTo>
                            <a:pt x="1340" y="2174"/>
                            <a:pt x="684" y="2174"/>
                            <a:pt x="289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53" name="Freeform: Shape 1452">
                      <a:extLst>
                        <a:ext uri="{FF2B5EF4-FFF2-40B4-BE49-F238E27FC236}">
                          <a16:creationId xmlns:a16="http://schemas.microsoft.com/office/drawing/2014/main" id="{D997B2ED-8861-78B6-5929-9ADB40F58E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058" y="4953605"/>
                      <a:ext cx="2072" cy="2065"/>
                    </a:xfrm>
                    <a:custGeom>
                      <a:avLst/>
                      <a:gdLst>
                        <a:gd name="connsiteX0" fmla="*/ 288 w 2072"/>
                        <a:gd name="connsiteY0" fmla="*/ 1746 h 2065"/>
                        <a:gd name="connsiteX1" fmla="*/ 318 w 2072"/>
                        <a:gd name="connsiteY1" fmla="*/ 288 h 2065"/>
                        <a:gd name="connsiteX2" fmla="*/ 1783 w 2072"/>
                        <a:gd name="connsiteY2" fmla="*/ 319 h 2065"/>
                        <a:gd name="connsiteX3" fmla="*/ 1753 w 2072"/>
                        <a:gd name="connsiteY3" fmla="*/ 1778 h 2065"/>
                        <a:gd name="connsiteX4" fmla="*/ 288 w 2072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288" y="1746"/>
                          </a:moveTo>
                          <a:cubicBezTo>
                            <a:pt x="-108" y="1334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7" y="1382"/>
                            <a:pt x="1753" y="1778"/>
                          </a:cubicBezTo>
                          <a:cubicBezTo>
                            <a:pt x="1341" y="2174"/>
                            <a:pt x="685" y="2158"/>
                            <a:pt x="288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54" name="Freeform: Shape 1453">
                      <a:extLst>
                        <a:ext uri="{FF2B5EF4-FFF2-40B4-BE49-F238E27FC236}">
                          <a16:creationId xmlns:a16="http://schemas.microsoft.com/office/drawing/2014/main" id="{BAF5BF7F-EF1C-FDD4-0C3C-8ED93B7CBC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509" y="4958377"/>
                      <a:ext cx="2071" cy="2065"/>
                    </a:xfrm>
                    <a:custGeom>
                      <a:avLst/>
                      <a:gdLst>
                        <a:gd name="connsiteX0" fmla="*/ 288 w 2071"/>
                        <a:gd name="connsiteY0" fmla="*/ 1746 h 2065"/>
                        <a:gd name="connsiteX1" fmla="*/ 318 w 2071"/>
                        <a:gd name="connsiteY1" fmla="*/ 288 h 2065"/>
                        <a:gd name="connsiteX2" fmla="*/ 1783 w 2071"/>
                        <a:gd name="connsiteY2" fmla="*/ 319 h 2065"/>
                        <a:gd name="connsiteX3" fmla="*/ 1753 w 2071"/>
                        <a:gd name="connsiteY3" fmla="*/ 1778 h 2065"/>
                        <a:gd name="connsiteX4" fmla="*/ 288 w 2071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5">
                          <a:moveTo>
                            <a:pt x="288" y="1746"/>
                          </a:moveTo>
                          <a:cubicBezTo>
                            <a:pt x="-108" y="1334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5" y="1381"/>
                            <a:pt x="1753" y="1778"/>
                          </a:cubicBezTo>
                          <a:cubicBezTo>
                            <a:pt x="1341" y="2174"/>
                            <a:pt x="685" y="2158"/>
                            <a:pt x="288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55" name="Freeform: Shape 1454">
                      <a:extLst>
                        <a:ext uri="{FF2B5EF4-FFF2-40B4-BE49-F238E27FC236}">
                          <a16:creationId xmlns:a16="http://schemas.microsoft.com/office/drawing/2014/main" id="{2448E15A-591B-1961-FC3D-E8050D60D8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804" y="4951719"/>
                      <a:ext cx="2071" cy="2081"/>
                    </a:xfrm>
                    <a:custGeom>
                      <a:avLst/>
                      <a:gdLst>
                        <a:gd name="connsiteX0" fmla="*/ 288 w 2071"/>
                        <a:gd name="connsiteY0" fmla="*/ 1762 h 2081"/>
                        <a:gd name="connsiteX1" fmla="*/ 318 w 2071"/>
                        <a:gd name="connsiteY1" fmla="*/ 288 h 2081"/>
                        <a:gd name="connsiteX2" fmla="*/ 1783 w 2071"/>
                        <a:gd name="connsiteY2" fmla="*/ 319 h 2081"/>
                        <a:gd name="connsiteX3" fmla="*/ 1753 w 2071"/>
                        <a:gd name="connsiteY3" fmla="*/ 1794 h 2081"/>
                        <a:gd name="connsiteX4" fmla="*/ 288 w 2071"/>
                        <a:gd name="connsiteY4" fmla="*/ 1762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81">
                          <a:moveTo>
                            <a:pt x="288" y="1762"/>
                          </a:moveTo>
                          <a:cubicBezTo>
                            <a:pt x="-108" y="1350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1"/>
                            <a:pt x="2165" y="1397"/>
                            <a:pt x="1753" y="1794"/>
                          </a:cubicBezTo>
                          <a:cubicBezTo>
                            <a:pt x="1339" y="2190"/>
                            <a:pt x="685" y="2174"/>
                            <a:pt x="288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56" name="Freeform: Shape 1455">
                      <a:extLst>
                        <a:ext uri="{FF2B5EF4-FFF2-40B4-BE49-F238E27FC236}">
                          <a16:creationId xmlns:a16="http://schemas.microsoft.com/office/drawing/2014/main" id="{EE1EBDE3-9F7B-38E5-FAF4-05AA4BA988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4859" y="4977702"/>
                      <a:ext cx="2071" cy="2081"/>
                    </a:xfrm>
                    <a:custGeom>
                      <a:avLst/>
                      <a:gdLst>
                        <a:gd name="connsiteX0" fmla="*/ 288 w 2071"/>
                        <a:gd name="connsiteY0" fmla="*/ 1762 h 2081"/>
                        <a:gd name="connsiteX1" fmla="*/ 318 w 2071"/>
                        <a:gd name="connsiteY1" fmla="*/ 288 h 2081"/>
                        <a:gd name="connsiteX2" fmla="*/ 1783 w 2071"/>
                        <a:gd name="connsiteY2" fmla="*/ 319 h 2081"/>
                        <a:gd name="connsiteX3" fmla="*/ 1753 w 2071"/>
                        <a:gd name="connsiteY3" fmla="*/ 1794 h 2081"/>
                        <a:gd name="connsiteX4" fmla="*/ 288 w 2071"/>
                        <a:gd name="connsiteY4" fmla="*/ 1762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81">
                          <a:moveTo>
                            <a:pt x="288" y="1762"/>
                          </a:moveTo>
                          <a:cubicBezTo>
                            <a:pt x="-108" y="1350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5" y="1397"/>
                            <a:pt x="1753" y="1794"/>
                          </a:cubicBezTo>
                          <a:cubicBezTo>
                            <a:pt x="1341" y="2190"/>
                            <a:pt x="685" y="2174"/>
                            <a:pt x="288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57" name="Freeform: Shape 1456">
                      <a:extLst>
                        <a:ext uri="{FF2B5EF4-FFF2-40B4-BE49-F238E27FC236}">
                          <a16:creationId xmlns:a16="http://schemas.microsoft.com/office/drawing/2014/main" id="{BE0DF76E-4E1D-8D35-2FFD-167589AD64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387" y="4976371"/>
                      <a:ext cx="2072" cy="2081"/>
                    </a:xfrm>
                    <a:custGeom>
                      <a:avLst/>
                      <a:gdLst>
                        <a:gd name="connsiteX0" fmla="*/ 288 w 2072"/>
                        <a:gd name="connsiteY0" fmla="*/ 1762 h 2081"/>
                        <a:gd name="connsiteX1" fmla="*/ 318 w 2072"/>
                        <a:gd name="connsiteY1" fmla="*/ 288 h 2081"/>
                        <a:gd name="connsiteX2" fmla="*/ 1783 w 2072"/>
                        <a:gd name="connsiteY2" fmla="*/ 319 h 2081"/>
                        <a:gd name="connsiteX3" fmla="*/ 1753 w 2072"/>
                        <a:gd name="connsiteY3" fmla="*/ 1794 h 2081"/>
                        <a:gd name="connsiteX4" fmla="*/ 288 w 2072"/>
                        <a:gd name="connsiteY4" fmla="*/ 1762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1">
                          <a:moveTo>
                            <a:pt x="288" y="1762"/>
                          </a:moveTo>
                          <a:cubicBezTo>
                            <a:pt x="-108" y="1350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7" y="1397"/>
                            <a:pt x="1753" y="1794"/>
                          </a:cubicBezTo>
                          <a:cubicBezTo>
                            <a:pt x="1341" y="2190"/>
                            <a:pt x="685" y="2174"/>
                            <a:pt x="288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58" name="Freeform: Shape 1457">
                      <a:extLst>
                        <a:ext uri="{FF2B5EF4-FFF2-40B4-BE49-F238E27FC236}">
                          <a16:creationId xmlns:a16="http://schemas.microsoft.com/office/drawing/2014/main" id="{D3C86E62-2BD9-C477-A50B-80CAAC7964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5671" y="4972954"/>
                      <a:ext cx="2072" cy="2073"/>
                    </a:xfrm>
                    <a:custGeom>
                      <a:avLst/>
                      <a:gdLst>
                        <a:gd name="connsiteX0" fmla="*/ 289 w 2072"/>
                        <a:gd name="connsiteY0" fmla="*/ 1754 h 2073"/>
                        <a:gd name="connsiteX1" fmla="*/ 319 w 2072"/>
                        <a:gd name="connsiteY1" fmla="*/ 295 h 2073"/>
                        <a:gd name="connsiteX2" fmla="*/ 1784 w 2072"/>
                        <a:gd name="connsiteY2" fmla="*/ 311 h 2073"/>
                        <a:gd name="connsiteX3" fmla="*/ 1754 w 2072"/>
                        <a:gd name="connsiteY3" fmla="*/ 1786 h 2073"/>
                        <a:gd name="connsiteX4" fmla="*/ 289 w 2072"/>
                        <a:gd name="connsiteY4" fmla="*/ 175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289" y="1754"/>
                          </a:moveTo>
                          <a:cubicBezTo>
                            <a:pt x="-107" y="1342"/>
                            <a:pt x="-95" y="692"/>
                            <a:pt x="319" y="295"/>
                          </a:cubicBezTo>
                          <a:cubicBezTo>
                            <a:pt x="731" y="-101"/>
                            <a:pt x="1388" y="-101"/>
                            <a:pt x="1784" y="311"/>
                          </a:cubicBezTo>
                          <a:cubicBezTo>
                            <a:pt x="2180" y="723"/>
                            <a:pt x="2166" y="1389"/>
                            <a:pt x="1754" y="1786"/>
                          </a:cubicBezTo>
                          <a:cubicBezTo>
                            <a:pt x="1342" y="2182"/>
                            <a:pt x="685" y="2166"/>
                            <a:pt x="289" y="175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59" name="Freeform: Shape 1458">
                      <a:extLst>
                        <a:ext uri="{FF2B5EF4-FFF2-40B4-BE49-F238E27FC236}">
                          <a16:creationId xmlns:a16="http://schemas.microsoft.com/office/drawing/2014/main" id="{9D563D7C-A216-5B8B-CC8C-E84E21C247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872" y="4982934"/>
                      <a:ext cx="2072" cy="2073"/>
                    </a:xfrm>
                    <a:custGeom>
                      <a:avLst/>
                      <a:gdLst>
                        <a:gd name="connsiteX0" fmla="*/ 288 w 2072"/>
                        <a:gd name="connsiteY0" fmla="*/ 1762 h 2073"/>
                        <a:gd name="connsiteX1" fmla="*/ 318 w 2072"/>
                        <a:gd name="connsiteY1" fmla="*/ 288 h 2073"/>
                        <a:gd name="connsiteX2" fmla="*/ 1783 w 2072"/>
                        <a:gd name="connsiteY2" fmla="*/ 319 h 2073"/>
                        <a:gd name="connsiteX3" fmla="*/ 1753 w 2072"/>
                        <a:gd name="connsiteY3" fmla="*/ 1778 h 2073"/>
                        <a:gd name="connsiteX4" fmla="*/ 288 w 2072"/>
                        <a:gd name="connsiteY4" fmla="*/ 1762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288" y="1762"/>
                          </a:moveTo>
                          <a:cubicBezTo>
                            <a:pt x="-108" y="1350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7" y="1382"/>
                            <a:pt x="1753" y="1778"/>
                          </a:cubicBezTo>
                          <a:cubicBezTo>
                            <a:pt x="1341" y="2174"/>
                            <a:pt x="685" y="2174"/>
                            <a:pt x="288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60" name="Freeform: Shape 1459">
                      <a:extLst>
                        <a:ext uri="{FF2B5EF4-FFF2-40B4-BE49-F238E27FC236}">
                          <a16:creationId xmlns:a16="http://schemas.microsoft.com/office/drawing/2014/main" id="{7AFE108D-8BC8-5EBE-B04C-929E9F1A4D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066" y="4969213"/>
                      <a:ext cx="2071" cy="2073"/>
                    </a:xfrm>
                    <a:custGeom>
                      <a:avLst/>
                      <a:gdLst>
                        <a:gd name="connsiteX0" fmla="*/ 288 w 2071"/>
                        <a:gd name="connsiteY0" fmla="*/ 1754 h 2073"/>
                        <a:gd name="connsiteX1" fmla="*/ 318 w 2071"/>
                        <a:gd name="connsiteY1" fmla="*/ 295 h 2073"/>
                        <a:gd name="connsiteX2" fmla="*/ 1783 w 2071"/>
                        <a:gd name="connsiteY2" fmla="*/ 311 h 2073"/>
                        <a:gd name="connsiteX3" fmla="*/ 1753 w 2071"/>
                        <a:gd name="connsiteY3" fmla="*/ 1786 h 2073"/>
                        <a:gd name="connsiteX4" fmla="*/ 288 w 2071"/>
                        <a:gd name="connsiteY4" fmla="*/ 175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288" y="1754"/>
                          </a:moveTo>
                          <a:cubicBezTo>
                            <a:pt x="-108" y="1342"/>
                            <a:pt x="-94" y="692"/>
                            <a:pt x="318" y="295"/>
                          </a:cubicBezTo>
                          <a:cubicBezTo>
                            <a:pt x="731" y="-101"/>
                            <a:pt x="1387" y="-101"/>
                            <a:pt x="1783" y="311"/>
                          </a:cubicBezTo>
                          <a:cubicBezTo>
                            <a:pt x="2180" y="723"/>
                            <a:pt x="2165" y="1389"/>
                            <a:pt x="1753" y="1786"/>
                          </a:cubicBezTo>
                          <a:cubicBezTo>
                            <a:pt x="1339" y="2182"/>
                            <a:pt x="685" y="2166"/>
                            <a:pt x="288" y="175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61" name="Freeform: Shape 1460">
                      <a:extLst>
                        <a:ext uri="{FF2B5EF4-FFF2-40B4-BE49-F238E27FC236}">
                          <a16:creationId xmlns:a16="http://schemas.microsoft.com/office/drawing/2014/main" id="{BD33ECAC-E7D5-5662-A4A1-907EC18374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548" y="4970251"/>
                      <a:ext cx="2072" cy="2073"/>
                    </a:xfrm>
                    <a:custGeom>
                      <a:avLst/>
                      <a:gdLst>
                        <a:gd name="connsiteX0" fmla="*/ 289 w 2072"/>
                        <a:gd name="connsiteY0" fmla="*/ 1762 h 2073"/>
                        <a:gd name="connsiteX1" fmla="*/ 319 w 2072"/>
                        <a:gd name="connsiteY1" fmla="*/ 288 h 2073"/>
                        <a:gd name="connsiteX2" fmla="*/ 1784 w 2072"/>
                        <a:gd name="connsiteY2" fmla="*/ 319 h 2073"/>
                        <a:gd name="connsiteX3" fmla="*/ 1754 w 2072"/>
                        <a:gd name="connsiteY3" fmla="*/ 1778 h 2073"/>
                        <a:gd name="connsiteX4" fmla="*/ 289 w 2072"/>
                        <a:gd name="connsiteY4" fmla="*/ 1762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289" y="1762"/>
                          </a:moveTo>
                          <a:cubicBezTo>
                            <a:pt x="-107" y="1350"/>
                            <a:pt x="-95" y="684"/>
                            <a:pt x="319" y="288"/>
                          </a:cubicBezTo>
                          <a:cubicBezTo>
                            <a:pt x="731" y="-109"/>
                            <a:pt x="1388" y="-93"/>
                            <a:pt x="1784" y="319"/>
                          </a:cubicBezTo>
                          <a:cubicBezTo>
                            <a:pt x="2180" y="732"/>
                            <a:pt x="2166" y="1382"/>
                            <a:pt x="1754" y="1778"/>
                          </a:cubicBezTo>
                          <a:cubicBezTo>
                            <a:pt x="1342" y="2174"/>
                            <a:pt x="685" y="2174"/>
                            <a:pt x="289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62" name="Freeform: Shape 1461">
                      <a:extLst>
                        <a:ext uri="{FF2B5EF4-FFF2-40B4-BE49-F238E27FC236}">
                          <a16:creationId xmlns:a16="http://schemas.microsoft.com/office/drawing/2014/main" id="{E1E9325F-B58F-D4FA-057F-7B4AD17F76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491" y="4972915"/>
                      <a:ext cx="2072" cy="2073"/>
                    </a:xfrm>
                    <a:custGeom>
                      <a:avLst/>
                      <a:gdLst>
                        <a:gd name="connsiteX0" fmla="*/ 288 w 2072"/>
                        <a:gd name="connsiteY0" fmla="*/ 1762 h 2073"/>
                        <a:gd name="connsiteX1" fmla="*/ 319 w 2072"/>
                        <a:gd name="connsiteY1" fmla="*/ 288 h 2073"/>
                        <a:gd name="connsiteX2" fmla="*/ 1783 w 2072"/>
                        <a:gd name="connsiteY2" fmla="*/ 319 h 2073"/>
                        <a:gd name="connsiteX3" fmla="*/ 1753 w 2072"/>
                        <a:gd name="connsiteY3" fmla="*/ 1778 h 2073"/>
                        <a:gd name="connsiteX4" fmla="*/ 288 w 2072"/>
                        <a:gd name="connsiteY4" fmla="*/ 1762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288" y="1762"/>
                          </a:moveTo>
                          <a:cubicBezTo>
                            <a:pt x="-108" y="1350"/>
                            <a:pt x="-94" y="684"/>
                            <a:pt x="319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1"/>
                            <a:pt x="2167" y="1381"/>
                            <a:pt x="1753" y="1778"/>
                          </a:cubicBezTo>
                          <a:cubicBezTo>
                            <a:pt x="1339" y="2174"/>
                            <a:pt x="685" y="2174"/>
                            <a:pt x="288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63" name="Freeform: Shape 1462">
                      <a:extLst>
                        <a:ext uri="{FF2B5EF4-FFF2-40B4-BE49-F238E27FC236}">
                          <a16:creationId xmlns:a16="http://schemas.microsoft.com/office/drawing/2014/main" id="{8127A8AF-0644-BC67-1717-0719349A6E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099" y="4952178"/>
                      <a:ext cx="2071" cy="2065"/>
                    </a:xfrm>
                    <a:custGeom>
                      <a:avLst/>
                      <a:gdLst>
                        <a:gd name="connsiteX0" fmla="*/ 288 w 2071"/>
                        <a:gd name="connsiteY0" fmla="*/ 1746 h 2065"/>
                        <a:gd name="connsiteX1" fmla="*/ 319 w 2071"/>
                        <a:gd name="connsiteY1" fmla="*/ 288 h 2065"/>
                        <a:gd name="connsiteX2" fmla="*/ 1783 w 2071"/>
                        <a:gd name="connsiteY2" fmla="*/ 319 h 2065"/>
                        <a:gd name="connsiteX3" fmla="*/ 1753 w 2071"/>
                        <a:gd name="connsiteY3" fmla="*/ 1778 h 2065"/>
                        <a:gd name="connsiteX4" fmla="*/ 288 w 2071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5">
                          <a:moveTo>
                            <a:pt x="288" y="1746"/>
                          </a:moveTo>
                          <a:cubicBezTo>
                            <a:pt x="-108" y="1334"/>
                            <a:pt x="-94" y="684"/>
                            <a:pt x="319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5" y="1382"/>
                            <a:pt x="1753" y="1778"/>
                          </a:cubicBezTo>
                          <a:cubicBezTo>
                            <a:pt x="1339" y="2174"/>
                            <a:pt x="685" y="2158"/>
                            <a:pt x="288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64" name="Freeform: Shape 1463">
                      <a:extLst>
                        <a:ext uri="{FF2B5EF4-FFF2-40B4-BE49-F238E27FC236}">
                          <a16:creationId xmlns:a16="http://schemas.microsoft.com/office/drawing/2014/main" id="{F3AB2FEC-1CEA-E6DF-0BC4-340F57DDA2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627" y="4950831"/>
                      <a:ext cx="2072" cy="2081"/>
                    </a:xfrm>
                    <a:custGeom>
                      <a:avLst/>
                      <a:gdLst>
                        <a:gd name="connsiteX0" fmla="*/ 288 w 2072"/>
                        <a:gd name="connsiteY0" fmla="*/ 1762 h 2081"/>
                        <a:gd name="connsiteX1" fmla="*/ 319 w 2072"/>
                        <a:gd name="connsiteY1" fmla="*/ 288 h 2081"/>
                        <a:gd name="connsiteX2" fmla="*/ 1783 w 2072"/>
                        <a:gd name="connsiteY2" fmla="*/ 319 h 2081"/>
                        <a:gd name="connsiteX3" fmla="*/ 1753 w 2072"/>
                        <a:gd name="connsiteY3" fmla="*/ 1794 h 2081"/>
                        <a:gd name="connsiteX4" fmla="*/ 288 w 2072"/>
                        <a:gd name="connsiteY4" fmla="*/ 1762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1">
                          <a:moveTo>
                            <a:pt x="288" y="1762"/>
                          </a:moveTo>
                          <a:cubicBezTo>
                            <a:pt x="-108" y="1350"/>
                            <a:pt x="-94" y="684"/>
                            <a:pt x="319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7" y="1397"/>
                            <a:pt x="1753" y="1794"/>
                          </a:cubicBezTo>
                          <a:cubicBezTo>
                            <a:pt x="1341" y="2190"/>
                            <a:pt x="685" y="2174"/>
                            <a:pt x="288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65" name="Freeform: Shape 1464">
                      <a:extLst>
                        <a:ext uri="{FF2B5EF4-FFF2-40B4-BE49-F238E27FC236}">
                          <a16:creationId xmlns:a16="http://schemas.microsoft.com/office/drawing/2014/main" id="{E1AFBBA3-2A9D-A054-FC44-65304117A3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3821" y="4945314"/>
                      <a:ext cx="2072" cy="2065"/>
                    </a:xfrm>
                    <a:custGeom>
                      <a:avLst/>
                      <a:gdLst>
                        <a:gd name="connsiteX0" fmla="*/ 288 w 2072"/>
                        <a:gd name="connsiteY0" fmla="*/ 1746 h 2065"/>
                        <a:gd name="connsiteX1" fmla="*/ 318 w 2072"/>
                        <a:gd name="connsiteY1" fmla="*/ 288 h 2065"/>
                        <a:gd name="connsiteX2" fmla="*/ 1783 w 2072"/>
                        <a:gd name="connsiteY2" fmla="*/ 319 h 2065"/>
                        <a:gd name="connsiteX3" fmla="*/ 1753 w 2072"/>
                        <a:gd name="connsiteY3" fmla="*/ 1778 h 2065"/>
                        <a:gd name="connsiteX4" fmla="*/ 288 w 2072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288" y="1746"/>
                          </a:moveTo>
                          <a:cubicBezTo>
                            <a:pt x="-108" y="1334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7" y="1381"/>
                            <a:pt x="1753" y="1778"/>
                          </a:cubicBezTo>
                          <a:cubicBezTo>
                            <a:pt x="1341" y="2174"/>
                            <a:pt x="685" y="2158"/>
                            <a:pt x="288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66" name="Freeform: Shape 1465">
                      <a:extLst>
                        <a:ext uri="{FF2B5EF4-FFF2-40B4-BE49-F238E27FC236}">
                          <a16:creationId xmlns:a16="http://schemas.microsoft.com/office/drawing/2014/main" id="{E19061EE-1C61-5C80-83C8-A33F05A55B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111" y="4957394"/>
                      <a:ext cx="2071" cy="2081"/>
                    </a:xfrm>
                    <a:custGeom>
                      <a:avLst/>
                      <a:gdLst>
                        <a:gd name="connsiteX0" fmla="*/ 288 w 2071"/>
                        <a:gd name="connsiteY0" fmla="*/ 1762 h 2081"/>
                        <a:gd name="connsiteX1" fmla="*/ 318 w 2071"/>
                        <a:gd name="connsiteY1" fmla="*/ 288 h 2081"/>
                        <a:gd name="connsiteX2" fmla="*/ 1783 w 2071"/>
                        <a:gd name="connsiteY2" fmla="*/ 319 h 2081"/>
                        <a:gd name="connsiteX3" fmla="*/ 1753 w 2071"/>
                        <a:gd name="connsiteY3" fmla="*/ 1794 h 2081"/>
                        <a:gd name="connsiteX4" fmla="*/ 288 w 2071"/>
                        <a:gd name="connsiteY4" fmla="*/ 1762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81">
                          <a:moveTo>
                            <a:pt x="288" y="1762"/>
                          </a:moveTo>
                          <a:cubicBezTo>
                            <a:pt x="-108" y="1350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5" y="1397"/>
                            <a:pt x="1753" y="1794"/>
                          </a:cubicBezTo>
                          <a:cubicBezTo>
                            <a:pt x="1339" y="2190"/>
                            <a:pt x="685" y="2174"/>
                            <a:pt x="288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67" name="Freeform: Shape 1466">
                      <a:extLst>
                        <a:ext uri="{FF2B5EF4-FFF2-40B4-BE49-F238E27FC236}">
                          <a16:creationId xmlns:a16="http://schemas.microsoft.com/office/drawing/2014/main" id="{9A730888-A3BE-50F1-FC1D-94BFCAC253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2304" y="4943681"/>
                      <a:ext cx="2071" cy="2065"/>
                    </a:xfrm>
                    <a:custGeom>
                      <a:avLst/>
                      <a:gdLst>
                        <a:gd name="connsiteX0" fmla="*/ 288 w 2071"/>
                        <a:gd name="connsiteY0" fmla="*/ 1746 h 2065"/>
                        <a:gd name="connsiteX1" fmla="*/ 319 w 2071"/>
                        <a:gd name="connsiteY1" fmla="*/ 288 h 2065"/>
                        <a:gd name="connsiteX2" fmla="*/ 1783 w 2071"/>
                        <a:gd name="connsiteY2" fmla="*/ 319 h 2065"/>
                        <a:gd name="connsiteX3" fmla="*/ 1753 w 2071"/>
                        <a:gd name="connsiteY3" fmla="*/ 1778 h 2065"/>
                        <a:gd name="connsiteX4" fmla="*/ 288 w 2071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5">
                          <a:moveTo>
                            <a:pt x="288" y="1746"/>
                          </a:moveTo>
                          <a:cubicBezTo>
                            <a:pt x="-108" y="1334"/>
                            <a:pt x="-94" y="684"/>
                            <a:pt x="319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5" y="1382"/>
                            <a:pt x="1753" y="1778"/>
                          </a:cubicBezTo>
                          <a:cubicBezTo>
                            <a:pt x="1341" y="2174"/>
                            <a:pt x="685" y="2158"/>
                            <a:pt x="288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68" name="Freeform: Shape 1467">
                      <a:extLst>
                        <a:ext uri="{FF2B5EF4-FFF2-40B4-BE49-F238E27FC236}">
                          <a16:creationId xmlns:a16="http://schemas.microsoft.com/office/drawing/2014/main" id="{EAACE0D4-7500-7E5A-0FD6-1478F887F9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342" y="4954255"/>
                      <a:ext cx="2072" cy="2065"/>
                    </a:xfrm>
                    <a:custGeom>
                      <a:avLst/>
                      <a:gdLst>
                        <a:gd name="connsiteX0" fmla="*/ 289 w 2072"/>
                        <a:gd name="connsiteY0" fmla="*/ 1746 h 2065"/>
                        <a:gd name="connsiteX1" fmla="*/ 319 w 2072"/>
                        <a:gd name="connsiteY1" fmla="*/ 288 h 2065"/>
                        <a:gd name="connsiteX2" fmla="*/ 1784 w 2072"/>
                        <a:gd name="connsiteY2" fmla="*/ 319 h 2065"/>
                        <a:gd name="connsiteX3" fmla="*/ 1754 w 2072"/>
                        <a:gd name="connsiteY3" fmla="*/ 1778 h 2065"/>
                        <a:gd name="connsiteX4" fmla="*/ 289 w 2072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289" y="1746"/>
                          </a:moveTo>
                          <a:cubicBezTo>
                            <a:pt x="-107" y="1334"/>
                            <a:pt x="-95" y="684"/>
                            <a:pt x="319" y="288"/>
                          </a:cubicBezTo>
                          <a:cubicBezTo>
                            <a:pt x="731" y="-109"/>
                            <a:pt x="1388" y="-93"/>
                            <a:pt x="1784" y="319"/>
                          </a:cubicBezTo>
                          <a:cubicBezTo>
                            <a:pt x="2180" y="732"/>
                            <a:pt x="2166" y="1381"/>
                            <a:pt x="1754" y="1778"/>
                          </a:cubicBezTo>
                          <a:cubicBezTo>
                            <a:pt x="1342" y="2174"/>
                            <a:pt x="685" y="2158"/>
                            <a:pt x="289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69" name="Freeform: Shape 1468">
                      <a:extLst>
                        <a:ext uri="{FF2B5EF4-FFF2-40B4-BE49-F238E27FC236}">
                          <a16:creationId xmlns:a16="http://schemas.microsoft.com/office/drawing/2014/main" id="{AB6ACF74-690C-32F9-3097-2AC30958E2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8731" y="4947375"/>
                      <a:ext cx="2072" cy="2081"/>
                    </a:xfrm>
                    <a:custGeom>
                      <a:avLst/>
                      <a:gdLst>
                        <a:gd name="connsiteX0" fmla="*/ 288 w 2072"/>
                        <a:gd name="connsiteY0" fmla="*/ 1762 h 2081"/>
                        <a:gd name="connsiteX1" fmla="*/ 318 w 2072"/>
                        <a:gd name="connsiteY1" fmla="*/ 288 h 2081"/>
                        <a:gd name="connsiteX2" fmla="*/ 1783 w 2072"/>
                        <a:gd name="connsiteY2" fmla="*/ 319 h 2081"/>
                        <a:gd name="connsiteX3" fmla="*/ 1753 w 2072"/>
                        <a:gd name="connsiteY3" fmla="*/ 1794 h 2081"/>
                        <a:gd name="connsiteX4" fmla="*/ 288 w 2072"/>
                        <a:gd name="connsiteY4" fmla="*/ 1762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1">
                          <a:moveTo>
                            <a:pt x="288" y="1762"/>
                          </a:moveTo>
                          <a:cubicBezTo>
                            <a:pt x="-108" y="1350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1"/>
                            <a:pt x="2167" y="1397"/>
                            <a:pt x="1753" y="1794"/>
                          </a:cubicBezTo>
                          <a:cubicBezTo>
                            <a:pt x="1339" y="2190"/>
                            <a:pt x="685" y="2174"/>
                            <a:pt x="288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70" name="Freeform: Shape 1469">
                      <a:extLst>
                        <a:ext uri="{FF2B5EF4-FFF2-40B4-BE49-F238E27FC236}">
                          <a16:creationId xmlns:a16="http://schemas.microsoft.com/office/drawing/2014/main" id="{C24C416A-0DF9-25AC-1594-DB0710DCA7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787" y="4941319"/>
                      <a:ext cx="2071" cy="2065"/>
                    </a:xfrm>
                    <a:custGeom>
                      <a:avLst/>
                      <a:gdLst>
                        <a:gd name="connsiteX0" fmla="*/ 288 w 2071"/>
                        <a:gd name="connsiteY0" fmla="*/ 1746 h 2065"/>
                        <a:gd name="connsiteX1" fmla="*/ 318 w 2071"/>
                        <a:gd name="connsiteY1" fmla="*/ 288 h 2065"/>
                        <a:gd name="connsiteX2" fmla="*/ 1783 w 2071"/>
                        <a:gd name="connsiteY2" fmla="*/ 319 h 2065"/>
                        <a:gd name="connsiteX3" fmla="*/ 1753 w 2071"/>
                        <a:gd name="connsiteY3" fmla="*/ 1778 h 2065"/>
                        <a:gd name="connsiteX4" fmla="*/ 288 w 2071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5">
                          <a:moveTo>
                            <a:pt x="288" y="1746"/>
                          </a:moveTo>
                          <a:cubicBezTo>
                            <a:pt x="-108" y="1334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5" y="1382"/>
                            <a:pt x="1753" y="1778"/>
                          </a:cubicBezTo>
                          <a:cubicBezTo>
                            <a:pt x="1341" y="2174"/>
                            <a:pt x="685" y="2158"/>
                            <a:pt x="288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71" name="Freeform: Shape 1470">
                      <a:extLst>
                        <a:ext uri="{FF2B5EF4-FFF2-40B4-BE49-F238E27FC236}">
                          <a16:creationId xmlns:a16="http://schemas.microsoft.com/office/drawing/2014/main" id="{0C6D5057-F224-B979-F662-087552C4D2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316" y="4939987"/>
                      <a:ext cx="2072" cy="2065"/>
                    </a:xfrm>
                    <a:custGeom>
                      <a:avLst/>
                      <a:gdLst>
                        <a:gd name="connsiteX0" fmla="*/ 288 w 2072"/>
                        <a:gd name="connsiteY0" fmla="*/ 1746 h 2065"/>
                        <a:gd name="connsiteX1" fmla="*/ 319 w 2072"/>
                        <a:gd name="connsiteY1" fmla="*/ 288 h 2065"/>
                        <a:gd name="connsiteX2" fmla="*/ 1783 w 2072"/>
                        <a:gd name="connsiteY2" fmla="*/ 319 h 2065"/>
                        <a:gd name="connsiteX3" fmla="*/ 1753 w 2072"/>
                        <a:gd name="connsiteY3" fmla="*/ 1778 h 2065"/>
                        <a:gd name="connsiteX4" fmla="*/ 288 w 2072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288" y="1746"/>
                          </a:moveTo>
                          <a:cubicBezTo>
                            <a:pt x="-108" y="1334"/>
                            <a:pt x="-94" y="684"/>
                            <a:pt x="319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7" y="1381"/>
                            <a:pt x="1753" y="1778"/>
                          </a:cubicBezTo>
                          <a:cubicBezTo>
                            <a:pt x="1339" y="2174"/>
                            <a:pt x="685" y="2158"/>
                            <a:pt x="288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72" name="Freeform: Shape 1471">
                      <a:extLst>
                        <a:ext uri="{FF2B5EF4-FFF2-40B4-BE49-F238E27FC236}">
                          <a16:creationId xmlns:a16="http://schemas.microsoft.com/office/drawing/2014/main" id="{6EF9FEAF-9892-A4E1-AD52-EF6E329DB0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600" y="4936563"/>
                      <a:ext cx="2071" cy="2065"/>
                    </a:xfrm>
                    <a:custGeom>
                      <a:avLst/>
                      <a:gdLst>
                        <a:gd name="connsiteX0" fmla="*/ 288 w 2071"/>
                        <a:gd name="connsiteY0" fmla="*/ 1746 h 2065"/>
                        <a:gd name="connsiteX1" fmla="*/ 318 w 2071"/>
                        <a:gd name="connsiteY1" fmla="*/ 288 h 2065"/>
                        <a:gd name="connsiteX2" fmla="*/ 1783 w 2071"/>
                        <a:gd name="connsiteY2" fmla="*/ 319 h 2065"/>
                        <a:gd name="connsiteX3" fmla="*/ 1753 w 2071"/>
                        <a:gd name="connsiteY3" fmla="*/ 1778 h 2065"/>
                        <a:gd name="connsiteX4" fmla="*/ 288 w 2071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5">
                          <a:moveTo>
                            <a:pt x="288" y="1746"/>
                          </a:moveTo>
                          <a:cubicBezTo>
                            <a:pt x="-108" y="1334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5" y="1382"/>
                            <a:pt x="1753" y="1778"/>
                          </a:cubicBezTo>
                          <a:cubicBezTo>
                            <a:pt x="1339" y="2174"/>
                            <a:pt x="685" y="2158"/>
                            <a:pt x="288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73" name="Freeform: Shape 1472">
                      <a:extLst>
                        <a:ext uri="{FF2B5EF4-FFF2-40B4-BE49-F238E27FC236}">
                          <a16:creationId xmlns:a16="http://schemas.microsoft.com/office/drawing/2014/main" id="{790B0FA1-7ED2-B005-C721-6D9D7B7973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644" y="4948294"/>
                      <a:ext cx="2071" cy="2065"/>
                    </a:xfrm>
                    <a:custGeom>
                      <a:avLst/>
                      <a:gdLst>
                        <a:gd name="connsiteX0" fmla="*/ 288 w 2071"/>
                        <a:gd name="connsiteY0" fmla="*/ 1746 h 2065"/>
                        <a:gd name="connsiteX1" fmla="*/ 318 w 2071"/>
                        <a:gd name="connsiteY1" fmla="*/ 288 h 2065"/>
                        <a:gd name="connsiteX2" fmla="*/ 1783 w 2071"/>
                        <a:gd name="connsiteY2" fmla="*/ 319 h 2065"/>
                        <a:gd name="connsiteX3" fmla="*/ 1753 w 2071"/>
                        <a:gd name="connsiteY3" fmla="*/ 1778 h 2065"/>
                        <a:gd name="connsiteX4" fmla="*/ 288 w 2071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5">
                          <a:moveTo>
                            <a:pt x="288" y="1746"/>
                          </a:moveTo>
                          <a:cubicBezTo>
                            <a:pt x="-108" y="1350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5" y="1381"/>
                            <a:pt x="1753" y="1778"/>
                          </a:cubicBezTo>
                          <a:cubicBezTo>
                            <a:pt x="1341" y="2174"/>
                            <a:pt x="685" y="2158"/>
                            <a:pt x="288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74" name="Freeform: Shape 1473">
                      <a:extLst>
                        <a:ext uri="{FF2B5EF4-FFF2-40B4-BE49-F238E27FC236}">
                          <a16:creationId xmlns:a16="http://schemas.microsoft.com/office/drawing/2014/main" id="{239AC240-048B-E350-46FE-7D0D4C8753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466" y="4931791"/>
                      <a:ext cx="2071" cy="2081"/>
                    </a:xfrm>
                    <a:custGeom>
                      <a:avLst/>
                      <a:gdLst>
                        <a:gd name="connsiteX0" fmla="*/ 288 w 2071"/>
                        <a:gd name="connsiteY0" fmla="*/ 1762 h 2081"/>
                        <a:gd name="connsiteX1" fmla="*/ 318 w 2071"/>
                        <a:gd name="connsiteY1" fmla="*/ 288 h 2081"/>
                        <a:gd name="connsiteX2" fmla="*/ 1783 w 2071"/>
                        <a:gd name="connsiteY2" fmla="*/ 319 h 2081"/>
                        <a:gd name="connsiteX3" fmla="*/ 1753 w 2071"/>
                        <a:gd name="connsiteY3" fmla="*/ 1794 h 2081"/>
                        <a:gd name="connsiteX4" fmla="*/ 288 w 2071"/>
                        <a:gd name="connsiteY4" fmla="*/ 1762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81">
                          <a:moveTo>
                            <a:pt x="288" y="1762"/>
                          </a:moveTo>
                          <a:cubicBezTo>
                            <a:pt x="-108" y="1350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5" y="1397"/>
                            <a:pt x="1753" y="1794"/>
                          </a:cubicBezTo>
                          <a:cubicBezTo>
                            <a:pt x="1341" y="2190"/>
                            <a:pt x="685" y="2174"/>
                            <a:pt x="288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75" name="Freeform: Shape 1474">
                      <a:extLst>
                        <a:ext uri="{FF2B5EF4-FFF2-40B4-BE49-F238E27FC236}">
                          <a16:creationId xmlns:a16="http://schemas.microsoft.com/office/drawing/2014/main" id="{2CBDABB4-F49F-9715-C986-5D027F6AF5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032" y="4943396"/>
                      <a:ext cx="2072" cy="2073"/>
                    </a:xfrm>
                    <a:custGeom>
                      <a:avLst/>
                      <a:gdLst>
                        <a:gd name="connsiteX0" fmla="*/ 289 w 2072"/>
                        <a:gd name="connsiteY0" fmla="*/ 1762 h 2073"/>
                        <a:gd name="connsiteX1" fmla="*/ 319 w 2072"/>
                        <a:gd name="connsiteY1" fmla="*/ 288 h 2073"/>
                        <a:gd name="connsiteX2" fmla="*/ 1784 w 2072"/>
                        <a:gd name="connsiteY2" fmla="*/ 319 h 2073"/>
                        <a:gd name="connsiteX3" fmla="*/ 1754 w 2072"/>
                        <a:gd name="connsiteY3" fmla="*/ 1778 h 2073"/>
                        <a:gd name="connsiteX4" fmla="*/ 289 w 2072"/>
                        <a:gd name="connsiteY4" fmla="*/ 1762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289" y="1762"/>
                          </a:moveTo>
                          <a:cubicBezTo>
                            <a:pt x="-107" y="1350"/>
                            <a:pt x="-95" y="684"/>
                            <a:pt x="319" y="288"/>
                          </a:cubicBezTo>
                          <a:cubicBezTo>
                            <a:pt x="731" y="-109"/>
                            <a:pt x="1388" y="-93"/>
                            <a:pt x="1784" y="319"/>
                          </a:cubicBezTo>
                          <a:cubicBezTo>
                            <a:pt x="2180" y="731"/>
                            <a:pt x="2166" y="1381"/>
                            <a:pt x="1754" y="1778"/>
                          </a:cubicBezTo>
                          <a:cubicBezTo>
                            <a:pt x="1342" y="2174"/>
                            <a:pt x="685" y="2174"/>
                            <a:pt x="289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76" name="Freeform: Shape 1475">
                      <a:extLst>
                        <a:ext uri="{FF2B5EF4-FFF2-40B4-BE49-F238E27FC236}">
                          <a16:creationId xmlns:a16="http://schemas.microsoft.com/office/drawing/2014/main" id="{791CB872-3555-46C8-3660-7A1FEE0F64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420" y="4936524"/>
                      <a:ext cx="2072" cy="2073"/>
                    </a:xfrm>
                    <a:custGeom>
                      <a:avLst/>
                      <a:gdLst>
                        <a:gd name="connsiteX0" fmla="*/ 288 w 2072"/>
                        <a:gd name="connsiteY0" fmla="*/ 1754 h 2073"/>
                        <a:gd name="connsiteX1" fmla="*/ 318 w 2072"/>
                        <a:gd name="connsiteY1" fmla="*/ 295 h 2073"/>
                        <a:gd name="connsiteX2" fmla="*/ 1783 w 2072"/>
                        <a:gd name="connsiteY2" fmla="*/ 311 h 2073"/>
                        <a:gd name="connsiteX3" fmla="*/ 1753 w 2072"/>
                        <a:gd name="connsiteY3" fmla="*/ 1786 h 2073"/>
                        <a:gd name="connsiteX4" fmla="*/ 288 w 2072"/>
                        <a:gd name="connsiteY4" fmla="*/ 1754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288" y="1754"/>
                          </a:moveTo>
                          <a:cubicBezTo>
                            <a:pt x="-108" y="1342"/>
                            <a:pt x="-94" y="692"/>
                            <a:pt x="318" y="295"/>
                          </a:cubicBezTo>
                          <a:cubicBezTo>
                            <a:pt x="731" y="-101"/>
                            <a:pt x="1387" y="-101"/>
                            <a:pt x="1783" y="311"/>
                          </a:cubicBezTo>
                          <a:cubicBezTo>
                            <a:pt x="2180" y="723"/>
                            <a:pt x="2167" y="1389"/>
                            <a:pt x="1753" y="1786"/>
                          </a:cubicBezTo>
                          <a:cubicBezTo>
                            <a:pt x="1339" y="2182"/>
                            <a:pt x="685" y="2166"/>
                            <a:pt x="288" y="175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77" name="Freeform: Shape 1476">
                      <a:extLst>
                        <a:ext uri="{FF2B5EF4-FFF2-40B4-BE49-F238E27FC236}">
                          <a16:creationId xmlns:a16="http://schemas.microsoft.com/office/drawing/2014/main" id="{41E2CFFB-DD15-77C4-D998-DDEE238CB2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595" y="4940669"/>
                      <a:ext cx="2072" cy="2065"/>
                    </a:xfrm>
                    <a:custGeom>
                      <a:avLst/>
                      <a:gdLst>
                        <a:gd name="connsiteX0" fmla="*/ 289 w 2072"/>
                        <a:gd name="connsiteY0" fmla="*/ 1746 h 2065"/>
                        <a:gd name="connsiteX1" fmla="*/ 319 w 2072"/>
                        <a:gd name="connsiteY1" fmla="*/ 288 h 2065"/>
                        <a:gd name="connsiteX2" fmla="*/ 1784 w 2072"/>
                        <a:gd name="connsiteY2" fmla="*/ 319 h 2065"/>
                        <a:gd name="connsiteX3" fmla="*/ 1754 w 2072"/>
                        <a:gd name="connsiteY3" fmla="*/ 1778 h 2065"/>
                        <a:gd name="connsiteX4" fmla="*/ 289 w 2072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289" y="1746"/>
                          </a:moveTo>
                          <a:cubicBezTo>
                            <a:pt x="-107" y="1334"/>
                            <a:pt x="-95" y="684"/>
                            <a:pt x="319" y="288"/>
                          </a:cubicBezTo>
                          <a:cubicBezTo>
                            <a:pt x="733" y="-109"/>
                            <a:pt x="1388" y="-93"/>
                            <a:pt x="1784" y="319"/>
                          </a:cubicBezTo>
                          <a:cubicBezTo>
                            <a:pt x="2180" y="732"/>
                            <a:pt x="2166" y="1382"/>
                            <a:pt x="1754" y="1778"/>
                          </a:cubicBezTo>
                          <a:cubicBezTo>
                            <a:pt x="1340" y="2174"/>
                            <a:pt x="684" y="2158"/>
                            <a:pt x="289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78" name="Freeform: Shape 1477">
                      <a:extLst>
                        <a:ext uri="{FF2B5EF4-FFF2-40B4-BE49-F238E27FC236}">
                          <a16:creationId xmlns:a16="http://schemas.microsoft.com/office/drawing/2014/main" id="{DE94B42A-A39F-3883-53FE-EFF3F667F3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2053" y="4932885"/>
                      <a:ext cx="2072" cy="2071"/>
                    </a:xfrm>
                    <a:custGeom>
                      <a:avLst/>
                      <a:gdLst>
                        <a:gd name="connsiteX0" fmla="*/ 288 w 2072"/>
                        <a:gd name="connsiteY0" fmla="*/ 1746 h 2071"/>
                        <a:gd name="connsiteX1" fmla="*/ 318 w 2072"/>
                        <a:gd name="connsiteY1" fmla="*/ 288 h 2071"/>
                        <a:gd name="connsiteX2" fmla="*/ 1783 w 2072"/>
                        <a:gd name="connsiteY2" fmla="*/ 319 h 2071"/>
                        <a:gd name="connsiteX3" fmla="*/ 1753 w 2072"/>
                        <a:gd name="connsiteY3" fmla="*/ 1778 h 2071"/>
                        <a:gd name="connsiteX4" fmla="*/ 288 w 2072"/>
                        <a:gd name="connsiteY4" fmla="*/ 1746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288" y="1746"/>
                          </a:moveTo>
                          <a:cubicBezTo>
                            <a:pt x="-108" y="1334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1"/>
                            <a:pt x="2167" y="1381"/>
                            <a:pt x="1753" y="1778"/>
                          </a:cubicBezTo>
                          <a:cubicBezTo>
                            <a:pt x="1341" y="2174"/>
                            <a:pt x="685" y="2174"/>
                            <a:pt x="288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79" name="Freeform: Shape 1478">
                      <a:extLst>
                        <a:ext uri="{FF2B5EF4-FFF2-40B4-BE49-F238E27FC236}">
                          <a16:creationId xmlns:a16="http://schemas.microsoft.com/office/drawing/2014/main" id="{DE770AA1-E471-D4F8-0D67-65E3283ABD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634" y="4925133"/>
                      <a:ext cx="2071" cy="2073"/>
                    </a:xfrm>
                    <a:custGeom>
                      <a:avLst/>
                      <a:gdLst>
                        <a:gd name="connsiteX0" fmla="*/ 288 w 2071"/>
                        <a:gd name="connsiteY0" fmla="*/ 1762 h 2073"/>
                        <a:gd name="connsiteX1" fmla="*/ 318 w 2071"/>
                        <a:gd name="connsiteY1" fmla="*/ 288 h 2073"/>
                        <a:gd name="connsiteX2" fmla="*/ 1783 w 2071"/>
                        <a:gd name="connsiteY2" fmla="*/ 319 h 2073"/>
                        <a:gd name="connsiteX3" fmla="*/ 1753 w 2071"/>
                        <a:gd name="connsiteY3" fmla="*/ 1778 h 2073"/>
                        <a:gd name="connsiteX4" fmla="*/ 288 w 2071"/>
                        <a:gd name="connsiteY4" fmla="*/ 1762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73">
                          <a:moveTo>
                            <a:pt x="288" y="1762"/>
                          </a:moveTo>
                          <a:cubicBezTo>
                            <a:pt x="-108" y="1350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5" y="1381"/>
                            <a:pt x="1753" y="1778"/>
                          </a:cubicBezTo>
                          <a:cubicBezTo>
                            <a:pt x="1341" y="2174"/>
                            <a:pt x="685" y="2174"/>
                            <a:pt x="288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80" name="Freeform: Shape 1479">
                      <a:extLst>
                        <a:ext uri="{FF2B5EF4-FFF2-40B4-BE49-F238E27FC236}">
                          <a16:creationId xmlns:a16="http://schemas.microsoft.com/office/drawing/2014/main" id="{0E5DA2B0-611C-4A75-4DC2-4193F0B104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538" y="4939448"/>
                      <a:ext cx="2072" cy="2065"/>
                    </a:xfrm>
                    <a:custGeom>
                      <a:avLst/>
                      <a:gdLst>
                        <a:gd name="connsiteX0" fmla="*/ 288 w 2072"/>
                        <a:gd name="connsiteY0" fmla="*/ 1746 h 2065"/>
                        <a:gd name="connsiteX1" fmla="*/ 318 w 2072"/>
                        <a:gd name="connsiteY1" fmla="*/ 288 h 2065"/>
                        <a:gd name="connsiteX2" fmla="*/ 1783 w 2072"/>
                        <a:gd name="connsiteY2" fmla="*/ 319 h 2065"/>
                        <a:gd name="connsiteX3" fmla="*/ 1753 w 2072"/>
                        <a:gd name="connsiteY3" fmla="*/ 1778 h 2065"/>
                        <a:gd name="connsiteX4" fmla="*/ 288 w 2072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288" y="1746"/>
                          </a:moveTo>
                          <a:cubicBezTo>
                            <a:pt x="-108" y="1334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1"/>
                            <a:pt x="2167" y="1381"/>
                            <a:pt x="1753" y="1778"/>
                          </a:cubicBezTo>
                          <a:cubicBezTo>
                            <a:pt x="1341" y="2174"/>
                            <a:pt x="685" y="2158"/>
                            <a:pt x="288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81" name="Freeform: Shape 1480">
                      <a:extLst>
                        <a:ext uri="{FF2B5EF4-FFF2-40B4-BE49-F238E27FC236}">
                          <a16:creationId xmlns:a16="http://schemas.microsoft.com/office/drawing/2014/main" id="{7EB05F6A-8BD8-7EC7-C7B6-D6EE248965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4539" y="4932156"/>
                      <a:ext cx="2071" cy="2065"/>
                    </a:xfrm>
                    <a:custGeom>
                      <a:avLst/>
                      <a:gdLst>
                        <a:gd name="connsiteX0" fmla="*/ 288 w 2071"/>
                        <a:gd name="connsiteY0" fmla="*/ 1746 h 2065"/>
                        <a:gd name="connsiteX1" fmla="*/ 318 w 2071"/>
                        <a:gd name="connsiteY1" fmla="*/ 288 h 2065"/>
                        <a:gd name="connsiteX2" fmla="*/ 1783 w 2071"/>
                        <a:gd name="connsiteY2" fmla="*/ 319 h 2065"/>
                        <a:gd name="connsiteX3" fmla="*/ 1753 w 2071"/>
                        <a:gd name="connsiteY3" fmla="*/ 1778 h 2065"/>
                        <a:gd name="connsiteX4" fmla="*/ 288 w 2071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5">
                          <a:moveTo>
                            <a:pt x="288" y="1746"/>
                          </a:moveTo>
                          <a:cubicBezTo>
                            <a:pt x="-108" y="1334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5" y="1382"/>
                            <a:pt x="1753" y="1778"/>
                          </a:cubicBezTo>
                          <a:cubicBezTo>
                            <a:pt x="1341" y="2174"/>
                            <a:pt x="685" y="2158"/>
                            <a:pt x="288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82" name="Freeform: Shape 1481">
                      <a:extLst>
                        <a:ext uri="{FF2B5EF4-FFF2-40B4-BE49-F238E27FC236}">
                          <a16:creationId xmlns:a16="http://schemas.microsoft.com/office/drawing/2014/main" id="{5E959A2B-3B61-477F-FE89-6BFCCA6469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6771" y="4936309"/>
                      <a:ext cx="2071" cy="2065"/>
                    </a:xfrm>
                    <a:custGeom>
                      <a:avLst/>
                      <a:gdLst>
                        <a:gd name="connsiteX0" fmla="*/ 288 w 2071"/>
                        <a:gd name="connsiteY0" fmla="*/ 1746 h 2065"/>
                        <a:gd name="connsiteX1" fmla="*/ 318 w 2071"/>
                        <a:gd name="connsiteY1" fmla="*/ 288 h 2065"/>
                        <a:gd name="connsiteX2" fmla="*/ 1783 w 2071"/>
                        <a:gd name="connsiteY2" fmla="*/ 319 h 2065"/>
                        <a:gd name="connsiteX3" fmla="*/ 1753 w 2071"/>
                        <a:gd name="connsiteY3" fmla="*/ 1778 h 2065"/>
                        <a:gd name="connsiteX4" fmla="*/ 288 w 2071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5">
                          <a:moveTo>
                            <a:pt x="288" y="1746"/>
                          </a:moveTo>
                          <a:cubicBezTo>
                            <a:pt x="-108" y="1334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5" y="1382"/>
                            <a:pt x="1753" y="1778"/>
                          </a:cubicBezTo>
                          <a:cubicBezTo>
                            <a:pt x="1341" y="2174"/>
                            <a:pt x="685" y="2158"/>
                            <a:pt x="288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83" name="Freeform: Shape 1482">
                      <a:extLst>
                        <a:ext uri="{FF2B5EF4-FFF2-40B4-BE49-F238E27FC236}">
                          <a16:creationId xmlns:a16="http://schemas.microsoft.com/office/drawing/2014/main" id="{AFBAA1F8-BDC1-032E-2100-CE7426A5DD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499" y="4938450"/>
                      <a:ext cx="2072" cy="2065"/>
                    </a:xfrm>
                    <a:custGeom>
                      <a:avLst/>
                      <a:gdLst>
                        <a:gd name="connsiteX0" fmla="*/ 288 w 2072"/>
                        <a:gd name="connsiteY0" fmla="*/ 1746 h 2065"/>
                        <a:gd name="connsiteX1" fmla="*/ 319 w 2072"/>
                        <a:gd name="connsiteY1" fmla="*/ 288 h 2065"/>
                        <a:gd name="connsiteX2" fmla="*/ 1783 w 2072"/>
                        <a:gd name="connsiteY2" fmla="*/ 319 h 2065"/>
                        <a:gd name="connsiteX3" fmla="*/ 1753 w 2072"/>
                        <a:gd name="connsiteY3" fmla="*/ 1778 h 2065"/>
                        <a:gd name="connsiteX4" fmla="*/ 288 w 2072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288" y="1746"/>
                          </a:moveTo>
                          <a:cubicBezTo>
                            <a:pt x="-108" y="1334"/>
                            <a:pt x="-94" y="684"/>
                            <a:pt x="319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1"/>
                            <a:pt x="2167" y="1381"/>
                            <a:pt x="1753" y="1778"/>
                          </a:cubicBezTo>
                          <a:cubicBezTo>
                            <a:pt x="1341" y="2174"/>
                            <a:pt x="685" y="2158"/>
                            <a:pt x="288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84" name="Freeform: Shape 1483">
                      <a:extLst>
                        <a:ext uri="{FF2B5EF4-FFF2-40B4-BE49-F238E27FC236}">
                          <a16:creationId xmlns:a16="http://schemas.microsoft.com/office/drawing/2014/main" id="{55950A81-721B-5221-14C1-FD34F9F316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583" y="4965749"/>
                      <a:ext cx="2072" cy="2065"/>
                    </a:xfrm>
                    <a:custGeom>
                      <a:avLst/>
                      <a:gdLst>
                        <a:gd name="connsiteX0" fmla="*/ 289 w 2072"/>
                        <a:gd name="connsiteY0" fmla="*/ 1746 h 2065"/>
                        <a:gd name="connsiteX1" fmla="*/ 319 w 2072"/>
                        <a:gd name="connsiteY1" fmla="*/ 288 h 2065"/>
                        <a:gd name="connsiteX2" fmla="*/ 1784 w 2072"/>
                        <a:gd name="connsiteY2" fmla="*/ 319 h 2065"/>
                        <a:gd name="connsiteX3" fmla="*/ 1754 w 2072"/>
                        <a:gd name="connsiteY3" fmla="*/ 1778 h 2065"/>
                        <a:gd name="connsiteX4" fmla="*/ 289 w 2072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289" y="1746"/>
                          </a:moveTo>
                          <a:cubicBezTo>
                            <a:pt x="-107" y="1334"/>
                            <a:pt x="-95" y="684"/>
                            <a:pt x="319" y="288"/>
                          </a:cubicBezTo>
                          <a:cubicBezTo>
                            <a:pt x="733" y="-109"/>
                            <a:pt x="1388" y="-93"/>
                            <a:pt x="1784" y="319"/>
                          </a:cubicBezTo>
                          <a:cubicBezTo>
                            <a:pt x="2180" y="732"/>
                            <a:pt x="2166" y="1381"/>
                            <a:pt x="1754" y="1778"/>
                          </a:cubicBezTo>
                          <a:cubicBezTo>
                            <a:pt x="1342" y="2174"/>
                            <a:pt x="685" y="2158"/>
                            <a:pt x="289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85" name="Freeform: Shape 1484">
                      <a:extLst>
                        <a:ext uri="{FF2B5EF4-FFF2-40B4-BE49-F238E27FC236}">
                          <a16:creationId xmlns:a16="http://schemas.microsoft.com/office/drawing/2014/main" id="{78C1ECA2-9D0F-23F7-F7F5-940504F199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395" y="4974928"/>
                      <a:ext cx="2071" cy="2081"/>
                    </a:xfrm>
                    <a:custGeom>
                      <a:avLst/>
                      <a:gdLst>
                        <a:gd name="connsiteX0" fmla="*/ 288 w 2071"/>
                        <a:gd name="connsiteY0" fmla="*/ 1762 h 2081"/>
                        <a:gd name="connsiteX1" fmla="*/ 318 w 2071"/>
                        <a:gd name="connsiteY1" fmla="*/ 288 h 2081"/>
                        <a:gd name="connsiteX2" fmla="*/ 1783 w 2071"/>
                        <a:gd name="connsiteY2" fmla="*/ 319 h 2081"/>
                        <a:gd name="connsiteX3" fmla="*/ 1753 w 2071"/>
                        <a:gd name="connsiteY3" fmla="*/ 1794 h 2081"/>
                        <a:gd name="connsiteX4" fmla="*/ 288 w 2071"/>
                        <a:gd name="connsiteY4" fmla="*/ 1762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81">
                          <a:moveTo>
                            <a:pt x="288" y="1762"/>
                          </a:moveTo>
                          <a:cubicBezTo>
                            <a:pt x="-108" y="1350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5" y="1397"/>
                            <a:pt x="1753" y="1794"/>
                          </a:cubicBezTo>
                          <a:cubicBezTo>
                            <a:pt x="1341" y="2190"/>
                            <a:pt x="685" y="2174"/>
                            <a:pt x="288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86" name="Freeform: Shape 1485">
                      <a:extLst>
                        <a:ext uri="{FF2B5EF4-FFF2-40B4-BE49-F238E27FC236}">
                          <a16:creationId xmlns:a16="http://schemas.microsoft.com/office/drawing/2014/main" id="{A6A45DD4-D3EB-D798-3627-EE749ACFB8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747" y="4959360"/>
                      <a:ext cx="2072" cy="2073"/>
                    </a:xfrm>
                    <a:custGeom>
                      <a:avLst/>
                      <a:gdLst>
                        <a:gd name="connsiteX0" fmla="*/ 289 w 2072"/>
                        <a:gd name="connsiteY0" fmla="*/ 1762 h 2073"/>
                        <a:gd name="connsiteX1" fmla="*/ 319 w 2072"/>
                        <a:gd name="connsiteY1" fmla="*/ 288 h 2073"/>
                        <a:gd name="connsiteX2" fmla="*/ 1784 w 2072"/>
                        <a:gd name="connsiteY2" fmla="*/ 319 h 2073"/>
                        <a:gd name="connsiteX3" fmla="*/ 1754 w 2072"/>
                        <a:gd name="connsiteY3" fmla="*/ 1778 h 2073"/>
                        <a:gd name="connsiteX4" fmla="*/ 289 w 2072"/>
                        <a:gd name="connsiteY4" fmla="*/ 1762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289" y="1762"/>
                          </a:moveTo>
                          <a:cubicBezTo>
                            <a:pt x="-107" y="1350"/>
                            <a:pt x="-95" y="684"/>
                            <a:pt x="319" y="288"/>
                          </a:cubicBezTo>
                          <a:cubicBezTo>
                            <a:pt x="731" y="-109"/>
                            <a:pt x="1388" y="-93"/>
                            <a:pt x="1784" y="319"/>
                          </a:cubicBezTo>
                          <a:cubicBezTo>
                            <a:pt x="2180" y="732"/>
                            <a:pt x="2166" y="1382"/>
                            <a:pt x="1754" y="1778"/>
                          </a:cubicBezTo>
                          <a:cubicBezTo>
                            <a:pt x="1342" y="2174"/>
                            <a:pt x="685" y="2174"/>
                            <a:pt x="289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87" name="Freeform: Shape 1486">
                      <a:extLst>
                        <a:ext uri="{FF2B5EF4-FFF2-40B4-BE49-F238E27FC236}">
                          <a16:creationId xmlns:a16="http://schemas.microsoft.com/office/drawing/2014/main" id="{2F76D266-B30C-AD04-DC52-107818271E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355" y="4977575"/>
                      <a:ext cx="2072" cy="2081"/>
                    </a:xfrm>
                    <a:custGeom>
                      <a:avLst/>
                      <a:gdLst>
                        <a:gd name="connsiteX0" fmla="*/ 288 w 2072"/>
                        <a:gd name="connsiteY0" fmla="*/ 1762 h 2081"/>
                        <a:gd name="connsiteX1" fmla="*/ 319 w 2072"/>
                        <a:gd name="connsiteY1" fmla="*/ 288 h 2081"/>
                        <a:gd name="connsiteX2" fmla="*/ 1783 w 2072"/>
                        <a:gd name="connsiteY2" fmla="*/ 319 h 2081"/>
                        <a:gd name="connsiteX3" fmla="*/ 1753 w 2072"/>
                        <a:gd name="connsiteY3" fmla="*/ 1794 h 2081"/>
                        <a:gd name="connsiteX4" fmla="*/ 288 w 2072"/>
                        <a:gd name="connsiteY4" fmla="*/ 1762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1">
                          <a:moveTo>
                            <a:pt x="288" y="1762"/>
                          </a:moveTo>
                          <a:cubicBezTo>
                            <a:pt x="-108" y="1350"/>
                            <a:pt x="-94" y="684"/>
                            <a:pt x="319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7" y="1397"/>
                            <a:pt x="1753" y="1794"/>
                          </a:cubicBezTo>
                          <a:cubicBezTo>
                            <a:pt x="1341" y="2190"/>
                            <a:pt x="685" y="2174"/>
                            <a:pt x="288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88" name="Freeform: Shape 1487">
                      <a:extLst>
                        <a:ext uri="{FF2B5EF4-FFF2-40B4-BE49-F238E27FC236}">
                          <a16:creationId xmlns:a16="http://schemas.microsoft.com/office/drawing/2014/main" id="{F76B0EC1-D3FB-7F26-BC8D-A4C33110EC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7074" y="4967778"/>
                      <a:ext cx="2071" cy="2065"/>
                    </a:xfrm>
                    <a:custGeom>
                      <a:avLst/>
                      <a:gdLst>
                        <a:gd name="connsiteX0" fmla="*/ 288 w 2071"/>
                        <a:gd name="connsiteY0" fmla="*/ 1746 h 2065"/>
                        <a:gd name="connsiteX1" fmla="*/ 318 w 2071"/>
                        <a:gd name="connsiteY1" fmla="*/ 288 h 2065"/>
                        <a:gd name="connsiteX2" fmla="*/ 1783 w 2071"/>
                        <a:gd name="connsiteY2" fmla="*/ 319 h 2065"/>
                        <a:gd name="connsiteX3" fmla="*/ 1753 w 2071"/>
                        <a:gd name="connsiteY3" fmla="*/ 1778 h 2065"/>
                        <a:gd name="connsiteX4" fmla="*/ 288 w 2071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5">
                          <a:moveTo>
                            <a:pt x="288" y="1746"/>
                          </a:moveTo>
                          <a:cubicBezTo>
                            <a:pt x="-108" y="1334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1"/>
                            <a:pt x="2165" y="1381"/>
                            <a:pt x="1753" y="1778"/>
                          </a:cubicBezTo>
                          <a:cubicBezTo>
                            <a:pt x="1341" y="2174"/>
                            <a:pt x="685" y="2158"/>
                            <a:pt x="288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89" name="Freeform: Shape 1488">
                      <a:extLst>
                        <a:ext uri="{FF2B5EF4-FFF2-40B4-BE49-F238E27FC236}">
                          <a16:creationId xmlns:a16="http://schemas.microsoft.com/office/drawing/2014/main" id="{6BA16933-9EC1-AF3E-5462-4396B835E5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932" y="4982791"/>
                      <a:ext cx="2071" cy="2065"/>
                    </a:xfrm>
                    <a:custGeom>
                      <a:avLst/>
                      <a:gdLst>
                        <a:gd name="connsiteX0" fmla="*/ 288 w 2071"/>
                        <a:gd name="connsiteY0" fmla="*/ 1746 h 2065"/>
                        <a:gd name="connsiteX1" fmla="*/ 318 w 2071"/>
                        <a:gd name="connsiteY1" fmla="*/ 288 h 2065"/>
                        <a:gd name="connsiteX2" fmla="*/ 1783 w 2071"/>
                        <a:gd name="connsiteY2" fmla="*/ 319 h 2065"/>
                        <a:gd name="connsiteX3" fmla="*/ 1753 w 2071"/>
                        <a:gd name="connsiteY3" fmla="*/ 1778 h 2065"/>
                        <a:gd name="connsiteX4" fmla="*/ 288 w 2071"/>
                        <a:gd name="connsiteY4" fmla="*/ 1746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1" h="2065">
                          <a:moveTo>
                            <a:pt x="288" y="1746"/>
                          </a:moveTo>
                          <a:cubicBezTo>
                            <a:pt x="-108" y="1334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5" y="1381"/>
                            <a:pt x="1753" y="1778"/>
                          </a:cubicBezTo>
                          <a:cubicBezTo>
                            <a:pt x="1339" y="2174"/>
                            <a:pt x="685" y="2158"/>
                            <a:pt x="288" y="174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90" name="Freeform: Shape 1489">
                      <a:extLst>
                        <a:ext uri="{FF2B5EF4-FFF2-40B4-BE49-F238E27FC236}">
                          <a16:creationId xmlns:a16="http://schemas.microsoft.com/office/drawing/2014/main" id="{6CCB17AB-7D2F-B1AD-8B6C-B9DAE819E8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99" y="4971472"/>
                      <a:ext cx="2072" cy="2081"/>
                    </a:xfrm>
                    <a:custGeom>
                      <a:avLst/>
                      <a:gdLst>
                        <a:gd name="connsiteX0" fmla="*/ 288 w 2072"/>
                        <a:gd name="connsiteY0" fmla="*/ 1762 h 2081"/>
                        <a:gd name="connsiteX1" fmla="*/ 318 w 2072"/>
                        <a:gd name="connsiteY1" fmla="*/ 288 h 2081"/>
                        <a:gd name="connsiteX2" fmla="*/ 1783 w 2072"/>
                        <a:gd name="connsiteY2" fmla="*/ 319 h 2081"/>
                        <a:gd name="connsiteX3" fmla="*/ 1753 w 2072"/>
                        <a:gd name="connsiteY3" fmla="*/ 1794 h 2081"/>
                        <a:gd name="connsiteX4" fmla="*/ 288 w 2072"/>
                        <a:gd name="connsiteY4" fmla="*/ 1762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1">
                          <a:moveTo>
                            <a:pt x="288" y="1762"/>
                          </a:moveTo>
                          <a:cubicBezTo>
                            <a:pt x="-108" y="1350"/>
                            <a:pt x="-94" y="684"/>
                            <a:pt x="318" y="288"/>
                          </a:cubicBezTo>
                          <a:cubicBezTo>
                            <a:pt x="731" y="-109"/>
                            <a:pt x="1387" y="-93"/>
                            <a:pt x="1783" y="319"/>
                          </a:cubicBezTo>
                          <a:cubicBezTo>
                            <a:pt x="2180" y="732"/>
                            <a:pt x="2167" y="1397"/>
                            <a:pt x="1753" y="1794"/>
                          </a:cubicBezTo>
                          <a:cubicBezTo>
                            <a:pt x="1341" y="2190"/>
                            <a:pt x="685" y="2174"/>
                            <a:pt x="288" y="176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491" name="Graphic 21">
                    <a:extLst>
                      <a:ext uri="{FF2B5EF4-FFF2-40B4-BE49-F238E27FC236}">
                        <a16:creationId xmlns:a16="http://schemas.microsoft.com/office/drawing/2014/main" id="{223046AD-A493-32ED-3A79-432B4F2228C2}"/>
                      </a:ext>
                    </a:extLst>
                  </p:cNvPr>
                  <p:cNvGrpSpPr/>
                  <p:nvPr/>
                </p:nvGrpSpPr>
                <p:grpSpPr>
                  <a:xfrm>
                    <a:off x="841662" y="4902081"/>
                    <a:ext cx="48879" cy="61597"/>
                    <a:chOff x="841662" y="4902081"/>
                    <a:chExt cx="48879" cy="61597"/>
                  </a:xfrm>
                  <a:solidFill>
                    <a:srgbClr val="F0BB74"/>
                  </a:solidFill>
                </p:grpSpPr>
                <p:sp>
                  <p:nvSpPr>
                    <p:cNvPr id="1492" name="Freeform: Shape 1491">
                      <a:extLst>
                        <a:ext uri="{FF2B5EF4-FFF2-40B4-BE49-F238E27FC236}">
                          <a16:creationId xmlns:a16="http://schemas.microsoft.com/office/drawing/2014/main" id="{AB316341-F2C9-A6B0-4D08-46408E0900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6297" y="4916901"/>
                      <a:ext cx="2073" cy="2073"/>
                    </a:xfrm>
                    <a:custGeom>
                      <a:avLst/>
                      <a:gdLst>
                        <a:gd name="connsiteX0" fmla="*/ 1139 w 2073"/>
                        <a:gd name="connsiteY0" fmla="*/ 6 h 2073"/>
                        <a:gd name="connsiteX1" fmla="*/ 2068 w 2073"/>
                        <a:gd name="connsiteY1" fmla="*/ 1132 h 2073"/>
                        <a:gd name="connsiteX2" fmla="*/ 934 w 2073"/>
                        <a:gd name="connsiteY2" fmla="*/ 2067 h 2073"/>
                        <a:gd name="connsiteX3" fmla="*/ 5 w 2073"/>
                        <a:gd name="connsiteY3" fmla="*/ 926 h 2073"/>
                        <a:gd name="connsiteX4" fmla="*/ 1139 w 2073"/>
                        <a:gd name="connsiteY4" fmla="*/ 6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1139" y="6"/>
                          </a:moveTo>
                          <a:cubicBezTo>
                            <a:pt x="1708" y="54"/>
                            <a:pt x="2125" y="577"/>
                            <a:pt x="2068" y="1132"/>
                          </a:cubicBezTo>
                          <a:cubicBezTo>
                            <a:pt x="2011" y="1702"/>
                            <a:pt x="1503" y="2131"/>
                            <a:pt x="934" y="2067"/>
                          </a:cubicBezTo>
                          <a:cubicBezTo>
                            <a:pt x="365" y="2004"/>
                            <a:pt x="-52" y="1496"/>
                            <a:pt x="5" y="926"/>
                          </a:cubicBezTo>
                          <a:cubicBezTo>
                            <a:pt x="61" y="371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93" name="Freeform: Shape 1492">
                      <a:extLst>
                        <a:ext uri="{FF2B5EF4-FFF2-40B4-BE49-F238E27FC236}">
                          <a16:creationId xmlns:a16="http://schemas.microsoft.com/office/drawing/2014/main" id="{0005A0AC-7310-F8FA-C816-79D69B277B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2963" y="4921514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6 h 2071"/>
                        <a:gd name="connsiteX1" fmla="*/ 2068 w 2072"/>
                        <a:gd name="connsiteY1" fmla="*/ 1132 h 2071"/>
                        <a:gd name="connsiteX2" fmla="*/ 934 w 2072"/>
                        <a:gd name="connsiteY2" fmla="*/ 2067 h 2071"/>
                        <a:gd name="connsiteX3" fmla="*/ 5 w 2072"/>
                        <a:gd name="connsiteY3" fmla="*/ 926 h 2071"/>
                        <a:gd name="connsiteX4" fmla="*/ 1139 w 2072"/>
                        <a:gd name="connsiteY4" fmla="*/ 6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15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2" y="355"/>
                            <a:pt x="568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94" name="Freeform: Shape 1493">
                      <a:extLst>
                        <a:ext uri="{FF2B5EF4-FFF2-40B4-BE49-F238E27FC236}">
                          <a16:creationId xmlns:a16="http://schemas.microsoft.com/office/drawing/2014/main" id="{79EC23D0-EB1B-31F0-D19B-F0204F2D4B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768" y="4921041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4 h 2071"/>
                        <a:gd name="connsiteX1" fmla="*/ 2068 w 2072"/>
                        <a:gd name="connsiteY1" fmla="*/ 1145 h 2071"/>
                        <a:gd name="connsiteX2" fmla="*/ 934 w 2072"/>
                        <a:gd name="connsiteY2" fmla="*/ 2065 h 2071"/>
                        <a:gd name="connsiteX3" fmla="*/ 5 w 2072"/>
                        <a:gd name="connsiteY3" fmla="*/ 939 h 2071"/>
                        <a:gd name="connsiteX4" fmla="*/ 1139 w 2072"/>
                        <a:gd name="connsiteY4" fmla="*/ 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4"/>
                          </a:moveTo>
                          <a:cubicBezTo>
                            <a:pt x="1708" y="67"/>
                            <a:pt x="2125" y="574"/>
                            <a:pt x="2068" y="1145"/>
                          </a:cubicBezTo>
                          <a:cubicBezTo>
                            <a:pt x="2011" y="1716"/>
                            <a:pt x="1503" y="2128"/>
                            <a:pt x="934" y="2065"/>
                          </a:cubicBezTo>
                          <a:cubicBezTo>
                            <a:pt x="365" y="2017"/>
                            <a:pt x="-52" y="1510"/>
                            <a:pt x="5" y="939"/>
                          </a:cubicBezTo>
                          <a:cubicBezTo>
                            <a:pt x="62" y="368"/>
                            <a:pt x="570" y="-44"/>
                            <a:pt x="1139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95" name="Freeform: Shape 1494">
                      <a:extLst>
                        <a:ext uri="{FF2B5EF4-FFF2-40B4-BE49-F238E27FC236}">
                          <a16:creationId xmlns:a16="http://schemas.microsoft.com/office/drawing/2014/main" id="{4E7FB9B2-E7B6-9595-E6CA-23825D7F5D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091" y="4916187"/>
                      <a:ext cx="2072" cy="2073"/>
                    </a:xfrm>
                    <a:custGeom>
                      <a:avLst/>
                      <a:gdLst>
                        <a:gd name="connsiteX0" fmla="*/ 1139 w 2072"/>
                        <a:gd name="connsiteY0" fmla="*/ 6 h 2073"/>
                        <a:gd name="connsiteX1" fmla="*/ 2068 w 2072"/>
                        <a:gd name="connsiteY1" fmla="*/ 1132 h 2073"/>
                        <a:gd name="connsiteX2" fmla="*/ 934 w 2072"/>
                        <a:gd name="connsiteY2" fmla="*/ 2067 h 2073"/>
                        <a:gd name="connsiteX3" fmla="*/ 5 w 2072"/>
                        <a:gd name="connsiteY3" fmla="*/ 926 h 2073"/>
                        <a:gd name="connsiteX4" fmla="*/ 1139 w 2072"/>
                        <a:gd name="connsiteY4" fmla="*/ 6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31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2" y="371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96" name="Freeform: Shape 1495">
                      <a:extLst>
                        <a:ext uri="{FF2B5EF4-FFF2-40B4-BE49-F238E27FC236}">
                          <a16:creationId xmlns:a16="http://schemas.microsoft.com/office/drawing/2014/main" id="{504827BE-0F7A-B168-7A30-5C6B50B07F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099" y="4927396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6 h 2071"/>
                        <a:gd name="connsiteX1" fmla="*/ 2068 w 2072"/>
                        <a:gd name="connsiteY1" fmla="*/ 1132 h 2071"/>
                        <a:gd name="connsiteX2" fmla="*/ 934 w 2072"/>
                        <a:gd name="connsiteY2" fmla="*/ 2067 h 2071"/>
                        <a:gd name="connsiteX3" fmla="*/ 5 w 2072"/>
                        <a:gd name="connsiteY3" fmla="*/ 926 h 2071"/>
                        <a:gd name="connsiteX4" fmla="*/ 1139 w 2072"/>
                        <a:gd name="connsiteY4" fmla="*/ 6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15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1" y="355"/>
                            <a:pt x="568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97" name="Freeform: Shape 1496">
                      <a:extLst>
                        <a:ext uri="{FF2B5EF4-FFF2-40B4-BE49-F238E27FC236}">
                          <a16:creationId xmlns:a16="http://schemas.microsoft.com/office/drawing/2014/main" id="{AF6E3636-A139-6CDE-AD50-A81886CA31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156" y="4921974"/>
                      <a:ext cx="2072" cy="2073"/>
                    </a:xfrm>
                    <a:custGeom>
                      <a:avLst/>
                      <a:gdLst>
                        <a:gd name="connsiteX0" fmla="*/ 1139 w 2072"/>
                        <a:gd name="connsiteY0" fmla="*/ 6 h 2073"/>
                        <a:gd name="connsiteX1" fmla="*/ 2068 w 2072"/>
                        <a:gd name="connsiteY1" fmla="*/ 1132 h 2073"/>
                        <a:gd name="connsiteX2" fmla="*/ 934 w 2072"/>
                        <a:gd name="connsiteY2" fmla="*/ 2067 h 2073"/>
                        <a:gd name="connsiteX3" fmla="*/ 5 w 2072"/>
                        <a:gd name="connsiteY3" fmla="*/ 926 h 2073"/>
                        <a:gd name="connsiteX4" fmla="*/ 1139 w 2072"/>
                        <a:gd name="connsiteY4" fmla="*/ 6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1139" y="6"/>
                          </a:moveTo>
                          <a:cubicBezTo>
                            <a:pt x="1708" y="70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31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2" y="371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98" name="Freeform: Shape 1497">
                      <a:extLst>
                        <a:ext uri="{FF2B5EF4-FFF2-40B4-BE49-F238E27FC236}">
                          <a16:creationId xmlns:a16="http://schemas.microsoft.com/office/drawing/2014/main" id="{B54EED69-017F-D0F4-CB31-4DE7D0E140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808" y="4928746"/>
                      <a:ext cx="2072" cy="2084"/>
                    </a:xfrm>
                    <a:custGeom>
                      <a:avLst/>
                      <a:gdLst>
                        <a:gd name="connsiteX0" fmla="*/ 1139 w 2072"/>
                        <a:gd name="connsiteY0" fmla="*/ 4 h 2084"/>
                        <a:gd name="connsiteX1" fmla="*/ 2068 w 2072"/>
                        <a:gd name="connsiteY1" fmla="*/ 1145 h 2084"/>
                        <a:gd name="connsiteX2" fmla="*/ 934 w 2072"/>
                        <a:gd name="connsiteY2" fmla="*/ 2080 h 2084"/>
                        <a:gd name="connsiteX3" fmla="*/ 5 w 2072"/>
                        <a:gd name="connsiteY3" fmla="*/ 939 h 2084"/>
                        <a:gd name="connsiteX4" fmla="*/ 1139 w 2072"/>
                        <a:gd name="connsiteY4" fmla="*/ 4 h 20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4">
                          <a:moveTo>
                            <a:pt x="1139" y="4"/>
                          </a:moveTo>
                          <a:cubicBezTo>
                            <a:pt x="1708" y="67"/>
                            <a:pt x="2125" y="574"/>
                            <a:pt x="2068" y="1145"/>
                          </a:cubicBezTo>
                          <a:cubicBezTo>
                            <a:pt x="2011" y="1716"/>
                            <a:pt x="1503" y="2128"/>
                            <a:pt x="934" y="2080"/>
                          </a:cubicBezTo>
                          <a:cubicBezTo>
                            <a:pt x="365" y="2017"/>
                            <a:pt x="-52" y="1510"/>
                            <a:pt x="5" y="939"/>
                          </a:cubicBezTo>
                          <a:cubicBezTo>
                            <a:pt x="62" y="368"/>
                            <a:pt x="570" y="-44"/>
                            <a:pt x="1139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99" name="Freeform: Shape 1498">
                      <a:extLst>
                        <a:ext uri="{FF2B5EF4-FFF2-40B4-BE49-F238E27FC236}">
                          <a16:creationId xmlns:a16="http://schemas.microsoft.com/office/drawing/2014/main" id="{6A895183-4C35-4274-07B3-2ADF72D6E2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601" y="4932009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6 h 2071"/>
                        <a:gd name="connsiteX1" fmla="*/ 2068 w 2072"/>
                        <a:gd name="connsiteY1" fmla="*/ 1132 h 2071"/>
                        <a:gd name="connsiteX2" fmla="*/ 934 w 2072"/>
                        <a:gd name="connsiteY2" fmla="*/ 2067 h 2071"/>
                        <a:gd name="connsiteX3" fmla="*/ 5 w 2072"/>
                        <a:gd name="connsiteY3" fmla="*/ 926 h 2071"/>
                        <a:gd name="connsiteX4" fmla="*/ 1139 w 2072"/>
                        <a:gd name="connsiteY4" fmla="*/ 6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15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2" y="355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00" name="Freeform: Shape 1499">
                      <a:extLst>
                        <a:ext uri="{FF2B5EF4-FFF2-40B4-BE49-F238E27FC236}">
                          <a16:creationId xmlns:a16="http://schemas.microsoft.com/office/drawing/2014/main" id="{2340DD93-087C-423C-8D79-98591E3F6B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267" y="4936609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4 h 2071"/>
                        <a:gd name="connsiteX1" fmla="*/ 2068 w 2072"/>
                        <a:gd name="connsiteY1" fmla="*/ 1145 h 2071"/>
                        <a:gd name="connsiteX2" fmla="*/ 934 w 2072"/>
                        <a:gd name="connsiteY2" fmla="*/ 2065 h 2071"/>
                        <a:gd name="connsiteX3" fmla="*/ 5 w 2072"/>
                        <a:gd name="connsiteY3" fmla="*/ 939 h 2071"/>
                        <a:gd name="connsiteX4" fmla="*/ 1139 w 2072"/>
                        <a:gd name="connsiteY4" fmla="*/ 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4"/>
                          </a:moveTo>
                          <a:cubicBezTo>
                            <a:pt x="1708" y="67"/>
                            <a:pt x="2125" y="574"/>
                            <a:pt x="2068" y="1145"/>
                          </a:cubicBezTo>
                          <a:cubicBezTo>
                            <a:pt x="2011" y="1716"/>
                            <a:pt x="1503" y="2128"/>
                            <a:pt x="934" y="2065"/>
                          </a:cubicBezTo>
                          <a:cubicBezTo>
                            <a:pt x="365" y="2017"/>
                            <a:pt x="-52" y="1510"/>
                            <a:pt x="5" y="939"/>
                          </a:cubicBezTo>
                          <a:cubicBezTo>
                            <a:pt x="62" y="368"/>
                            <a:pt x="570" y="-44"/>
                            <a:pt x="1139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01" name="Freeform: Shape 1500">
                      <a:extLst>
                        <a:ext uri="{FF2B5EF4-FFF2-40B4-BE49-F238E27FC236}">
                          <a16:creationId xmlns:a16="http://schemas.microsoft.com/office/drawing/2014/main" id="{DF5C4B1D-CC77-973A-9B09-9D8F278A0D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4074" y="4936147"/>
                      <a:ext cx="2073" cy="2073"/>
                    </a:xfrm>
                    <a:custGeom>
                      <a:avLst/>
                      <a:gdLst>
                        <a:gd name="connsiteX0" fmla="*/ 1139 w 2073"/>
                        <a:gd name="connsiteY0" fmla="*/ 6 h 2073"/>
                        <a:gd name="connsiteX1" fmla="*/ 2068 w 2073"/>
                        <a:gd name="connsiteY1" fmla="*/ 1132 h 2073"/>
                        <a:gd name="connsiteX2" fmla="*/ 934 w 2073"/>
                        <a:gd name="connsiteY2" fmla="*/ 2067 h 2073"/>
                        <a:gd name="connsiteX3" fmla="*/ 5 w 2073"/>
                        <a:gd name="connsiteY3" fmla="*/ 926 h 2073"/>
                        <a:gd name="connsiteX4" fmla="*/ 1139 w 2073"/>
                        <a:gd name="connsiteY4" fmla="*/ 6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2"/>
                            <a:pt x="1503" y="2131"/>
                            <a:pt x="934" y="2067"/>
                          </a:cubicBezTo>
                          <a:cubicBezTo>
                            <a:pt x="365" y="2004"/>
                            <a:pt x="-52" y="1496"/>
                            <a:pt x="5" y="926"/>
                          </a:cubicBezTo>
                          <a:cubicBezTo>
                            <a:pt x="62" y="371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02" name="Freeform: Shape 1501">
                      <a:extLst>
                        <a:ext uri="{FF2B5EF4-FFF2-40B4-BE49-F238E27FC236}">
                          <a16:creationId xmlns:a16="http://schemas.microsoft.com/office/drawing/2014/main" id="{60E52772-F14B-D074-E954-0C400BA4FE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4397" y="4931282"/>
                      <a:ext cx="2073" cy="2084"/>
                    </a:xfrm>
                    <a:custGeom>
                      <a:avLst/>
                      <a:gdLst>
                        <a:gd name="connsiteX0" fmla="*/ 1139 w 2073"/>
                        <a:gd name="connsiteY0" fmla="*/ 4 h 2084"/>
                        <a:gd name="connsiteX1" fmla="*/ 2068 w 2073"/>
                        <a:gd name="connsiteY1" fmla="*/ 1145 h 2084"/>
                        <a:gd name="connsiteX2" fmla="*/ 934 w 2073"/>
                        <a:gd name="connsiteY2" fmla="*/ 2081 h 2084"/>
                        <a:gd name="connsiteX3" fmla="*/ 5 w 2073"/>
                        <a:gd name="connsiteY3" fmla="*/ 939 h 2084"/>
                        <a:gd name="connsiteX4" fmla="*/ 1139 w 2073"/>
                        <a:gd name="connsiteY4" fmla="*/ 4 h 20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4">
                          <a:moveTo>
                            <a:pt x="1139" y="4"/>
                          </a:moveTo>
                          <a:cubicBezTo>
                            <a:pt x="1708" y="67"/>
                            <a:pt x="2125" y="574"/>
                            <a:pt x="2068" y="1145"/>
                          </a:cubicBezTo>
                          <a:cubicBezTo>
                            <a:pt x="2011" y="1716"/>
                            <a:pt x="1503" y="2128"/>
                            <a:pt x="934" y="2081"/>
                          </a:cubicBezTo>
                          <a:cubicBezTo>
                            <a:pt x="365" y="2017"/>
                            <a:pt x="-52" y="1510"/>
                            <a:pt x="5" y="939"/>
                          </a:cubicBezTo>
                          <a:cubicBezTo>
                            <a:pt x="62" y="368"/>
                            <a:pt x="568" y="-44"/>
                            <a:pt x="1139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03" name="Freeform: Shape 1502">
                      <a:extLst>
                        <a:ext uri="{FF2B5EF4-FFF2-40B4-BE49-F238E27FC236}">
                          <a16:creationId xmlns:a16="http://schemas.microsoft.com/office/drawing/2014/main" id="{7B05F6C4-81B2-CE55-1D06-D291E2D1F9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403" y="4942491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4 h 2071"/>
                        <a:gd name="connsiteX1" fmla="*/ 2068 w 2072"/>
                        <a:gd name="connsiteY1" fmla="*/ 1145 h 2071"/>
                        <a:gd name="connsiteX2" fmla="*/ 934 w 2072"/>
                        <a:gd name="connsiteY2" fmla="*/ 2065 h 2071"/>
                        <a:gd name="connsiteX3" fmla="*/ 5 w 2072"/>
                        <a:gd name="connsiteY3" fmla="*/ 939 h 2071"/>
                        <a:gd name="connsiteX4" fmla="*/ 1139 w 2072"/>
                        <a:gd name="connsiteY4" fmla="*/ 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4"/>
                          </a:moveTo>
                          <a:cubicBezTo>
                            <a:pt x="1708" y="67"/>
                            <a:pt x="2125" y="574"/>
                            <a:pt x="2068" y="1145"/>
                          </a:cubicBezTo>
                          <a:cubicBezTo>
                            <a:pt x="2011" y="1716"/>
                            <a:pt x="1503" y="2128"/>
                            <a:pt x="934" y="2065"/>
                          </a:cubicBezTo>
                          <a:cubicBezTo>
                            <a:pt x="365" y="2017"/>
                            <a:pt x="-52" y="1510"/>
                            <a:pt x="5" y="939"/>
                          </a:cubicBezTo>
                          <a:cubicBezTo>
                            <a:pt x="62" y="368"/>
                            <a:pt x="570" y="-44"/>
                            <a:pt x="1139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04" name="Freeform: Shape 1503">
                      <a:extLst>
                        <a:ext uri="{FF2B5EF4-FFF2-40B4-BE49-F238E27FC236}">
                          <a16:creationId xmlns:a16="http://schemas.microsoft.com/office/drawing/2014/main" id="{4CDB9C50-9AF5-5A3B-1AAE-E3C58401B1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2460" y="4937082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6 h 2071"/>
                        <a:gd name="connsiteX1" fmla="*/ 2068 w 2072"/>
                        <a:gd name="connsiteY1" fmla="*/ 1132 h 2071"/>
                        <a:gd name="connsiteX2" fmla="*/ 934 w 2072"/>
                        <a:gd name="connsiteY2" fmla="*/ 2067 h 2071"/>
                        <a:gd name="connsiteX3" fmla="*/ 5 w 2072"/>
                        <a:gd name="connsiteY3" fmla="*/ 926 h 2071"/>
                        <a:gd name="connsiteX4" fmla="*/ 1139 w 2072"/>
                        <a:gd name="connsiteY4" fmla="*/ 6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15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2" y="355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05" name="Freeform: Shape 1504">
                      <a:extLst>
                        <a:ext uri="{FF2B5EF4-FFF2-40B4-BE49-F238E27FC236}">
                          <a16:creationId xmlns:a16="http://schemas.microsoft.com/office/drawing/2014/main" id="{00823372-8B39-6764-10BD-4CA61CD221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5114" y="4943852"/>
                      <a:ext cx="2072" cy="2073"/>
                    </a:xfrm>
                    <a:custGeom>
                      <a:avLst/>
                      <a:gdLst>
                        <a:gd name="connsiteX0" fmla="*/ 1139 w 2072"/>
                        <a:gd name="connsiteY0" fmla="*/ 6 h 2073"/>
                        <a:gd name="connsiteX1" fmla="*/ 2068 w 2072"/>
                        <a:gd name="connsiteY1" fmla="*/ 1148 h 2073"/>
                        <a:gd name="connsiteX2" fmla="*/ 934 w 2072"/>
                        <a:gd name="connsiteY2" fmla="*/ 2067 h 2073"/>
                        <a:gd name="connsiteX3" fmla="*/ 5 w 2072"/>
                        <a:gd name="connsiteY3" fmla="*/ 942 h 2073"/>
                        <a:gd name="connsiteX4" fmla="*/ 1139 w 2072"/>
                        <a:gd name="connsiteY4" fmla="*/ 6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1139" y="6"/>
                          </a:moveTo>
                          <a:cubicBezTo>
                            <a:pt x="1708" y="70"/>
                            <a:pt x="2125" y="577"/>
                            <a:pt x="2068" y="1148"/>
                          </a:cubicBezTo>
                          <a:cubicBezTo>
                            <a:pt x="2011" y="1702"/>
                            <a:pt x="1503" y="2131"/>
                            <a:pt x="934" y="2067"/>
                          </a:cubicBezTo>
                          <a:cubicBezTo>
                            <a:pt x="365" y="2020"/>
                            <a:pt x="-52" y="1512"/>
                            <a:pt x="5" y="942"/>
                          </a:cubicBezTo>
                          <a:cubicBezTo>
                            <a:pt x="61" y="371"/>
                            <a:pt x="568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06" name="Freeform: Shape 1505">
                      <a:extLst>
                        <a:ext uri="{FF2B5EF4-FFF2-40B4-BE49-F238E27FC236}">
                          <a16:creationId xmlns:a16="http://schemas.microsoft.com/office/drawing/2014/main" id="{13FDCAAC-4957-41CD-A667-118556C599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093" y="4930093"/>
                      <a:ext cx="2072" cy="2084"/>
                    </a:xfrm>
                    <a:custGeom>
                      <a:avLst/>
                      <a:gdLst>
                        <a:gd name="connsiteX0" fmla="*/ 1139 w 2072"/>
                        <a:gd name="connsiteY0" fmla="*/ 4 h 2084"/>
                        <a:gd name="connsiteX1" fmla="*/ 2068 w 2072"/>
                        <a:gd name="connsiteY1" fmla="*/ 1145 h 2084"/>
                        <a:gd name="connsiteX2" fmla="*/ 934 w 2072"/>
                        <a:gd name="connsiteY2" fmla="*/ 2081 h 2084"/>
                        <a:gd name="connsiteX3" fmla="*/ 5 w 2072"/>
                        <a:gd name="connsiteY3" fmla="*/ 939 h 2084"/>
                        <a:gd name="connsiteX4" fmla="*/ 1139 w 2072"/>
                        <a:gd name="connsiteY4" fmla="*/ 4 h 20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4">
                          <a:moveTo>
                            <a:pt x="1139" y="4"/>
                          </a:moveTo>
                          <a:cubicBezTo>
                            <a:pt x="1708" y="67"/>
                            <a:pt x="2125" y="574"/>
                            <a:pt x="2068" y="1145"/>
                          </a:cubicBezTo>
                          <a:cubicBezTo>
                            <a:pt x="2011" y="1716"/>
                            <a:pt x="1503" y="2128"/>
                            <a:pt x="934" y="2081"/>
                          </a:cubicBezTo>
                          <a:cubicBezTo>
                            <a:pt x="365" y="2017"/>
                            <a:pt x="-52" y="1510"/>
                            <a:pt x="5" y="939"/>
                          </a:cubicBezTo>
                          <a:cubicBezTo>
                            <a:pt x="62" y="368"/>
                            <a:pt x="570" y="-44"/>
                            <a:pt x="1139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07" name="Freeform: Shape 1506">
                      <a:extLst>
                        <a:ext uri="{FF2B5EF4-FFF2-40B4-BE49-F238E27FC236}">
                          <a16:creationId xmlns:a16="http://schemas.microsoft.com/office/drawing/2014/main" id="{F2796BF7-AA0D-CA1A-0F66-0AFB3DBA5E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759" y="4934707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4 h 2071"/>
                        <a:gd name="connsiteX1" fmla="*/ 2068 w 2072"/>
                        <a:gd name="connsiteY1" fmla="*/ 1145 h 2071"/>
                        <a:gd name="connsiteX2" fmla="*/ 934 w 2072"/>
                        <a:gd name="connsiteY2" fmla="*/ 2065 h 2071"/>
                        <a:gd name="connsiteX3" fmla="*/ 5 w 2072"/>
                        <a:gd name="connsiteY3" fmla="*/ 939 h 2071"/>
                        <a:gd name="connsiteX4" fmla="*/ 1139 w 2072"/>
                        <a:gd name="connsiteY4" fmla="*/ 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4"/>
                          </a:moveTo>
                          <a:cubicBezTo>
                            <a:pt x="1708" y="67"/>
                            <a:pt x="2125" y="574"/>
                            <a:pt x="2068" y="1145"/>
                          </a:cubicBezTo>
                          <a:cubicBezTo>
                            <a:pt x="2011" y="1716"/>
                            <a:pt x="1503" y="2128"/>
                            <a:pt x="934" y="2065"/>
                          </a:cubicBezTo>
                          <a:cubicBezTo>
                            <a:pt x="365" y="2017"/>
                            <a:pt x="-52" y="1510"/>
                            <a:pt x="5" y="939"/>
                          </a:cubicBezTo>
                          <a:cubicBezTo>
                            <a:pt x="62" y="368"/>
                            <a:pt x="570" y="-44"/>
                            <a:pt x="1139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08" name="Freeform: Shape 1507">
                      <a:extLst>
                        <a:ext uri="{FF2B5EF4-FFF2-40B4-BE49-F238E27FC236}">
                          <a16:creationId xmlns:a16="http://schemas.microsoft.com/office/drawing/2014/main" id="{36D3C99B-76CC-DA6E-7E37-2EF7C812F3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566" y="4934244"/>
                      <a:ext cx="2072" cy="2073"/>
                    </a:xfrm>
                    <a:custGeom>
                      <a:avLst/>
                      <a:gdLst>
                        <a:gd name="connsiteX0" fmla="*/ 1139 w 2072"/>
                        <a:gd name="connsiteY0" fmla="*/ 6 h 2073"/>
                        <a:gd name="connsiteX1" fmla="*/ 2068 w 2072"/>
                        <a:gd name="connsiteY1" fmla="*/ 1132 h 2073"/>
                        <a:gd name="connsiteX2" fmla="*/ 934 w 2072"/>
                        <a:gd name="connsiteY2" fmla="*/ 2067 h 2073"/>
                        <a:gd name="connsiteX3" fmla="*/ 5 w 2072"/>
                        <a:gd name="connsiteY3" fmla="*/ 926 h 2073"/>
                        <a:gd name="connsiteX4" fmla="*/ 1139 w 2072"/>
                        <a:gd name="connsiteY4" fmla="*/ 6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31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1" y="355"/>
                            <a:pt x="568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09" name="Freeform: Shape 1508">
                      <a:extLst>
                        <a:ext uri="{FF2B5EF4-FFF2-40B4-BE49-F238E27FC236}">
                          <a16:creationId xmlns:a16="http://schemas.microsoft.com/office/drawing/2014/main" id="{ED874CDC-2622-3B5F-1DDB-00578BD759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7889" y="4929393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6 h 2071"/>
                        <a:gd name="connsiteX1" fmla="*/ 2068 w 2072"/>
                        <a:gd name="connsiteY1" fmla="*/ 1132 h 2071"/>
                        <a:gd name="connsiteX2" fmla="*/ 934 w 2072"/>
                        <a:gd name="connsiteY2" fmla="*/ 2067 h 2071"/>
                        <a:gd name="connsiteX3" fmla="*/ 5 w 2072"/>
                        <a:gd name="connsiteY3" fmla="*/ 926 h 2071"/>
                        <a:gd name="connsiteX4" fmla="*/ 1139 w 2072"/>
                        <a:gd name="connsiteY4" fmla="*/ 6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15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1" y="355"/>
                            <a:pt x="568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10" name="Freeform: Shape 1509">
                      <a:extLst>
                        <a:ext uri="{FF2B5EF4-FFF2-40B4-BE49-F238E27FC236}">
                          <a16:creationId xmlns:a16="http://schemas.microsoft.com/office/drawing/2014/main" id="{E7F38F81-A764-A823-9B89-B692690016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895" y="4940588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4 h 2071"/>
                        <a:gd name="connsiteX1" fmla="*/ 2068 w 2072"/>
                        <a:gd name="connsiteY1" fmla="*/ 1145 h 2071"/>
                        <a:gd name="connsiteX2" fmla="*/ 934 w 2072"/>
                        <a:gd name="connsiteY2" fmla="*/ 2065 h 2071"/>
                        <a:gd name="connsiteX3" fmla="*/ 5 w 2072"/>
                        <a:gd name="connsiteY3" fmla="*/ 939 h 2071"/>
                        <a:gd name="connsiteX4" fmla="*/ 1139 w 2072"/>
                        <a:gd name="connsiteY4" fmla="*/ 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4"/>
                          </a:moveTo>
                          <a:cubicBezTo>
                            <a:pt x="1708" y="67"/>
                            <a:pt x="2125" y="574"/>
                            <a:pt x="2068" y="1145"/>
                          </a:cubicBezTo>
                          <a:cubicBezTo>
                            <a:pt x="2011" y="1716"/>
                            <a:pt x="1503" y="2128"/>
                            <a:pt x="934" y="2065"/>
                          </a:cubicBezTo>
                          <a:cubicBezTo>
                            <a:pt x="365" y="2017"/>
                            <a:pt x="-52" y="1510"/>
                            <a:pt x="5" y="939"/>
                          </a:cubicBezTo>
                          <a:cubicBezTo>
                            <a:pt x="62" y="368"/>
                            <a:pt x="570" y="-44"/>
                            <a:pt x="1139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11" name="Freeform: Shape 1510">
                      <a:extLst>
                        <a:ext uri="{FF2B5EF4-FFF2-40B4-BE49-F238E27FC236}">
                          <a16:creationId xmlns:a16="http://schemas.microsoft.com/office/drawing/2014/main" id="{1808A57A-996C-14E5-37FE-CD78010B15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7132" y="4941806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6 h 2071"/>
                        <a:gd name="connsiteX1" fmla="*/ 2068 w 2072"/>
                        <a:gd name="connsiteY1" fmla="*/ 1132 h 2071"/>
                        <a:gd name="connsiteX2" fmla="*/ 934 w 2072"/>
                        <a:gd name="connsiteY2" fmla="*/ 2067 h 2071"/>
                        <a:gd name="connsiteX3" fmla="*/ 5 w 2072"/>
                        <a:gd name="connsiteY3" fmla="*/ 926 h 2071"/>
                        <a:gd name="connsiteX4" fmla="*/ 1139 w 2072"/>
                        <a:gd name="connsiteY4" fmla="*/ 6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15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2" y="355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12" name="Freeform: Shape 1511">
                      <a:extLst>
                        <a:ext uri="{FF2B5EF4-FFF2-40B4-BE49-F238E27FC236}">
                          <a16:creationId xmlns:a16="http://schemas.microsoft.com/office/drawing/2014/main" id="{535B9176-EE09-62A6-6F4A-7FCCD02A0B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2748" y="4945754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6 h 2071"/>
                        <a:gd name="connsiteX1" fmla="*/ 2068 w 2072"/>
                        <a:gd name="connsiteY1" fmla="*/ 1132 h 2071"/>
                        <a:gd name="connsiteX2" fmla="*/ 934 w 2072"/>
                        <a:gd name="connsiteY2" fmla="*/ 2067 h 2071"/>
                        <a:gd name="connsiteX3" fmla="*/ 5 w 2072"/>
                        <a:gd name="connsiteY3" fmla="*/ 926 h 2071"/>
                        <a:gd name="connsiteX4" fmla="*/ 1139 w 2072"/>
                        <a:gd name="connsiteY4" fmla="*/ 6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15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1" y="355"/>
                            <a:pt x="568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13" name="Freeform: Shape 1512">
                      <a:extLst>
                        <a:ext uri="{FF2B5EF4-FFF2-40B4-BE49-F238E27FC236}">
                          <a16:creationId xmlns:a16="http://schemas.microsoft.com/office/drawing/2014/main" id="{B0087798-2170-BA77-8BC0-AE8D57C9C6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024" y="4913035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4 h 2071"/>
                        <a:gd name="connsiteX1" fmla="*/ 2068 w 2072"/>
                        <a:gd name="connsiteY1" fmla="*/ 1145 h 2071"/>
                        <a:gd name="connsiteX2" fmla="*/ 934 w 2072"/>
                        <a:gd name="connsiteY2" fmla="*/ 2065 h 2071"/>
                        <a:gd name="connsiteX3" fmla="*/ 5 w 2072"/>
                        <a:gd name="connsiteY3" fmla="*/ 939 h 2071"/>
                        <a:gd name="connsiteX4" fmla="*/ 1139 w 2072"/>
                        <a:gd name="connsiteY4" fmla="*/ 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4"/>
                          </a:moveTo>
                          <a:cubicBezTo>
                            <a:pt x="1708" y="67"/>
                            <a:pt x="2125" y="574"/>
                            <a:pt x="2068" y="1145"/>
                          </a:cubicBezTo>
                          <a:cubicBezTo>
                            <a:pt x="2011" y="1716"/>
                            <a:pt x="1503" y="2128"/>
                            <a:pt x="934" y="2065"/>
                          </a:cubicBezTo>
                          <a:cubicBezTo>
                            <a:pt x="365" y="2017"/>
                            <a:pt x="-52" y="1510"/>
                            <a:pt x="5" y="939"/>
                          </a:cubicBezTo>
                          <a:cubicBezTo>
                            <a:pt x="62" y="368"/>
                            <a:pt x="570" y="-44"/>
                            <a:pt x="1139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14" name="Freeform: Shape 1513">
                      <a:extLst>
                        <a:ext uri="{FF2B5EF4-FFF2-40B4-BE49-F238E27FC236}">
                          <a16:creationId xmlns:a16="http://schemas.microsoft.com/office/drawing/2014/main" id="{B8396CDC-0F92-FEF2-EF05-5ED4197AA5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7690" y="4917646"/>
                      <a:ext cx="2073" cy="2073"/>
                    </a:xfrm>
                    <a:custGeom>
                      <a:avLst/>
                      <a:gdLst>
                        <a:gd name="connsiteX0" fmla="*/ 1139 w 2073"/>
                        <a:gd name="connsiteY0" fmla="*/ 6 h 2073"/>
                        <a:gd name="connsiteX1" fmla="*/ 2068 w 2073"/>
                        <a:gd name="connsiteY1" fmla="*/ 1132 h 2073"/>
                        <a:gd name="connsiteX2" fmla="*/ 934 w 2073"/>
                        <a:gd name="connsiteY2" fmla="*/ 2067 h 2073"/>
                        <a:gd name="connsiteX3" fmla="*/ 5 w 2073"/>
                        <a:gd name="connsiteY3" fmla="*/ 926 h 2073"/>
                        <a:gd name="connsiteX4" fmla="*/ 1139 w 2073"/>
                        <a:gd name="connsiteY4" fmla="*/ 6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1139" y="6"/>
                          </a:moveTo>
                          <a:cubicBezTo>
                            <a:pt x="1708" y="70"/>
                            <a:pt x="2125" y="561"/>
                            <a:pt x="2068" y="1132"/>
                          </a:cubicBezTo>
                          <a:cubicBezTo>
                            <a:pt x="2011" y="1702"/>
                            <a:pt x="1503" y="2131"/>
                            <a:pt x="934" y="2067"/>
                          </a:cubicBezTo>
                          <a:cubicBezTo>
                            <a:pt x="365" y="2004"/>
                            <a:pt x="-52" y="1496"/>
                            <a:pt x="5" y="926"/>
                          </a:cubicBezTo>
                          <a:cubicBezTo>
                            <a:pt x="62" y="371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15" name="Freeform: Shape 1514">
                      <a:extLst>
                        <a:ext uri="{FF2B5EF4-FFF2-40B4-BE49-F238E27FC236}">
                          <a16:creationId xmlns:a16="http://schemas.microsoft.com/office/drawing/2014/main" id="{5CF79E78-A04A-A9CF-E41B-807214134B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97" y="4917173"/>
                      <a:ext cx="2072" cy="2084"/>
                    </a:xfrm>
                    <a:custGeom>
                      <a:avLst/>
                      <a:gdLst>
                        <a:gd name="connsiteX0" fmla="*/ 1139 w 2072"/>
                        <a:gd name="connsiteY0" fmla="*/ 4 h 2084"/>
                        <a:gd name="connsiteX1" fmla="*/ 2068 w 2072"/>
                        <a:gd name="connsiteY1" fmla="*/ 1145 h 2084"/>
                        <a:gd name="connsiteX2" fmla="*/ 934 w 2072"/>
                        <a:gd name="connsiteY2" fmla="*/ 2081 h 2084"/>
                        <a:gd name="connsiteX3" fmla="*/ 5 w 2072"/>
                        <a:gd name="connsiteY3" fmla="*/ 939 h 2084"/>
                        <a:gd name="connsiteX4" fmla="*/ 1139 w 2072"/>
                        <a:gd name="connsiteY4" fmla="*/ 4 h 20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4">
                          <a:moveTo>
                            <a:pt x="1139" y="4"/>
                          </a:moveTo>
                          <a:cubicBezTo>
                            <a:pt x="1708" y="67"/>
                            <a:pt x="2125" y="574"/>
                            <a:pt x="2068" y="1145"/>
                          </a:cubicBezTo>
                          <a:cubicBezTo>
                            <a:pt x="2011" y="1716"/>
                            <a:pt x="1503" y="2128"/>
                            <a:pt x="934" y="2081"/>
                          </a:cubicBezTo>
                          <a:cubicBezTo>
                            <a:pt x="365" y="2017"/>
                            <a:pt x="-52" y="1510"/>
                            <a:pt x="5" y="939"/>
                          </a:cubicBezTo>
                          <a:cubicBezTo>
                            <a:pt x="62" y="368"/>
                            <a:pt x="568" y="-44"/>
                            <a:pt x="1139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16" name="Freeform: Shape 1515">
                      <a:extLst>
                        <a:ext uri="{FF2B5EF4-FFF2-40B4-BE49-F238E27FC236}">
                          <a16:creationId xmlns:a16="http://schemas.microsoft.com/office/drawing/2014/main" id="{B3D07834-676B-9378-4B75-E4CC46385A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3818" y="4912322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4 h 2071"/>
                        <a:gd name="connsiteX1" fmla="*/ 2068 w 2072"/>
                        <a:gd name="connsiteY1" fmla="*/ 1145 h 2071"/>
                        <a:gd name="connsiteX2" fmla="*/ 934 w 2072"/>
                        <a:gd name="connsiteY2" fmla="*/ 2065 h 2071"/>
                        <a:gd name="connsiteX3" fmla="*/ 5 w 2072"/>
                        <a:gd name="connsiteY3" fmla="*/ 939 h 2071"/>
                        <a:gd name="connsiteX4" fmla="*/ 1139 w 2072"/>
                        <a:gd name="connsiteY4" fmla="*/ 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4"/>
                          </a:moveTo>
                          <a:cubicBezTo>
                            <a:pt x="1708" y="67"/>
                            <a:pt x="2125" y="574"/>
                            <a:pt x="2068" y="1145"/>
                          </a:cubicBezTo>
                          <a:cubicBezTo>
                            <a:pt x="2011" y="1716"/>
                            <a:pt x="1503" y="2128"/>
                            <a:pt x="934" y="2065"/>
                          </a:cubicBezTo>
                          <a:cubicBezTo>
                            <a:pt x="365" y="2017"/>
                            <a:pt x="-52" y="1510"/>
                            <a:pt x="5" y="939"/>
                          </a:cubicBezTo>
                          <a:cubicBezTo>
                            <a:pt x="62" y="368"/>
                            <a:pt x="570" y="-44"/>
                            <a:pt x="1139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17" name="Freeform: Shape 1516">
                      <a:extLst>
                        <a:ext uri="{FF2B5EF4-FFF2-40B4-BE49-F238E27FC236}">
                          <a16:creationId xmlns:a16="http://schemas.microsoft.com/office/drawing/2014/main" id="{6046413D-B6D2-B3AF-B0A1-7D9CD91E5B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826" y="4923528"/>
                      <a:ext cx="2072" cy="2073"/>
                    </a:xfrm>
                    <a:custGeom>
                      <a:avLst/>
                      <a:gdLst>
                        <a:gd name="connsiteX0" fmla="*/ 1139 w 2072"/>
                        <a:gd name="connsiteY0" fmla="*/ 6 h 2073"/>
                        <a:gd name="connsiteX1" fmla="*/ 2068 w 2072"/>
                        <a:gd name="connsiteY1" fmla="*/ 1132 h 2073"/>
                        <a:gd name="connsiteX2" fmla="*/ 934 w 2072"/>
                        <a:gd name="connsiteY2" fmla="*/ 2067 h 2073"/>
                        <a:gd name="connsiteX3" fmla="*/ 5 w 2072"/>
                        <a:gd name="connsiteY3" fmla="*/ 942 h 2073"/>
                        <a:gd name="connsiteX4" fmla="*/ 1139 w 2072"/>
                        <a:gd name="connsiteY4" fmla="*/ 6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1139" y="6"/>
                          </a:moveTo>
                          <a:cubicBezTo>
                            <a:pt x="1708" y="70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31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42"/>
                          </a:cubicBezTo>
                          <a:cubicBezTo>
                            <a:pt x="62" y="371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18" name="Freeform: Shape 1517">
                      <a:extLst>
                        <a:ext uri="{FF2B5EF4-FFF2-40B4-BE49-F238E27FC236}">
                          <a16:creationId xmlns:a16="http://schemas.microsoft.com/office/drawing/2014/main" id="{767657B1-4540-1DA7-F286-29A4B2BB04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1662" y="4930852"/>
                      <a:ext cx="2073" cy="2073"/>
                    </a:xfrm>
                    <a:custGeom>
                      <a:avLst/>
                      <a:gdLst>
                        <a:gd name="connsiteX0" fmla="*/ 1139 w 2073"/>
                        <a:gd name="connsiteY0" fmla="*/ 6 h 2073"/>
                        <a:gd name="connsiteX1" fmla="*/ 2068 w 2073"/>
                        <a:gd name="connsiteY1" fmla="*/ 1132 h 2073"/>
                        <a:gd name="connsiteX2" fmla="*/ 934 w 2073"/>
                        <a:gd name="connsiteY2" fmla="*/ 2067 h 2073"/>
                        <a:gd name="connsiteX3" fmla="*/ 5 w 2073"/>
                        <a:gd name="connsiteY3" fmla="*/ 926 h 2073"/>
                        <a:gd name="connsiteX4" fmla="*/ 1139 w 2073"/>
                        <a:gd name="connsiteY4" fmla="*/ 6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31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2" y="371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19" name="Freeform: Shape 1518">
                      <a:extLst>
                        <a:ext uri="{FF2B5EF4-FFF2-40B4-BE49-F238E27FC236}">
                          <a16:creationId xmlns:a16="http://schemas.microsoft.com/office/drawing/2014/main" id="{900D3D7E-DA70-7D21-2CD2-9ABD4B1933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35" y="4924891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6 h 2071"/>
                        <a:gd name="connsiteX1" fmla="*/ 2068 w 2072"/>
                        <a:gd name="connsiteY1" fmla="*/ 1132 h 2071"/>
                        <a:gd name="connsiteX2" fmla="*/ 934 w 2072"/>
                        <a:gd name="connsiteY2" fmla="*/ 2067 h 2071"/>
                        <a:gd name="connsiteX3" fmla="*/ 5 w 2072"/>
                        <a:gd name="connsiteY3" fmla="*/ 926 h 2071"/>
                        <a:gd name="connsiteX4" fmla="*/ 1139 w 2072"/>
                        <a:gd name="connsiteY4" fmla="*/ 6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15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2" y="355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20" name="Freeform: Shape 1519">
                      <a:extLst>
                        <a:ext uri="{FF2B5EF4-FFF2-40B4-BE49-F238E27FC236}">
                          <a16:creationId xmlns:a16="http://schemas.microsoft.com/office/drawing/2014/main" id="{C89A15E7-ECED-784E-EBD8-6117586CC2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877" y="4920262"/>
                      <a:ext cx="2073" cy="2071"/>
                    </a:xfrm>
                    <a:custGeom>
                      <a:avLst/>
                      <a:gdLst>
                        <a:gd name="connsiteX0" fmla="*/ 1139 w 2073"/>
                        <a:gd name="connsiteY0" fmla="*/ 6 h 2071"/>
                        <a:gd name="connsiteX1" fmla="*/ 2068 w 2073"/>
                        <a:gd name="connsiteY1" fmla="*/ 1132 h 2071"/>
                        <a:gd name="connsiteX2" fmla="*/ 934 w 2073"/>
                        <a:gd name="connsiteY2" fmla="*/ 2067 h 2071"/>
                        <a:gd name="connsiteX3" fmla="*/ 5 w 2073"/>
                        <a:gd name="connsiteY3" fmla="*/ 926 h 2071"/>
                        <a:gd name="connsiteX4" fmla="*/ 1139 w 2073"/>
                        <a:gd name="connsiteY4" fmla="*/ 6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15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1" y="355"/>
                            <a:pt x="568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21" name="Freeform: Shape 1520">
                      <a:extLst>
                        <a:ext uri="{FF2B5EF4-FFF2-40B4-BE49-F238E27FC236}">
                          <a16:creationId xmlns:a16="http://schemas.microsoft.com/office/drawing/2014/main" id="{382B644D-F834-2CEE-3EF9-80C39E7328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543" y="4924862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4 h 2071"/>
                        <a:gd name="connsiteX1" fmla="*/ 2068 w 2072"/>
                        <a:gd name="connsiteY1" fmla="*/ 1145 h 2071"/>
                        <a:gd name="connsiteX2" fmla="*/ 934 w 2072"/>
                        <a:gd name="connsiteY2" fmla="*/ 2065 h 2071"/>
                        <a:gd name="connsiteX3" fmla="*/ 5 w 2072"/>
                        <a:gd name="connsiteY3" fmla="*/ 939 h 2071"/>
                        <a:gd name="connsiteX4" fmla="*/ 1139 w 2072"/>
                        <a:gd name="connsiteY4" fmla="*/ 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4"/>
                          </a:moveTo>
                          <a:cubicBezTo>
                            <a:pt x="1708" y="67"/>
                            <a:pt x="2125" y="574"/>
                            <a:pt x="2068" y="1145"/>
                          </a:cubicBezTo>
                          <a:cubicBezTo>
                            <a:pt x="2011" y="1716"/>
                            <a:pt x="1503" y="2128"/>
                            <a:pt x="934" y="2065"/>
                          </a:cubicBezTo>
                          <a:cubicBezTo>
                            <a:pt x="365" y="2017"/>
                            <a:pt x="-52" y="1510"/>
                            <a:pt x="5" y="939"/>
                          </a:cubicBezTo>
                          <a:cubicBezTo>
                            <a:pt x="61" y="368"/>
                            <a:pt x="568" y="-44"/>
                            <a:pt x="1139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22" name="Freeform: Shape 1521">
                      <a:extLst>
                        <a:ext uri="{FF2B5EF4-FFF2-40B4-BE49-F238E27FC236}">
                          <a16:creationId xmlns:a16="http://schemas.microsoft.com/office/drawing/2014/main" id="{FD0F108B-41B5-F4EE-EF9B-6AED6F0806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068" y="4924003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6 h 2071"/>
                        <a:gd name="connsiteX1" fmla="*/ 2068 w 2072"/>
                        <a:gd name="connsiteY1" fmla="*/ 1132 h 2071"/>
                        <a:gd name="connsiteX2" fmla="*/ 934 w 2072"/>
                        <a:gd name="connsiteY2" fmla="*/ 2067 h 2071"/>
                        <a:gd name="connsiteX3" fmla="*/ 5 w 2072"/>
                        <a:gd name="connsiteY3" fmla="*/ 926 h 2071"/>
                        <a:gd name="connsiteX4" fmla="*/ 1139 w 2072"/>
                        <a:gd name="connsiteY4" fmla="*/ 6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15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2" y="355"/>
                            <a:pt x="568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23" name="Freeform: Shape 1522">
                      <a:extLst>
                        <a:ext uri="{FF2B5EF4-FFF2-40B4-BE49-F238E27FC236}">
                          <a16:creationId xmlns:a16="http://schemas.microsoft.com/office/drawing/2014/main" id="{FCABB4AA-568F-B1CA-0F02-5D2468864A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4672" y="4919548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6 h 2071"/>
                        <a:gd name="connsiteX1" fmla="*/ 2068 w 2072"/>
                        <a:gd name="connsiteY1" fmla="*/ 1132 h 2071"/>
                        <a:gd name="connsiteX2" fmla="*/ 934 w 2072"/>
                        <a:gd name="connsiteY2" fmla="*/ 2067 h 2071"/>
                        <a:gd name="connsiteX3" fmla="*/ 5 w 2072"/>
                        <a:gd name="connsiteY3" fmla="*/ 926 h 2071"/>
                        <a:gd name="connsiteX4" fmla="*/ 1139 w 2072"/>
                        <a:gd name="connsiteY4" fmla="*/ 6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15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2" y="355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24" name="Freeform: Shape 1523">
                      <a:extLst>
                        <a:ext uri="{FF2B5EF4-FFF2-40B4-BE49-F238E27FC236}">
                          <a16:creationId xmlns:a16="http://schemas.microsoft.com/office/drawing/2014/main" id="{7959DB4F-BB33-BB29-DFEA-FBD87AFE6C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679" y="4930757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6 h 2071"/>
                        <a:gd name="connsiteX1" fmla="*/ 2068 w 2072"/>
                        <a:gd name="connsiteY1" fmla="*/ 1132 h 2071"/>
                        <a:gd name="connsiteX2" fmla="*/ 934 w 2072"/>
                        <a:gd name="connsiteY2" fmla="*/ 2067 h 2071"/>
                        <a:gd name="connsiteX3" fmla="*/ 5 w 2072"/>
                        <a:gd name="connsiteY3" fmla="*/ 926 h 2071"/>
                        <a:gd name="connsiteX4" fmla="*/ 1139 w 2072"/>
                        <a:gd name="connsiteY4" fmla="*/ 6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15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1" y="355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25" name="Freeform: Shape 1524">
                      <a:extLst>
                        <a:ext uri="{FF2B5EF4-FFF2-40B4-BE49-F238E27FC236}">
                          <a16:creationId xmlns:a16="http://schemas.microsoft.com/office/drawing/2014/main" id="{F8339D5F-4211-2C0D-A730-A7CD4F5F2B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736" y="4925335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6 h 2071"/>
                        <a:gd name="connsiteX1" fmla="*/ 2068 w 2072"/>
                        <a:gd name="connsiteY1" fmla="*/ 1132 h 2071"/>
                        <a:gd name="connsiteX2" fmla="*/ 934 w 2072"/>
                        <a:gd name="connsiteY2" fmla="*/ 2067 h 2071"/>
                        <a:gd name="connsiteX3" fmla="*/ 5 w 2072"/>
                        <a:gd name="connsiteY3" fmla="*/ 926 h 2071"/>
                        <a:gd name="connsiteX4" fmla="*/ 1139 w 2072"/>
                        <a:gd name="connsiteY4" fmla="*/ 6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15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2" y="355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26" name="Freeform: Shape 1525">
                      <a:extLst>
                        <a:ext uri="{FF2B5EF4-FFF2-40B4-BE49-F238E27FC236}">
                          <a16:creationId xmlns:a16="http://schemas.microsoft.com/office/drawing/2014/main" id="{7E8AC0C4-5C73-E49A-ADF7-FC722D269E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5389" y="4932107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4 h 2071"/>
                        <a:gd name="connsiteX1" fmla="*/ 2068 w 2072"/>
                        <a:gd name="connsiteY1" fmla="*/ 1145 h 2071"/>
                        <a:gd name="connsiteX2" fmla="*/ 934 w 2072"/>
                        <a:gd name="connsiteY2" fmla="*/ 2065 h 2071"/>
                        <a:gd name="connsiteX3" fmla="*/ 5 w 2072"/>
                        <a:gd name="connsiteY3" fmla="*/ 939 h 2071"/>
                        <a:gd name="connsiteX4" fmla="*/ 1139 w 2072"/>
                        <a:gd name="connsiteY4" fmla="*/ 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4"/>
                          </a:moveTo>
                          <a:cubicBezTo>
                            <a:pt x="1708" y="67"/>
                            <a:pt x="2125" y="574"/>
                            <a:pt x="2068" y="1145"/>
                          </a:cubicBezTo>
                          <a:cubicBezTo>
                            <a:pt x="2011" y="1716"/>
                            <a:pt x="1503" y="2128"/>
                            <a:pt x="934" y="2065"/>
                          </a:cubicBezTo>
                          <a:cubicBezTo>
                            <a:pt x="365" y="2017"/>
                            <a:pt x="-52" y="1510"/>
                            <a:pt x="5" y="939"/>
                          </a:cubicBezTo>
                          <a:cubicBezTo>
                            <a:pt x="62" y="368"/>
                            <a:pt x="570" y="-44"/>
                            <a:pt x="1139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27" name="Freeform: Shape 1526">
                      <a:extLst>
                        <a:ext uri="{FF2B5EF4-FFF2-40B4-BE49-F238E27FC236}">
                          <a16:creationId xmlns:a16="http://schemas.microsoft.com/office/drawing/2014/main" id="{69A8950C-83A4-F367-019E-AE21FAC4DB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4082" y="4949749"/>
                      <a:ext cx="2072" cy="2073"/>
                    </a:xfrm>
                    <a:custGeom>
                      <a:avLst/>
                      <a:gdLst>
                        <a:gd name="connsiteX0" fmla="*/ 1139 w 2072"/>
                        <a:gd name="connsiteY0" fmla="*/ 6 h 2073"/>
                        <a:gd name="connsiteX1" fmla="*/ 2068 w 2072"/>
                        <a:gd name="connsiteY1" fmla="*/ 1148 h 2073"/>
                        <a:gd name="connsiteX2" fmla="*/ 934 w 2072"/>
                        <a:gd name="connsiteY2" fmla="*/ 2067 h 2073"/>
                        <a:gd name="connsiteX3" fmla="*/ 5 w 2072"/>
                        <a:gd name="connsiteY3" fmla="*/ 942 h 2073"/>
                        <a:gd name="connsiteX4" fmla="*/ 1139 w 2072"/>
                        <a:gd name="connsiteY4" fmla="*/ 6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1139" y="6"/>
                          </a:moveTo>
                          <a:cubicBezTo>
                            <a:pt x="1708" y="70"/>
                            <a:pt x="2125" y="577"/>
                            <a:pt x="2068" y="1148"/>
                          </a:cubicBezTo>
                          <a:cubicBezTo>
                            <a:pt x="2011" y="1702"/>
                            <a:pt x="1503" y="2131"/>
                            <a:pt x="934" y="2067"/>
                          </a:cubicBezTo>
                          <a:cubicBezTo>
                            <a:pt x="365" y="2020"/>
                            <a:pt x="-52" y="1512"/>
                            <a:pt x="5" y="942"/>
                          </a:cubicBezTo>
                          <a:cubicBezTo>
                            <a:pt x="62" y="371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28" name="Freeform: Shape 1527">
                      <a:extLst>
                        <a:ext uri="{FF2B5EF4-FFF2-40B4-BE49-F238E27FC236}">
                          <a16:creationId xmlns:a16="http://schemas.microsoft.com/office/drawing/2014/main" id="{AC246425-B857-7115-C213-A7BBA0D60B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0748" y="4954362"/>
                      <a:ext cx="2073" cy="2070"/>
                    </a:xfrm>
                    <a:custGeom>
                      <a:avLst/>
                      <a:gdLst>
                        <a:gd name="connsiteX0" fmla="*/ 1139 w 2073"/>
                        <a:gd name="connsiteY0" fmla="*/ 6 h 2070"/>
                        <a:gd name="connsiteX1" fmla="*/ 2068 w 2073"/>
                        <a:gd name="connsiteY1" fmla="*/ 1132 h 2070"/>
                        <a:gd name="connsiteX2" fmla="*/ 934 w 2073"/>
                        <a:gd name="connsiteY2" fmla="*/ 2067 h 2070"/>
                        <a:gd name="connsiteX3" fmla="*/ 5 w 2073"/>
                        <a:gd name="connsiteY3" fmla="*/ 926 h 2070"/>
                        <a:gd name="connsiteX4" fmla="*/ 1139 w 2073"/>
                        <a:gd name="connsiteY4" fmla="*/ 6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0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2"/>
                            <a:pt x="1503" y="2115"/>
                            <a:pt x="934" y="2067"/>
                          </a:cubicBezTo>
                          <a:cubicBezTo>
                            <a:pt x="365" y="2004"/>
                            <a:pt x="-52" y="1496"/>
                            <a:pt x="5" y="926"/>
                          </a:cubicBezTo>
                          <a:cubicBezTo>
                            <a:pt x="62" y="371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29" name="Freeform: Shape 1528">
                      <a:extLst>
                        <a:ext uri="{FF2B5EF4-FFF2-40B4-BE49-F238E27FC236}">
                          <a16:creationId xmlns:a16="http://schemas.microsoft.com/office/drawing/2014/main" id="{07C7AB63-A44E-83E8-285D-88889C2B0C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6555" y="4953889"/>
                      <a:ext cx="2072" cy="2084"/>
                    </a:xfrm>
                    <a:custGeom>
                      <a:avLst/>
                      <a:gdLst>
                        <a:gd name="connsiteX0" fmla="*/ 1139 w 2072"/>
                        <a:gd name="connsiteY0" fmla="*/ 4 h 2084"/>
                        <a:gd name="connsiteX1" fmla="*/ 2068 w 2072"/>
                        <a:gd name="connsiteY1" fmla="*/ 1145 h 2084"/>
                        <a:gd name="connsiteX2" fmla="*/ 934 w 2072"/>
                        <a:gd name="connsiteY2" fmla="*/ 2081 h 2084"/>
                        <a:gd name="connsiteX3" fmla="*/ 5 w 2072"/>
                        <a:gd name="connsiteY3" fmla="*/ 939 h 2084"/>
                        <a:gd name="connsiteX4" fmla="*/ 1139 w 2072"/>
                        <a:gd name="connsiteY4" fmla="*/ 4 h 20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4">
                          <a:moveTo>
                            <a:pt x="1139" y="4"/>
                          </a:moveTo>
                          <a:cubicBezTo>
                            <a:pt x="1708" y="67"/>
                            <a:pt x="2125" y="574"/>
                            <a:pt x="2068" y="1145"/>
                          </a:cubicBezTo>
                          <a:cubicBezTo>
                            <a:pt x="2011" y="1716"/>
                            <a:pt x="1503" y="2128"/>
                            <a:pt x="934" y="2081"/>
                          </a:cubicBezTo>
                          <a:cubicBezTo>
                            <a:pt x="365" y="2017"/>
                            <a:pt x="-52" y="1510"/>
                            <a:pt x="5" y="939"/>
                          </a:cubicBezTo>
                          <a:cubicBezTo>
                            <a:pt x="61" y="368"/>
                            <a:pt x="570" y="-44"/>
                            <a:pt x="1139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30" name="Freeform: Shape 1529">
                      <a:extLst>
                        <a:ext uri="{FF2B5EF4-FFF2-40B4-BE49-F238E27FC236}">
                          <a16:creationId xmlns:a16="http://schemas.microsoft.com/office/drawing/2014/main" id="{828CC09D-246D-F464-F469-AE87BEFDF2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657" y="4944359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6 h 2071"/>
                        <a:gd name="connsiteX1" fmla="*/ 2068 w 2072"/>
                        <a:gd name="connsiteY1" fmla="*/ 1132 h 2071"/>
                        <a:gd name="connsiteX2" fmla="*/ 934 w 2072"/>
                        <a:gd name="connsiteY2" fmla="*/ 2067 h 2071"/>
                        <a:gd name="connsiteX3" fmla="*/ 5 w 2072"/>
                        <a:gd name="connsiteY3" fmla="*/ 926 h 2071"/>
                        <a:gd name="connsiteX4" fmla="*/ 1139 w 2072"/>
                        <a:gd name="connsiteY4" fmla="*/ 6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15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1" y="355"/>
                            <a:pt x="568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31" name="Freeform: Shape 1530">
                      <a:extLst>
                        <a:ext uri="{FF2B5EF4-FFF2-40B4-BE49-F238E27FC236}">
                          <a16:creationId xmlns:a16="http://schemas.microsoft.com/office/drawing/2014/main" id="{709BC104-DC4A-528B-32D2-0440B4F51B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031" y="4955474"/>
                      <a:ext cx="2073" cy="2071"/>
                    </a:xfrm>
                    <a:custGeom>
                      <a:avLst/>
                      <a:gdLst>
                        <a:gd name="connsiteX0" fmla="*/ 1139 w 2073"/>
                        <a:gd name="connsiteY0" fmla="*/ 4 h 2071"/>
                        <a:gd name="connsiteX1" fmla="*/ 2068 w 2073"/>
                        <a:gd name="connsiteY1" fmla="*/ 1145 h 2071"/>
                        <a:gd name="connsiteX2" fmla="*/ 934 w 2073"/>
                        <a:gd name="connsiteY2" fmla="*/ 2065 h 2071"/>
                        <a:gd name="connsiteX3" fmla="*/ 5 w 2073"/>
                        <a:gd name="connsiteY3" fmla="*/ 939 h 2071"/>
                        <a:gd name="connsiteX4" fmla="*/ 1139 w 2073"/>
                        <a:gd name="connsiteY4" fmla="*/ 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139" y="4"/>
                          </a:moveTo>
                          <a:cubicBezTo>
                            <a:pt x="1708" y="67"/>
                            <a:pt x="2125" y="574"/>
                            <a:pt x="2068" y="1145"/>
                          </a:cubicBezTo>
                          <a:cubicBezTo>
                            <a:pt x="2011" y="1716"/>
                            <a:pt x="1503" y="2128"/>
                            <a:pt x="934" y="2065"/>
                          </a:cubicBezTo>
                          <a:cubicBezTo>
                            <a:pt x="365" y="2017"/>
                            <a:pt x="-52" y="1510"/>
                            <a:pt x="5" y="939"/>
                          </a:cubicBezTo>
                          <a:cubicBezTo>
                            <a:pt x="62" y="368"/>
                            <a:pt x="570" y="-44"/>
                            <a:pt x="1139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32" name="Freeform: Shape 1531">
                      <a:extLst>
                        <a:ext uri="{FF2B5EF4-FFF2-40B4-BE49-F238E27FC236}">
                          <a16:creationId xmlns:a16="http://schemas.microsoft.com/office/drawing/2014/main" id="{1DD6560D-3187-EC26-7399-260DCF3316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4941" y="4954824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4 h 2071"/>
                        <a:gd name="connsiteX1" fmla="*/ 2068 w 2072"/>
                        <a:gd name="connsiteY1" fmla="*/ 1145 h 2071"/>
                        <a:gd name="connsiteX2" fmla="*/ 934 w 2072"/>
                        <a:gd name="connsiteY2" fmla="*/ 2065 h 2071"/>
                        <a:gd name="connsiteX3" fmla="*/ 5 w 2072"/>
                        <a:gd name="connsiteY3" fmla="*/ 939 h 2071"/>
                        <a:gd name="connsiteX4" fmla="*/ 1139 w 2072"/>
                        <a:gd name="connsiteY4" fmla="*/ 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4"/>
                          </a:moveTo>
                          <a:cubicBezTo>
                            <a:pt x="1708" y="67"/>
                            <a:pt x="2125" y="574"/>
                            <a:pt x="2068" y="1145"/>
                          </a:cubicBezTo>
                          <a:cubicBezTo>
                            <a:pt x="2011" y="1716"/>
                            <a:pt x="1503" y="2128"/>
                            <a:pt x="934" y="2065"/>
                          </a:cubicBezTo>
                          <a:cubicBezTo>
                            <a:pt x="365" y="2017"/>
                            <a:pt x="-52" y="1510"/>
                            <a:pt x="5" y="939"/>
                          </a:cubicBezTo>
                          <a:cubicBezTo>
                            <a:pt x="62" y="368"/>
                            <a:pt x="570" y="-44"/>
                            <a:pt x="1139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33" name="Freeform: Shape 1532">
                      <a:extLst>
                        <a:ext uri="{FF2B5EF4-FFF2-40B4-BE49-F238E27FC236}">
                          <a16:creationId xmlns:a16="http://schemas.microsoft.com/office/drawing/2014/main" id="{6CE6CF84-343B-9518-85C1-2A90AC02F6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593" y="4961607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6 h 2071"/>
                        <a:gd name="connsiteX1" fmla="*/ 2068 w 2072"/>
                        <a:gd name="connsiteY1" fmla="*/ 1132 h 2071"/>
                        <a:gd name="connsiteX2" fmla="*/ 934 w 2072"/>
                        <a:gd name="connsiteY2" fmla="*/ 2067 h 2071"/>
                        <a:gd name="connsiteX3" fmla="*/ 5 w 2072"/>
                        <a:gd name="connsiteY3" fmla="*/ 926 h 2071"/>
                        <a:gd name="connsiteX4" fmla="*/ 1139 w 2072"/>
                        <a:gd name="connsiteY4" fmla="*/ 6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15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2" y="355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34" name="Freeform: Shape 1533">
                      <a:extLst>
                        <a:ext uri="{FF2B5EF4-FFF2-40B4-BE49-F238E27FC236}">
                          <a16:creationId xmlns:a16="http://schemas.microsoft.com/office/drawing/2014/main" id="{651CFC58-4008-03FE-3E42-3D840C2C00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375" y="4935830"/>
                      <a:ext cx="2072" cy="2073"/>
                    </a:xfrm>
                    <a:custGeom>
                      <a:avLst/>
                      <a:gdLst>
                        <a:gd name="connsiteX0" fmla="*/ 1139 w 2072"/>
                        <a:gd name="connsiteY0" fmla="*/ 6 h 2073"/>
                        <a:gd name="connsiteX1" fmla="*/ 2068 w 2072"/>
                        <a:gd name="connsiteY1" fmla="*/ 1132 h 2073"/>
                        <a:gd name="connsiteX2" fmla="*/ 934 w 2072"/>
                        <a:gd name="connsiteY2" fmla="*/ 2067 h 2073"/>
                        <a:gd name="connsiteX3" fmla="*/ 5 w 2072"/>
                        <a:gd name="connsiteY3" fmla="*/ 926 h 2073"/>
                        <a:gd name="connsiteX4" fmla="*/ 1139 w 2072"/>
                        <a:gd name="connsiteY4" fmla="*/ 6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31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2" y="355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35" name="Freeform: Shape 1534">
                      <a:extLst>
                        <a:ext uri="{FF2B5EF4-FFF2-40B4-BE49-F238E27FC236}">
                          <a16:creationId xmlns:a16="http://schemas.microsoft.com/office/drawing/2014/main" id="{63E026FC-A7EA-A6B7-468C-4CCE2E69BA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280" y="4945281"/>
                      <a:ext cx="2072" cy="2084"/>
                    </a:xfrm>
                    <a:custGeom>
                      <a:avLst/>
                      <a:gdLst>
                        <a:gd name="connsiteX0" fmla="*/ 1139 w 2072"/>
                        <a:gd name="connsiteY0" fmla="*/ 4 h 2084"/>
                        <a:gd name="connsiteX1" fmla="*/ 2068 w 2072"/>
                        <a:gd name="connsiteY1" fmla="*/ 1145 h 2084"/>
                        <a:gd name="connsiteX2" fmla="*/ 934 w 2072"/>
                        <a:gd name="connsiteY2" fmla="*/ 2080 h 2084"/>
                        <a:gd name="connsiteX3" fmla="*/ 5 w 2072"/>
                        <a:gd name="connsiteY3" fmla="*/ 939 h 2084"/>
                        <a:gd name="connsiteX4" fmla="*/ 1139 w 2072"/>
                        <a:gd name="connsiteY4" fmla="*/ 4 h 20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84">
                          <a:moveTo>
                            <a:pt x="1139" y="4"/>
                          </a:moveTo>
                          <a:cubicBezTo>
                            <a:pt x="1708" y="67"/>
                            <a:pt x="2125" y="574"/>
                            <a:pt x="2068" y="1145"/>
                          </a:cubicBezTo>
                          <a:cubicBezTo>
                            <a:pt x="2011" y="1716"/>
                            <a:pt x="1503" y="2128"/>
                            <a:pt x="934" y="2080"/>
                          </a:cubicBezTo>
                          <a:cubicBezTo>
                            <a:pt x="365" y="2017"/>
                            <a:pt x="-52" y="1510"/>
                            <a:pt x="5" y="939"/>
                          </a:cubicBezTo>
                          <a:cubicBezTo>
                            <a:pt x="61" y="368"/>
                            <a:pt x="568" y="-44"/>
                            <a:pt x="1139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36" name="Freeform: Shape 1535">
                      <a:extLst>
                        <a:ext uri="{FF2B5EF4-FFF2-40B4-BE49-F238E27FC236}">
                          <a16:creationId xmlns:a16="http://schemas.microsoft.com/office/drawing/2014/main" id="{6E8DF962-6276-346B-755F-CDA4452439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313" y="4955456"/>
                      <a:ext cx="2072" cy="2073"/>
                    </a:xfrm>
                    <a:custGeom>
                      <a:avLst/>
                      <a:gdLst>
                        <a:gd name="connsiteX0" fmla="*/ 1139 w 2072"/>
                        <a:gd name="connsiteY0" fmla="*/ 6 h 2073"/>
                        <a:gd name="connsiteX1" fmla="*/ 2068 w 2072"/>
                        <a:gd name="connsiteY1" fmla="*/ 1132 h 2073"/>
                        <a:gd name="connsiteX2" fmla="*/ 934 w 2072"/>
                        <a:gd name="connsiteY2" fmla="*/ 2067 h 2073"/>
                        <a:gd name="connsiteX3" fmla="*/ 5 w 2072"/>
                        <a:gd name="connsiteY3" fmla="*/ 926 h 2073"/>
                        <a:gd name="connsiteX4" fmla="*/ 1139 w 2072"/>
                        <a:gd name="connsiteY4" fmla="*/ 6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1139" y="6"/>
                          </a:moveTo>
                          <a:cubicBezTo>
                            <a:pt x="1708" y="70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31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2" y="371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37" name="Freeform: Shape 1536">
                      <a:extLst>
                        <a:ext uri="{FF2B5EF4-FFF2-40B4-BE49-F238E27FC236}">
                          <a16:creationId xmlns:a16="http://schemas.microsoft.com/office/drawing/2014/main" id="{96902C5B-5F24-C4B9-BA57-509FA34DF1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409" y="4939967"/>
                      <a:ext cx="2072" cy="2073"/>
                    </a:xfrm>
                    <a:custGeom>
                      <a:avLst/>
                      <a:gdLst>
                        <a:gd name="connsiteX0" fmla="*/ 1139 w 2072"/>
                        <a:gd name="connsiteY0" fmla="*/ 6 h 2073"/>
                        <a:gd name="connsiteX1" fmla="*/ 2068 w 2072"/>
                        <a:gd name="connsiteY1" fmla="*/ 1132 h 2073"/>
                        <a:gd name="connsiteX2" fmla="*/ 934 w 2072"/>
                        <a:gd name="connsiteY2" fmla="*/ 2067 h 2073"/>
                        <a:gd name="connsiteX3" fmla="*/ 5 w 2072"/>
                        <a:gd name="connsiteY3" fmla="*/ 926 h 2073"/>
                        <a:gd name="connsiteX4" fmla="*/ 1139 w 2072"/>
                        <a:gd name="connsiteY4" fmla="*/ 6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31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2" y="371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38" name="Freeform: Shape 1537">
                      <a:extLst>
                        <a:ext uri="{FF2B5EF4-FFF2-40B4-BE49-F238E27FC236}">
                          <a16:creationId xmlns:a16="http://schemas.microsoft.com/office/drawing/2014/main" id="{FBE25AB0-EFDA-9829-CB9D-3053F81F8C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469" y="4940966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6 h 2071"/>
                        <a:gd name="connsiteX1" fmla="*/ 2068 w 2072"/>
                        <a:gd name="connsiteY1" fmla="*/ 1132 h 2071"/>
                        <a:gd name="connsiteX2" fmla="*/ 934 w 2072"/>
                        <a:gd name="connsiteY2" fmla="*/ 2067 h 2071"/>
                        <a:gd name="connsiteX3" fmla="*/ 5 w 2072"/>
                        <a:gd name="connsiteY3" fmla="*/ 926 h 2071"/>
                        <a:gd name="connsiteX4" fmla="*/ 1139 w 2072"/>
                        <a:gd name="connsiteY4" fmla="*/ 6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15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1" y="355"/>
                            <a:pt x="568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39" name="Freeform: Shape 1538">
                      <a:extLst>
                        <a:ext uri="{FF2B5EF4-FFF2-40B4-BE49-F238E27FC236}">
                          <a16:creationId xmlns:a16="http://schemas.microsoft.com/office/drawing/2014/main" id="{4B004F3A-34EB-3B1F-101B-810C3AD1BE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473" y="4945754"/>
                      <a:ext cx="2073" cy="2073"/>
                    </a:xfrm>
                    <a:custGeom>
                      <a:avLst/>
                      <a:gdLst>
                        <a:gd name="connsiteX0" fmla="*/ 1139 w 2073"/>
                        <a:gd name="connsiteY0" fmla="*/ 6 h 2073"/>
                        <a:gd name="connsiteX1" fmla="*/ 2068 w 2073"/>
                        <a:gd name="connsiteY1" fmla="*/ 1132 h 2073"/>
                        <a:gd name="connsiteX2" fmla="*/ 934 w 2073"/>
                        <a:gd name="connsiteY2" fmla="*/ 2067 h 2073"/>
                        <a:gd name="connsiteX3" fmla="*/ 5 w 2073"/>
                        <a:gd name="connsiteY3" fmla="*/ 926 h 2073"/>
                        <a:gd name="connsiteX4" fmla="*/ 1139 w 2073"/>
                        <a:gd name="connsiteY4" fmla="*/ 6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3">
                          <a:moveTo>
                            <a:pt x="1139" y="6"/>
                          </a:moveTo>
                          <a:cubicBezTo>
                            <a:pt x="1708" y="70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31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2" y="371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0" name="Freeform: Shape 1539">
                      <a:extLst>
                        <a:ext uri="{FF2B5EF4-FFF2-40B4-BE49-F238E27FC236}">
                          <a16:creationId xmlns:a16="http://schemas.microsoft.com/office/drawing/2014/main" id="{3229370A-27E3-0DAF-F9E0-317A09331B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967" y="4948499"/>
                      <a:ext cx="2073" cy="2071"/>
                    </a:xfrm>
                    <a:custGeom>
                      <a:avLst/>
                      <a:gdLst>
                        <a:gd name="connsiteX0" fmla="*/ 1139 w 2073"/>
                        <a:gd name="connsiteY0" fmla="*/ 4 h 2071"/>
                        <a:gd name="connsiteX1" fmla="*/ 2068 w 2073"/>
                        <a:gd name="connsiteY1" fmla="*/ 1145 h 2071"/>
                        <a:gd name="connsiteX2" fmla="*/ 934 w 2073"/>
                        <a:gd name="connsiteY2" fmla="*/ 2065 h 2071"/>
                        <a:gd name="connsiteX3" fmla="*/ 5 w 2073"/>
                        <a:gd name="connsiteY3" fmla="*/ 939 h 2071"/>
                        <a:gd name="connsiteX4" fmla="*/ 1139 w 2073"/>
                        <a:gd name="connsiteY4" fmla="*/ 4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1">
                          <a:moveTo>
                            <a:pt x="1139" y="4"/>
                          </a:moveTo>
                          <a:cubicBezTo>
                            <a:pt x="1708" y="67"/>
                            <a:pt x="2125" y="574"/>
                            <a:pt x="2068" y="1145"/>
                          </a:cubicBezTo>
                          <a:cubicBezTo>
                            <a:pt x="2011" y="1716"/>
                            <a:pt x="1503" y="2128"/>
                            <a:pt x="934" y="2065"/>
                          </a:cubicBezTo>
                          <a:cubicBezTo>
                            <a:pt x="365" y="2017"/>
                            <a:pt x="-52" y="1510"/>
                            <a:pt x="5" y="939"/>
                          </a:cubicBezTo>
                          <a:cubicBezTo>
                            <a:pt x="62" y="368"/>
                            <a:pt x="570" y="-44"/>
                            <a:pt x="1139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1" name="Freeform: Shape 1540">
                      <a:extLst>
                        <a:ext uri="{FF2B5EF4-FFF2-40B4-BE49-F238E27FC236}">
                          <a16:creationId xmlns:a16="http://schemas.microsoft.com/office/drawing/2014/main" id="{00C5B6D5-D99C-94E3-8A1B-4C708CB5A0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529" y="4904409"/>
                      <a:ext cx="2072" cy="2073"/>
                    </a:xfrm>
                    <a:custGeom>
                      <a:avLst/>
                      <a:gdLst>
                        <a:gd name="connsiteX0" fmla="*/ 1139 w 2072"/>
                        <a:gd name="connsiteY0" fmla="*/ 6 h 2073"/>
                        <a:gd name="connsiteX1" fmla="*/ 2068 w 2072"/>
                        <a:gd name="connsiteY1" fmla="*/ 1132 h 2073"/>
                        <a:gd name="connsiteX2" fmla="*/ 934 w 2072"/>
                        <a:gd name="connsiteY2" fmla="*/ 2067 h 2073"/>
                        <a:gd name="connsiteX3" fmla="*/ 5 w 2072"/>
                        <a:gd name="connsiteY3" fmla="*/ 926 h 2073"/>
                        <a:gd name="connsiteX4" fmla="*/ 1139 w 2072"/>
                        <a:gd name="connsiteY4" fmla="*/ 6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1139" y="6"/>
                          </a:moveTo>
                          <a:cubicBezTo>
                            <a:pt x="1708" y="54"/>
                            <a:pt x="2125" y="577"/>
                            <a:pt x="2068" y="1132"/>
                          </a:cubicBezTo>
                          <a:cubicBezTo>
                            <a:pt x="2011" y="1702"/>
                            <a:pt x="1503" y="2131"/>
                            <a:pt x="934" y="2067"/>
                          </a:cubicBezTo>
                          <a:cubicBezTo>
                            <a:pt x="365" y="2004"/>
                            <a:pt x="-52" y="1496"/>
                            <a:pt x="5" y="926"/>
                          </a:cubicBezTo>
                          <a:cubicBezTo>
                            <a:pt x="61" y="371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2" name="Freeform: Shape 1541">
                      <a:extLst>
                        <a:ext uri="{FF2B5EF4-FFF2-40B4-BE49-F238E27FC236}">
                          <a16:creationId xmlns:a16="http://schemas.microsoft.com/office/drawing/2014/main" id="{7EED67FA-A2AA-A7C7-DD83-90356E1E17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6864" y="4903156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6 h 2071"/>
                        <a:gd name="connsiteX1" fmla="*/ 2068 w 2072"/>
                        <a:gd name="connsiteY1" fmla="*/ 1132 h 2071"/>
                        <a:gd name="connsiteX2" fmla="*/ 934 w 2072"/>
                        <a:gd name="connsiteY2" fmla="*/ 2067 h 2071"/>
                        <a:gd name="connsiteX3" fmla="*/ 5 w 2072"/>
                        <a:gd name="connsiteY3" fmla="*/ 926 h 2071"/>
                        <a:gd name="connsiteX4" fmla="*/ 1139 w 2072"/>
                        <a:gd name="connsiteY4" fmla="*/ 6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15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2" y="355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" name="Freeform: Shape 1542">
                      <a:extLst>
                        <a:ext uri="{FF2B5EF4-FFF2-40B4-BE49-F238E27FC236}">
                          <a16:creationId xmlns:a16="http://schemas.microsoft.com/office/drawing/2014/main" id="{E128358A-026C-24CF-2B94-3115DE5726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233" y="4913920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6 h 2071"/>
                        <a:gd name="connsiteX1" fmla="*/ 2068 w 2072"/>
                        <a:gd name="connsiteY1" fmla="*/ 1132 h 2071"/>
                        <a:gd name="connsiteX2" fmla="*/ 934 w 2072"/>
                        <a:gd name="connsiteY2" fmla="*/ 2067 h 2071"/>
                        <a:gd name="connsiteX3" fmla="*/ 5 w 2072"/>
                        <a:gd name="connsiteY3" fmla="*/ 926 h 2071"/>
                        <a:gd name="connsiteX4" fmla="*/ 1139 w 2072"/>
                        <a:gd name="connsiteY4" fmla="*/ 6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15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2" y="355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" name="Freeform: Shape 1543">
                      <a:extLst>
                        <a:ext uri="{FF2B5EF4-FFF2-40B4-BE49-F238E27FC236}">
                          <a16:creationId xmlns:a16="http://schemas.microsoft.com/office/drawing/2014/main" id="{49CDEC92-0962-427C-4A2F-5D0048E872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293" y="4909561"/>
                      <a:ext cx="2072" cy="2073"/>
                    </a:xfrm>
                    <a:custGeom>
                      <a:avLst/>
                      <a:gdLst>
                        <a:gd name="connsiteX0" fmla="*/ 1139 w 2072"/>
                        <a:gd name="connsiteY0" fmla="*/ 6 h 2073"/>
                        <a:gd name="connsiteX1" fmla="*/ 2068 w 2072"/>
                        <a:gd name="connsiteY1" fmla="*/ 1132 h 2073"/>
                        <a:gd name="connsiteX2" fmla="*/ 934 w 2072"/>
                        <a:gd name="connsiteY2" fmla="*/ 2067 h 2073"/>
                        <a:gd name="connsiteX3" fmla="*/ 5 w 2072"/>
                        <a:gd name="connsiteY3" fmla="*/ 942 h 2073"/>
                        <a:gd name="connsiteX4" fmla="*/ 1139 w 2072"/>
                        <a:gd name="connsiteY4" fmla="*/ 6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1139" y="6"/>
                          </a:moveTo>
                          <a:cubicBezTo>
                            <a:pt x="1708" y="70"/>
                            <a:pt x="2125" y="577"/>
                            <a:pt x="2068" y="1132"/>
                          </a:cubicBezTo>
                          <a:cubicBezTo>
                            <a:pt x="2011" y="1702"/>
                            <a:pt x="1503" y="2131"/>
                            <a:pt x="934" y="2067"/>
                          </a:cubicBezTo>
                          <a:cubicBezTo>
                            <a:pt x="365" y="2020"/>
                            <a:pt x="-52" y="1496"/>
                            <a:pt x="5" y="942"/>
                          </a:cubicBezTo>
                          <a:cubicBezTo>
                            <a:pt x="61" y="371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5" name="Freeform: Shape 1544">
                      <a:extLst>
                        <a:ext uri="{FF2B5EF4-FFF2-40B4-BE49-F238E27FC236}">
                          <a16:creationId xmlns:a16="http://schemas.microsoft.com/office/drawing/2014/main" id="{F94D51F9-B0EF-23D6-350E-FA679D4085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000" y="4909038"/>
                      <a:ext cx="2072" cy="2073"/>
                    </a:xfrm>
                    <a:custGeom>
                      <a:avLst/>
                      <a:gdLst>
                        <a:gd name="connsiteX0" fmla="*/ 1139 w 2072"/>
                        <a:gd name="connsiteY0" fmla="*/ 6 h 2073"/>
                        <a:gd name="connsiteX1" fmla="*/ 2068 w 2072"/>
                        <a:gd name="connsiteY1" fmla="*/ 1132 h 2073"/>
                        <a:gd name="connsiteX2" fmla="*/ 934 w 2072"/>
                        <a:gd name="connsiteY2" fmla="*/ 2067 h 2073"/>
                        <a:gd name="connsiteX3" fmla="*/ 5 w 2072"/>
                        <a:gd name="connsiteY3" fmla="*/ 926 h 2073"/>
                        <a:gd name="connsiteX4" fmla="*/ 1139 w 2072"/>
                        <a:gd name="connsiteY4" fmla="*/ 6 h 20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3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31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2" y="371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6" name="Freeform: Shape 1545">
                      <a:extLst>
                        <a:ext uri="{FF2B5EF4-FFF2-40B4-BE49-F238E27FC236}">
                          <a16:creationId xmlns:a16="http://schemas.microsoft.com/office/drawing/2014/main" id="{EE1D13B3-128A-C4B9-5082-3B4FA5088F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035" y="4902081"/>
                      <a:ext cx="2072" cy="2070"/>
                    </a:xfrm>
                    <a:custGeom>
                      <a:avLst/>
                      <a:gdLst>
                        <a:gd name="connsiteX0" fmla="*/ 1139 w 2072"/>
                        <a:gd name="connsiteY0" fmla="*/ 4 h 2070"/>
                        <a:gd name="connsiteX1" fmla="*/ 2068 w 2072"/>
                        <a:gd name="connsiteY1" fmla="*/ 1145 h 2070"/>
                        <a:gd name="connsiteX2" fmla="*/ 934 w 2072"/>
                        <a:gd name="connsiteY2" fmla="*/ 2065 h 2070"/>
                        <a:gd name="connsiteX3" fmla="*/ 5 w 2072"/>
                        <a:gd name="connsiteY3" fmla="*/ 939 h 2070"/>
                        <a:gd name="connsiteX4" fmla="*/ 1139 w 2072"/>
                        <a:gd name="connsiteY4" fmla="*/ 4 h 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0">
                          <a:moveTo>
                            <a:pt x="1139" y="4"/>
                          </a:moveTo>
                          <a:cubicBezTo>
                            <a:pt x="1708" y="67"/>
                            <a:pt x="2125" y="574"/>
                            <a:pt x="2068" y="1145"/>
                          </a:cubicBezTo>
                          <a:cubicBezTo>
                            <a:pt x="2011" y="1700"/>
                            <a:pt x="1503" y="2128"/>
                            <a:pt x="934" y="2065"/>
                          </a:cubicBezTo>
                          <a:cubicBezTo>
                            <a:pt x="365" y="2001"/>
                            <a:pt x="-52" y="1510"/>
                            <a:pt x="5" y="939"/>
                          </a:cubicBezTo>
                          <a:cubicBezTo>
                            <a:pt x="61" y="368"/>
                            <a:pt x="568" y="-44"/>
                            <a:pt x="1139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7" name="Freeform: Shape 1546">
                      <a:extLst>
                        <a:ext uri="{FF2B5EF4-FFF2-40B4-BE49-F238E27FC236}">
                          <a16:creationId xmlns:a16="http://schemas.microsoft.com/office/drawing/2014/main" id="{AAB149D1-1E3A-6699-7CC2-95E696C928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709" y="4910401"/>
                      <a:ext cx="2072" cy="2071"/>
                    </a:xfrm>
                    <a:custGeom>
                      <a:avLst/>
                      <a:gdLst>
                        <a:gd name="connsiteX0" fmla="*/ 1139 w 2072"/>
                        <a:gd name="connsiteY0" fmla="*/ 6 h 2071"/>
                        <a:gd name="connsiteX1" fmla="*/ 2068 w 2072"/>
                        <a:gd name="connsiteY1" fmla="*/ 1132 h 2071"/>
                        <a:gd name="connsiteX2" fmla="*/ 934 w 2072"/>
                        <a:gd name="connsiteY2" fmla="*/ 2067 h 2071"/>
                        <a:gd name="connsiteX3" fmla="*/ 5 w 2072"/>
                        <a:gd name="connsiteY3" fmla="*/ 926 h 2071"/>
                        <a:gd name="connsiteX4" fmla="*/ 1139 w 2072"/>
                        <a:gd name="connsiteY4" fmla="*/ 6 h 2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1">
                          <a:moveTo>
                            <a:pt x="1139" y="6"/>
                          </a:moveTo>
                          <a:cubicBezTo>
                            <a:pt x="1708" y="54"/>
                            <a:pt x="2125" y="561"/>
                            <a:pt x="2068" y="1132"/>
                          </a:cubicBezTo>
                          <a:cubicBezTo>
                            <a:pt x="2011" y="1703"/>
                            <a:pt x="1503" y="2115"/>
                            <a:pt x="934" y="2067"/>
                          </a:cubicBezTo>
                          <a:cubicBezTo>
                            <a:pt x="365" y="2004"/>
                            <a:pt x="-52" y="1497"/>
                            <a:pt x="5" y="926"/>
                          </a:cubicBezTo>
                          <a:cubicBezTo>
                            <a:pt x="62" y="355"/>
                            <a:pt x="570" y="-57"/>
                            <a:pt x="1139" y="6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8" name="Graphic 21">
                    <a:extLst>
                      <a:ext uri="{FF2B5EF4-FFF2-40B4-BE49-F238E27FC236}">
                        <a16:creationId xmlns:a16="http://schemas.microsoft.com/office/drawing/2014/main" id="{5FFD833E-5569-A10E-4539-DFD72F2EB954}"/>
                      </a:ext>
                    </a:extLst>
                  </p:cNvPr>
                  <p:cNvGrpSpPr/>
                  <p:nvPr/>
                </p:nvGrpSpPr>
                <p:grpSpPr>
                  <a:xfrm>
                    <a:off x="839272" y="4881630"/>
                    <a:ext cx="51029" cy="62215"/>
                    <a:chOff x="839272" y="4881630"/>
                    <a:chExt cx="51029" cy="62215"/>
                  </a:xfrm>
                  <a:solidFill>
                    <a:srgbClr val="F0BB74"/>
                  </a:solidFill>
                </p:grpSpPr>
                <p:sp>
                  <p:nvSpPr>
                    <p:cNvPr id="1549" name="Freeform: Shape 1548">
                      <a:extLst>
                        <a:ext uri="{FF2B5EF4-FFF2-40B4-BE49-F238E27FC236}">
                          <a16:creationId xmlns:a16="http://schemas.microsoft.com/office/drawing/2014/main" id="{3FA4EBA7-CE8A-F822-9884-DB5448778D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2202" y="4896231"/>
                      <a:ext cx="2073" cy="2082"/>
                    </a:xfrm>
                    <a:custGeom>
                      <a:avLst/>
                      <a:gdLst>
                        <a:gd name="connsiteX0" fmla="*/ 957 w 2073"/>
                        <a:gd name="connsiteY0" fmla="*/ 4 h 2082"/>
                        <a:gd name="connsiteX1" fmla="*/ 2070 w 2073"/>
                        <a:gd name="connsiteY1" fmla="*/ 955 h 2082"/>
                        <a:gd name="connsiteX2" fmla="*/ 1116 w 2073"/>
                        <a:gd name="connsiteY2" fmla="*/ 2080 h 2082"/>
                        <a:gd name="connsiteX3" fmla="*/ 3 w 2073"/>
                        <a:gd name="connsiteY3" fmla="*/ 1113 h 2082"/>
                        <a:gd name="connsiteX4" fmla="*/ 957 w 2073"/>
                        <a:gd name="connsiteY4" fmla="*/ 4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5"/>
                            <a:pt x="1687" y="2033"/>
                            <a:pt x="1116" y="2080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7" y="51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0" name="Freeform: Shape 1549">
                      <a:extLst>
                        <a:ext uri="{FF2B5EF4-FFF2-40B4-BE49-F238E27FC236}">
                          <a16:creationId xmlns:a16="http://schemas.microsoft.com/office/drawing/2014/main" id="{63430102-158B-2EEC-B27E-A0E297DEEE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723" y="4901351"/>
                      <a:ext cx="2073" cy="2068"/>
                    </a:xfrm>
                    <a:custGeom>
                      <a:avLst/>
                      <a:gdLst>
                        <a:gd name="connsiteX0" fmla="*/ 958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5 h 2068"/>
                        <a:gd name="connsiteX3" fmla="*/ 3 w 2073"/>
                        <a:gd name="connsiteY3" fmla="*/ 1113 h 2068"/>
                        <a:gd name="connsiteX4" fmla="*/ 95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8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6"/>
                            <a:pt x="1687" y="2033"/>
                            <a:pt x="1116" y="2065"/>
                          </a:cubicBezTo>
                          <a:cubicBezTo>
                            <a:pt x="545" y="2112"/>
                            <a:pt x="48" y="1684"/>
                            <a:pt x="3" y="1113"/>
                          </a:cubicBezTo>
                          <a:cubicBezTo>
                            <a:pt x="-41" y="543"/>
                            <a:pt x="387" y="51"/>
                            <a:pt x="95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1" name="Freeform: Shape 1550">
                      <a:extLst>
                        <a:ext uri="{FF2B5EF4-FFF2-40B4-BE49-F238E27FC236}">
                          <a16:creationId xmlns:a16="http://schemas.microsoft.com/office/drawing/2014/main" id="{88EE38A8-9480-1EBE-CFE0-41CC6B5765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5359" y="4899879"/>
                      <a:ext cx="2073" cy="2079"/>
                    </a:xfrm>
                    <a:custGeom>
                      <a:avLst/>
                      <a:gdLst>
                        <a:gd name="connsiteX0" fmla="*/ 957 w 2073"/>
                        <a:gd name="connsiteY0" fmla="*/ 2 h 2079"/>
                        <a:gd name="connsiteX1" fmla="*/ 2070 w 2073"/>
                        <a:gd name="connsiteY1" fmla="*/ 969 h 2079"/>
                        <a:gd name="connsiteX2" fmla="*/ 1116 w 2073"/>
                        <a:gd name="connsiteY2" fmla="*/ 2078 h 2079"/>
                        <a:gd name="connsiteX3" fmla="*/ 3 w 2073"/>
                        <a:gd name="connsiteY3" fmla="*/ 1111 h 2079"/>
                        <a:gd name="connsiteX4" fmla="*/ 957 w 2073"/>
                        <a:gd name="connsiteY4" fmla="*/ 2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9">
                          <a:moveTo>
                            <a:pt x="957" y="2"/>
                          </a:moveTo>
                          <a:cubicBezTo>
                            <a:pt x="1528" y="-30"/>
                            <a:pt x="2026" y="398"/>
                            <a:pt x="2070" y="969"/>
                          </a:cubicBezTo>
                          <a:cubicBezTo>
                            <a:pt x="2113" y="1539"/>
                            <a:pt x="1687" y="2031"/>
                            <a:pt x="1116" y="2078"/>
                          </a:cubicBezTo>
                          <a:cubicBezTo>
                            <a:pt x="545" y="2110"/>
                            <a:pt x="47" y="1682"/>
                            <a:pt x="3" y="1111"/>
                          </a:cubicBezTo>
                          <a:cubicBezTo>
                            <a:pt x="-40" y="541"/>
                            <a:pt x="387" y="49"/>
                            <a:pt x="957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2" name="Freeform: Shape 1551">
                      <a:extLst>
                        <a:ext uri="{FF2B5EF4-FFF2-40B4-BE49-F238E27FC236}">
                          <a16:creationId xmlns:a16="http://schemas.microsoft.com/office/drawing/2014/main" id="{E199E536-AFCC-8EF4-7AB4-B8F78D7068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4984" y="4896786"/>
                      <a:ext cx="2073" cy="2068"/>
                    </a:xfrm>
                    <a:custGeom>
                      <a:avLst/>
                      <a:gdLst>
                        <a:gd name="connsiteX0" fmla="*/ 958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5 h 2068"/>
                        <a:gd name="connsiteX3" fmla="*/ 3 w 2073"/>
                        <a:gd name="connsiteY3" fmla="*/ 1113 h 2068"/>
                        <a:gd name="connsiteX4" fmla="*/ 95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8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6"/>
                            <a:pt x="1687" y="2033"/>
                            <a:pt x="1116" y="2065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1" y="543"/>
                            <a:pt x="387" y="51"/>
                            <a:pt x="95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3" name="Freeform: Shape 1552">
                      <a:extLst>
                        <a:ext uri="{FF2B5EF4-FFF2-40B4-BE49-F238E27FC236}">
                          <a16:creationId xmlns:a16="http://schemas.microsoft.com/office/drawing/2014/main" id="{040C6163-8F35-ADA2-48CB-34B2469E23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4821" y="4906425"/>
                      <a:ext cx="2073" cy="2068"/>
                    </a:xfrm>
                    <a:custGeom>
                      <a:avLst/>
                      <a:gdLst>
                        <a:gd name="connsiteX0" fmla="*/ 958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4 h 2068"/>
                        <a:gd name="connsiteX3" fmla="*/ 3 w 2073"/>
                        <a:gd name="connsiteY3" fmla="*/ 1113 h 2068"/>
                        <a:gd name="connsiteX4" fmla="*/ 95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8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5"/>
                            <a:pt x="1687" y="2017"/>
                            <a:pt x="1116" y="2064"/>
                          </a:cubicBezTo>
                          <a:cubicBezTo>
                            <a:pt x="545" y="2112"/>
                            <a:pt x="48" y="1684"/>
                            <a:pt x="3" y="1113"/>
                          </a:cubicBezTo>
                          <a:cubicBezTo>
                            <a:pt x="-41" y="543"/>
                            <a:pt x="387" y="51"/>
                            <a:pt x="95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4" name="Freeform: Shape 1553">
                      <a:extLst>
                        <a:ext uri="{FF2B5EF4-FFF2-40B4-BE49-F238E27FC236}">
                          <a16:creationId xmlns:a16="http://schemas.microsoft.com/office/drawing/2014/main" id="{06E1816A-B65C-D02E-46E2-0FD3DA3352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4086" y="4902826"/>
                      <a:ext cx="2073" cy="2068"/>
                    </a:xfrm>
                    <a:custGeom>
                      <a:avLst/>
                      <a:gdLst>
                        <a:gd name="connsiteX0" fmla="*/ 957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4 h 2068"/>
                        <a:gd name="connsiteX3" fmla="*/ 3 w 2073"/>
                        <a:gd name="connsiteY3" fmla="*/ 1113 h 2068"/>
                        <a:gd name="connsiteX4" fmla="*/ 957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5"/>
                            <a:pt x="1687" y="2017"/>
                            <a:pt x="1116" y="2064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8" y="51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5" name="Freeform: Shape 1554">
                      <a:extLst>
                        <a:ext uri="{FF2B5EF4-FFF2-40B4-BE49-F238E27FC236}">
                          <a16:creationId xmlns:a16="http://schemas.microsoft.com/office/drawing/2014/main" id="{1077F0A8-23DC-218F-CD42-D1FE72DC10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879" y="4909040"/>
                      <a:ext cx="2073" cy="2068"/>
                    </a:xfrm>
                    <a:custGeom>
                      <a:avLst/>
                      <a:gdLst>
                        <a:gd name="connsiteX0" fmla="*/ 958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5 h 2068"/>
                        <a:gd name="connsiteX3" fmla="*/ 3 w 2073"/>
                        <a:gd name="connsiteY3" fmla="*/ 1113 h 2068"/>
                        <a:gd name="connsiteX4" fmla="*/ 95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8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3" y="1526"/>
                            <a:pt x="1687" y="2017"/>
                            <a:pt x="1116" y="2065"/>
                          </a:cubicBezTo>
                          <a:cubicBezTo>
                            <a:pt x="545" y="2112"/>
                            <a:pt x="48" y="1684"/>
                            <a:pt x="3" y="1113"/>
                          </a:cubicBezTo>
                          <a:cubicBezTo>
                            <a:pt x="-41" y="543"/>
                            <a:pt x="387" y="35"/>
                            <a:pt x="95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6" name="Freeform: Shape 1555">
                      <a:extLst>
                        <a:ext uri="{FF2B5EF4-FFF2-40B4-BE49-F238E27FC236}">
                          <a16:creationId xmlns:a16="http://schemas.microsoft.com/office/drawing/2014/main" id="{D9E0E99C-D576-8099-7AD7-3A8BF5E617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059" y="4910182"/>
                      <a:ext cx="2073" cy="2068"/>
                    </a:xfrm>
                    <a:custGeom>
                      <a:avLst/>
                      <a:gdLst>
                        <a:gd name="connsiteX0" fmla="*/ 958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4 h 2068"/>
                        <a:gd name="connsiteX3" fmla="*/ 3 w 2073"/>
                        <a:gd name="connsiteY3" fmla="*/ 1113 h 2068"/>
                        <a:gd name="connsiteX4" fmla="*/ 95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8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5"/>
                            <a:pt x="1687" y="2017"/>
                            <a:pt x="1116" y="2064"/>
                          </a:cubicBezTo>
                          <a:cubicBezTo>
                            <a:pt x="545" y="2112"/>
                            <a:pt x="48" y="1684"/>
                            <a:pt x="3" y="1113"/>
                          </a:cubicBezTo>
                          <a:cubicBezTo>
                            <a:pt x="-41" y="543"/>
                            <a:pt x="387" y="51"/>
                            <a:pt x="95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7" name="Freeform: Shape 1556">
                      <a:extLst>
                        <a:ext uri="{FF2B5EF4-FFF2-40B4-BE49-F238E27FC236}">
                          <a16:creationId xmlns:a16="http://schemas.microsoft.com/office/drawing/2014/main" id="{F5A94DDD-3186-3904-8307-976BBE5F0F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578" y="4915302"/>
                      <a:ext cx="2073" cy="2068"/>
                    </a:xfrm>
                    <a:custGeom>
                      <a:avLst/>
                      <a:gdLst>
                        <a:gd name="connsiteX0" fmla="*/ 957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4 h 2068"/>
                        <a:gd name="connsiteX3" fmla="*/ 3 w 2073"/>
                        <a:gd name="connsiteY3" fmla="*/ 1113 h 2068"/>
                        <a:gd name="connsiteX4" fmla="*/ 957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5"/>
                            <a:pt x="1687" y="2017"/>
                            <a:pt x="1116" y="2064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7" y="51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8" name="Freeform: Shape 1557">
                      <a:extLst>
                        <a:ext uri="{FF2B5EF4-FFF2-40B4-BE49-F238E27FC236}">
                          <a16:creationId xmlns:a16="http://schemas.microsoft.com/office/drawing/2014/main" id="{A590BB17-A8BF-CD21-E465-E2B4BBFD9D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216" y="4913828"/>
                      <a:ext cx="2073" cy="2068"/>
                    </a:xfrm>
                    <a:custGeom>
                      <a:avLst/>
                      <a:gdLst>
                        <a:gd name="connsiteX0" fmla="*/ 958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5 h 2068"/>
                        <a:gd name="connsiteX3" fmla="*/ 3 w 2073"/>
                        <a:gd name="connsiteY3" fmla="*/ 1113 h 2068"/>
                        <a:gd name="connsiteX4" fmla="*/ 95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8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6"/>
                            <a:pt x="1687" y="2033"/>
                            <a:pt x="1116" y="2065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1" y="543"/>
                            <a:pt x="387" y="51"/>
                            <a:pt x="95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9" name="Freeform: Shape 1558">
                      <a:extLst>
                        <a:ext uri="{FF2B5EF4-FFF2-40B4-BE49-F238E27FC236}">
                          <a16:creationId xmlns:a16="http://schemas.microsoft.com/office/drawing/2014/main" id="{15C0EAB4-AFBD-6CB7-5405-CA08865011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2840" y="4910737"/>
                      <a:ext cx="2073" cy="2068"/>
                    </a:xfrm>
                    <a:custGeom>
                      <a:avLst/>
                      <a:gdLst>
                        <a:gd name="connsiteX0" fmla="*/ 957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4 h 2068"/>
                        <a:gd name="connsiteX3" fmla="*/ 3 w 2073"/>
                        <a:gd name="connsiteY3" fmla="*/ 1113 h 2068"/>
                        <a:gd name="connsiteX4" fmla="*/ 957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5"/>
                            <a:pt x="1687" y="2017"/>
                            <a:pt x="1116" y="2064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7" y="51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60" name="Freeform: Shape 1559">
                      <a:extLst>
                        <a:ext uri="{FF2B5EF4-FFF2-40B4-BE49-F238E27FC236}">
                          <a16:creationId xmlns:a16="http://schemas.microsoft.com/office/drawing/2014/main" id="{172152FE-7E41-CAEF-0F40-6AEF8178D9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677" y="4920375"/>
                      <a:ext cx="2073" cy="2068"/>
                    </a:xfrm>
                    <a:custGeom>
                      <a:avLst/>
                      <a:gdLst>
                        <a:gd name="connsiteX0" fmla="*/ 957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5 h 2068"/>
                        <a:gd name="connsiteX3" fmla="*/ 3 w 2073"/>
                        <a:gd name="connsiteY3" fmla="*/ 1113 h 2068"/>
                        <a:gd name="connsiteX4" fmla="*/ 957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6"/>
                            <a:pt x="1687" y="2017"/>
                            <a:pt x="1116" y="2065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7" y="35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61" name="Freeform: Shape 1560">
                      <a:extLst>
                        <a:ext uri="{FF2B5EF4-FFF2-40B4-BE49-F238E27FC236}">
                          <a16:creationId xmlns:a16="http://schemas.microsoft.com/office/drawing/2014/main" id="{C84EDA88-F5AB-7E6A-B6C5-2C3C2E5811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942" y="4916763"/>
                      <a:ext cx="2073" cy="2082"/>
                    </a:xfrm>
                    <a:custGeom>
                      <a:avLst/>
                      <a:gdLst>
                        <a:gd name="connsiteX0" fmla="*/ 958 w 2073"/>
                        <a:gd name="connsiteY0" fmla="*/ 2 h 2082"/>
                        <a:gd name="connsiteX1" fmla="*/ 2070 w 2073"/>
                        <a:gd name="connsiteY1" fmla="*/ 969 h 2082"/>
                        <a:gd name="connsiteX2" fmla="*/ 1116 w 2073"/>
                        <a:gd name="connsiteY2" fmla="*/ 2079 h 2082"/>
                        <a:gd name="connsiteX3" fmla="*/ 3 w 2073"/>
                        <a:gd name="connsiteY3" fmla="*/ 1127 h 2082"/>
                        <a:gd name="connsiteX4" fmla="*/ 958 w 2073"/>
                        <a:gd name="connsiteY4" fmla="*/ 2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958" y="2"/>
                          </a:moveTo>
                          <a:cubicBezTo>
                            <a:pt x="1528" y="-30"/>
                            <a:pt x="2026" y="398"/>
                            <a:pt x="2070" y="969"/>
                          </a:cubicBezTo>
                          <a:cubicBezTo>
                            <a:pt x="2115" y="1540"/>
                            <a:pt x="1687" y="2031"/>
                            <a:pt x="1116" y="2079"/>
                          </a:cubicBezTo>
                          <a:cubicBezTo>
                            <a:pt x="545" y="2126"/>
                            <a:pt x="48" y="1698"/>
                            <a:pt x="3" y="1127"/>
                          </a:cubicBezTo>
                          <a:cubicBezTo>
                            <a:pt x="-41" y="557"/>
                            <a:pt x="387" y="49"/>
                            <a:pt x="958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62" name="Freeform: Shape 1561">
                      <a:extLst>
                        <a:ext uri="{FF2B5EF4-FFF2-40B4-BE49-F238E27FC236}">
                          <a16:creationId xmlns:a16="http://schemas.microsoft.com/office/drawing/2014/main" id="{6CBB4B88-0FAB-840D-219B-85AEF25D53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5735" y="4922975"/>
                      <a:ext cx="2073" cy="2082"/>
                    </a:xfrm>
                    <a:custGeom>
                      <a:avLst/>
                      <a:gdLst>
                        <a:gd name="connsiteX0" fmla="*/ 957 w 2073"/>
                        <a:gd name="connsiteY0" fmla="*/ 4 h 2082"/>
                        <a:gd name="connsiteX1" fmla="*/ 2070 w 2073"/>
                        <a:gd name="connsiteY1" fmla="*/ 955 h 2082"/>
                        <a:gd name="connsiteX2" fmla="*/ 1116 w 2073"/>
                        <a:gd name="connsiteY2" fmla="*/ 2080 h 2082"/>
                        <a:gd name="connsiteX3" fmla="*/ 3 w 2073"/>
                        <a:gd name="connsiteY3" fmla="*/ 1113 h 2082"/>
                        <a:gd name="connsiteX4" fmla="*/ 957 w 2073"/>
                        <a:gd name="connsiteY4" fmla="*/ 4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3" y="1525"/>
                            <a:pt x="1687" y="2033"/>
                            <a:pt x="1116" y="2080"/>
                          </a:cubicBezTo>
                          <a:cubicBezTo>
                            <a:pt x="545" y="2112"/>
                            <a:pt x="47" y="1700"/>
                            <a:pt x="3" y="1113"/>
                          </a:cubicBezTo>
                          <a:cubicBezTo>
                            <a:pt x="-40" y="543"/>
                            <a:pt x="387" y="51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63" name="Freeform: Shape 1562">
                      <a:extLst>
                        <a:ext uri="{FF2B5EF4-FFF2-40B4-BE49-F238E27FC236}">
                          <a16:creationId xmlns:a16="http://schemas.microsoft.com/office/drawing/2014/main" id="{258E2909-DD0C-E137-6F70-05032313E0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72" y="4911181"/>
                      <a:ext cx="2073" cy="2081"/>
                    </a:xfrm>
                    <a:custGeom>
                      <a:avLst/>
                      <a:gdLst>
                        <a:gd name="connsiteX0" fmla="*/ 958 w 2073"/>
                        <a:gd name="connsiteY0" fmla="*/ 4 h 2081"/>
                        <a:gd name="connsiteX1" fmla="*/ 2070 w 2073"/>
                        <a:gd name="connsiteY1" fmla="*/ 955 h 2081"/>
                        <a:gd name="connsiteX2" fmla="*/ 1116 w 2073"/>
                        <a:gd name="connsiteY2" fmla="*/ 2080 h 2081"/>
                        <a:gd name="connsiteX3" fmla="*/ 3 w 2073"/>
                        <a:gd name="connsiteY3" fmla="*/ 1113 h 2081"/>
                        <a:gd name="connsiteX4" fmla="*/ 958 w 2073"/>
                        <a:gd name="connsiteY4" fmla="*/ 4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958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5"/>
                            <a:pt x="1687" y="2033"/>
                            <a:pt x="1116" y="2080"/>
                          </a:cubicBezTo>
                          <a:cubicBezTo>
                            <a:pt x="545" y="2112"/>
                            <a:pt x="48" y="1684"/>
                            <a:pt x="3" y="1113"/>
                          </a:cubicBezTo>
                          <a:cubicBezTo>
                            <a:pt x="-41" y="543"/>
                            <a:pt x="387" y="51"/>
                            <a:pt x="95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64" name="Freeform: Shape 1563">
                      <a:extLst>
                        <a:ext uri="{FF2B5EF4-FFF2-40B4-BE49-F238E27FC236}">
                          <a16:creationId xmlns:a16="http://schemas.microsoft.com/office/drawing/2014/main" id="{F192E772-AC5F-9081-DC60-17794C8391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0991" y="4916301"/>
                      <a:ext cx="2073" cy="2068"/>
                    </a:xfrm>
                    <a:custGeom>
                      <a:avLst/>
                      <a:gdLst>
                        <a:gd name="connsiteX0" fmla="*/ 957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4 h 2068"/>
                        <a:gd name="connsiteX3" fmla="*/ 3 w 2073"/>
                        <a:gd name="connsiteY3" fmla="*/ 1113 h 2068"/>
                        <a:gd name="connsiteX4" fmla="*/ 957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3" y="1525"/>
                            <a:pt x="1687" y="2033"/>
                            <a:pt x="1116" y="2064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7" y="51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65" name="Freeform: Shape 1564">
                      <a:extLst>
                        <a:ext uri="{FF2B5EF4-FFF2-40B4-BE49-F238E27FC236}">
                          <a16:creationId xmlns:a16="http://schemas.microsoft.com/office/drawing/2014/main" id="{D6F4004A-BB1B-FE72-AB36-45CE0C473F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628" y="4914827"/>
                      <a:ext cx="2073" cy="2084"/>
                    </a:xfrm>
                    <a:custGeom>
                      <a:avLst/>
                      <a:gdLst>
                        <a:gd name="connsiteX0" fmla="*/ 958 w 2073"/>
                        <a:gd name="connsiteY0" fmla="*/ 4 h 2084"/>
                        <a:gd name="connsiteX1" fmla="*/ 2070 w 2073"/>
                        <a:gd name="connsiteY1" fmla="*/ 955 h 2084"/>
                        <a:gd name="connsiteX2" fmla="*/ 1116 w 2073"/>
                        <a:gd name="connsiteY2" fmla="*/ 2080 h 2084"/>
                        <a:gd name="connsiteX3" fmla="*/ 3 w 2073"/>
                        <a:gd name="connsiteY3" fmla="*/ 1129 h 2084"/>
                        <a:gd name="connsiteX4" fmla="*/ 958 w 2073"/>
                        <a:gd name="connsiteY4" fmla="*/ 4 h 20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4">
                          <a:moveTo>
                            <a:pt x="958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6"/>
                            <a:pt x="1687" y="2033"/>
                            <a:pt x="1116" y="2080"/>
                          </a:cubicBezTo>
                          <a:cubicBezTo>
                            <a:pt x="545" y="2128"/>
                            <a:pt x="48" y="1700"/>
                            <a:pt x="3" y="1129"/>
                          </a:cubicBezTo>
                          <a:cubicBezTo>
                            <a:pt x="-41" y="543"/>
                            <a:pt x="387" y="51"/>
                            <a:pt x="95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66" name="Freeform: Shape 1565">
                      <a:extLst>
                        <a:ext uri="{FF2B5EF4-FFF2-40B4-BE49-F238E27FC236}">
                          <a16:creationId xmlns:a16="http://schemas.microsoft.com/office/drawing/2014/main" id="{9C6D9071-8A97-87FB-C8D6-05F2450796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252" y="4911735"/>
                      <a:ext cx="2073" cy="2068"/>
                    </a:xfrm>
                    <a:custGeom>
                      <a:avLst/>
                      <a:gdLst>
                        <a:gd name="connsiteX0" fmla="*/ 957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4 h 2068"/>
                        <a:gd name="connsiteX3" fmla="*/ 3 w 2073"/>
                        <a:gd name="connsiteY3" fmla="*/ 1113 h 2068"/>
                        <a:gd name="connsiteX4" fmla="*/ 957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5"/>
                            <a:pt x="1687" y="2033"/>
                            <a:pt x="1116" y="2064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7" y="51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67" name="Freeform: Shape 1566">
                      <a:extLst>
                        <a:ext uri="{FF2B5EF4-FFF2-40B4-BE49-F238E27FC236}">
                          <a16:creationId xmlns:a16="http://schemas.microsoft.com/office/drawing/2014/main" id="{87EF51A2-895D-7F3E-A7CD-3C197D7AAD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089" y="4921374"/>
                      <a:ext cx="2073" cy="2068"/>
                    </a:xfrm>
                    <a:custGeom>
                      <a:avLst/>
                      <a:gdLst>
                        <a:gd name="connsiteX0" fmla="*/ 957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5 h 2068"/>
                        <a:gd name="connsiteX3" fmla="*/ 3 w 2073"/>
                        <a:gd name="connsiteY3" fmla="*/ 1113 h 2068"/>
                        <a:gd name="connsiteX4" fmla="*/ 957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5"/>
                            <a:pt x="1687" y="2033"/>
                            <a:pt x="1116" y="2065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7" y="51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68" name="Freeform: Shape 1567">
                      <a:extLst>
                        <a:ext uri="{FF2B5EF4-FFF2-40B4-BE49-F238E27FC236}">
                          <a16:creationId xmlns:a16="http://schemas.microsoft.com/office/drawing/2014/main" id="{90C3B2A0-F866-22DD-05DC-2744084408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7671" y="4924101"/>
                      <a:ext cx="2073" cy="2068"/>
                    </a:xfrm>
                    <a:custGeom>
                      <a:avLst/>
                      <a:gdLst>
                        <a:gd name="connsiteX0" fmla="*/ 957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5 h 2068"/>
                        <a:gd name="connsiteX3" fmla="*/ 3 w 2073"/>
                        <a:gd name="connsiteY3" fmla="*/ 1113 h 2068"/>
                        <a:gd name="connsiteX4" fmla="*/ 957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3" y="1526"/>
                            <a:pt x="1687" y="2017"/>
                            <a:pt x="1116" y="2065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7" y="35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69" name="Freeform: Shape 1568">
                      <a:extLst>
                        <a:ext uri="{FF2B5EF4-FFF2-40B4-BE49-F238E27FC236}">
                          <a16:creationId xmlns:a16="http://schemas.microsoft.com/office/drawing/2014/main" id="{BA7F4FCE-9F60-FD3B-EA47-73AAEB772A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889" y="4927002"/>
                      <a:ext cx="2073" cy="2068"/>
                    </a:xfrm>
                    <a:custGeom>
                      <a:avLst/>
                      <a:gdLst>
                        <a:gd name="connsiteX0" fmla="*/ 958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4 h 2068"/>
                        <a:gd name="connsiteX3" fmla="*/ 3 w 2073"/>
                        <a:gd name="connsiteY3" fmla="*/ 1113 h 2068"/>
                        <a:gd name="connsiteX4" fmla="*/ 95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8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5"/>
                            <a:pt x="1687" y="2033"/>
                            <a:pt x="1116" y="2064"/>
                          </a:cubicBezTo>
                          <a:cubicBezTo>
                            <a:pt x="545" y="2112"/>
                            <a:pt x="48" y="1684"/>
                            <a:pt x="3" y="1113"/>
                          </a:cubicBezTo>
                          <a:cubicBezTo>
                            <a:pt x="-41" y="543"/>
                            <a:pt x="387" y="51"/>
                            <a:pt x="95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70" name="Freeform: Shape 1569">
                      <a:extLst>
                        <a:ext uri="{FF2B5EF4-FFF2-40B4-BE49-F238E27FC236}">
                          <a16:creationId xmlns:a16="http://schemas.microsoft.com/office/drawing/2014/main" id="{91C828EA-FCC1-6F51-1F62-76A5FC386D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90" y="4895089"/>
                      <a:ext cx="2073" cy="2068"/>
                    </a:xfrm>
                    <a:custGeom>
                      <a:avLst/>
                      <a:gdLst>
                        <a:gd name="connsiteX0" fmla="*/ 957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4 h 2068"/>
                        <a:gd name="connsiteX3" fmla="*/ 3 w 2073"/>
                        <a:gd name="connsiteY3" fmla="*/ 1113 h 2068"/>
                        <a:gd name="connsiteX4" fmla="*/ 957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5"/>
                            <a:pt x="1687" y="2033"/>
                            <a:pt x="1116" y="2064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7" y="51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71" name="Freeform: Shape 1570">
                      <a:extLst>
                        <a:ext uri="{FF2B5EF4-FFF2-40B4-BE49-F238E27FC236}">
                          <a16:creationId xmlns:a16="http://schemas.microsoft.com/office/drawing/2014/main" id="{C2976993-E71D-9894-DDE7-C656B1D391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011" y="4900210"/>
                      <a:ext cx="2073" cy="2068"/>
                    </a:xfrm>
                    <a:custGeom>
                      <a:avLst/>
                      <a:gdLst>
                        <a:gd name="connsiteX0" fmla="*/ 957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5 h 2068"/>
                        <a:gd name="connsiteX3" fmla="*/ 3 w 2073"/>
                        <a:gd name="connsiteY3" fmla="*/ 1113 h 2068"/>
                        <a:gd name="connsiteX4" fmla="*/ 957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5"/>
                            <a:pt x="1687" y="2033"/>
                            <a:pt x="1116" y="2065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7" y="51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72" name="Freeform: Shape 1571">
                      <a:extLst>
                        <a:ext uri="{FF2B5EF4-FFF2-40B4-BE49-F238E27FC236}">
                          <a16:creationId xmlns:a16="http://schemas.microsoft.com/office/drawing/2014/main" id="{60DB2590-00EA-5D9B-04DB-B560470692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647" y="4898736"/>
                      <a:ext cx="2073" cy="2082"/>
                    </a:xfrm>
                    <a:custGeom>
                      <a:avLst/>
                      <a:gdLst>
                        <a:gd name="connsiteX0" fmla="*/ 957 w 2073"/>
                        <a:gd name="connsiteY0" fmla="*/ 4 h 2082"/>
                        <a:gd name="connsiteX1" fmla="*/ 2070 w 2073"/>
                        <a:gd name="connsiteY1" fmla="*/ 955 h 2082"/>
                        <a:gd name="connsiteX2" fmla="*/ 1116 w 2073"/>
                        <a:gd name="connsiteY2" fmla="*/ 2080 h 2082"/>
                        <a:gd name="connsiteX3" fmla="*/ 3 w 2073"/>
                        <a:gd name="connsiteY3" fmla="*/ 1113 h 2082"/>
                        <a:gd name="connsiteX4" fmla="*/ 957 w 2073"/>
                        <a:gd name="connsiteY4" fmla="*/ 4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3" y="1526"/>
                            <a:pt x="1687" y="2033"/>
                            <a:pt x="1116" y="2080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7" y="51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73" name="Freeform: Shape 1572">
                      <a:extLst>
                        <a:ext uri="{FF2B5EF4-FFF2-40B4-BE49-F238E27FC236}">
                          <a16:creationId xmlns:a16="http://schemas.microsoft.com/office/drawing/2014/main" id="{48ECA08B-6A6A-A9E6-EAF0-837EA96CAB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9272" y="4895644"/>
                      <a:ext cx="2073" cy="2068"/>
                    </a:xfrm>
                    <a:custGeom>
                      <a:avLst/>
                      <a:gdLst>
                        <a:gd name="connsiteX0" fmla="*/ 958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5 h 2068"/>
                        <a:gd name="connsiteX3" fmla="*/ 3 w 2073"/>
                        <a:gd name="connsiteY3" fmla="*/ 1113 h 2068"/>
                        <a:gd name="connsiteX4" fmla="*/ 95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8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5"/>
                            <a:pt x="1687" y="2033"/>
                            <a:pt x="1116" y="2065"/>
                          </a:cubicBezTo>
                          <a:cubicBezTo>
                            <a:pt x="545" y="2112"/>
                            <a:pt x="48" y="1684"/>
                            <a:pt x="3" y="1113"/>
                          </a:cubicBezTo>
                          <a:cubicBezTo>
                            <a:pt x="-41" y="543"/>
                            <a:pt x="387" y="51"/>
                            <a:pt x="95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74" name="Freeform: Shape 1573">
                      <a:extLst>
                        <a:ext uri="{FF2B5EF4-FFF2-40B4-BE49-F238E27FC236}">
                          <a16:creationId xmlns:a16="http://schemas.microsoft.com/office/drawing/2014/main" id="{C9FD254C-0AAB-6C32-46FB-5D5942967D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109" y="4905283"/>
                      <a:ext cx="2073" cy="2068"/>
                    </a:xfrm>
                    <a:custGeom>
                      <a:avLst/>
                      <a:gdLst>
                        <a:gd name="connsiteX0" fmla="*/ 958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5 h 2068"/>
                        <a:gd name="connsiteX3" fmla="*/ 3 w 2073"/>
                        <a:gd name="connsiteY3" fmla="*/ 1113 h 2068"/>
                        <a:gd name="connsiteX4" fmla="*/ 95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8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6"/>
                            <a:pt x="1687" y="2017"/>
                            <a:pt x="1116" y="2065"/>
                          </a:cubicBezTo>
                          <a:cubicBezTo>
                            <a:pt x="545" y="2112"/>
                            <a:pt x="48" y="1684"/>
                            <a:pt x="3" y="1113"/>
                          </a:cubicBezTo>
                          <a:cubicBezTo>
                            <a:pt x="-41" y="543"/>
                            <a:pt x="387" y="51"/>
                            <a:pt x="95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75" name="Freeform: Shape 1574">
                      <a:extLst>
                        <a:ext uri="{FF2B5EF4-FFF2-40B4-BE49-F238E27FC236}">
                          <a16:creationId xmlns:a16="http://schemas.microsoft.com/office/drawing/2014/main" id="{5A237D97-A9C5-065E-6988-BFFD343FC2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0376" y="4914258"/>
                      <a:ext cx="2073" cy="2080"/>
                    </a:xfrm>
                    <a:custGeom>
                      <a:avLst/>
                      <a:gdLst>
                        <a:gd name="connsiteX0" fmla="*/ 957 w 2073"/>
                        <a:gd name="connsiteY0" fmla="*/ 2 h 2080"/>
                        <a:gd name="connsiteX1" fmla="*/ 2070 w 2073"/>
                        <a:gd name="connsiteY1" fmla="*/ 969 h 2080"/>
                        <a:gd name="connsiteX2" fmla="*/ 1116 w 2073"/>
                        <a:gd name="connsiteY2" fmla="*/ 2079 h 2080"/>
                        <a:gd name="connsiteX3" fmla="*/ 3 w 2073"/>
                        <a:gd name="connsiteY3" fmla="*/ 1127 h 2080"/>
                        <a:gd name="connsiteX4" fmla="*/ 957 w 2073"/>
                        <a:gd name="connsiteY4" fmla="*/ 2 h 2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0">
                          <a:moveTo>
                            <a:pt x="957" y="2"/>
                          </a:moveTo>
                          <a:cubicBezTo>
                            <a:pt x="1528" y="-30"/>
                            <a:pt x="2026" y="398"/>
                            <a:pt x="2070" y="969"/>
                          </a:cubicBezTo>
                          <a:cubicBezTo>
                            <a:pt x="2113" y="1539"/>
                            <a:pt x="1687" y="2031"/>
                            <a:pt x="1116" y="2079"/>
                          </a:cubicBezTo>
                          <a:cubicBezTo>
                            <a:pt x="545" y="2110"/>
                            <a:pt x="47" y="1698"/>
                            <a:pt x="3" y="1127"/>
                          </a:cubicBezTo>
                          <a:cubicBezTo>
                            <a:pt x="-40" y="556"/>
                            <a:pt x="388" y="49"/>
                            <a:pt x="957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76" name="Freeform: Shape 1575">
                      <a:extLst>
                        <a:ext uri="{FF2B5EF4-FFF2-40B4-BE49-F238E27FC236}">
                          <a16:creationId xmlns:a16="http://schemas.microsoft.com/office/drawing/2014/main" id="{20744838-1BCA-11CA-CE5E-BB861E3894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2167" y="4907885"/>
                      <a:ext cx="2073" cy="2082"/>
                    </a:xfrm>
                    <a:custGeom>
                      <a:avLst/>
                      <a:gdLst>
                        <a:gd name="connsiteX0" fmla="*/ 958 w 2073"/>
                        <a:gd name="connsiteY0" fmla="*/ 2 h 2082"/>
                        <a:gd name="connsiteX1" fmla="*/ 2070 w 2073"/>
                        <a:gd name="connsiteY1" fmla="*/ 969 h 2082"/>
                        <a:gd name="connsiteX2" fmla="*/ 1116 w 2073"/>
                        <a:gd name="connsiteY2" fmla="*/ 2079 h 2082"/>
                        <a:gd name="connsiteX3" fmla="*/ 3 w 2073"/>
                        <a:gd name="connsiteY3" fmla="*/ 1127 h 2082"/>
                        <a:gd name="connsiteX4" fmla="*/ 958 w 2073"/>
                        <a:gd name="connsiteY4" fmla="*/ 2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958" y="2"/>
                          </a:moveTo>
                          <a:cubicBezTo>
                            <a:pt x="1528" y="-30"/>
                            <a:pt x="2026" y="398"/>
                            <a:pt x="2070" y="969"/>
                          </a:cubicBezTo>
                          <a:cubicBezTo>
                            <a:pt x="2113" y="1539"/>
                            <a:pt x="1687" y="2031"/>
                            <a:pt x="1116" y="2079"/>
                          </a:cubicBezTo>
                          <a:cubicBezTo>
                            <a:pt x="545" y="2126"/>
                            <a:pt x="48" y="1698"/>
                            <a:pt x="3" y="1127"/>
                          </a:cubicBezTo>
                          <a:cubicBezTo>
                            <a:pt x="-41" y="556"/>
                            <a:pt x="387" y="49"/>
                            <a:pt x="958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77" name="Freeform: Shape 1576">
                      <a:extLst>
                        <a:ext uri="{FF2B5EF4-FFF2-40B4-BE49-F238E27FC236}">
                          <a16:creationId xmlns:a16="http://schemas.microsoft.com/office/drawing/2014/main" id="{65E59FD8-6222-4A9D-9DFA-52958D65DA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130" y="4896819"/>
                      <a:ext cx="2073" cy="2082"/>
                    </a:xfrm>
                    <a:custGeom>
                      <a:avLst/>
                      <a:gdLst>
                        <a:gd name="connsiteX0" fmla="*/ 958 w 2073"/>
                        <a:gd name="connsiteY0" fmla="*/ 2 h 2082"/>
                        <a:gd name="connsiteX1" fmla="*/ 2070 w 2073"/>
                        <a:gd name="connsiteY1" fmla="*/ 969 h 2082"/>
                        <a:gd name="connsiteX2" fmla="*/ 1116 w 2073"/>
                        <a:gd name="connsiteY2" fmla="*/ 2079 h 2082"/>
                        <a:gd name="connsiteX3" fmla="*/ 3 w 2073"/>
                        <a:gd name="connsiteY3" fmla="*/ 1127 h 2082"/>
                        <a:gd name="connsiteX4" fmla="*/ 958 w 2073"/>
                        <a:gd name="connsiteY4" fmla="*/ 2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958" y="2"/>
                          </a:moveTo>
                          <a:cubicBezTo>
                            <a:pt x="1528" y="-30"/>
                            <a:pt x="2026" y="398"/>
                            <a:pt x="2070" y="969"/>
                          </a:cubicBezTo>
                          <a:cubicBezTo>
                            <a:pt x="2115" y="1539"/>
                            <a:pt x="1687" y="2031"/>
                            <a:pt x="1116" y="2079"/>
                          </a:cubicBezTo>
                          <a:cubicBezTo>
                            <a:pt x="545" y="2126"/>
                            <a:pt x="48" y="1698"/>
                            <a:pt x="3" y="1127"/>
                          </a:cubicBezTo>
                          <a:cubicBezTo>
                            <a:pt x="-41" y="556"/>
                            <a:pt x="387" y="49"/>
                            <a:pt x="958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78" name="Freeform: Shape 1577">
                      <a:extLst>
                        <a:ext uri="{FF2B5EF4-FFF2-40B4-BE49-F238E27FC236}">
                          <a16:creationId xmlns:a16="http://schemas.microsoft.com/office/drawing/2014/main" id="{7E62A456-FE6A-8261-5DF7-A7330A30BD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5651" y="4901940"/>
                      <a:ext cx="2073" cy="2082"/>
                    </a:xfrm>
                    <a:custGeom>
                      <a:avLst/>
                      <a:gdLst>
                        <a:gd name="connsiteX0" fmla="*/ 958 w 2073"/>
                        <a:gd name="connsiteY0" fmla="*/ 2 h 2082"/>
                        <a:gd name="connsiteX1" fmla="*/ 2070 w 2073"/>
                        <a:gd name="connsiteY1" fmla="*/ 969 h 2082"/>
                        <a:gd name="connsiteX2" fmla="*/ 1116 w 2073"/>
                        <a:gd name="connsiteY2" fmla="*/ 2079 h 2082"/>
                        <a:gd name="connsiteX3" fmla="*/ 3 w 2073"/>
                        <a:gd name="connsiteY3" fmla="*/ 1127 h 2082"/>
                        <a:gd name="connsiteX4" fmla="*/ 958 w 2073"/>
                        <a:gd name="connsiteY4" fmla="*/ 2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958" y="2"/>
                          </a:moveTo>
                          <a:cubicBezTo>
                            <a:pt x="1528" y="-30"/>
                            <a:pt x="2026" y="398"/>
                            <a:pt x="2070" y="969"/>
                          </a:cubicBezTo>
                          <a:cubicBezTo>
                            <a:pt x="2115" y="1539"/>
                            <a:pt x="1687" y="2031"/>
                            <a:pt x="1116" y="2079"/>
                          </a:cubicBezTo>
                          <a:cubicBezTo>
                            <a:pt x="545" y="2126"/>
                            <a:pt x="48" y="1698"/>
                            <a:pt x="3" y="1127"/>
                          </a:cubicBezTo>
                          <a:cubicBezTo>
                            <a:pt x="-41" y="541"/>
                            <a:pt x="387" y="49"/>
                            <a:pt x="958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79" name="Freeform: Shape 1578">
                      <a:extLst>
                        <a:ext uri="{FF2B5EF4-FFF2-40B4-BE49-F238E27FC236}">
                          <a16:creationId xmlns:a16="http://schemas.microsoft.com/office/drawing/2014/main" id="{FB283EC4-69F7-00F9-C707-6AEF28E435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877" y="4899433"/>
                      <a:ext cx="2073" cy="2068"/>
                    </a:xfrm>
                    <a:custGeom>
                      <a:avLst/>
                      <a:gdLst>
                        <a:gd name="connsiteX0" fmla="*/ 958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4 h 2068"/>
                        <a:gd name="connsiteX3" fmla="*/ 3 w 2073"/>
                        <a:gd name="connsiteY3" fmla="*/ 1113 h 2068"/>
                        <a:gd name="connsiteX4" fmla="*/ 95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8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5"/>
                            <a:pt x="1687" y="2017"/>
                            <a:pt x="1116" y="2064"/>
                          </a:cubicBezTo>
                          <a:cubicBezTo>
                            <a:pt x="545" y="2112"/>
                            <a:pt x="48" y="1684"/>
                            <a:pt x="3" y="1113"/>
                          </a:cubicBezTo>
                          <a:cubicBezTo>
                            <a:pt x="-41" y="543"/>
                            <a:pt x="387" y="35"/>
                            <a:pt x="95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80" name="Freeform: Shape 1579">
                      <a:extLst>
                        <a:ext uri="{FF2B5EF4-FFF2-40B4-BE49-F238E27FC236}">
                          <a16:creationId xmlns:a16="http://schemas.microsoft.com/office/drawing/2014/main" id="{B3ACEF69-1869-B0E8-94F8-EDC14B3C21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911" y="4897372"/>
                      <a:ext cx="2073" cy="2084"/>
                    </a:xfrm>
                    <a:custGeom>
                      <a:avLst/>
                      <a:gdLst>
                        <a:gd name="connsiteX0" fmla="*/ 957 w 2073"/>
                        <a:gd name="connsiteY0" fmla="*/ 4 h 2084"/>
                        <a:gd name="connsiteX1" fmla="*/ 2070 w 2073"/>
                        <a:gd name="connsiteY1" fmla="*/ 955 h 2084"/>
                        <a:gd name="connsiteX2" fmla="*/ 1116 w 2073"/>
                        <a:gd name="connsiteY2" fmla="*/ 2080 h 2084"/>
                        <a:gd name="connsiteX3" fmla="*/ 3 w 2073"/>
                        <a:gd name="connsiteY3" fmla="*/ 1129 h 2084"/>
                        <a:gd name="connsiteX4" fmla="*/ 957 w 2073"/>
                        <a:gd name="connsiteY4" fmla="*/ 4 h 20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4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42"/>
                            <a:pt x="1687" y="2033"/>
                            <a:pt x="1116" y="2080"/>
                          </a:cubicBezTo>
                          <a:cubicBezTo>
                            <a:pt x="545" y="2128"/>
                            <a:pt x="47" y="1700"/>
                            <a:pt x="3" y="1129"/>
                          </a:cubicBezTo>
                          <a:cubicBezTo>
                            <a:pt x="-40" y="558"/>
                            <a:pt x="387" y="51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81" name="Freeform: Shape 1580">
                      <a:extLst>
                        <a:ext uri="{FF2B5EF4-FFF2-40B4-BE49-F238E27FC236}">
                          <a16:creationId xmlns:a16="http://schemas.microsoft.com/office/drawing/2014/main" id="{646D6523-6808-893A-E3F9-25B96FAD42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748" y="4907013"/>
                      <a:ext cx="2073" cy="2079"/>
                    </a:xfrm>
                    <a:custGeom>
                      <a:avLst/>
                      <a:gdLst>
                        <a:gd name="connsiteX0" fmla="*/ 957 w 2073"/>
                        <a:gd name="connsiteY0" fmla="*/ 2 h 2079"/>
                        <a:gd name="connsiteX1" fmla="*/ 2070 w 2073"/>
                        <a:gd name="connsiteY1" fmla="*/ 969 h 2079"/>
                        <a:gd name="connsiteX2" fmla="*/ 1116 w 2073"/>
                        <a:gd name="connsiteY2" fmla="*/ 2078 h 2079"/>
                        <a:gd name="connsiteX3" fmla="*/ 3 w 2073"/>
                        <a:gd name="connsiteY3" fmla="*/ 1111 h 2079"/>
                        <a:gd name="connsiteX4" fmla="*/ 957 w 2073"/>
                        <a:gd name="connsiteY4" fmla="*/ 2 h 20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79">
                          <a:moveTo>
                            <a:pt x="957" y="2"/>
                          </a:moveTo>
                          <a:cubicBezTo>
                            <a:pt x="1528" y="-30"/>
                            <a:pt x="2026" y="398"/>
                            <a:pt x="2070" y="969"/>
                          </a:cubicBezTo>
                          <a:cubicBezTo>
                            <a:pt x="2115" y="1539"/>
                            <a:pt x="1687" y="2031"/>
                            <a:pt x="1116" y="2078"/>
                          </a:cubicBezTo>
                          <a:cubicBezTo>
                            <a:pt x="545" y="2110"/>
                            <a:pt x="47" y="1682"/>
                            <a:pt x="3" y="1111"/>
                          </a:cubicBezTo>
                          <a:cubicBezTo>
                            <a:pt x="-40" y="541"/>
                            <a:pt x="387" y="49"/>
                            <a:pt x="957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82" name="Freeform: Shape 1581">
                      <a:extLst>
                        <a:ext uri="{FF2B5EF4-FFF2-40B4-BE49-F238E27FC236}">
                          <a16:creationId xmlns:a16="http://schemas.microsoft.com/office/drawing/2014/main" id="{0BB3D684-7099-778E-2C3F-F660D90773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013" y="4903412"/>
                      <a:ext cx="2073" cy="2068"/>
                    </a:xfrm>
                    <a:custGeom>
                      <a:avLst/>
                      <a:gdLst>
                        <a:gd name="connsiteX0" fmla="*/ 957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4 h 2068"/>
                        <a:gd name="connsiteX3" fmla="*/ 3 w 2073"/>
                        <a:gd name="connsiteY3" fmla="*/ 1113 h 2068"/>
                        <a:gd name="connsiteX4" fmla="*/ 957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3" y="1525"/>
                            <a:pt x="1687" y="2033"/>
                            <a:pt x="1116" y="2064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7" y="51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83" name="Freeform: Shape 1582">
                      <a:extLst>
                        <a:ext uri="{FF2B5EF4-FFF2-40B4-BE49-F238E27FC236}">
                          <a16:creationId xmlns:a16="http://schemas.microsoft.com/office/drawing/2014/main" id="{E0A279F0-93D8-943F-BE7C-9813DA3D94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807" y="4909627"/>
                      <a:ext cx="2073" cy="2068"/>
                    </a:xfrm>
                    <a:custGeom>
                      <a:avLst/>
                      <a:gdLst>
                        <a:gd name="connsiteX0" fmla="*/ 958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5 h 2068"/>
                        <a:gd name="connsiteX3" fmla="*/ 3 w 2073"/>
                        <a:gd name="connsiteY3" fmla="*/ 1113 h 2068"/>
                        <a:gd name="connsiteX4" fmla="*/ 95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8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3" y="1526"/>
                            <a:pt x="1687" y="2017"/>
                            <a:pt x="1116" y="2065"/>
                          </a:cubicBezTo>
                          <a:cubicBezTo>
                            <a:pt x="545" y="2112"/>
                            <a:pt x="48" y="1684"/>
                            <a:pt x="3" y="1113"/>
                          </a:cubicBezTo>
                          <a:cubicBezTo>
                            <a:pt x="-41" y="543"/>
                            <a:pt x="387" y="51"/>
                            <a:pt x="95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84" name="Freeform: Shape 1583">
                      <a:extLst>
                        <a:ext uri="{FF2B5EF4-FFF2-40B4-BE49-F238E27FC236}">
                          <a16:creationId xmlns:a16="http://schemas.microsoft.com/office/drawing/2014/main" id="{BC9A02DA-29C3-00C0-E59F-A8FF363DF6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5747" y="4928968"/>
                      <a:ext cx="2073" cy="2068"/>
                    </a:xfrm>
                    <a:custGeom>
                      <a:avLst/>
                      <a:gdLst>
                        <a:gd name="connsiteX0" fmla="*/ 957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4 h 2068"/>
                        <a:gd name="connsiteX3" fmla="*/ 3 w 2073"/>
                        <a:gd name="connsiteY3" fmla="*/ 1113 h 2068"/>
                        <a:gd name="connsiteX4" fmla="*/ 957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5"/>
                            <a:pt x="1687" y="2033"/>
                            <a:pt x="1116" y="2064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7" y="51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85" name="Freeform: Shape 1584">
                      <a:extLst>
                        <a:ext uri="{FF2B5EF4-FFF2-40B4-BE49-F238E27FC236}">
                          <a16:creationId xmlns:a16="http://schemas.microsoft.com/office/drawing/2014/main" id="{AF6AF012-C1FC-8560-9DB5-4FCDCFDB51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268" y="4934088"/>
                      <a:ext cx="2073" cy="2068"/>
                    </a:xfrm>
                    <a:custGeom>
                      <a:avLst/>
                      <a:gdLst>
                        <a:gd name="connsiteX0" fmla="*/ 958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5 h 2068"/>
                        <a:gd name="connsiteX3" fmla="*/ 3 w 2073"/>
                        <a:gd name="connsiteY3" fmla="*/ 1113 h 2068"/>
                        <a:gd name="connsiteX4" fmla="*/ 95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8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3" y="1525"/>
                            <a:pt x="1687" y="2033"/>
                            <a:pt x="1116" y="2065"/>
                          </a:cubicBezTo>
                          <a:cubicBezTo>
                            <a:pt x="545" y="2112"/>
                            <a:pt x="48" y="1684"/>
                            <a:pt x="3" y="1113"/>
                          </a:cubicBezTo>
                          <a:cubicBezTo>
                            <a:pt x="-41" y="543"/>
                            <a:pt x="387" y="51"/>
                            <a:pt x="95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86" name="Freeform: Shape 1585">
                      <a:extLst>
                        <a:ext uri="{FF2B5EF4-FFF2-40B4-BE49-F238E27FC236}">
                          <a16:creationId xmlns:a16="http://schemas.microsoft.com/office/drawing/2014/main" id="{47C5C642-68B8-45DC-50DA-68732F4FB7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904" y="4932614"/>
                      <a:ext cx="2073" cy="2082"/>
                    </a:xfrm>
                    <a:custGeom>
                      <a:avLst/>
                      <a:gdLst>
                        <a:gd name="connsiteX0" fmla="*/ 957 w 2073"/>
                        <a:gd name="connsiteY0" fmla="*/ 4 h 2082"/>
                        <a:gd name="connsiteX1" fmla="*/ 2070 w 2073"/>
                        <a:gd name="connsiteY1" fmla="*/ 955 h 2082"/>
                        <a:gd name="connsiteX2" fmla="*/ 1116 w 2073"/>
                        <a:gd name="connsiteY2" fmla="*/ 2080 h 2082"/>
                        <a:gd name="connsiteX3" fmla="*/ 3 w 2073"/>
                        <a:gd name="connsiteY3" fmla="*/ 1113 h 2082"/>
                        <a:gd name="connsiteX4" fmla="*/ 957 w 2073"/>
                        <a:gd name="connsiteY4" fmla="*/ 4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6"/>
                            <a:pt x="1687" y="2033"/>
                            <a:pt x="1116" y="2080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7" y="51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87" name="Freeform: Shape 1586">
                      <a:extLst>
                        <a:ext uri="{FF2B5EF4-FFF2-40B4-BE49-F238E27FC236}">
                          <a16:creationId xmlns:a16="http://schemas.microsoft.com/office/drawing/2014/main" id="{A6B8C871-6698-BFB8-61B7-A151B4F17E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0449" y="4924420"/>
                      <a:ext cx="2073" cy="2081"/>
                    </a:xfrm>
                    <a:custGeom>
                      <a:avLst/>
                      <a:gdLst>
                        <a:gd name="connsiteX0" fmla="*/ 957 w 2073"/>
                        <a:gd name="connsiteY0" fmla="*/ 2 h 2081"/>
                        <a:gd name="connsiteX1" fmla="*/ 2070 w 2073"/>
                        <a:gd name="connsiteY1" fmla="*/ 969 h 2081"/>
                        <a:gd name="connsiteX2" fmla="*/ 1116 w 2073"/>
                        <a:gd name="connsiteY2" fmla="*/ 2078 h 2081"/>
                        <a:gd name="connsiteX3" fmla="*/ 3 w 2073"/>
                        <a:gd name="connsiteY3" fmla="*/ 1127 h 2081"/>
                        <a:gd name="connsiteX4" fmla="*/ 957 w 2073"/>
                        <a:gd name="connsiteY4" fmla="*/ 2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957" y="2"/>
                          </a:moveTo>
                          <a:cubicBezTo>
                            <a:pt x="1528" y="-30"/>
                            <a:pt x="2026" y="398"/>
                            <a:pt x="2070" y="969"/>
                          </a:cubicBezTo>
                          <a:cubicBezTo>
                            <a:pt x="2115" y="1539"/>
                            <a:pt x="1687" y="2031"/>
                            <a:pt x="1116" y="2078"/>
                          </a:cubicBezTo>
                          <a:cubicBezTo>
                            <a:pt x="545" y="2126"/>
                            <a:pt x="47" y="1698"/>
                            <a:pt x="3" y="1127"/>
                          </a:cubicBezTo>
                          <a:cubicBezTo>
                            <a:pt x="-40" y="541"/>
                            <a:pt x="387" y="49"/>
                            <a:pt x="957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88" name="Freeform: Shape 1587">
                      <a:extLst>
                        <a:ext uri="{FF2B5EF4-FFF2-40B4-BE49-F238E27FC236}">
                          <a16:creationId xmlns:a16="http://schemas.microsoft.com/office/drawing/2014/main" id="{124E4105-E291-E51A-923B-9EC9AE298B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4573" y="4933218"/>
                      <a:ext cx="2073" cy="2082"/>
                    </a:xfrm>
                    <a:custGeom>
                      <a:avLst/>
                      <a:gdLst>
                        <a:gd name="connsiteX0" fmla="*/ 957 w 2073"/>
                        <a:gd name="connsiteY0" fmla="*/ 2 h 2082"/>
                        <a:gd name="connsiteX1" fmla="*/ 2070 w 2073"/>
                        <a:gd name="connsiteY1" fmla="*/ 969 h 2082"/>
                        <a:gd name="connsiteX2" fmla="*/ 1116 w 2073"/>
                        <a:gd name="connsiteY2" fmla="*/ 2079 h 2082"/>
                        <a:gd name="connsiteX3" fmla="*/ 3 w 2073"/>
                        <a:gd name="connsiteY3" fmla="*/ 1127 h 2082"/>
                        <a:gd name="connsiteX4" fmla="*/ 957 w 2073"/>
                        <a:gd name="connsiteY4" fmla="*/ 2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957" y="2"/>
                          </a:moveTo>
                          <a:cubicBezTo>
                            <a:pt x="1528" y="-30"/>
                            <a:pt x="2026" y="382"/>
                            <a:pt x="2070" y="969"/>
                          </a:cubicBezTo>
                          <a:cubicBezTo>
                            <a:pt x="2115" y="1540"/>
                            <a:pt x="1687" y="2031"/>
                            <a:pt x="1116" y="2079"/>
                          </a:cubicBezTo>
                          <a:cubicBezTo>
                            <a:pt x="545" y="2126"/>
                            <a:pt x="47" y="1698"/>
                            <a:pt x="3" y="1127"/>
                          </a:cubicBezTo>
                          <a:cubicBezTo>
                            <a:pt x="-40" y="557"/>
                            <a:pt x="387" y="49"/>
                            <a:pt x="957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89" name="Freeform: Shape 1588">
                      <a:extLst>
                        <a:ext uri="{FF2B5EF4-FFF2-40B4-BE49-F238E27FC236}">
                          <a16:creationId xmlns:a16="http://schemas.microsoft.com/office/drawing/2014/main" id="{B16DE8F7-2390-6665-1AC0-B653C4475A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630" y="4935563"/>
                      <a:ext cx="2073" cy="2068"/>
                    </a:xfrm>
                    <a:custGeom>
                      <a:avLst/>
                      <a:gdLst>
                        <a:gd name="connsiteX0" fmla="*/ 957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4 h 2068"/>
                        <a:gd name="connsiteX3" fmla="*/ 3 w 2073"/>
                        <a:gd name="connsiteY3" fmla="*/ 1113 h 2068"/>
                        <a:gd name="connsiteX4" fmla="*/ 957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5"/>
                            <a:pt x="1687" y="2017"/>
                            <a:pt x="1116" y="2064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7" y="35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90" name="Freeform: Shape 1589">
                      <a:extLst>
                        <a:ext uri="{FF2B5EF4-FFF2-40B4-BE49-F238E27FC236}">
                          <a16:creationId xmlns:a16="http://schemas.microsoft.com/office/drawing/2014/main" id="{5D8B2C43-8B29-4C1C-4C9E-DA6D257368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424" y="4941763"/>
                      <a:ext cx="2073" cy="2082"/>
                    </a:xfrm>
                    <a:custGeom>
                      <a:avLst/>
                      <a:gdLst>
                        <a:gd name="connsiteX0" fmla="*/ 958 w 2073"/>
                        <a:gd name="connsiteY0" fmla="*/ 2 h 2082"/>
                        <a:gd name="connsiteX1" fmla="*/ 2070 w 2073"/>
                        <a:gd name="connsiteY1" fmla="*/ 969 h 2082"/>
                        <a:gd name="connsiteX2" fmla="*/ 1116 w 2073"/>
                        <a:gd name="connsiteY2" fmla="*/ 2079 h 2082"/>
                        <a:gd name="connsiteX3" fmla="*/ 3 w 2073"/>
                        <a:gd name="connsiteY3" fmla="*/ 1127 h 2082"/>
                        <a:gd name="connsiteX4" fmla="*/ 958 w 2073"/>
                        <a:gd name="connsiteY4" fmla="*/ 2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958" y="2"/>
                          </a:moveTo>
                          <a:cubicBezTo>
                            <a:pt x="1528" y="-30"/>
                            <a:pt x="2026" y="398"/>
                            <a:pt x="2070" y="969"/>
                          </a:cubicBezTo>
                          <a:cubicBezTo>
                            <a:pt x="2115" y="1540"/>
                            <a:pt x="1687" y="2031"/>
                            <a:pt x="1116" y="2079"/>
                          </a:cubicBezTo>
                          <a:cubicBezTo>
                            <a:pt x="545" y="2126"/>
                            <a:pt x="48" y="1698"/>
                            <a:pt x="3" y="1127"/>
                          </a:cubicBezTo>
                          <a:cubicBezTo>
                            <a:pt x="-41" y="556"/>
                            <a:pt x="387" y="49"/>
                            <a:pt x="958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91" name="Freeform: Shape 1590">
                      <a:extLst>
                        <a:ext uri="{FF2B5EF4-FFF2-40B4-BE49-F238E27FC236}">
                          <a16:creationId xmlns:a16="http://schemas.microsoft.com/office/drawing/2014/main" id="{7BECC1BC-9CFC-C5D1-D5DE-FD443A4D96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350" y="4912243"/>
                      <a:ext cx="2073" cy="2068"/>
                    </a:xfrm>
                    <a:custGeom>
                      <a:avLst/>
                      <a:gdLst>
                        <a:gd name="connsiteX0" fmla="*/ 958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5 h 2068"/>
                        <a:gd name="connsiteX3" fmla="*/ 3 w 2073"/>
                        <a:gd name="connsiteY3" fmla="*/ 1113 h 2068"/>
                        <a:gd name="connsiteX4" fmla="*/ 95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8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6"/>
                            <a:pt x="1687" y="2033"/>
                            <a:pt x="1116" y="2065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1" y="543"/>
                            <a:pt x="387" y="51"/>
                            <a:pt x="95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92" name="Freeform: Shape 1591">
                      <a:extLst>
                        <a:ext uri="{FF2B5EF4-FFF2-40B4-BE49-F238E27FC236}">
                          <a16:creationId xmlns:a16="http://schemas.microsoft.com/office/drawing/2014/main" id="{3A11D777-BCE1-42BF-A034-7D7B613634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888" y="4921406"/>
                      <a:ext cx="2073" cy="2068"/>
                    </a:xfrm>
                    <a:custGeom>
                      <a:avLst/>
                      <a:gdLst>
                        <a:gd name="connsiteX0" fmla="*/ 957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5 h 2068"/>
                        <a:gd name="connsiteX3" fmla="*/ 3 w 2073"/>
                        <a:gd name="connsiteY3" fmla="*/ 1113 h 2068"/>
                        <a:gd name="connsiteX4" fmla="*/ 957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5"/>
                            <a:pt x="1687" y="2017"/>
                            <a:pt x="1116" y="2065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8" y="35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93" name="Freeform: Shape 1592">
                      <a:extLst>
                        <a:ext uri="{FF2B5EF4-FFF2-40B4-BE49-F238E27FC236}">
                          <a16:creationId xmlns:a16="http://schemas.microsoft.com/office/drawing/2014/main" id="{F2B8100F-6614-890D-3D90-AA0D0B04F5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694" y="4931409"/>
                      <a:ext cx="2073" cy="2068"/>
                    </a:xfrm>
                    <a:custGeom>
                      <a:avLst/>
                      <a:gdLst>
                        <a:gd name="connsiteX0" fmla="*/ 957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4 h 2068"/>
                        <a:gd name="connsiteX3" fmla="*/ 3 w 2073"/>
                        <a:gd name="connsiteY3" fmla="*/ 1113 h 2068"/>
                        <a:gd name="connsiteX4" fmla="*/ 957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5"/>
                            <a:pt x="1687" y="2017"/>
                            <a:pt x="1116" y="2064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7" y="51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94" name="Freeform: Shape 1593">
                      <a:extLst>
                        <a:ext uri="{FF2B5EF4-FFF2-40B4-BE49-F238E27FC236}">
                          <a16:creationId xmlns:a16="http://schemas.microsoft.com/office/drawing/2014/main" id="{E4D94AA0-4E55-827C-9C02-DFDC78C2CC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149" y="4916840"/>
                      <a:ext cx="2073" cy="2068"/>
                    </a:xfrm>
                    <a:custGeom>
                      <a:avLst/>
                      <a:gdLst>
                        <a:gd name="connsiteX0" fmla="*/ 957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5 h 2068"/>
                        <a:gd name="connsiteX3" fmla="*/ 3 w 2073"/>
                        <a:gd name="connsiteY3" fmla="*/ 1113 h 2068"/>
                        <a:gd name="connsiteX4" fmla="*/ 957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5"/>
                            <a:pt x="1687" y="2017"/>
                            <a:pt x="1116" y="2065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7" y="35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95" name="Freeform: Shape 1594">
                      <a:extLst>
                        <a:ext uri="{FF2B5EF4-FFF2-40B4-BE49-F238E27FC236}">
                          <a16:creationId xmlns:a16="http://schemas.microsoft.com/office/drawing/2014/main" id="{57D9E4BD-02C0-A977-CD67-51663A0834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229" y="4916063"/>
                      <a:ext cx="2073" cy="2068"/>
                    </a:xfrm>
                    <a:custGeom>
                      <a:avLst/>
                      <a:gdLst>
                        <a:gd name="connsiteX0" fmla="*/ 957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5 h 2068"/>
                        <a:gd name="connsiteX3" fmla="*/ 3 w 2073"/>
                        <a:gd name="connsiteY3" fmla="*/ 1113 h 2068"/>
                        <a:gd name="connsiteX4" fmla="*/ 957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3" y="1525"/>
                            <a:pt x="1687" y="2033"/>
                            <a:pt x="1116" y="2065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7" y="51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96" name="Freeform: Shape 1595">
                      <a:extLst>
                        <a:ext uri="{FF2B5EF4-FFF2-40B4-BE49-F238E27FC236}">
                          <a16:creationId xmlns:a16="http://schemas.microsoft.com/office/drawing/2014/main" id="{C6627DE4-5215-98E0-6A20-ED70034D5E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252" y="4922880"/>
                      <a:ext cx="2073" cy="2068"/>
                    </a:xfrm>
                    <a:custGeom>
                      <a:avLst/>
                      <a:gdLst>
                        <a:gd name="connsiteX0" fmla="*/ 957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4 h 2068"/>
                        <a:gd name="connsiteX3" fmla="*/ 3 w 2073"/>
                        <a:gd name="connsiteY3" fmla="*/ 1113 h 2068"/>
                        <a:gd name="connsiteX4" fmla="*/ 957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5"/>
                            <a:pt x="1687" y="2017"/>
                            <a:pt x="1116" y="2064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7" y="35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97" name="Freeform: Shape 1596">
                      <a:extLst>
                        <a:ext uri="{FF2B5EF4-FFF2-40B4-BE49-F238E27FC236}">
                          <a16:creationId xmlns:a16="http://schemas.microsoft.com/office/drawing/2014/main" id="{31FD20B9-350A-4449-B9CE-2A9957B63A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324" y="4926703"/>
                      <a:ext cx="2073" cy="2082"/>
                    </a:xfrm>
                    <a:custGeom>
                      <a:avLst/>
                      <a:gdLst>
                        <a:gd name="connsiteX0" fmla="*/ 958 w 2073"/>
                        <a:gd name="connsiteY0" fmla="*/ 2 h 2082"/>
                        <a:gd name="connsiteX1" fmla="*/ 2070 w 2073"/>
                        <a:gd name="connsiteY1" fmla="*/ 969 h 2082"/>
                        <a:gd name="connsiteX2" fmla="*/ 1116 w 2073"/>
                        <a:gd name="connsiteY2" fmla="*/ 2079 h 2082"/>
                        <a:gd name="connsiteX3" fmla="*/ 3 w 2073"/>
                        <a:gd name="connsiteY3" fmla="*/ 1127 h 2082"/>
                        <a:gd name="connsiteX4" fmla="*/ 958 w 2073"/>
                        <a:gd name="connsiteY4" fmla="*/ 2 h 20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2">
                          <a:moveTo>
                            <a:pt x="958" y="2"/>
                          </a:moveTo>
                          <a:cubicBezTo>
                            <a:pt x="1528" y="-30"/>
                            <a:pt x="2026" y="398"/>
                            <a:pt x="2070" y="969"/>
                          </a:cubicBezTo>
                          <a:cubicBezTo>
                            <a:pt x="2115" y="1540"/>
                            <a:pt x="1687" y="2031"/>
                            <a:pt x="1116" y="2079"/>
                          </a:cubicBezTo>
                          <a:cubicBezTo>
                            <a:pt x="545" y="2126"/>
                            <a:pt x="48" y="1698"/>
                            <a:pt x="3" y="1127"/>
                          </a:cubicBezTo>
                          <a:cubicBezTo>
                            <a:pt x="-41" y="556"/>
                            <a:pt x="387" y="49"/>
                            <a:pt x="958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98" name="Freeform: Shape 1597">
                      <a:extLst>
                        <a:ext uri="{FF2B5EF4-FFF2-40B4-BE49-F238E27FC236}">
                          <a16:creationId xmlns:a16="http://schemas.microsoft.com/office/drawing/2014/main" id="{AF79FCDD-3E54-DA95-ED8A-6FDB4D7C94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056" y="4881630"/>
                      <a:ext cx="2073" cy="2068"/>
                    </a:xfrm>
                    <a:custGeom>
                      <a:avLst/>
                      <a:gdLst>
                        <a:gd name="connsiteX0" fmla="*/ 957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4 h 2068"/>
                        <a:gd name="connsiteX3" fmla="*/ 3 w 2073"/>
                        <a:gd name="connsiteY3" fmla="*/ 1113 h 2068"/>
                        <a:gd name="connsiteX4" fmla="*/ 957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5"/>
                            <a:pt x="1687" y="2017"/>
                            <a:pt x="1116" y="2064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7" y="51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99" name="Freeform: Shape 1598">
                      <a:extLst>
                        <a:ext uri="{FF2B5EF4-FFF2-40B4-BE49-F238E27FC236}">
                          <a16:creationId xmlns:a16="http://schemas.microsoft.com/office/drawing/2014/main" id="{D28B867D-DD60-018C-2BBA-65629F490B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0366" y="4882597"/>
                      <a:ext cx="2073" cy="2068"/>
                    </a:xfrm>
                    <a:custGeom>
                      <a:avLst/>
                      <a:gdLst>
                        <a:gd name="connsiteX0" fmla="*/ 958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4 h 2068"/>
                        <a:gd name="connsiteX3" fmla="*/ 3 w 2073"/>
                        <a:gd name="connsiteY3" fmla="*/ 1113 h 2068"/>
                        <a:gd name="connsiteX4" fmla="*/ 95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8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5"/>
                            <a:pt x="1687" y="2033"/>
                            <a:pt x="1116" y="2064"/>
                          </a:cubicBezTo>
                          <a:cubicBezTo>
                            <a:pt x="545" y="2112"/>
                            <a:pt x="48" y="1684"/>
                            <a:pt x="3" y="1113"/>
                          </a:cubicBezTo>
                          <a:cubicBezTo>
                            <a:pt x="-41" y="543"/>
                            <a:pt x="387" y="51"/>
                            <a:pt x="95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00" name="Freeform: Shape 1599">
                      <a:extLst>
                        <a:ext uri="{FF2B5EF4-FFF2-40B4-BE49-F238E27FC236}">
                          <a16:creationId xmlns:a16="http://schemas.microsoft.com/office/drawing/2014/main" id="{7913555F-37E2-98C5-C3DC-81EC723515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436" y="4891221"/>
                      <a:ext cx="2073" cy="2068"/>
                    </a:xfrm>
                    <a:custGeom>
                      <a:avLst/>
                      <a:gdLst>
                        <a:gd name="connsiteX0" fmla="*/ 957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5 h 2068"/>
                        <a:gd name="connsiteX3" fmla="*/ 3 w 2073"/>
                        <a:gd name="connsiteY3" fmla="*/ 1113 h 2068"/>
                        <a:gd name="connsiteX4" fmla="*/ 957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5" y="1526"/>
                            <a:pt x="1687" y="2017"/>
                            <a:pt x="1116" y="2065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7" y="35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01" name="Freeform: Shape 1600">
                      <a:extLst>
                        <a:ext uri="{FF2B5EF4-FFF2-40B4-BE49-F238E27FC236}">
                          <a16:creationId xmlns:a16="http://schemas.microsoft.com/office/drawing/2014/main" id="{1798391D-A8B1-B2DE-6FEF-89F775A634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0089" y="4890920"/>
                      <a:ext cx="2073" cy="2081"/>
                    </a:xfrm>
                    <a:custGeom>
                      <a:avLst/>
                      <a:gdLst>
                        <a:gd name="connsiteX0" fmla="*/ 958 w 2073"/>
                        <a:gd name="connsiteY0" fmla="*/ 4 h 2081"/>
                        <a:gd name="connsiteX1" fmla="*/ 2070 w 2073"/>
                        <a:gd name="connsiteY1" fmla="*/ 971 h 2081"/>
                        <a:gd name="connsiteX2" fmla="*/ 1116 w 2073"/>
                        <a:gd name="connsiteY2" fmla="*/ 2080 h 2081"/>
                        <a:gd name="connsiteX3" fmla="*/ 3 w 2073"/>
                        <a:gd name="connsiteY3" fmla="*/ 1113 h 2081"/>
                        <a:gd name="connsiteX4" fmla="*/ 958 w 2073"/>
                        <a:gd name="connsiteY4" fmla="*/ 4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958" y="4"/>
                          </a:moveTo>
                          <a:cubicBezTo>
                            <a:pt x="1528" y="-44"/>
                            <a:pt x="2026" y="400"/>
                            <a:pt x="2070" y="971"/>
                          </a:cubicBezTo>
                          <a:cubicBezTo>
                            <a:pt x="2115" y="1525"/>
                            <a:pt x="1687" y="2033"/>
                            <a:pt x="1116" y="2080"/>
                          </a:cubicBezTo>
                          <a:cubicBezTo>
                            <a:pt x="545" y="2112"/>
                            <a:pt x="48" y="1684"/>
                            <a:pt x="3" y="1113"/>
                          </a:cubicBezTo>
                          <a:cubicBezTo>
                            <a:pt x="-41" y="542"/>
                            <a:pt x="387" y="51"/>
                            <a:pt x="95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02" name="Freeform: Shape 1601">
                      <a:extLst>
                        <a:ext uri="{FF2B5EF4-FFF2-40B4-BE49-F238E27FC236}">
                          <a16:creationId xmlns:a16="http://schemas.microsoft.com/office/drawing/2014/main" id="{33B1C853-103A-DF35-EF2D-A327C31506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5463" y="4887670"/>
                      <a:ext cx="2073" cy="2068"/>
                    </a:xfrm>
                    <a:custGeom>
                      <a:avLst/>
                      <a:gdLst>
                        <a:gd name="connsiteX0" fmla="*/ 957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5 h 2068"/>
                        <a:gd name="connsiteX3" fmla="*/ 3 w 2073"/>
                        <a:gd name="connsiteY3" fmla="*/ 1113 h 2068"/>
                        <a:gd name="connsiteX4" fmla="*/ 957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7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3" y="1526"/>
                            <a:pt x="1687" y="2017"/>
                            <a:pt x="1116" y="2065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0" y="543"/>
                            <a:pt x="387" y="51"/>
                            <a:pt x="957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03" name="Freeform: Shape 1602">
                      <a:extLst>
                        <a:ext uri="{FF2B5EF4-FFF2-40B4-BE49-F238E27FC236}">
                          <a16:creationId xmlns:a16="http://schemas.microsoft.com/office/drawing/2014/main" id="{6CA5105E-B844-92B6-17B3-D06E115220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515" y="4883423"/>
                      <a:ext cx="2073" cy="2081"/>
                    </a:xfrm>
                    <a:custGeom>
                      <a:avLst/>
                      <a:gdLst>
                        <a:gd name="connsiteX0" fmla="*/ 958 w 2073"/>
                        <a:gd name="connsiteY0" fmla="*/ 2 h 2081"/>
                        <a:gd name="connsiteX1" fmla="*/ 2070 w 2073"/>
                        <a:gd name="connsiteY1" fmla="*/ 969 h 2081"/>
                        <a:gd name="connsiteX2" fmla="*/ 1116 w 2073"/>
                        <a:gd name="connsiteY2" fmla="*/ 2078 h 2081"/>
                        <a:gd name="connsiteX3" fmla="*/ 3 w 2073"/>
                        <a:gd name="connsiteY3" fmla="*/ 1127 h 2081"/>
                        <a:gd name="connsiteX4" fmla="*/ 958 w 2073"/>
                        <a:gd name="connsiteY4" fmla="*/ 2 h 2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81">
                          <a:moveTo>
                            <a:pt x="958" y="2"/>
                          </a:moveTo>
                          <a:cubicBezTo>
                            <a:pt x="1528" y="-30"/>
                            <a:pt x="2026" y="398"/>
                            <a:pt x="2070" y="969"/>
                          </a:cubicBezTo>
                          <a:cubicBezTo>
                            <a:pt x="2115" y="1539"/>
                            <a:pt x="1687" y="2031"/>
                            <a:pt x="1116" y="2078"/>
                          </a:cubicBezTo>
                          <a:cubicBezTo>
                            <a:pt x="545" y="2126"/>
                            <a:pt x="48" y="1698"/>
                            <a:pt x="3" y="1127"/>
                          </a:cubicBezTo>
                          <a:cubicBezTo>
                            <a:pt x="-41" y="556"/>
                            <a:pt x="387" y="49"/>
                            <a:pt x="958" y="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04" name="Freeform: Shape 1603">
                      <a:extLst>
                        <a:ext uri="{FF2B5EF4-FFF2-40B4-BE49-F238E27FC236}">
                          <a16:creationId xmlns:a16="http://schemas.microsoft.com/office/drawing/2014/main" id="{FEE42EE9-416A-4454-297B-41DD82F770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8523" y="4890286"/>
                      <a:ext cx="2073" cy="2068"/>
                    </a:xfrm>
                    <a:custGeom>
                      <a:avLst/>
                      <a:gdLst>
                        <a:gd name="connsiteX0" fmla="*/ 958 w 2073"/>
                        <a:gd name="connsiteY0" fmla="*/ 4 h 2068"/>
                        <a:gd name="connsiteX1" fmla="*/ 2070 w 2073"/>
                        <a:gd name="connsiteY1" fmla="*/ 955 h 2068"/>
                        <a:gd name="connsiteX2" fmla="*/ 1116 w 2073"/>
                        <a:gd name="connsiteY2" fmla="*/ 2065 h 2068"/>
                        <a:gd name="connsiteX3" fmla="*/ 3 w 2073"/>
                        <a:gd name="connsiteY3" fmla="*/ 1113 h 2068"/>
                        <a:gd name="connsiteX4" fmla="*/ 958 w 2073"/>
                        <a:gd name="connsiteY4" fmla="*/ 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3" h="2068">
                          <a:moveTo>
                            <a:pt x="958" y="4"/>
                          </a:moveTo>
                          <a:cubicBezTo>
                            <a:pt x="1528" y="-44"/>
                            <a:pt x="2026" y="384"/>
                            <a:pt x="2070" y="955"/>
                          </a:cubicBezTo>
                          <a:cubicBezTo>
                            <a:pt x="2113" y="1525"/>
                            <a:pt x="1687" y="2017"/>
                            <a:pt x="1116" y="2065"/>
                          </a:cubicBezTo>
                          <a:cubicBezTo>
                            <a:pt x="545" y="2112"/>
                            <a:pt x="47" y="1684"/>
                            <a:pt x="3" y="1113"/>
                          </a:cubicBezTo>
                          <a:cubicBezTo>
                            <a:pt x="-41" y="543"/>
                            <a:pt x="387" y="35"/>
                            <a:pt x="958" y="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605" name="Graphic 21">
                    <a:extLst>
                      <a:ext uri="{FF2B5EF4-FFF2-40B4-BE49-F238E27FC236}">
                        <a16:creationId xmlns:a16="http://schemas.microsoft.com/office/drawing/2014/main" id="{6962967A-90AF-8EC7-E9C1-30B1F2555A03}"/>
                      </a:ext>
                    </a:extLst>
                  </p:cNvPr>
                  <p:cNvGrpSpPr/>
                  <p:nvPr/>
                </p:nvGrpSpPr>
                <p:grpSpPr>
                  <a:xfrm>
                    <a:off x="836972" y="4863149"/>
                    <a:ext cx="48267" cy="61542"/>
                    <a:chOff x="836972" y="4863149"/>
                    <a:chExt cx="48267" cy="61542"/>
                  </a:xfrm>
                  <a:solidFill>
                    <a:srgbClr val="F0BB74"/>
                  </a:solidFill>
                </p:grpSpPr>
                <p:sp>
                  <p:nvSpPr>
                    <p:cNvPr id="1606" name="Freeform: Shape 1605">
                      <a:extLst>
                        <a:ext uri="{FF2B5EF4-FFF2-40B4-BE49-F238E27FC236}">
                          <a16:creationId xmlns:a16="http://schemas.microsoft.com/office/drawing/2014/main" id="{EF83B77D-C13C-A450-4EA7-50AA1389E1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4519" y="4904716"/>
                      <a:ext cx="2072" cy="2065"/>
                    </a:xfrm>
                    <a:custGeom>
                      <a:avLst/>
                      <a:gdLst>
                        <a:gd name="connsiteX0" fmla="*/ 462 w 2072"/>
                        <a:gd name="connsiteY0" fmla="*/ 1903 h 2065"/>
                        <a:gd name="connsiteX1" fmla="*/ 174 w 2072"/>
                        <a:gd name="connsiteY1" fmla="*/ 460 h 2065"/>
                        <a:gd name="connsiteX2" fmla="*/ 1610 w 2072"/>
                        <a:gd name="connsiteY2" fmla="*/ 174 h 2065"/>
                        <a:gd name="connsiteX3" fmla="*/ 1899 w 2072"/>
                        <a:gd name="connsiteY3" fmla="*/ 1601 h 2065"/>
                        <a:gd name="connsiteX4" fmla="*/ 462 w 2072"/>
                        <a:gd name="connsiteY4" fmla="*/ 1903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462" y="1903"/>
                          </a:moveTo>
                          <a:cubicBezTo>
                            <a:pt x="-15" y="1570"/>
                            <a:pt x="-143" y="936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2"/>
                            <a:pt x="2216" y="1126"/>
                            <a:pt x="1899" y="1601"/>
                          </a:cubicBezTo>
                          <a:cubicBezTo>
                            <a:pt x="1582" y="2077"/>
                            <a:pt x="938" y="2204"/>
                            <a:pt x="462" y="190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07" name="Freeform: Shape 1606">
                      <a:extLst>
                        <a:ext uri="{FF2B5EF4-FFF2-40B4-BE49-F238E27FC236}">
                          <a16:creationId xmlns:a16="http://schemas.microsoft.com/office/drawing/2014/main" id="{1E69DCF9-04E9-5ECE-314B-B92EFF4DA6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623" y="4902211"/>
                      <a:ext cx="2072" cy="2061"/>
                    </a:xfrm>
                    <a:custGeom>
                      <a:avLst/>
                      <a:gdLst>
                        <a:gd name="connsiteX0" fmla="*/ 462 w 2072"/>
                        <a:gd name="connsiteY0" fmla="*/ 1887 h 2061"/>
                        <a:gd name="connsiteX1" fmla="*/ 174 w 2072"/>
                        <a:gd name="connsiteY1" fmla="*/ 460 h 2061"/>
                        <a:gd name="connsiteX2" fmla="*/ 1610 w 2072"/>
                        <a:gd name="connsiteY2" fmla="*/ 174 h 2061"/>
                        <a:gd name="connsiteX3" fmla="*/ 1899 w 2072"/>
                        <a:gd name="connsiteY3" fmla="*/ 1601 h 2061"/>
                        <a:gd name="connsiteX4" fmla="*/ 462 w 2072"/>
                        <a:gd name="connsiteY4" fmla="*/ 1887 h 20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1">
                          <a:moveTo>
                            <a:pt x="462" y="1887"/>
                          </a:moveTo>
                          <a:cubicBezTo>
                            <a:pt x="-15" y="1570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1"/>
                            <a:pt x="2216" y="1126"/>
                            <a:pt x="1899" y="1601"/>
                          </a:cubicBezTo>
                          <a:cubicBezTo>
                            <a:pt x="1583" y="2077"/>
                            <a:pt x="940" y="2204"/>
                            <a:pt x="462" y="188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08" name="Freeform: Shape 1607">
                      <a:extLst>
                        <a:ext uri="{FF2B5EF4-FFF2-40B4-BE49-F238E27FC236}">
                          <a16:creationId xmlns:a16="http://schemas.microsoft.com/office/drawing/2014/main" id="{A34199F2-7E41-5A51-3325-AF4814C8B9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4276" y="4899896"/>
                      <a:ext cx="2072" cy="2072"/>
                    </a:xfrm>
                    <a:custGeom>
                      <a:avLst/>
                      <a:gdLst>
                        <a:gd name="connsiteX0" fmla="*/ 462 w 2072"/>
                        <a:gd name="connsiteY0" fmla="*/ 1902 h 2072"/>
                        <a:gd name="connsiteX1" fmla="*/ 174 w 2072"/>
                        <a:gd name="connsiteY1" fmla="*/ 460 h 2072"/>
                        <a:gd name="connsiteX2" fmla="*/ 1610 w 2072"/>
                        <a:gd name="connsiteY2" fmla="*/ 175 h 2072"/>
                        <a:gd name="connsiteX3" fmla="*/ 1899 w 2072"/>
                        <a:gd name="connsiteY3" fmla="*/ 1601 h 2072"/>
                        <a:gd name="connsiteX4" fmla="*/ 462 w 2072"/>
                        <a:gd name="connsiteY4" fmla="*/ 1902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2">
                          <a:moveTo>
                            <a:pt x="462" y="1902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5"/>
                          </a:cubicBezTo>
                          <a:cubicBezTo>
                            <a:pt x="2087" y="492"/>
                            <a:pt x="2216" y="1126"/>
                            <a:pt x="1899" y="1601"/>
                          </a:cubicBezTo>
                          <a:cubicBezTo>
                            <a:pt x="1583" y="2077"/>
                            <a:pt x="940" y="2219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09" name="Freeform: Shape 1608">
                      <a:extLst>
                        <a:ext uri="{FF2B5EF4-FFF2-40B4-BE49-F238E27FC236}">
                          <a16:creationId xmlns:a16="http://schemas.microsoft.com/office/drawing/2014/main" id="{2AF3029B-B640-B5FC-88F4-99E03603F4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0546" y="4908727"/>
                      <a:ext cx="2072" cy="2061"/>
                    </a:xfrm>
                    <a:custGeom>
                      <a:avLst/>
                      <a:gdLst>
                        <a:gd name="connsiteX0" fmla="*/ 462 w 2072"/>
                        <a:gd name="connsiteY0" fmla="*/ 1887 h 2061"/>
                        <a:gd name="connsiteX1" fmla="*/ 174 w 2072"/>
                        <a:gd name="connsiteY1" fmla="*/ 460 h 2061"/>
                        <a:gd name="connsiteX2" fmla="*/ 1610 w 2072"/>
                        <a:gd name="connsiteY2" fmla="*/ 174 h 2061"/>
                        <a:gd name="connsiteX3" fmla="*/ 1899 w 2072"/>
                        <a:gd name="connsiteY3" fmla="*/ 1601 h 2061"/>
                        <a:gd name="connsiteX4" fmla="*/ 462 w 2072"/>
                        <a:gd name="connsiteY4" fmla="*/ 1887 h 20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1">
                          <a:moveTo>
                            <a:pt x="462" y="1887"/>
                          </a:moveTo>
                          <a:cubicBezTo>
                            <a:pt x="-15" y="1570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2"/>
                            <a:pt x="2216" y="1126"/>
                            <a:pt x="1899" y="1601"/>
                          </a:cubicBezTo>
                          <a:cubicBezTo>
                            <a:pt x="1583" y="2077"/>
                            <a:pt x="940" y="2204"/>
                            <a:pt x="462" y="188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0" name="Freeform: Shape 1609">
                      <a:extLst>
                        <a:ext uri="{FF2B5EF4-FFF2-40B4-BE49-F238E27FC236}">
                          <a16:creationId xmlns:a16="http://schemas.microsoft.com/office/drawing/2014/main" id="{A0C4B21A-A100-AFFA-1E07-103E0662FD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8729" y="4895073"/>
                      <a:ext cx="2072" cy="2065"/>
                    </a:xfrm>
                    <a:custGeom>
                      <a:avLst/>
                      <a:gdLst>
                        <a:gd name="connsiteX0" fmla="*/ 462 w 2072"/>
                        <a:gd name="connsiteY0" fmla="*/ 1891 h 2065"/>
                        <a:gd name="connsiteX1" fmla="*/ 174 w 2072"/>
                        <a:gd name="connsiteY1" fmla="*/ 464 h 2065"/>
                        <a:gd name="connsiteX2" fmla="*/ 1610 w 2072"/>
                        <a:gd name="connsiteY2" fmla="*/ 163 h 2065"/>
                        <a:gd name="connsiteX3" fmla="*/ 1899 w 2072"/>
                        <a:gd name="connsiteY3" fmla="*/ 1605 h 2065"/>
                        <a:gd name="connsiteX4" fmla="*/ 462 w 2072"/>
                        <a:gd name="connsiteY4" fmla="*/ 1891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462" y="1891"/>
                          </a:moveTo>
                          <a:cubicBezTo>
                            <a:pt x="-15" y="1574"/>
                            <a:pt x="-143" y="939"/>
                            <a:pt x="174" y="464"/>
                          </a:cubicBezTo>
                          <a:cubicBezTo>
                            <a:pt x="491" y="-12"/>
                            <a:pt x="1135" y="-139"/>
                            <a:pt x="1610" y="163"/>
                          </a:cubicBezTo>
                          <a:cubicBezTo>
                            <a:pt x="2087" y="480"/>
                            <a:pt x="2216" y="1130"/>
                            <a:pt x="1899" y="1605"/>
                          </a:cubicBezTo>
                          <a:cubicBezTo>
                            <a:pt x="1582" y="2081"/>
                            <a:pt x="938" y="2208"/>
                            <a:pt x="462" y="189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1" name="Freeform: Shape 1610">
                      <a:extLst>
                        <a:ext uri="{FF2B5EF4-FFF2-40B4-BE49-F238E27FC236}">
                          <a16:creationId xmlns:a16="http://schemas.microsoft.com/office/drawing/2014/main" id="{A7D0C304-5F5A-5D38-B9CE-A1215B00D1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4971" y="4904511"/>
                      <a:ext cx="2072" cy="2076"/>
                    </a:xfrm>
                    <a:custGeom>
                      <a:avLst/>
                      <a:gdLst>
                        <a:gd name="connsiteX0" fmla="*/ 462 w 2072"/>
                        <a:gd name="connsiteY0" fmla="*/ 1902 h 2076"/>
                        <a:gd name="connsiteX1" fmla="*/ 174 w 2072"/>
                        <a:gd name="connsiteY1" fmla="*/ 475 h 2076"/>
                        <a:gd name="connsiteX2" fmla="*/ 1610 w 2072"/>
                        <a:gd name="connsiteY2" fmla="*/ 174 h 2076"/>
                        <a:gd name="connsiteX3" fmla="*/ 1899 w 2072"/>
                        <a:gd name="connsiteY3" fmla="*/ 1616 h 2076"/>
                        <a:gd name="connsiteX4" fmla="*/ 462 w 2072"/>
                        <a:gd name="connsiteY4" fmla="*/ 1902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462" y="1902"/>
                          </a:moveTo>
                          <a:cubicBezTo>
                            <a:pt x="-15" y="1585"/>
                            <a:pt x="-143" y="950"/>
                            <a:pt x="174" y="475"/>
                          </a:cubicBezTo>
                          <a:cubicBezTo>
                            <a:pt x="491" y="-17"/>
                            <a:pt x="1135" y="-143"/>
                            <a:pt x="1610" y="174"/>
                          </a:cubicBezTo>
                          <a:cubicBezTo>
                            <a:pt x="2086" y="491"/>
                            <a:pt x="2216" y="1141"/>
                            <a:pt x="1899" y="1616"/>
                          </a:cubicBezTo>
                          <a:cubicBezTo>
                            <a:pt x="1583" y="2092"/>
                            <a:pt x="940" y="2219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2" name="Freeform: Shape 1611">
                      <a:extLst>
                        <a:ext uri="{FF2B5EF4-FFF2-40B4-BE49-F238E27FC236}">
                          <a16:creationId xmlns:a16="http://schemas.microsoft.com/office/drawing/2014/main" id="{39F9A1CB-261F-F035-2214-1CCB98F185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5806" y="4897281"/>
                      <a:ext cx="2072" cy="2076"/>
                    </a:xfrm>
                    <a:custGeom>
                      <a:avLst/>
                      <a:gdLst>
                        <a:gd name="connsiteX0" fmla="*/ 462 w 2072"/>
                        <a:gd name="connsiteY0" fmla="*/ 1902 h 2076"/>
                        <a:gd name="connsiteX1" fmla="*/ 174 w 2072"/>
                        <a:gd name="connsiteY1" fmla="*/ 460 h 2076"/>
                        <a:gd name="connsiteX2" fmla="*/ 1610 w 2072"/>
                        <a:gd name="connsiteY2" fmla="*/ 175 h 2076"/>
                        <a:gd name="connsiteX3" fmla="*/ 1899 w 2072"/>
                        <a:gd name="connsiteY3" fmla="*/ 1617 h 2076"/>
                        <a:gd name="connsiteX4" fmla="*/ 462 w 2072"/>
                        <a:gd name="connsiteY4" fmla="*/ 1902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462" y="1902"/>
                          </a:moveTo>
                          <a:cubicBezTo>
                            <a:pt x="-15" y="1585"/>
                            <a:pt x="-143" y="951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5"/>
                          </a:cubicBezTo>
                          <a:cubicBezTo>
                            <a:pt x="2087" y="492"/>
                            <a:pt x="2216" y="1142"/>
                            <a:pt x="1899" y="1617"/>
                          </a:cubicBezTo>
                          <a:cubicBezTo>
                            <a:pt x="1582" y="2093"/>
                            <a:pt x="940" y="2220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3" name="Freeform: Shape 1612">
                      <a:extLst>
                        <a:ext uri="{FF2B5EF4-FFF2-40B4-BE49-F238E27FC236}">
                          <a16:creationId xmlns:a16="http://schemas.microsoft.com/office/drawing/2014/main" id="{C9CDFF94-F6D4-704C-2AC8-7AB26EA30D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914" y="4888879"/>
                      <a:ext cx="2072" cy="2076"/>
                    </a:xfrm>
                    <a:custGeom>
                      <a:avLst/>
                      <a:gdLst>
                        <a:gd name="connsiteX0" fmla="*/ 462 w 2072"/>
                        <a:gd name="connsiteY0" fmla="*/ 1902 h 2076"/>
                        <a:gd name="connsiteX1" fmla="*/ 174 w 2072"/>
                        <a:gd name="connsiteY1" fmla="*/ 475 h 2076"/>
                        <a:gd name="connsiteX2" fmla="*/ 1610 w 2072"/>
                        <a:gd name="connsiteY2" fmla="*/ 174 h 2076"/>
                        <a:gd name="connsiteX3" fmla="*/ 1899 w 2072"/>
                        <a:gd name="connsiteY3" fmla="*/ 1616 h 2076"/>
                        <a:gd name="connsiteX4" fmla="*/ 462 w 2072"/>
                        <a:gd name="connsiteY4" fmla="*/ 1902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462" y="1902"/>
                          </a:moveTo>
                          <a:cubicBezTo>
                            <a:pt x="-15" y="1585"/>
                            <a:pt x="-143" y="950"/>
                            <a:pt x="174" y="475"/>
                          </a:cubicBezTo>
                          <a:cubicBezTo>
                            <a:pt x="491" y="-17"/>
                            <a:pt x="1135" y="-143"/>
                            <a:pt x="1610" y="174"/>
                          </a:cubicBezTo>
                          <a:cubicBezTo>
                            <a:pt x="2086" y="491"/>
                            <a:pt x="2216" y="1141"/>
                            <a:pt x="1899" y="1616"/>
                          </a:cubicBezTo>
                          <a:cubicBezTo>
                            <a:pt x="1582" y="2092"/>
                            <a:pt x="940" y="2219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4" name="Freeform: Shape 1613">
                      <a:extLst>
                        <a:ext uri="{FF2B5EF4-FFF2-40B4-BE49-F238E27FC236}">
                          <a16:creationId xmlns:a16="http://schemas.microsoft.com/office/drawing/2014/main" id="{6668DD0B-FFD3-CC9F-2F4A-91285FC8F6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2020" y="4886374"/>
                      <a:ext cx="2072" cy="2076"/>
                    </a:xfrm>
                    <a:custGeom>
                      <a:avLst/>
                      <a:gdLst>
                        <a:gd name="connsiteX0" fmla="*/ 462 w 2072"/>
                        <a:gd name="connsiteY0" fmla="*/ 1902 h 2076"/>
                        <a:gd name="connsiteX1" fmla="*/ 174 w 2072"/>
                        <a:gd name="connsiteY1" fmla="*/ 460 h 2076"/>
                        <a:gd name="connsiteX2" fmla="*/ 1610 w 2072"/>
                        <a:gd name="connsiteY2" fmla="*/ 174 h 2076"/>
                        <a:gd name="connsiteX3" fmla="*/ 1899 w 2072"/>
                        <a:gd name="connsiteY3" fmla="*/ 1617 h 2076"/>
                        <a:gd name="connsiteX4" fmla="*/ 462 w 2072"/>
                        <a:gd name="connsiteY4" fmla="*/ 1902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462" y="1902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1"/>
                            <a:pt x="2216" y="1141"/>
                            <a:pt x="1899" y="1617"/>
                          </a:cubicBezTo>
                          <a:cubicBezTo>
                            <a:pt x="1582" y="2093"/>
                            <a:pt x="938" y="2220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5" name="Freeform: Shape 1614">
                      <a:extLst>
                        <a:ext uri="{FF2B5EF4-FFF2-40B4-BE49-F238E27FC236}">
                          <a16:creationId xmlns:a16="http://schemas.microsoft.com/office/drawing/2014/main" id="{BCC1F58B-D335-CAF0-077F-824AE91F08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673" y="4884064"/>
                      <a:ext cx="2072" cy="2072"/>
                    </a:xfrm>
                    <a:custGeom>
                      <a:avLst/>
                      <a:gdLst>
                        <a:gd name="connsiteX0" fmla="*/ 462 w 2072"/>
                        <a:gd name="connsiteY0" fmla="*/ 1898 h 2072"/>
                        <a:gd name="connsiteX1" fmla="*/ 174 w 2072"/>
                        <a:gd name="connsiteY1" fmla="*/ 471 h 2072"/>
                        <a:gd name="connsiteX2" fmla="*/ 1610 w 2072"/>
                        <a:gd name="connsiteY2" fmla="*/ 170 h 2072"/>
                        <a:gd name="connsiteX3" fmla="*/ 1899 w 2072"/>
                        <a:gd name="connsiteY3" fmla="*/ 1612 h 2072"/>
                        <a:gd name="connsiteX4" fmla="*/ 462 w 2072"/>
                        <a:gd name="connsiteY4" fmla="*/ 1898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2">
                          <a:moveTo>
                            <a:pt x="462" y="1898"/>
                          </a:moveTo>
                          <a:cubicBezTo>
                            <a:pt x="-15" y="1580"/>
                            <a:pt x="-143" y="947"/>
                            <a:pt x="174" y="471"/>
                          </a:cubicBezTo>
                          <a:cubicBezTo>
                            <a:pt x="491" y="-5"/>
                            <a:pt x="1135" y="-147"/>
                            <a:pt x="1610" y="170"/>
                          </a:cubicBezTo>
                          <a:cubicBezTo>
                            <a:pt x="2087" y="487"/>
                            <a:pt x="2216" y="1137"/>
                            <a:pt x="1899" y="1612"/>
                          </a:cubicBezTo>
                          <a:cubicBezTo>
                            <a:pt x="1582" y="2088"/>
                            <a:pt x="938" y="2215"/>
                            <a:pt x="462" y="189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6" name="Freeform: Shape 1615">
                      <a:extLst>
                        <a:ext uri="{FF2B5EF4-FFF2-40B4-BE49-F238E27FC236}">
                          <a16:creationId xmlns:a16="http://schemas.microsoft.com/office/drawing/2014/main" id="{F2D06295-CA69-2AED-8668-96FA2B4B67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2943" y="4892889"/>
                      <a:ext cx="2072" cy="2076"/>
                    </a:xfrm>
                    <a:custGeom>
                      <a:avLst/>
                      <a:gdLst>
                        <a:gd name="connsiteX0" fmla="*/ 462 w 2072"/>
                        <a:gd name="connsiteY0" fmla="*/ 1902 h 2076"/>
                        <a:gd name="connsiteX1" fmla="*/ 174 w 2072"/>
                        <a:gd name="connsiteY1" fmla="*/ 460 h 2076"/>
                        <a:gd name="connsiteX2" fmla="*/ 1610 w 2072"/>
                        <a:gd name="connsiteY2" fmla="*/ 174 h 2076"/>
                        <a:gd name="connsiteX3" fmla="*/ 1899 w 2072"/>
                        <a:gd name="connsiteY3" fmla="*/ 1617 h 2076"/>
                        <a:gd name="connsiteX4" fmla="*/ 462 w 2072"/>
                        <a:gd name="connsiteY4" fmla="*/ 1902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462" y="1902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1"/>
                            <a:pt x="2216" y="1141"/>
                            <a:pt x="1899" y="1617"/>
                          </a:cubicBezTo>
                          <a:cubicBezTo>
                            <a:pt x="1582" y="2093"/>
                            <a:pt x="940" y="2220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7" name="Freeform: Shape 1616">
                      <a:extLst>
                        <a:ext uri="{FF2B5EF4-FFF2-40B4-BE49-F238E27FC236}">
                          <a16:creationId xmlns:a16="http://schemas.microsoft.com/office/drawing/2014/main" id="{70966EF2-82F0-A514-AA5D-3EABA0D28E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125" y="4879240"/>
                      <a:ext cx="2072" cy="2076"/>
                    </a:xfrm>
                    <a:custGeom>
                      <a:avLst/>
                      <a:gdLst>
                        <a:gd name="connsiteX0" fmla="*/ 462 w 2072"/>
                        <a:gd name="connsiteY0" fmla="*/ 1902 h 2076"/>
                        <a:gd name="connsiteX1" fmla="*/ 174 w 2072"/>
                        <a:gd name="connsiteY1" fmla="*/ 460 h 2076"/>
                        <a:gd name="connsiteX2" fmla="*/ 1610 w 2072"/>
                        <a:gd name="connsiteY2" fmla="*/ 174 h 2076"/>
                        <a:gd name="connsiteX3" fmla="*/ 1899 w 2072"/>
                        <a:gd name="connsiteY3" fmla="*/ 1617 h 2076"/>
                        <a:gd name="connsiteX4" fmla="*/ 462 w 2072"/>
                        <a:gd name="connsiteY4" fmla="*/ 1902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462" y="1902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1"/>
                            <a:pt x="2216" y="1141"/>
                            <a:pt x="1899" y="1617"/>
                          </a:cubicBezTo>
                          <a:cubicBezTo>
                            <a:pt x="1583" y="2093"/>
                            <a:pt x="940" y="2220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8" name="Freeform: Shape 1617">
                      <a:extLst>
                        <a:ext uri="{FF2B5EF4-FFF2-40B4-BE49-F238E27FC236}">
                          <a16:creationId xmlns:a16="http://schemas.microsoft.com/office/drawing/2014/main" id="{A2156161-43BD-2198-8B8E-DB93466880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368" y="4888688"/>
                      <a:ext cx="2072" cy="2076"/>
                    </a:xfrm>
                    <a:custGeom>
                      <a:avLst/>
                      <a:gdLst>
                        <a:gd name="connsiteX0" fmla="*/ 462 w 2072"/>
                        <a:gd name="connsiteY0" fmla="*/ 1903 h 2076"/>
                        <a:gd name="connsiteX1" fmla="*/ 174 w 2072"/>
                        <a:gd name="connsiteY1" fmla="*/ 460 h 2076"/>
                        <a:gd name="connsiteX2" fmla="*/ 1610 w 2072"/>
                        <a:gd name="connsiteY2" fmla="*/ 174 h 2076"/>
                        <a:gd name="connsiteX3" fmla="*/ 1899 w 2072"/>
                        <a:gd name="connsiteY3" fmla="*/ 1617 h 2076"/>
                        <a:gd name="connsiteX4" fmla="*/ 462 w 2072"/>
                        <a:gd name="connsiteY4" fmla="*/ 1903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462" y="1903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2"/>
                            <a:pt x="2216" y="1141"/>
                            <a:pt x="1899" y="1617"/>
                          </a:cubicBezTo>
                          <a:cubicBezTo>
                            <a:pt x="1582" y="2093"/>
                            <a:pt x="938" y="2220"/>
                            <a:pt x="462" y="190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9" name="Freeform: Shape 1618">
                      <a:extLst>
                        <a:ext uri="{FF2B5EF4-FFF2-40B4-BE49-F238E27FC236}">
                          <a16:creationId xmlns:a16="http://schemas.microsoft.com/office/drawing/2014/main" id="{99726592-87A9-66E0-5EEF-9407082733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202" y="4881459"/>
                      <a:ext cx="2072" cy="2076"/>
                    </a:xfrm>
                    <a:custGeom>
                      <a:avLst/>
                      <a:gdLst>
                        <a:gd name="connsiteX0" fmla="*/ 462 w 2072"/>
                        <a:gd name="connsiteY0" fmla="*/ 1902 h 2076"/>
                        <a:gd name="connsiteX1" fmla="*/ 174 w 2072"/>
                        <a:gd name="connsiteY1" fmla="*/ 460 h 2076"/>
                        <a:gd name="connsiteX2" fmla="*/ 1610 w 2072"/>
                        <a:gd name="connsiteY2" fmla="*/ 175 h 2076"/>
                        <a:gd name="connsiteX3" fmla="*/ 1899 w 2072"/>
                        <a:gd name="connsiteY3" fmla="*/ 1617 h 2076"/>
                        <a:gd name="connsiteX4" fmla="*/ 462 w 2072"/>
                        <a:gd name="connsiteY4" fmla="*/ 1902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462" y="1902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5"/>
                          </a:cubicBezTo>
                          <a:cubicBezTo>
                            <a:pt x="2087" y="492"/>
                            <a:pt x="2216" y="1142"/>
                            <a:pt x="1899" y="1617"/>
                          </a:cubicBezTo>
                          <a:cubicBezTo>
                            <a:pt x="1583" y="2093"/>
                            <a:pt x="940" y="2219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0" name="Freeform: Shape 1619">
                      <a:extLst>
                        <a:ext uri="{FF2B5EF4-FFF2-40B4-BE49-F238E27FC236}">
                          <a16:creationId xmlns:a16="http://schemas.microsoft.com/office/drawing/2014/main" id="{B32FE4B4-3E92-9CAB-EA87-EC1B118EF2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603" y="4898311"/>
                      <a:ext cx="2072" cy="2061"/>
                    </a:xfrm>
                    <a:custGeom>
                      <a:avLst/>
                      <a:gdLst>
                        <a:gd name="connsiteX0" fmla="*/ 462 w 2072"/>
                        <a:gd name="connsiteY0" fmla="*/ 1887 h 2061"/>
                        <a:gd name="connsiteX1" fmla="*/ 174 w 2072"/>
                        <a:gd name="connsiteY1" fmla="*/ 460 h 2061"/>
                        <a:gd name="connsiteX2" fmla="*/ 1610 w 2072"/>
                        <a:gd name="connsiteY2" fmla="*/ 175 h 2061"/>
                        <a:gd name="connsiteX3" fmla="*/ 1899 w 2072"/>
                        <a:gd name="connsiteY3" fmla="*/ 1601 h 2061"/>
                        <a:gd name="connsiteX4" fmla="*/ 462 w 2072"/>
                        <a:gd name="connsiteY4" fmla="*/ 1887 h 20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1">
                          <a:moveTo>
                            <a:pt x="462" y="1887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5"/>
                          </a:cubicBezTo>
                          <a:cubicBezTo>
                            <a:pt x="2087" y="492"/>
                            <a:pt x="2216" y="1126"/>
                            <a:pt x="1899" y="1601"/>
                          </a:cubicBezTo>
                          <a:cubicBezTo>
                            <a:pt x="1582" y="2077"/>
                            <a:pt x="938" y="2204"/>
                            <a:pt x="462" y="188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1" name="Freeform: Shape 1620">
                      <a:extLst>
                        <a:ext uri="{FF2B5EF4-FFF2-40B4-BE49-F238E27FC236}">
                          <a16:creationId xmlns:a16="http://schemas.microsoft.com/office/drawing/2014/main" id="{E4B330AC-0A5C-558D-798D-6A6A36C97C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5708" y="4895802"/>
                      <a:ext cx="2072" cy="2065"/>
                    </a:xfrm>
                    <a:custGeom>
                      <a:avLst/>
                      <a:gdLst>
                        <a:gd name="connsiteX0" fmla="*/ 462 w 2072"/>
                        <a:gd name="connsiteY0" fmla="*/ 1891 h 2065"/>
                        <a:gd name="connsiteX1" fmla="*/ 174 w 2072"/>
                        <a:gd name="connsiteY1" fmla="*/ 464 h 2065"/>
                        <a:gd name="connsiteX2" fmla="*/ 1610 w 2072"/>
                        <a:gd name="connsiteY2" fmla="*/ 163 h 2065"/>
                        <a:gd name="connsiteX3" fmla="*/ 1899 w 2072"/>
                        <a:gd name="connsiteY3" fmla="*/ 1605 h 2065"/>
                        <a:gd name="connsiteX4" fmla="*/ 462 w 2072"/>
                        <a:gd name="connsiteY4" fmla="*/ 1891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462" y="1891"/>
                          </a:moveTo>
                          <a:cubicBezTo>
                            <a:pt x="-15" y="1574"/>
                            <a:pt x="-143" y="939"/>
                            <a:pt x="174" y="464"/>
                          </a:cubicBezTo>
                          <a:cubicBezTo>
                            <a:pt x="491" y="-12"/>
                            <a:pt x="1135" y="-139"/>
                            <a:pt x="1610" y="163"/>
                          </a:cubicBezTo>
                          <a:cubicBezTo>
                            <a:pt x="2087" y="496"/>
                            <a:pt x="2216" y="1130"/>
                            <a:pt x="1899" y="1605"/>
                          </a:cubicBezTo>
                          <a:cubicBezTo>
                            <a:pt x="1583" y="2081"/>
                            <a:pt x="940" y="2208"/>
                            <a:pt x="462" y="189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2" name="Freeform: Shape 1621">
                      <a:extLst>
                        <a:ext uri="{FF2B5EF4-FFF2-40B4-BE49-F238E27FC236}">
                          <a16:creationId xmlns:a16="http://schemas.microsoft.com/office/drawing/2014/main" id="{A408A2E9-F966-C1A4-A015-C261BF82F0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361" y="4893492"/>
                      <a:ext cx="2072" cy="2072"/>
                    </a:xfrm>
                    <a:custGeom>
                      <a:avLst/>
                      <a:gdLst>
                        <a:gd name="connsiteX0" fmla="*/ 462 w 2072"/>
                        <a:gd name="connsiteY0" fmla="*/ 1902 h 2072"/>
                        <a:gd name="connsiteX1" fmla="*/ 174 w 2072"/>
                        <a:gd name="connsiteY1" fmla="*/ 460 h 2072"/>
                        <a:gd name="connsiteX2" fmla="*/ 1610 w 2072"/>
                        <a:gd name="connsiteY2" fmla="*/ 174 h 2072"/>
                        <a:gd name="connsiteX3" fmla="*/ 1899 w 2072"/>
                        <a:gd name="connsiteY3" fmla="*/ 1601 h 2072"/>
                        <a:gd name="connsiteX4" fmla="*/ 462 w 2072"/>
                        <a:gd name="connsiteY4" fmla="*/ 1902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2">
                          <a:moveTo>
                            <a:pt x="462" y="1902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1"/>
                            <a:pt x="2216" y="1126"/>
                            <a:pt x="1899" y="1601"/>
                          </a:cubicBezTo>
                          <a:cubicBezTo>
                            <a:pt x="1582" y="2077"/>
                            <a:pt x="940" y="2220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3" name="Freeform: Shape 1622">
                      <a:extLst>
                        <a:ext uri="{FF2B5EF4-FFF2-40B4-BE49-F238E27FC236}">
                          <a16:creationId xmlns:a16="http://schemas.microsoft.com/office/drawing/2014/main" id="{5D717803-CD3E-294B-6C6A-7BD4BCEFCE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631" y="4902322"/>
                      <a:ext cx="2072" cy="2061"/>
                    </a:xfrm>
                    <a:custGeom>
                      <a:avLst/>
                      <a:gdLst>
                        <a:gd name="connsiteX0" fmla="*/ 462 w 2072"/>
                        <a:gd name="connsiteY0" fmla="*/ 1887 h 2061"/>
                        <a:gd name="connsiteX1" fmla="*/ 174 w 2072"/>
                        <a:gd name="connsiteY1" fmla="*/ 460 h 2061"/>
                        <a:gd name="connsiteX2" fmla="*/ 1610 w 2072"/>
                        <a:gd name="connsiteY2" fmla="*/ 174 h 2061"/>
                        <a:gd name="connsiteX3" fmla="*/ 1899 w 2072"/>
                        <a:gd name="connsiteY3" fmla="*/ 1601 h 2061"/>
                        <a:gd name="connsiteX4" fmla="*/ 462 w 2072"/>
                        <a:gd name="connsiteY4" fmla="*/ 1887 h 20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1">
                          <a:moveTo>
                            <a:pt x="462" y="1887"/>
                          </a:moveTo>
                          <a:cubicBezTo>
                            <a:pt x="-15" y="1570"/>
                            <a:pt x="-143" y="936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2"/>
                            <a:pt x="2216" y="1126"/>
                            <a:pt x="1899" y="1601"/>
                          </a:cubicBezTo>
                          <a:cubicBezTo>
                            <a:pt x="1583" y="2077"/>
                            <a:pt x="940" y="2204"/>
                            <a:pt x="462" y="188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4" name="Freeform: Shape 1623">
                      <a:extLst>
                        <a:ext uri="{FF2B5EF4-FFF2-40B4-BE49-F238E27FC236}">
                          <a16:creationId xmlns:a16="http://schemas.microsoft.com/office/drawing/2014/main" id="{7B96EF3A-9DA1-A129-84EB-34A155A102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4814" y="4888668"/>
                      <a:ext cx="2072" cy="2065"/>
                    </a:xfrm>
                    <a:custGeom>
                      <a:avLst/>
                      <a:gdLst>
                        <a:gd name="connsiteX0" fmla="*/ 462 w 2072"/>
                        <a:gd name="connsiteY0" fmla="*/ 1891 h 2065"/>
                        <a:gd name="connsiteX1" fmla="*/ 174 w 2072"/>
                        <a:gd name="connsiteY1" fmla="*/ 464 h 2065"/>
                        <a:gd name="connsiteX2" fmla="*/ 1610 w 2072"/>
                        <a:gd name="connsiteY2" fmla="*/ 163 h 2065"/>
                        <a:gd name="connsiteX3" fmla="*/ 1899 w 2072"/>
                        <a:gd name="connsiteY3" fmla="*/ 1605 h 2065"/>
                        <a:gd name="connsiteX4" fmla="*/ 462 w 2072"/>
                        <a:gd name="connsiteY4" fmla="*/ 1891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462" y="1891"/>
                          </a:moveTo>
                          <a:cubicBezTo>
                            <a:pt x="-15" y="1574"/>
                            <a:pt x="-143" y="939"/>
                            <a:pt x="174" y="464"/>
                          </a:cubicBezTo>
                          <a:cubicBezTo>
                            <a:pt x="491" y="-12"/>
                            <a:pt x="1135" y="-139"/>
                            <a:pt x="1610" y="163"/>
                          </a:cubicBezTo>
                          <a:cubicBezTo>
                            <a:pt x="2087" y="496"/>
                            <a:pt x="2216" y="1130"/>
                            <a:pt x="1899" y="1605"/>
                          </a:cubicBezTo>
                          <a:cubicBezTo>
                            <a:pt x="1582" y="2081"/>
                            <a:pt x="938" y="2208"/>
                            <a:pt x="462" y="189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5" name="Freeform: Shape 1624">
                      <a:extLst>
                        <a:ext uri="{FF2B5EF4-FFF2-40B4-BE49-F238E27FC236}">
                          <a16:creationId xmlns:a16="http://schemas.microsoft.com/office/drawing/2014/main" id="{B270955A-BCBB-EFD6-1525-D5F93EE52F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124" y="4891700"/>
                      <a:ext cx="2072" cy="2076"/>
                    </a:xfrm>
                    <a:custGeom>
                      <a:avLst/>
                      <a:gdLst>
                        <a:gd name="connsiteX0" fmla="*/ 462 w 2072"/>
                        <a:gd name="connsiteY0" fmla="*/ 1902 h 2076"/>
                        <a:gd name="connsiteX1" fmla="*/ 174 w 2072"/>
                        <a:gd name="connsiteY1" fmla="*/ 460 h 2076"/>
                        <a:gd name="connsiteX2" fmla="*/ 1610 w 2072"/>
                        <a:gd name="connsiteY2" fmla="*/ 174 h 2076"/>
                        <a:gd name="connsiteX3" fmla="*/ 1899 w 2072"/>
                        <a:gd name="connsiteY3" fmla="*/ 1617 h 2076"/>
                        <a:gd name="connsiteX4" fmla="*/ 462 w 2072"/>
                        <a:gd name="connsiteY4" fmla="*/ 1902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462" y="1902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1"/>
                            <a:pt x="2216" y="1141"/>
                            <a:pt x="1899" y="1617"/>
                          </a:cubicBezTo>
                          <a:cubicBezTo>
                            <a:pt x="1582" y="2093"/>
                            <a:pt x="938" y="2220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6" name="Freeform: Shape 1625">
                      <a:extLst>
                        <a:ext uri="{FF2B5EF4-FFF2-40B4-BE49-F238E27FC236}">
                          <a16:creationId xmlns:a16="http://schemas.microsoft.com/office/drawing/2014/main" id="{4FC721CE-4FB0-277F-2AA2-5CB116062C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014" y="4885581"/>
                      <a:ext cx="2072" cy="2076"/>
                    </a:xfrm>
                    <a:custGeom>
                      <a:avLst/>
                      <a:gdLst>
                        <a:gd name="connsiteX0" fmla="*/ 462 w 2072"/>
                        <a:gd name="connsiteY0" fmla="*/ 1902 h 2076"/>
                        <a:gd name="connsiteX1" fmla="*/ 174 w 2072"/>
                        <a:gd name="connsiteY1" fmla="*/ 460 h 2076"/>
                        <a:gd name="connsiteX2" fmla="*/ 1610 w 2072"/>
                        <a:gd name="connsiteY2" fmla="*/ 174 h 2076"/>
                        <a:gd name="connsiteX3" fmla="*/ 1899 w 2072"/>
                        <a:gd name="connsiteY3" fmla="*/ 1617 h 2076"/>
                        <a:gd name="connsiteX4" fmla="*/ 462 w 2072"/>
                        <a:gd name="connsiteY4" fmla="*/ 1902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462" y="1902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1"/>
                            <a:pt x="2216" y="1141"/>
                            <a:pt x="1899" y="1617"/>
                          </a:cubicBezTo>
                          <a:cubicBezTo>
                            <a:pt x="1582" y="2093"/>
                            <a:pt x="940" y="2220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7" name="Freeform: Shape 1626">
                      <a:extLst>
                        <a:ext uri="{FF2B5EF4-FFF2-40B4-BE49-F238E27FC236}">
                          <a16:creationId xmlns:a16="http://schemas.microsoft.com/office/drawing/2014/main" id="{EE47D525-06FD-9FEE-935A-5D6C1CB2A4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6196" y="4915290"/>
                      <a:ext cx="2072" cy="2068"/>
                    </a:xfrm>
                    <a:custGeom>
                      <a:avLst/>
                      <a:gdLst>
                        <a:gd name="connsiteX0" fmla="*/ 462 w 2072"/>
                        <a:gd name="connsiteY0" fmla="*/ 1887 h 2068"/>
                        <a:gd name="connsiteX1" fmla="*/ 174 w 2072"/>
                        <a:gd name="connsiteY1" fmla="*/ 460 h 2068"/>
                        <a:gd name="connsiteX2" fmla="*/ 1610 w 2072"/>
                        <a:gd name="connsiteY2" fmla="*/ 174 h 2068"/>
                        <a:gd name="connsiteX3" fmla="*/ 1899 w 2072"/>
                        <a:gd name="connsiteY3" fmla="*/ 1601 h 2068"/>
                        <a:gd name="connsiteX4" fmla="*/ 462 w 2072"/>
                        <a:gd name="connsiteY4" fmla="*/ 1887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8">
                          <a:moveTo>
                            <a:pt x="462" y="1887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1"/>
                            <a:pt x="2216" y="1126"/>
                            <a:pt x="1899" y="1601"/>
                          </a:cubicBezTo>
                          <a:cubicBezTo>
                            <a:pt x="1582" y="2077"/>
                            <a:pt x="940" y="2220"/>
                            <a:pt x="462" y="188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8" name="Freeform: Shape 1627">
                      <a:extLst>
                        <a:ext uri="{FF2B5EF4-FFF2-40B4-BE49-F238E27FC236}">
                          <a16:creationId xmlns:a16="http://schemas.microsoft.com/office/drawing/2014/main" id="{3FE7783F-DBFF-F29F-96CD-EB83A9E3AC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301" y="4912778"/>
                      <a:ext cx="2072" cy="2068"/>
                    </a:xfrm>
                    <a:custGeom>
                      <a:avLst/>
                      <a:gdLst>
                        <a:gd name="connsiteX0" fmla="*/ 462 w 2072"/>
                        <a:gd name="connsiteY0" fmla="*/ 1894 h 2068"/>
                        <a:gd name="connsiteX1" fmla="*/ 174 w 2072"/>
                        <a:gd name="connsiteY1" fmla="*/ 467 h 2068"/>
                        <a:gd name="connsiteX2" fmla="*/ 1610 w 2072"/>
                        <a:gd name="connsiteY2" fmla="*/ 182 h 2068"/>
                        <a:gd name="connsiteX3" fmla="*/ 1899 w 2072"/>
                        <a:gd name="connsiteY3" fmla="*/ 1608 h 2068"/>
                        <a:gd name="connsiteX4" fmla="*/ 462 w 2072"/>
                        <a:gd name="connsiteY4" fmla="*/ 189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8">
                          <a:moveTo>
                            <a:pt x="462" y="1894"/>
                          </a:moveTo>
                          <a:cubicBezTo>
                            <a:pt x="-15" y="1577"/>
                            <a:pt x="-143" y="942"/>
                            <a:pt x="174" y="467"/>
                          </a:cubicBezTo>
                          <a:cubicBezTo>
                            <a:pt x="491" y="-9"/>
                            <a:pt x="1135" y="-152"/>
                            <a:pt x="1610" y="182"/>
                          </a:cubicBezTo>
                          <a:cubicBezTo>
                            <a:pt x="2087" y="483"/>
                            <a:pt x="2216" y="1133"/>
                            <a:pt x="1899" y="1608"/>
                          </a:cubicBezTo>
                          <a:cubicBezTo>
                            <a:pt x="1583" y="2084"/>
                            <a:pt x="940" y="2211"/>
                            <a:pt x="462" y="189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9" name="Freeform: Shape 1628">
                      <a:extLst>
                        <a:ext uri="{FF2B5EF4-FFF2-40B4-BE49-F238E27FC236}">
                          <a16:creationId xmlns:a16="http://schemas.microsoft.com/office/drawing/2014/main" id="{295AB3B4-8A4C-122D-0431-7326771CDE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5955" y="4910471"/>
                      <a:ext cx="2072" cy="2065"/>
                    </a:xfrm>
                    <a:custGeom>
                      <a:avLst/>
                      <a:gdLst>
                        <a:gd name="connsiteX0" fmla="*/ 462 w 2072"/>
                        <a:gd name="connsiteY0" fmla="*/ 1903 h 2065"/>
                        <a:gd name="connsiteX1" fmla="*/ 174 w 2072"/>
                        <a:gd name="connsiteY1" fmla="*/ 460 h 2065"/>
                        <a:gd name="connsiteX2" fmla="*/ 1610 w 2072"/>
                        <a:gd name="connsiteY2" fmla="*/ 174 h 2065"/>
                        <a:gd name="connsiteX3" fmla="*/ 1899 w 2072"/>
                        <a:gd name="connsiteY3" fmla="*/ 1601 h 2065"/>
                        <a:gd name="connsiteX4" fmla="*/ 462 w 2072"/>
                        <a:gd name="connsiteY4" fmla="*/ 1903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462" y="1903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2"/>
                            <a:pt x="2216" y="1126"/>
                            <a:pt x="1899" y="1601"/>
                          </a:cubicBezTo>
                          <a:cubicBezTo>
                            <a:pt x="1582" y="2077"/>
                            <a:pt x="938" y="2204"/>
                            <a:pt x="462" y="190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30" name="Freeform: Shape 1629">
                      <a:extLst>
                        <a:ext uri="{FF2B5EF4-FFF2-40B4-BE49-F238E27FC236}">
                          <a16:creationId xmlns:a16="http://schemas.microsoft.com/office/drawing/2014/main" id="{61E653F1-700E-04D2-E66B-D039CDF3A9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225" y="4919301"/>
                      <a:ext cx="2072" cy="2061"/>
                    </a:xfrm>
                    <a:custGeom>
                      <a:avLst/>
                      <a:gdLst>
                        <a:gd name="connsiteX0" fmla="*/ 462 w 2072"/>
                        <a:gd name="connsiteY0" fmla="*/ 1887 h 2061"/>
                        <a:gd name="connsiteX1" fmla="*/ 174 w 2072"/>
                        <a:gd name="connsiteY1" fmla="*/ 460 h 2061"/>
                        <a:gd name="connsiteX2" fmla="*/ 1610 w 2072"/>
                        <a:gd name="connsiteY2" fmla="*/ 175 h 2061"/>
                        <a:gd name="connsiteX3" fmla="*/ 1899 w 2072"/>
                        <a:gd name="connsiteY3" fmla="*/ 1601 h 2061"/>
                        <a:gd name="connsiteX4" fmla="*/ 462 w 2072"/>
                        <a:gd name="connsiteY4" fmla="*/ 1887 h 20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1">
                          <a:moveTo>
                            <a:pt x="462" y="1887"/>
                          </a:moveTo>
                          <a:cubicBezTo>
                            <a:pt x="-15" y="1570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5"/>
                          </a:cubicBezTo>
                          <a:cubicBezTo>
                            <a:pt x="2086" y="492"/>
                            <a:pt x="2216" y="1126"/>
                            <a:pt x="1899" y="1601"/>
                          </a:cubicBezTo>
                          <a:cubicBezTo>
                            <a:pt x="1582" y="2077"/>
                            <a:pt x="938" y="2204"/>
                            <a:pt x="462" y="188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31" name="Freeform: Shape 1630">
                      <a:extLst>
                        <a:ext uri="{FF2B5EF4-FFF2-40B4-BE49-F238E27FC236}">
                          <a16:creationId xmlns:a16="http://schemas.microsoft.com/office/drawing/2014/main" id="{0F97CA14-A22D-F995-047C-A7BA09876F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407" y="4905644"/>
                      <a:ext cx="2072" cy="2068"/>
                    </a:xfrm>
                    <a:custGeom>
                      <a:avLst/>
                      <a:gdLst>
                        <a:gd name="connsiteX0" fmla="*/ 462 w 2072"/>
                        <a:gd name="connsiteY0" fmla="*/ 1894 h 2068"/>
                        <a:gd name="connsiteX1" fmla="*/ 174 w 2072"/>
                        <a:gd name="connsiteY1" fmla="*/ 467 h 2068"/>
                        <a:gd name="connsiteX2" fmla="*/ 1610 w 2072"/>
                        <a:gd name="connsiteY2" fmla="*/ 182 h 2068"/>
                        <a:gd name="connsiteX3" fmla="*/ 1899 w 2072"/>
                        <a:gd name="connsiteY3" fmla="*/ 1608 h 2068"/>
                        <a:gd name="connsiteX4" fmla="*/ 462 w 2072"/>
                        <a:gd name="connsiteY4" fmla="*/ 189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8">
                          <a:moveTo>
                            <a:pt x="462" y="1894"/>
                          </a:moveTo>
                          <a:cubicBezTo>
                            <a:pt x="-15" y="1577"/>
                            <a:pt x="-143" y="942"/>
                            <a:pt x="174" y="467"/>
                          </a:cubicBezTo>
                          <a:cubicBezTo>
                            <a:pt x="491" y="-9"/>
                            <a:pt x="1135" y="-152"/>
                            <a:pt x="1610" y="182"/>
                          </a:cubicBezTo>
                          <a:cubicBezTo>
                            <a:pt x="2087" y="483"/>
                            <a:pt x="2216" y="1133"/>
                            <a:pt x="1899" y="1608"/>
                          </a:cubicBezTo>
                          <a:cubicBezTo>
                            <a:pt x="1582" y="2084"/>
                            <a:pt x="940" y="2211"/>
                            <a:pt x="462" y="189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32" name="Freeform: Shape 1631">
                      <a:extLst>
                        <a:ext uri="{FF2B5EF4-FFF2-40B4-BE49-F238E27FC236}">
                          <a16:creationId xmlns:a16="http://schemas.microsoft.com/office/drawing/2014/main" id="{1CEB0EEF-11F1-5379-0F66-4B1F0C1723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818" y="4903939"/>
                      <a:ext cx="2072" cy="2076"/>
                    </a:xfrm>
                    <a:custGeom>
                      <a:avLst/>
                      <a:gdLst>
                        <a:gd name="connsiteX0" fmla="*/ 462 w 2072"/>
                        <a:gd name="connsiteY0" fmla="*/ 1903 h 2076"/>
                        <a:gd name="connsiteX1" fmla="*/ 174 w 2072"/>
                        <a:gd name="connsiteY1" fmla="*/ 460 h 2076"/>
                        <a:gd name="connsiteX2" fmla="*/ 1610 w 2072"/>
                        <a:gd name="connsiteY2" fmla="*/ 174 h 2076"/>
                        <a:gd name="connsiteX3" fmla="*/ 1899 w 2072"/>
                        <a:gd name="connsiteY3" fmla="*/ 1617 h 2076"/>
                        <a:gd name="connsiteX4" fmla="*/ 462 w 2072"/>
                        <a:gd name="connsiteY4" fmla="*/ 1903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462" y="1903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6" y="492"/>
                            <a:pt x="2216" y="1141"/>
                            <a:pt x="1899" y="1617"/>
                          </a:cubicBezTo>
                          <a:cubicBezTo>
                            <a:pt x="1582" y="2093"/>
                            <a:pt x="938" y="2220"/>
                            <a:pt x="462" y="190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33" name="Freeform: Shape 1632">
                      <a:extLst>
                        <a:ext uri="{FF2B5EF4-FFF2-40B4-BE49-F238E27FC236}">
                          <a16:creationId xmlns:a16="http://schemas.microsoft.com/office/drawing/2014/main" id="{37B30F19-B6BC-2465-4876-0605FDF116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484" y="4907855"/>
                      <a:ext cx="2072" cy="2076"/>
                    </a:xfrm>
                    <a:custGeom>
                      <a:avLst/>
                      <a:gdLst>
                        <a:gd name="connsiteX0" fmla="*/ 462 w 2072"/>
                        <a:gd name="connsiteY0" fmla="*/ 1903 h 2076"/>
                        <a:gd name="connsiteX1" fmla="*/ 174 w 2072"/>
                        <a:gd name="connsiteY1" fmla="*/ 460 h 2076"/>
                        <a:gd name="connsiteX2" fmla="*/ 1610 w 2072"/>
                        <a:gd name="connsiteY2" fmla="*/ 175 h 2076"/>
                        <a:gd name="connsiteX3" fmla="*/ 1899 w 2072"/>
                        <a:gd name="connsiteY3" fmla="*/ 1617 h 2076"/>
                        <a:gd name="connsiteX4" fmla="*/ 462 w 2072"/>
                        <a:gd name="connsiteY4" fmla="*/ 1903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462" y="1903"/>
                          </a:moveTo>
                          <a:cubicBezTo>
                            <a:pt x="-15" y="1585"/>
                            <a:pt x="-143" y="951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5"/>
                          </a:cubicBezTo>
                          <a:cubicBezTo>
                            <a:pt x="2087" y="492"/>
                            <a:pt x="2216" y="1142"/>
                            <a:pt x="1899" y="1617"/>
                          </a:cubicBezTo>
                          <a:cubicBezTo>
                            <a:pt x="1583" y="2093"/>
                            <a:pt x="940" y="2220"/>
                            <a:pt x="462" y="190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34" name="Freeform: Shape 1633">
                      <a:extLst>
                        <a:ext uri="{FF2B5EF4-FFF2-40B4-BE49-F238E27FC236}">
                          <a16:creationId xmlns:a16="http://schemas.microsoft.com/office/drawing/2014/main" id="{1CB546D9-8D14-5CFB-61BA-BF9D855C69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2332" y="4894443"/>
                      <a:ext cx="2072" cy="2072"/>
                    </a:xfrm>
                    <a:custGeom>
                      <a:avLst/>
                      <a:gdLst>
                        <a:gd name="connsiteX0" fmla="*/ 462 w 2072"/>
                        <a:gd name="connsiteY0" fmla="*/ 1902 h 2072"/>
                        <a:gd name="connsiteX1" fmla="*/ 174 w 2072"/>
                        <a:gd name="connsiteY1" fmla="*/ 460 h 2072"/>
                        <a:gd name="connsiteX2" fmla="*/ 1610 w 2072"/>
                        <a:gd name="connsiteY2" fmla="*/ 174 h 2072"/>
                        <a:gd name="connsiteX3" fmla="*/ 1899 w 2072"/>
                        <a:gd name="connsiteY3" fmla="*/ 1601 h 2072"/>
                        <a:gd name="connsiteX4" fmla="*/ 462 w 2072"/>
                        <a:gd name="connsiteY4" fmla="*/ 1902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2">
                          <a:moveTo>
                            <a:pt x="462" y="1902"/>
                          </a:moveTo>
                          <a:cubicBezTo>
                            <a:pt x="-15" y="1570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2"/>
                            <a:pt x="2216" y="1126"/>
                            <a:pt x="1899" y="1601"/>
                          </a:cubicBezTo>
                          <a:cubicBezTo>
                            <a:pt x="1582" y="2077"/>
                            <a:pt x="938" y="2220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35" name="Freeform: Shape 1634">
                      <a:extLst>
                        <a:ext uri="{FF2B5EF4-FFF2-40B4-BE49-F238E27FC236}">
                          <a16:creationId xmlns:a16="http://schemas.microsoft.com/office/drawing/2014/main" id="{E09AE5B7-6F75-F28C-9BE6-6A455B0F7F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7437" y="4891938"/>
                      <a:ext cx="2072" cy="2061"/>
                    </a:xfrm>
                    <a:custGeom>
                      <a:avLst/>
                      <a:gdLst>
                        <a:gd name="connsiteX0" fmla="*/ 462 w 2072"/>
                        <a:gd name="connsiteY0" fmla="*/ 1887 h 2061"/>
                        <a:gd name="connsiteX1" fmla="*/ 174 w 2072"/>
                        <a:gd name="connsiteY1" fmla="*/ 460 h 2061"/>
                        <a:gd name="connsiteX2" fmla="*/ 1610 w 2072"/>
                        <a:gd name="connsiteY2" fmla="*/ 175 h 2061"/>
                        <a:gd name="connsiteX3" fmla="*/ 1899 w 2072"/>
                        <a:gd name="connsiteY3" fmla="*/ 1601 h 2061"/>
                        <a:gd name="connsiteX4" fmla="*/ 462 w 2072"/>
                        <a:gd name="connsiteY4" fmla="*/ 1887 h 20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1">
                          <a:moveTo>
                            <a:pt x="462" y="1887"/>
                          </a:moveTo>
                          <a:cubicBezTo>
                            <a:pt x="-15" y="1570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5"/>
                          </a:cubicBezTo>
                          <a:cubicBezTo>
                            <a:pt x="2087" y="492"/>
                            <a:pt x="2216" y="1126"/>
                            <a:pt x="1899" y="1601"/>
                          </a:cubicBezTo>
                          <a:cubicBezTo>
                            <a:pt x="1583" y="2077"/>
                            <a:pt x="940" y="2204"/>
                            <a:pt x="462" y="188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36" name="Freeform: Shape 1635">
                      <a:extLst>
                        <a:ext uri="{FF2B5EF4-FFF2-40B4-BE49-F238E27FC236}">
                          <a16:creationId xmlns:a16="http://schemas.microsoft.com/office/drawing/2014/main" id="{ABD6A317-6CBF-A42B-E7D7-0B0DC66BB3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8616" y="4888229"/>
                      <a:ext cx="2072" cy="2076"/>
                    </a:xfrm>
                    <a:custGeom>
                      <a:avLst/>
                      <a:gdLst>
                        <a:gd name="connsiteX0" fmla="*/ 462 w 2072"/>
                        <a:gd name="connsiteY0" fmla="*/ 1902 h 2076"/>
                        <a:gd name="connsiteX1" fmla="*/ 174 w 2072"/>
                        <a:gd name="connsiteY1" fmla="*/ 475 h 2076"/>
                        <a:gd name="connsiteX2" fmla="*/ 1610 w 2072"/>
                        <a:gd name="connsiteY2" fmla="*/ 174 h 2076"/>
                        <a:gd name="connsiteX3" fmla="*/ 1899 w 2072"/>
                        <a:gd name="connsiteY3" fmla="*/ 1616 h 2076"/>
                        <a:gd name="connsiteX4" fmla="*/ 462 w 2072"/>
                        <a:gd name="connsiteY4" fmla="*/ 1902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462" y="1902"/>
                          </a:moveTo>
                          <a:cubicBezTo>
                            <a:pt x="-15" y="1584"/>
                            <a:pt x="-143" y="951"/>
                            <a:pt x="174" y="475"/>
                          </a:cubicBezTo>
                          <a:cubicBezTo>
                            <a:pt x="491" y="-17"/>
                            <a:pt x="1135" y="-143"/>
                            <a:pt x="1610" y="174"/>
                          </a:cubicBezTo>
                          <a:cubicBezTo>
                            <a:pt x="2087" y="491"/>
                            <a:pt x="2216" y="1141"/>
                            <a:pt x="1899" y="1616"/>
                          </a:cubicBezTo>
                          <a:cubicBezTo>
                            <a:pt x="1583" y="2092"/>
                            <a:pt x="940" y="2219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37" name="Freeform: Shape 1636">
                      <a:extLst>
                        <a:ext uri="{FF2B5EF4-FFF2-40B4-BE49-F238E27FC236}">
                          <a16:creationId xmlns:a16="http://schemas.microsoft.com/office/drawing/2014/main" id="{221607EA-D551-6608-B835-C2B7E2FDFC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360" y="4898454"/>
                      <a:ext cx="2072" cy="2061"/>
                    </a:xfrm>
                    <a:custGeom>
                      <a:avLst/>
                      <a:gdLst>
                        <a:gd name="connsiteX0" fmla="*/ 462 w 2072"/>
                        <a:gd name="connsiteY0" fmla="*/ 1887 h 2061"/>
                        <a:gd name="connsiteX1" fmla="*/ 174 w 2072"/>
                        <a:gd name="connsiteY1" fmla="*/ 460 h 2061"/>
                        <a:gd name="connsiteX2" fmla="*/ 1610 w 2072"/>
                        <a:gd name="connsiteY2" fmla="*/ 174 h 2061"/>
                        <a:gd name="connsiteX3" fmla="*/ 1899 w 2072"/>
                        <a:gd name="connsiteY3" fmla="*/ 1601 h 2061"/>
                        <a:gd name="connsiteX4" fmla="*/ 462 w 2072"/>
                        <a:gd name="connsiteY4" fmla="*/ 1887 h 20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1">
                          <a:moveTo>
                            <a:pt x="462" y="1887"/>
                          </a:moveTo>
                          <a:cubicBezTo>
                            <a:pt x="-15" y="1570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1"/>
                            <a:pt x="2216" y="1126"/>
                            <a:pt x="1899" y="1601"/>
                          </a:cubicBezTo>
                          <a:cubicBezTo>
                            <a:pt x="1583" y="2077"/>
                            <a:pt x="940" y="2204"/>
                            <a:pt x="462" y="188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38" name="Freeform: Shape 1637">
                      <a:extLst>
                        <a:ext uri="{FF2B5EF4-FFF2-40B4-BE49-F238E27FC236}">
                          <a16:creationId xmlns:a16="http://schemas.microsoft.com/office/drawing/2014/main" id="{C19BB0E7-2DD8-8F9F-397B-E1311931CF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543" y="4884797"/>
                      <a:ext cx="2072" cy="2068"/>
                    </a:xfrm>
                    <a:custGeom>
                      <a:avLst/>
                      <a:gdLst>
                        <a:gd name="connsiteX0" fmla="*/ 462 w 2072"/>
                        <a:gd name="connsiteY0" fmla="*/ 1894 h 2068"/>
                        <a:gd name="connsiteX1" fmla="*/ 174 w 2072"/>
                        <a:gd name="connsiteY1" fmla="*/ 467 h 2068"/>
                        <a:gd name="connsiteX2" fmla="*/ 1610 w 2072"/>
                        <a:gd name="connsiteY2" fmla="*/ 181 h 2068"/>
                        <a:gd name="connsiteX3" fmla="*/ 1899 w 2072"/>
                        <a:gd name="connsiteY3" fmla="*/ 1608 h 2068"/>
                        <a:gd name="connsiteX4" fmla="*/ 462 w 2072"/>
                        <a:gd name="connsiteY4" fmla="*/ 1894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8">
                          <a:moveTo>
                            <a:pt x="462" y="1894"/>
                          </a:moveTo>
                          <a:cubicBezTo>
                            <a:pt x="-15" y="1577"/>
                            <a:pt x="-143" y="942"/>
                            <a:pt x="174" y="467"/>
                          </a:cubicBezTo>
                          <a:cubicBezTo>
                            <a:pt x="491" y="-9"/>
                            <a:pt x="1135" y="-151"/>
                            <a:pt x="1610" y="181"/>
                          </a:cubicBezTo>
                          <a:cubicBezTo>
                            <a:pt x="2087" y="483"/>
                            <a:pt x="2216" y="1133"/>
                            <a:pt x="1899" y="1608"/>
                          </a:cubicBezTo>
                          <a:cubicBezTo>
                            <a:pt x="1582" y="2084"/>
                            <a:pt x="938" y="2211"/>
                            <a:pt x="462" y="1894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39" name="Freeform: Shape 1638">
                      <a:extLst>
                        <a:ext uri="{FF2B5EF4-FFF2-40B4-BE49-F238E27FC236}">
                          <a16:creationId xmlns:a16="http://schemas.microsoft.com/office/drawing/2014/main" id="{91E02C83-1B4A-960C-920D-51D3D8272D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2784" y="4894242"/>
                      <a:ext cx="2072" cy="2072"/>
                    </a:xfrm>
                    <a:custGeom>
                      <a:avLst/>
                      <a:gdLst>
                        <a:gd name="connsiteX0" fmla="*/ 462 w 2072"/>
                        <a:gd name="connsiteY0" fmla="*/ 1898 h 2072"/>
                        <a:gd name="connsiteX1" fmla="*/ 174 w 2072"/>
                        <a:gd name="connsiteY1" fmla="*/ 471 h 2072"/>
                        <a:gd name="connsiteX2" fmla="*/ 1610 w 2072"/>
                        <a:gd name="connsiteY2" fmla="*/ 170 h 2072"/>
                        <a:gd name="connsiteX3" fmla="*/ 1899 w 2072"/>
                        <a:gd name="connsiteY3" fmla="*/ 1612 h 2072"/>
                        <a:gd name="connsiteX4" fmla="*/ 462 w 2072"/>
                        <a:gd name="connsiteY4" fmla="*/ 1898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2">
                          <a:moveTo>
                            <a:pt x="462" y="1898"/>
                          </a:moveTo>
                          <a:cubicBezTo>
                            <a:pt x="-15" y="1581"/>
                            <a:pt x="-143" y="946"/>
                            <a:pt x="174" y="471"/>
                          </a:cubicBezTo>
                          <a:cubicBezTo>
                            <a:pt x="491" y="-5"/>
                            <a:pt x="1135" y="-147"/>
                            <a:pt x="1610" y="170"/>
                          </a:cubicBezTo>
                          <a:cubicBezTo>
                            <a:pt x="2087" y="487"/>
                            <a:pt x="2216" y="1137"/>
                            <a:pt x="1899" y="1612"/>
                          </a:cubicBezTo>
                          <a:cubicBezTo>
                            <a:pt x="1583" y="2088"/>
                            <a:pt x="940" y="2215"/>
                            <a:pt x="462" y="189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40" name="Freeform: Shape 1639">
                      <a:extLst>
                        <a:ext uri="{FF2B5EF4-FFF2-40B4-BE49-F238E27FC236}">
                          <a16:creationId xmlns:a16="http://schemas.microsoft.com/office/drawing/2014/main" id="{8620E50F-3602-D643-C227-A488821151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620" y="4887013"/>
                      <a:ext cx="2072" cy="2072"/>
                    </a:xfrm>
                    <a:custGeom>
                      <a:avLst/>
                      <a:gdLst>
                        <a:gd name="connsiteX0" fmla="*/ 462 w 2072"/>
                        <a:gd name="connsiteY0" fmla="*/ 1898 h 2072"/>
                        <a:gd name="connsiteX1" fmla="*/ 174 w 2072"/>
                        <a:gd name="connsiteY1" fmla="*/ 471 h 2072"/>
                        <a:gd name="connsiteX2" fmla="*/ 1610 w 2072"/>
                        <a:gd name="connsiteY2" fmla="*/ 170 h 2072"/>
                        <a:gd name="connsiteX3" fmla="*/ 1899 w 2072"/>
                        <a:gd name="connsiteY3" fmla="*/ 1612 h 2072"/>
                        <a:gd name="connsiteX4" fmla="*/ 462 w 2072"/>
                        <a:gd name="connsiteY4" fmla="*/ 1898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2">
                          <a:moveTo>
                            <a:pt x="462" y="1898"/>
                          </a:moveTo>
                          <a:cubicBezTo>
                            <a:pt x="-15" y="1581"/>
                            <a:pt x="-143" y="946"/>
                            <a:pt x="174" y="471"/>
                          </a:cubicBezTo>
                          <a:cubicBezTo>
                            <a:pt x="491" y="-5"/>
                            <a:pt x="1135" y="-148"/>
                            <a:pt x="1610" y="170"/>
                          </a:cubicBezTo>
                          <a:cubicBezTo>
                            <a:pt x="2087" y="487"/>
                            <a:pt x="2216" y="1137"/>
                            <a:pt x="1899" y="1612"/>
                          </a:cubicBezTo>
                          <a:cubicBezTo>
                            <a:pt x="1582" y="2088"/>
                            <a:pt x="940" y="2215"/>
                            <a:pt x="462" y="189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41" name="Freeform: Shape 1640">
                      <a:extLst>
                        <a:ext uri="{FF2B5EF4-FFF2-40B4-BE49-F238E27FC236}">
                          <a16:creationId xmlns:a16="http://schemas.microsoft.com/office/drawing/2014/main" id="{E6124B92-D3A6-5DFF-463C-9DCF5FD410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878" y="4876735"/>
                      <a:ext cx="2072" cy="2076"/>
                    </a:xfrm>
                    <a:custGeom>
                      <a:avLst/>
                      <a:gdLst>
                        <a:gd name="connsiteX0" fmla="*/ 462 w 2072"/>
                        <a:gd name="connsiteY0" fmla="*/ 1902 h 2076"/>
                        <a:gd name="connsiteX1" fmla="*/ 174 w 2072"/>
                        <a:gd name="connsiteY1" fmla="*/ 460 h 2076"/>
                        <a:gd name="connsiteX2" fmla="*/ 1610 w 2072"/>
                        <a:gd name="connsiteY2" fmla="*/ 175 h 2076"/>
                        <a:gd name="connsiteX3" fmla="*/ 1899 w 2072"/>
                        <a:gd name="connsiteY3" fmla="*/ 1601 h 2076"/>
                        <a:gd name="connsiteX4" fmla="*/ 462 w 2072"/>
                        <a:gd name="connsiteY4" fmla="*/ 1902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462" y="1902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5"/>
                          </a:cubicBezTo>
                          <a:cubicBezTo>
                            <a:pt x="2087" y="492"/>
                            <a:pt x="2216" y="1142"/>
                            <a:pt x="1899" y="1601"/>
                          </a:cubicBezTo>
                          <a:cubicBezTo>
                            <a:pt x="1583" y="2093"/>
                            <a:pt x="940" y="2219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42" name="Freeform: Shape 1641">
                      <a:extLst>
                        <a:ext uri="{FF2B5EF4-FFF2-40B4-BE49-F238E27FC236}">
                          <a16:creationId xmlns:a16="http://schemas.microsoft.com/office/drawing/2014/main" id="{130CD7FF-8D26-E6C1-0B5E-D9AB67400E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984" y="4874230"/>
                      <a:ext cx="2072" cy="2072"/>
                    </a:xfrm>
                    <a:custGeom>
                      <a:avLst/>
                      <a:gdLst>
                        <a:gd name="connsiteX0" fmla="*/ 462 w 2072"/>
                        <a:gd name="connsiteY0" fmla="*/ 1902 h 2072"/>
                        <a:gd name="connsiteX1" fmla="*/ 174 w 2072"/>
                        <a:gd name="connsiteY1" fmla="*/ 460 h 2072"/>
                        <a:gd name="connsiteX2" fmla="*/ 1610 w 2072"/>
                        <a:gd name="connsiteY2" fmla="*/ 174 h 2072"/>
                        <a:gd name="connsiteX3" fmla="*/ 1899 w 2072"/>
                        <a:gd name="connsiteY3" fmla="*/ 1601 h 2072"/>
                        <a:gd name="connsiteX4" fmla="*/ 462 w 2072"/>
                        <a:gd name="connsiteY4" fmla="*/ 1902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2">
                          <a:moveTo>
                            <a:pt x="462" y="1902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2"/>
                            <a:pt x="2216" y="1126"/>
                            <a:pt x="1899" y="1601"/>
                          </a:cubicBezTo>
                          <a:cubicBezTo>
                            <a:pt x="1582" y="2077"/>
                            <a:pt x="940" y="2220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43" name="Freeform: Shape 1642">
                      <a:extLst>
                        <a:ext uri="{FF2B5EF4-FFF2-40B4-BE49-F238E27FC236}">
                          <a16:creationId xmlns:a16="http://schemas.microsoft.com/office/drawing/2014/main" id="{308AF98C-7F4D-C4B6-213B-B38F265715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637" y="4871915"/>
                      <a:ext cx="2072" cy="2076"/>
                    </a:xfrm>
                    <a:custGeom>
                      <a:avLst/>
                      <a:gdLst>
                        <a:gd name="connsiteX0" fmla="*/ 462 w 2072"/>
                        <a:gd name="connsiteY0" fmla="*/ 1902 h 2076"/>
                        <a:gd name="connsiteX1" fmla="*/ 174 w 2072"/>
                        <a:gd name="connsiteY1" fmla="*/ 460 h 2076"/>
                        <a:gd name="connsiteX2" fmla="*/ 1610 w 2072"/>
                        <a:gd name="connsiteY2" fmla="*/ 175 h 2076"/>
                        <a:gd name="connsiteX3" fmla="*/ 1899 w 2072"/>
                        <a:gd name="connsiteY3" fmla="*/ 1617 h 2076"/>
                        <a:gd name="connsiteX4" fmla="*/ 462 w 2072"/>
                        <a:gd name="connsiteY4" fmla="*/ 1902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462" y="1902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5"/>
                          </a:cubicBezTo>
                          <a:cubicBezTo>
                            <a:pt x="2086" y="492"/>
                            <a:pt x="2216" y="1142"/>
                            <a:pt x="1899" y="1617"/>
                          </a:cubicBezTo>
                          <a:cubicBezTo>
                            <a:pt x="1583" y="2093"/>
                            <a:pt x="940" y="2220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44" name="Freeform: Shape 1643">
                      <a:extLst>
                        <a:ext uri="{FF2B5EF4-FFF2-40B4-BE49-F238E27FC236}">
                          <a16:creationId xmlns:a16="http://schemas.microsoft.com/office/drawing/2014/main" id="{0F0D0D79-B17E-671D-4B15-6C3BB6BB33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256" y="4883579"/>
                      <a:ext cx="2072" cy="2065"/>
                    </a:xfrm>
                    <a:custGeom>
                      <a:avLst/>
                      <a:gdLst>
                        <a:gd name="connsiteX0" fmla="*/ 462 w 2072"/>
                        <a:gd name="connsiteY0" fmla="*/ 1891 h 2065"/>
                        <a:gd name="connsiteX1" fmla="*/ 174 w 2072"/>
                        <a:gd name="connsiteY1" fmla="*/ 464 h 2065"/>
                        <a:gd name="connsiteX2" fmla="*/ 1610 w 2072"/>
                        <a:gd name="connsiteY2" fmla="*/ 163 h 2065"/>
                        <a:gd name="connsiteX3" fmla="*/ 1899 w 2072"/>
                        <a:gd name="connsiteY3" fmla="*/ 1605 h 2065"/>
                        <a:gd name="connsiteX4" fmla="*/ 462 w 2072"/>
                        <a:gd name="connsiteY4" fmla="*/ 1891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462" y="1891"/>
                          </a:moveTo>
                          <a:cubicBezTo>
                            <a:pt x="-15" y="1574"/>
                            <a:pt x="-143" y="939"/>
                            <a:pt x="174" y="464"/>
                          </a:cubicBezTo>
                          <a:cubicBezTo>
                            <a:pt x="491" y="-12"/>
                            <a:pt x="1135" y="-139"/>
                            <a:pt x="1610" y="163"/>
                          </a:cubicBezTo>
                          <a:cubicBezTo>
                            <a:pt x="2087" y="480"/>
                            <a:pt x="2216" y="1130"/>
                            <a:pt x="1899" y="1605"/>
                          </a:cubicBezTo>
                          <a:cubicBezTo>
                            <a:pt x="1583" y="2081"/>
                            <a:pt x="940" y="2208"/>
                            <a:pt x="462" y="1891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45" name="Freeform: Shape 1644">
                      <a:extLst>
                        <a:ext uri="{FF2B5EF4-FFF2-40B4-BE49-F238E27FC236}">
                          <a16:creationId xmlns:a16="http://schemas.microsoft.com/office/drawing/2014/main" id="{64760748-5CBB-E735-172D-4C233CCCF9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544" y="4867952"/>
                      <a:ext cx="2072" cy="2068"/>
                    </a:xfrm>
                    <a:custGeom>
                      <a:avLst/>
                      <a:gdLst>
                        <a:gd name="connsiteX0" fmla="*/ 462 w 2072"/>
                        <a:gd name="connsiteY0" fmla="*/ 1887 h 2068"/>
                        <a:gd name="connsiteX1" fmla="*/ 174 w 2072"/>
                        <a:gd name="connsiteY1" fmla="*/ 460 h 2068"/>
                        <a:gd name="connsiteX2" fmla="*/ 1610 w 2072"/>
                        <a:gd name="connsiteY2" fmla="*/ 175 h 2068"/>
                        <a:gd name="connsiteX3" fmla="*/ 1899 w 2072"/>
                        <a:gd name="connsiteY3" fmla="*/ 1601 h 2068"/>
                        <a:gd name="connsiteX4" fmla="*/ 462 w 2072"/>
                        <a:gd name="connsiteY4" fmla="*/ 1887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8">
                          <a:moveTo>
                            <a:pt x="462" y="1887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5"/>
                          </a:cubicBezTo>
                          <a:cubicBezTo>
                            <a:pt x="2087" y="492"/>
                            <a:pt x="2216" y="1126"/>
                            <a:pt x="1899" y="1601"/>
                          </a:cubicBezTo>
                          <a:cubicBezTo>
                            <a:pt x="1582" y="2077"/>
                            <a:pt x="938" y="2220"/>
                            <a:pt x="462" y="188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46" name="Freeform: Shape 1645">
                      <a:extLst>
                        <a:ext uri="{FF2B5EF4-FFF2-40B4-BE49-F238E27FC236}">
                          <a16:creationId xmlns:a16="http://schemas.microsoft.com/office/drawing/2014/main" id="{3F7295DC-D567-2811-CFF2-B871E9C3E3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332" y="4876545"/>
                      <a:ext cx="2072" cy="2061"/>
                    </a:xfrm>
                    <a:custGeom>
                      <a:avLst/>
                      <a:gdLst>
                        <a:gd name="connsiteX0" fmla="*/ 462 w 2072"/>
                        <a:gd name="connsiteY0" fmla="*/ 1887 h 2061"/>
                        <a:gd name="connsiteX1" fmla="*/ 174 w 2072"/>
                        <a:gd name="connsiteY1" fmla="*/ 460 h 2061"/>
                        <a:gd name="connsiteX2" fmla="*/ 1610 w 2072"/>
                        <a:gd name="connsiteY2" fmla="*/ 175 h 2061"/>
                        <a:gd name="connsiteX3" fmla="*/ 1899 w 2072"/>
                        <a:gd name="connsiteY3" fmla="*/ 1601 h 2061"/>
                        <a:gd name="connsiteX4" fmla="*/ 462 w 2072"/>
                        <a:gd name="connsiteY4" fmla="*/ 1887 h 20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1">
                          <a:moveTo>
                            <a:pt x="462" y="1887"/>
                          </a:moveTo>
                          <a:cubicBezTo>
                            <a:pt x="-15" y="1569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5"/>
                          </a:cubicBezTo>
                          <a:cubicBezTo>
                            <a:pt x="2087" y="492"/>
                            <a:pt x="2216" y="1126"/>
                            <a:pt x="1899" y="1601"/>
                          </a:cubicBezTo>
                          <a:cubicBezTo>
                            <a:pt x="1582" y="2077"/>
                            <a:pt x="940" y="2204"/>
                            <a:pt x="462" y="188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47" name="Freeform: Shape 1646">
                      <a:extLst>
                        <a:ext uri="{FF2B5EF4-FFF2-40B4-BE49-F238E27FC236}">
                          <a16:creationId xmlns:a16="http://schemas.microsoft.com/office/drawing/2014/main" id="{28BCFF56-BCB5-7E7B-EC87-1D01B90637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167" y="4869315"/>
                      <a:ext cx="2072" cy="2061"/>
                    </a:xfrm>
                    <a:custGeom>
                      <a:avLst/>
                      <a:gdLst>
                        <a:gd name="connsiteX0" fmla="*/ 462 w 2072"/>
                        <a:gd name="connsiteY0" fmla="*/ 1887 h 2061"/>
                        <a:gd name="connsiteX1" fmla="*/ 174 w 2072"/>
                        <a:gd name="connsiteY1" fmla="*/ 460 h 2061"/>
                        <a:gd name="connsiteX2" fmla="*/ 1610 w 2072"/>
                        <a:gd name="connsiteY2" fmla="*/ 174 h 2061"/>
                        <a:gd name="connsiteX3" fmla="*/ 1899 w 2072"/>
                        <a:gd name="connsiteY3" fmla="*/ 1601 h 2061"/>
                        <a:gd name="connsiteX4" fmla="*/ 462 w 2072"/>
                        <a:gd name="connsiteY4" fmla="*/ 1887 h 20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1">
                          <a:moveTo>
                            <a:pt x="462" y="1887"/>
                          </a:moveTo>
                          <a:cubicBezTo>
                            <a:pt x="-15" y="1570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1"/>
                            <a:pt x="2216" y="1126"/>
                            <a:pt x="1899" y="1601"/>
                          </a:cubicBezTo>
                          <a:cubicBezTo>
                            <a:pt x="1582" y="2077"/>
                            <a:pt x="938" y="2204"/>
                            <a:pt x="462" y="188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48" name="Freeform: Shape 1647">
                      <a:extLst>
                        <a:ext uri="{FF2B5EF4-FFF2-40B4-BE49-F238E27FC236}">
                          <a16:creationId xmlns:a16="http://schemas.microsoft.com/office/drawing/2014/main" id="{65E6B89B-B2BC-C201-323E-33CDBA95E4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0075" y="4880920"/>
                      <a:ext cx="2072" cy="2076"/>
                    </a:xfrm>
                    <a:custGeom>
                      <a:avLst/>
                      <a:gdLst>
                        <a:gd name="connsiteX0" fmla="*/ 462 w 2072"/>
                        <a:gd name="connsiteY0" fmla="*/ 1903 h 2076"/>
                        <a:gd name="connsiteX1" fmla="*/ 174 w 2072"/>
                        <a:gd name="connsiteY1" fmla="*/ 460 h 2076"/>
                        <a:gd name="connsiteX2" fmla="*/ 1610 w 2072"/>
                        <a:gd name="connsiteY2" fmla="*/ 174 h 2076"/>
                        <a:gd name="connsiteX3" fmla="*/ 1899 w 2072"/>
                        <a:gd name="connsiteY3" fmla="*/ 1617 h 2076"/>
                        <a:gd name="connsiteX4" fmla="*/ 462 w 2072"/>
                        <a:gd name="connsiteY4" fmla="*/ 1903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462" y="1903"/>
                          </a:moveTo>
                          <a:cubicBezTo>
                            <a:pt x="-15" y="1585"/>
                            <a:pt x="-143" y="936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2"/>
                            <a:pt x="2216" y="1142"/>
                            <a:pt x="1899" y="1617"/>
                          </a:cubicBezTo>
                          <a:cubicBezTo>
                            <a:pt x="1583" y="2093"/>
                            <a:pt x="940" y="2220"/>
                            <a:pt x="462" y="190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49" name="Freeform: Shape 1648">
                      <a:extLst>
                        <a:ext uri="{FF2B5EF4-FFF2-40B4-BE49-F238E27FC236}">
                          <a16:creationId xmlns:a16="http://schemas.microsoft.com/office/drawing/2014/main" id="{BF0CB0D7-9133-8785-D0DA-1386F5C986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713" y="4872137"/>
                      <a:ext cx="2072" cy="2076"/>
                    </a:xfrm>
                    <a:custGeom>
                      <a:avLst/>
                      <a:gdLst>
                        <a:gd name="connsiteX0" fmla="*/ 462 w 2072"/>
                        <a:gd name="connsiteY0" fmla="*/ 1902 h 2076"/>
                        <a:gd name="connsiteX1" fmla="*/ 174 w 2072"/>
                        <a:gd name="connsiteY1" fmla="*/ 460 h 2076"/>
                        <a:gd name="connsiteX2" fmla="*/ 1610 w 2072"/>
                        <a:gd name="connsiteY2" fmla="*/ 175 h 2076"/>
                        <a:gd name="connsiteX3" fmla="*/ 1899 w 2072"/>
                        <a:gd name="connsiteY3" fmla="*/ 1617 h 2076"/>
                        <a:gd name="connsiteX4" fmla="*/ 462 w 2072"/>
                        <a:gd name="connsiteY4" fmla="*/ 1902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462" y="1902"/>
                          </a:moveTo>
                          <a:cubicBezTo>
                            <a:pt x="-15" y="1585"/>
                            <a:pt x="-143" y="951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5"/>
                          </a:cubicBezTo>
                          <a:cubicBezTo>
                            <a:pt x="2087" y="492"/>
                            <a:pt x="2216" y="1142"/>
                            <a:pt x="1899" y="1617"/>
                          </a:cubicBezTo>
                          <a:cubicBezTo>
                            <a:pt x="1582" y="2093"/>
                            <a:pt x="938" y="2219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0" name="Freeform: Shape 1649">
                      <a:extLst>
                        <a:ext uri="{FF2B5EF4-FFF2-40B4-BE49-F238E27FC236}">
                          <a16:creationId xmlns:a16="http://schemas.microsoft.com/office/drawing/2014/main" id="{9EA0FF1F-C1A2-6AD4-9297-1A7F4966A0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8450" y="4863149"/>
                      <a:ext cx="2072" cy="2072"/>
                    </a:xfrm>
                    <a:custGeom>
                      <a:avLst/>
                      <a:gdLst>
                        <a:gd name="connsiteX0" fmla="*/ 462 w 2072"/>
                        <a:gd name="connsiteY0" fmla="*/ 1902 h 2072"/>
                        <a:gd name="connsiteX1" fmla="*/ 174 w 2072"/>
                        <a:gd name="connsiteY1" fmla="*/ 460 h 2072"/>
                        <a:gd name="connsiteX2" fmla="*/ 1610 w 2072"/>
                        <a:gd name="connsiteY2" fmla="*/ 174 h 2072"/>
                        <a:gd name="connsiteX3" fmla="*/ 1899 w 2072"/>
                        <a:gd name="connsiteY3" fmla="*/ 1617 h 2072"/>
                        <a:gd name="connsiteX4" fmla="*/ 462 w 2072"/>
                        <a:gd name="connsiteY4" fmla="*/ 1902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2">
                          <a:moveTo>
                            <a:pt x="462" y="1902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2"/>
                            <a:pt x="2216" y="1126"/>
                            <a:pt x="1899" y="1617"/>
                          </a:cubicBezTo>
                          <a:cubicBezTo>
                            <a:pt x="1583" y="2077"/>
                            <a:pt x="940" y="2220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1" name="Freeform: Shape 1650">
                      <a:extLst>
                        <a:ext uri="{FF2B5EF4-FFF2-40B4-BE49-F238E27FC236}">
                          <a16:creationId xmlns:a16="http://schemas.microsoft.com/office/drawing/2014/main" id="{C1B296D5-9020-7C40-F976-15E6099762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4636" y="4878658"/>
                      <a:ext cx="2072" cy="2072"/>
                    </a:xfrm>
                    <a:custGeom>
                      <a:avLst/>
                      <a:gdLst>
                        <a:gd name="connsiteX0" fmla="*/ 462 w 2072"/>
                        <a:gd name="connsiteY0" fmla="*/ 1898 h 2072"/>
                        <a:gd name="connsiteX1" fmla="*/ 174 w 2072"/>
                        <a:gd name="connsiteY1" fmla="*/ 471 h 2072"/>
                        <a:gd name="connsiteX2" fmla="*/ 1610 w 2072"/>
                        <a:gd name="connsiteY2" fmla="*/ 170 h 2072"/>
                        <a:gd name="connsiteX3" fmla="*/ 1899 w 2072"/>
                        <a:gd name="connsiteY3" fmla="*/ 1612 h 2072"/>
                        <a:gd name="connsiteX4" fmla="*/ 462 w 2072"/>
                        <a:gd name="connsiteY4" fmla="*/ 1898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2">
                          <a:moveTo>
                            <a:pt x="462" y="1898"/>
                          </a:moveTo>
                          <a:cubicBezTo>
                            <a:pt x="-15" y="1581"/>
                            <a:pt x="-143" y="946"/>
                            <a:pt x="174" y="471"/>
                          </a:cubicBezTo>
                          <a:cubicBezTo>
                            <a:pt x="491" y="-5"/>
                            <a:pt x="1135" y="-148"/>
                            <a:pt x="1610" y="170"/>
                          </a:cubicBezTo>
                          <a:cubicBezTo>
                            <a:pt x="2087" y="487"/>
                            <a:pt x="2216" y="1137"/>
                            <a:pt x="1899" y="1612"/>
                          </a:cubicBezTo>
                          <a:cubicBezTo>
                            <a:pt x="1582" y="2088"/>
                            <a:pt x="940" y="2215"/>
                            <a:pt x="462" y="1898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2" name="Freeform: Shape 1651">
                      <a:extLst>
                        <a:ext uri="{FF2B5EF4-FFF2-40B4-BE49-F238E27FC236}">
                          <a16:creationId xmlns:a16="http://schemas.microsoft.com/office/drawing/2014/main" id="{9EA38EFA-B177-6C72-0F33-DC0B5B2092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218" y="4873058"/>
                      <a:ext cx="2072" cy="2076"/>
                    </a:xfrm>
                    <a:custGeom>
                      <a:avLst/>
                      <a:gdLst>
                        <a:gd name="connsiteX0" fmla="*/ 462 w 2072"/>
                        <a:gd name="connsiteY0" fmla="*/ 1902 h 2076"/>
                        <a:gd name="connsiteX1" fmla="*/ 174 w 2072"/>
                        <a:gd name="connsiteY1" fmla="*/ 475 h 2076"/>
                        <a:gd name="connsiteX2" fmla="*/ 1610 w 2072"/>
                        <a:gd name="connsiteY2" fmla="*/ 174 h 2076"/>
                        <a:gd name="connsiteX3" fmla="*/ 1899 w 2072"/>
                        <a:gd name="connsiteY3" fmla="*/ 1616 h 2076"/>
                        <a:gd name="connsiteX4" fmla="*/ 462 w 2072"/>
                        <a:gd name="connsiteY4" fmla="*/ 1902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462" y="1902"/>
                          </a:moveTo>
                          <a:cubicBezTo>
                            <a:pt x="-15" y="1585"/>
                            <a:pt x="-143" y="935"/>
                            <a:pt x="174" y="475"/>
                          </a:cubicBezTo>
                          <a:cubicBezTo>
                            <a:pt x="491" y="-17"/>
                            <a:pt x="1135" y="-143"/>
                            <a:pt x="1610" y="174"/>
                          </a:cubicBezTo>
                          <a:cubicBezTo>
                            <a:pt x="2087" y="491"/>
                            <a:pt x="2216" y="1141"/>
                            <a:pt x="1899" y="1616"/>
                          </a:cubicBezTo>
                          <a:cubicBezTo>
                            <a:pt x="1583" y="2092"/>
                            <a:pt x="940" y="2219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3" name="Freeform: Shape 1652">
                      <a:extLst>
                        <a:ext uri="{FF2B5EF4-FFF2-40B4-BE49-F238E27FC236}">
                          <a16:creationId xmlns:a16="http://schemas.microsoft.com/office/drawing/2014/main" id="{509261E1-4CCB-FA09-8DC5-9964ED3692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061" y="4874452"/>
                      <a:ext cx="2072" cy="2076"/>
                    </a:xfrm>
                    <a:custGeom>
                      <a:avLst/>
                      <a:gdLst>
                        <a:gd name="connsiteX0" fmla="*/ 462 w 2072"/>
                        <a:gd name="connsiteY0" fmla="*/ 1902 h 2076"/>
                        <a:gd name="connsiteX1" fmla="*/ 174 w 2072"/>
                        <a:gd name="connsiteY1" fmla="*/ 460 h 2076"/>
                        <a:gd name="connsiteX2" fmla="*/ 1610 w 2072"/>
                        <a:gd name="connsiteY2" fmla="*/ 174 h 2076"/>
                        <a:gd name="connsiteX3" fmla="*/ 1899 w 2072"/>
                        <a:gd name="connsiteY3" fmla="*/ 1617 h 2076"/>
                        <a:gd name="connsiteX4" fmla="*/ 462 w 2072"/>
                        <a:gd name="connsiteY4" fmla="*/ 1902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462" y="1902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1"/>
                            <a:pt x="2216" y="1141"/>
                            <a:pt x="1899" y="1617"/>
                          </a:cubicBezTo>
                          <a:cubicBezTo>
                            <a:pt x="1582" y="2093"/>
                            <a:pt x="938" y="2220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4" name="Freeform: Shape 1653">
                      <a:extLst>
                        <a:ext uri="{FF2B5EF4-FFF2-40B4-BE49-F238E27FC236}">
                          <a16:creationId xmlns:a16="http://schemas.microsoft.com/office/drawing/2014/main" id="{EC6B3F99-74FF-86CC-AA8D-579D69AE16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6093" y="4875086"/>
                      <a:ext cx="2072" cy="2068"/>
                    </a:xfrm>
                    <a:custGeom>
                      <a:avLst/>
                      <a:gdLst>
                        <a:gd name="connsiteX0" fmla="*/ 462 w 2072"/>
                        <a:gd name="connsiteY0" fmla="*/ 1887 h 2068"/>
                        <a:gd name="connsiteX1" fmla="*/ 174 w 2072"/>
                        <a:gd name="connsiteY1" fmla="*/ 460 h 2068"/>
                        <a:gd name="connsiteX2" fmla="*/ 1610 w 2072"/>
                        <a:gd name="connsiteY2" fmla="*/ 175 h 2068"/>
                        <a:gd name="connsiteX3" fmla="*/ 1899 w 2072"/>
                        <a:gd name="connsiteY3" fmla="*/ 1601 h 2068"/>
                        <a:gd name="connsiteX4" fmla="*/ 462 w 2072"/>
                        <a:gd name="connsiteY4" fmla="*/ 1887 h 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8">
                          <a:moveTo>
                            <a:pt x="462" y="1887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5"/>
                          </a:cubicBezTo>
                          <a:cubicBezTo>
                            <a:pt x="2087" y="492"/>
                            <a:pt x="2216" y="1126"/>
                            <a:pt x="1899" y="1601"/>
                          </a:cubicBezTo>
                          <a:cubicBezTo>
                            <a:pt x="1583" y="2077"/>
                            <a:pt x="940" y="2220"/>
                            <a:pt x="462" y="188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5" name="Freeform: Shape 1654">
                      <a:extLst>
                        <a:ext uri="{FF2B5EF4-FFF2-40B4-BE49-F238E27FC236}">
                          <a16:creationId xmlns:a16="http://schemas.microsoft.com/office/drawing/2014/main" id="{33771405-EC45-212B-9350-6DFBDF4AB2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972" y="4909535"/>
                      <a:ext cx="2072" cy="2076"/>
                    </a:xfrm>
                    <a:custGeom>
                      <a:avLst/>
                      <a:gdLst>
                        <a:gd name="connsiteX0" fmla="*/ 462 w 2072"/>
                        <a:gd name="connsiteY0" fmla="*/ 1902 h 2076"/>
                        <a:gd name="connsiteX1" fmla="*/ 174 w 2072"/>
                        <a:gd name="connsiteY1" fmla="*/ 460 h 2076"/>
                        <a:gd name="connsiteX2" fmla="*/ 1610 w 2072"/>
                        <a:gd name="connsiteY2" fmla="*/ 174 h 2076"/>
                        <a:gd name="connsiteX3" fmla="*/ 1899 w 2072"/>
                        <a:gd name="connsiteY3" fmla="*/ 1617 h 2076"/>
                        <a:gd name="connsiteX4" fmla="*/ 462 w 2072"/>
                        <a:gd name="connsiteY4" fmla="*/ 1902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462" y="1902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1"/>
                            <a:pt x="2216" y="1141"/>
                            <a:pt x="1899" y="1617"/>
                          </a:cubicBezTo>
                          <a:cubicBezTo>
                            <a:pt x="1582" y="2093"/>
                            <a:pt x="940" y="2220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6" name="Freeform: Shape 1655">
                      <a:extLst>
                        <a:ext uri="{FF2B5EF4-FFF2-40B4-BE49-F238E27FC236}">
                          <a16:creationId xmlns:a16="http://schemas.microsoft.com/office/drawing/2014/main" id="{FC4E05D4-FF9E-6C34-16DE-4BCC8357E1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7570" y="4916590"/>
                      <a:ext cx="2072" cy="2072"/>
                    </a:xfrm>
                    <a:custGeom>
                      <a:avLst/>
                      <a:gdLst>
                        <a:gd name="connsiteX0" fmla="*/ 462 w 2072"/>
                        <a:gd name="connsiteY0" fmla="*/ 1903 h 2072"/>
                        <a:gd name="connsiteX1" fmla="*/ 174 w 2072"/>
                        <a:gd name="connsiteY1" fmla="*/ 460 h 2072"/>
                        <a:gd name="connsiteX2" fmla="*/ 1610 w 2072"/>
                        <a:gd name="connsiteY2" fmla="*/ 174 h 2072"/>
                        <a:gd name="connsiteX3" fmla="*/ 1899 w 2072"/>
                        <a:gd name="connsiteY3" fmla="*/ 1601 h 2072"/>
                        <a:gd name="connsiteX4" fmla="*/ 462 w 2072"/>
                        <a:gd name="connsiteY4" fmla="*/ 1903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2">
                          <a:moveTo>
                            <a:pt x="462" y="1903"/>
                          </a:moveTo>
                          <a:cubicBezTo>
                            <a:pt x="-15" y="1585"/>
                            <a:pt x="-143" y="936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2"/>
                            <a:pt x="2216" y="1126"/>
                            <a:pt x="1899" y="1601"/>
                          </a:cubicBezTo>
                          <a:cubicBezTo>
                            <a:pt x="1582" y="2077"/>
                            <a:pt x="940" y="2220"/>
                            <a:pt x="462" y="190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7" name="Freeform: Shape 1656">
                      <a:extLst>
                        <a:ext uri="{FF2B5EF4-FFF2-40B4-BE49-F238E27FC236}">
                          <a16:creationId xmlns:a16="http://schemas.microsoft.com/office/drawing/2014/main" id="{53BEA496-471C-DC75-1CE4-2AC0D8D160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2576" y="4901751"/>
                      <a:ext cx="2072" cy="2072"/>
                    </a:xfrm>
                    <a:custGeom>
                      <a:avLst/>
                      <a:gdLst>
                        <a:gd name="connsiteX0" fmla="*/ 462 w 2072"/>
                        <a:gd name="connsiteY0" fmla="*/ 1903 h 2072"/>
                        <a:gd name="connsiteX1" fmla="*/ 174 w 2072"/>
                        <a:gd name="connsiteY1" fmla="*/ 460 h 2072"/>
                        <a:gd name="connsiteX2" fmla="*/ 1610 w 2072"/>
                        <a:gd name="connsiteY2" fmla="*/ 174 h 2072"/>
                        <a:gd name="connsiteX3" fmla="*/ 1899 w 2072"/>
                        <a:gd name="connsiteY3" fmla="*/ 1601 h 2072"/>
                        <a:gd name="connsiteX4" fmla="*/ 462 w 2072"/>
                        <a:gd name="connsiteY4" fmla="*/ 1903 h 20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2">
                          <a:moveTo>
                            <a:pt x="462" y="1903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2"/>
                            <a:pt x="2216" y="1126"/>
                            <a:pt x="1899" y="1601"/>
                          </a:cubicBezTo>
                          <a:cubicBezTo>
                            <a:pt x="1583" y="2077"/>
                            <a:pt x="940" y="2220"/>
                            <a:pt x="462" y="190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8" name="Freeform: Shape 1657">
                      <a:extLst>
                        <a:ext uri="{FF2B5EF4-FFF2-40B4-BE49-F238E27FC236}">
                          <a16:creationId xmlns:a16="http://schemas.microsoft.com/office/drawing/2014/main" id="{7336C302-D633-44C0-817E-83398ECBFB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0795" y="4916352"/>
                      <a:ext cx="2072" cy="2076"/>
                    </a:xfrm>
                    <a:custGeom>
                      <a:avLst/>
                      <a:gdLst>
                        <a:gd name="connsiteX0" fmla="*/ 462 w 2072"/>
                        <a:gd name="connsiteY0" fmla="*/ 1902 h 2076"/>
                        <a:gd name="connsiteX1" fmla="*/ 174 w 2072"/>
                        <a:gd name="connsiteY1" fmla="*/ 460 h 2076"/>
                        <a:gd name="connsiteX2" fmla="*/ 1610 w 2072"/>
                        <a:gd name="connsiteY2" fmla="*/ 175 h 2076"/>
                        <a:gd name="connsiteX3" fmla="*/ 1899 w 2072"/>
                        <a:gd name="connsiteY3" fmla="*/ 1617 h 2076"/>
                        <a:gd name="connsiteX4" fmla="*/ 462 w 2072"/>
                        <a:gd name="connsiteY4" fmla="*/ 1902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462" y="1902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5"/>
                          </a:cubicBezTo>
                          <a:cubicBezTo>
                            <a:pt x="2087" y="492"/>
                            <a:pt x="2216" y="1142"/>
                            <a:pt x="1899" y="1617"/>
                          </a:cubicBezTo>
                          <a:cubicBezTo>
                            <a:pt x="1583" y="2093"/>
                            <a:pt x="940" y="2219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9" name="Freeform: Shape 1658">
                      <a:extLst>
                        <a:ext uri="{FF2B5EF4-FFF2-40B4-BE49-F238E27FC236}">
                          <a16:creationId xmlns:a16="http://schemas.microsoft.com/office/drawing/2014/main" id="{48D42560-9FE6-DCE3-60A7-0148F4C3A7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676" y="4909456"/>
                      <a:ext cx="2072" cy="2065"/>
                    </a:xfrm>
                    <a:custGeom>
                      <a:avLst/>
                      <a:gdLst>
                        <a:gd name="connsiteX0" fmla="*/ 462 w 2072"/>
                        <a:gd name="connsiteY0" fmla="*/ 1903 h 2065"/>
                        <a:gd name="connsiteX1" fmla="*/ 174 w 2072"/>
                        <a:gd name="connsiteY1" fmla="*/ 460 h 2065"/>
                        <a:gd name="connsiteX2" fmla="*/ 1610 w 2072"/>
                        <a:gd name="connsiteY2" fmla="*/ 174 h 2065"/>
                        <a:gd name="connsiteX3" fmla="*/ 1899 w 2072"/>
                        <a:gd name="connsiteY3" fmla="*/ 1601 h 2065"/>
                        <a:gd name="connsiteX4" fmla="*/ 462 w 2072"/>
                        <a:gd name="connsiteY4" fmla="*/ 1903 h 2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5">
                          <a:moveTo>
                            <a:pt x="462" y="1903"/>
                          </a:moveTo>
                          <a:cubicBezTo>
                            <a:pt x="-15" y="1570"/>
                            <a:pt x="-143" y="936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2"/>
                            <a:pt x="2216" y="1126"/>
                            <a:pt x="1899" y="1601"/>
                          </a:cubicBezTo>
                          <a:cubicBezTo>
                            <a:pt x="1582" y="2077"/>
                            <a:pt x="938" y="2204"/>
                            <a:pt x="462" y="1903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0" name="Freeform: Shape 1659">
                      <a:extLst>
                        <a:ext uri="{FF2B5EF4-FFF2-40B4-BE49-F238E27FC236}">
                          <a16:creationId xmlns:a16="http://schemas.microsoft.com/office/drawing/2014/main" id="{B4103794-2A33-F82C-25AA-84597830FC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632" y="4922614"/>
                      <a:ext cx="2072" cy="2076"/>
                    </a:xfrm>
                    <a:custGeom>
                      <a:avLst/>
                      <a:gdLst>
                        <a:gd name="connsiteX0" fmla="*/ 462 w 2072"/>
                        <a:gd name="connsiteY0" fmla="*/ 1902 h 2076"/>
                        <a:gd name="connsiteX1" fmla="*/ 174 w 2072"/>
                        <a:gd name="connsiteY1" fmla="*/ 460 h 2076"/>
                        <a:gd name="connsiteX2" fmla="*/ 1610 w 2072"/>
                        <a:gd name="connsiteY2" fmla="*/ 174 h 2076"/>
                        <a:gd name="connsiteX3" fmla="*/ 1899 w 2072"/>
                        <a:gd name="connsiteY3" fmla="*/ 1617 h 2076"/>
                        <a:gd name="connsiteX4" fmla="*/ 462 w 2072"/>
                        <a:gd name="connsiteY4" fmla="*/ 1902 h 2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76">
                          <a:moveTo>
                            <a:pt x="462" y="1902"/>
                          </a:moveTo>
                          <a:cubicBezTo>
                            <a:pt x="-15" y="1585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1"/>
                            <a:pt x="2216" y="1126"/>
                            <a:pt x="1899" y="1617"/>
                          </a:cubicBezTo>
                          <a:cubicBezTo>
                            <a:pt x="1583" y="2093"/>
                            <a:pt x="940" y="2220"/>
                            <a:pt x="462" y="1902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1" name="Freeform: Shape 1660">
                      <a:extLst>
                        <a:ext uri="{FF2B5EF4-FFF2-40B4-BE49-F238E27FC236}">
                          <a16:creationId xmlns:a16="http://schemas.microsoft.com/office/drawing/2014/main" id="{F7160956-6865-F8D6-E2B9-0741E56200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753" y="4911675"/>
                      <a:ext cx="2072" cy="2061"/>
                    </a:xfrm>
                    <a:custGeom>
                      <a:avLst/>
                      <a:gdLst>
                        <a:gd name="connsiteX0" fmla="*/ 462 w 2072"/>
                        <a:gd name="connsiteY0" fmla="*/ 1887 h 2061"/>
                        <a:gd name="connsiteX1" fmla="*/ 174 w 2072"/>
                        <a:gd name="connsiteY1" fmla="*/ 460 h 2061"/>
                        <a:gd name="connsiteX2" fmla="*/ 1610 w 2072"/>
                        <a:gd name="connsiteY2" fmla="*/ 174 h 2061"/>
                        <a:gd name="connsiteX3" fmla="*/ 1899 w 2072"/>
                        <a:gd name="connsiteY3" fmla="*/ 1601 h 2061"/>
                        <a:gd name="connsiteX4" fmla="*/ 462 w 2072"/>
                        <a:gd name="connsiteY4" fmla="*/ 1887 h 20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072" h="2061">
                          <a:moveTo>
                            <a:pt x="462" y="1887"/>
                          </a:moveTo>
                          <a:cubicBezTo>
                            <a:pt x="-15" y="1570"/>
                            <a:pt x="-143" y="935"/>
                            <a:pt x="174" y="460"/>
                          </a:cubicBezTo>
                          <a:cubicBezTo>
                            <a:pt x="491" y="-16"/>
                            <a:pt x="1135" y="-143"/>
                            <a:pt x="1610" y="174"/>
                          </a:cubicBezTo>
                          <a:cubicBezTo>
                            <a:pt x="2087" y="492"/>
                            <a:pt x="2216" y="1126"/>
                            <a:pt x="1899" y="1601"/>
                          </a:cubicBezTo>
                          <a:cubicBezTo>
                            <a:pt x="1582" y="2077"/>
                            <a:pt x="938" y="2204"/>
                            <a:pt x="462" y="1887"/>
                          </a:cubicBezTo>
                          <a:close/>
                        </a:path>
                      </a:pathLst>
                    </a:custGeom>
                    <a:solidFill>
                      <a:srgbClr val="F0BB74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</p:grpSp>
            <p:sp>
              <p:nvSpPr>
                <p:cNvPr id="1662" name="Freeform: Shape 1661">
                  <a:extLst>
                    <a:ext uri="{FF2B5EF4-FFF2-40B4-BE49-F238E27FC236}">
                      <a16:creationId xmlns:a16="http://schemas.microsoft.com/office/drawing/2014/main" id="{385771B1-2CA8-E3DA-F853-1C669875B1B5}"/>
                    </a:ext>
                  </a:extLst>
                </p:cNvPr>
                <p:cNvSpPr/>
                <p:nvPr/>
              </p:nvSpPr>
              <p:spPr>
                <a:xfrm>
                  <a:off x="677843" y="4734483"/>
                  <a:ext cx="178787" cy="574872"/>
                </a:xfrm>
                <a:custGeom>
                  <a:avLst/>
                  <a:gdLst>
                    <a:gd name="connsiteX0" fmla="*/ 0 w 178787"/>
                    <a:gd name="connsiteY0" fmla="*/ 574872 h 574872"/>
                    <a:gd name="connsiteX1" fmla="*/ 111894 w 178787"/>
                    <a:gd name="connsiteY1" fmla="*/ 574872 h 574872"/>
                    <a:gd name="connsiteX2" fmla="*/ 178787 w 178787"/>
                    <a:gd name="connsiteY2" fmla="*/ 0 h 574872"/>
                    <a:gd name="connsiteX3" fmla="*/ 95889 w 178787"/>
                    <a:gd name="connsiteY3" fmla="*/ 26459 h 5748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8787" h="574872">
                      <a:moveTo>
                        <a:pt x="0" y="574872"/>
                      </a:moveTo>
                      <a:lnTo>
                        <a:pt x="111894" y="574872"/>
                      </a:lnTo>
                      <a:lnTo>
                        <a:pt x="178787" y="0"/>
                      </a:lnTo>
                      <a:lnTo>
                        <a:pt x="95889" y="26459"/>
                      </a:lnTo>
                      <a:close/>
                    </a:path>
                  </a:pathLst>
                </a:custGeom>
                <a:solidFill>
                  <a:srgbClr val="FFD47D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62A09E9D-ACF7-BF91-8136-E29EEC351335}"/>
                  </a:ext>
                </a:extLst>
              </p:cNvPr>
              <p:cNvSpPr/>
              <p:nvPr/>
            </p:nvSpPr>
            <p:spPr>
              <a:xfrm>
                <a:off x="928900" y="4730837"/>
                <a:ext cx="48652" cy="53917"/>
              </a:xfrm>
              <a:custGeom>
                <a:avLst/>
                <a:gdLst>
                  <a:gd name="connsiteX0" fmla="*/ 48652 w 48652"/>
                  <a:gd name="connsiteY0" fmla="*/ 53917 h 53917"/>
                  <a:gd name="connsiteX1" fmla="*/ 0 w 48652"/>
                  <a:gd name="connsiteY1" fmla="*/ 222 h 53917"/>
                  <a:gd name="connsiteX2" fmla="*/ 2334 w 48652"/>
                  <a:gd name="connsiteY2" fmla="*/ 0 h 53917"/>
                  <a:gd name="connsiteX3" fmla="*/ 48532 w 48652"/>
                  <a:gd name="connsiteY3" fmla="*/ 51476 h 53917"/>
                  <a:gd name="connsiteX4" fmla="*/ 48652 w 48652"/>
                  <a:gd name="connsiteY4" fmla="*/ 53917 h 53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652" h="53917">
                    <a:moveTo>
                      <a:pt x="48652" y="53917"/>
                    </a:moveTo>
                    <a:cubicBezTo>
                      <a:pt x="30015" y="49177"/>
                      <a:pt x="3424" y="36130"/>
                      <a:pt x="0" y="222"/>
                    </a:cubicBezTo>
                    <a:lnTo>
                      <a:pt x="2334" y="0"/>
                    </a:lnTo>
                    <a:cubicBezTo>
                      <a:pt x="5591" y="34085"/>
                      <a:pt x="30592" y="46751"/>
                      <a:pt x="48532" y="51476"/>
                    </a:cubicBezTo>
                    <a:lnTo>
                      <a:pt x="48652" y="53917"/>
                    </a:lnTo>
                    <a:close/>
                  </a:path>
                </a:pathLst>
              </a:custGeom>
              <a:solidFill>
                <a:srgbClr val="31313B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664" name="Graphic 21">
                <a:extLst>
                  <a:ext uri="{FF2B5EF4-FFF2-40B4-BE49-F238E27FC236}">
                    <a16:creationId xmlns:a16="http://schemas.microsoft.com/office/drawing/2014/main" id="{7D5FC4B2-D0E4-ACF1-E6F3-47E550266FFC}"/>
                  </a:ext>
                </a:extLst>
              </p:cNvPr>
              <p:cNvGrpSpPr/>
              <p:nvPr/>
            </p:nvGrpSpPr>
            <p:grpSpPr>
              <a:xfrm>
                <a:off x="673706" y="4395457"/>
                <a:ext cx="300584" cy="363682"/>
                <a:chOff x="673706" y="4395457"/>
                <a:chExt cx="300584" cy="363682"/>
              </a:xfrm>
            </p:grpSpPr>
            <p:sp>
              <p:nvSpPr>
                <p:cNvPr id="1665" name="Freeform: Shape 1664">
                  <a:extLst>
                    <a:ext uri="{FF2B5EF4-FFF2-40B4-BE49-F238E27FC236}">
                      <a16:creationId xmlns:a16="http://schemas.microsoft.com/office/drawing/2014/main" id="{8EB7AE70-96D1-4537-8024-56F56CB09DE1}"/>
                    </a:ext>
                  </a:extLst>
                </p:cNvPr>
                <p:cNvSpPr/>
                <p:nvPr/>
              </p:nvSpPr>
              <p:spPr>
                <a:xfrm>
                  <a:off x="717970" y="4395457"/>
                  <a:ext cx="256319" cy="363682"/>
                </a:xfrm>
                <a:custGeom>
                  <a:avLst/>
                  <a:gdLst>
                    <a:gd name="connsiteX0" fmla="*/ 110987 w 256319"/>
                    <a:gd name="connsiteY0" fmla="*/ 6138 h 363682"/>
                    <a:gd name="connsiteX1" fmla="*/ 209853 w 256319"/>
                    <a:gd name="connsiteY1" fmla="*/ 29125 h 363682"/>
                    <a:gd name="connsiteX2" fmla="*/ 246753 w 256319"/>
                    <a:gd name="connsiteY2" fmla="*/ 120092 h 363682"/>
                    <a:gd name="connsiteX3" fmla="*/ 256319 w 256319"/>
                    <a:gd name="connsiteY3" fmla="*/ 338217 h 363682"/>
                    <a:gd name="connsiteX4" fmla="*/ 0 w 256319"/>
                    <a:gd name="connsiteY4" fmla="*/ 355022 h 363682"/>
                    <a:gd name="connsiteX5" fmla="*/ 4116 w 256319"/>
                    <a:gd name="connsiteY5" fmla="*/ 122026 h 363682"/>
                    <a:gd name="connsiteX6" fmla="*/ 110987 w 256319"/>
                    <a:gd name="connsiteY6" fmla="*/ 6138 h 363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6319" h="363682">
                      <a:moveTo>
                        <a:pt x="110987" y="6138"/>
                      </a:moveTo>
                      <a:cubicBezTo>
                        <a:pt x="163430" y="-6655"/>
                        <a:pt x="195460" y="336"/>
                        <a:pt x="209853" y="29125"/>
                      </a:cubicBezTo>
                      <a:cubicBezTo>
                        <a:pt x="223422" y="56266"/>
                        <a:pt x="244081" y="73863"/>
                        <a:pt x="246753" y="120092"/>
                      </a:cubicBezTo>
                      <a:cubicBezTo>
                        <a:pt x="253290" y="233173"/>
                        <a:pt x="256319" y="338217"/>
                        <a:pt x="256319" y="338217"/>
                      </a:cubicBezTo>
                      <a:cubicBezTo>
                        <a:pt x="256319" y="338217"/>
                        <a:pt x="184266" y="381703"/>
                        <a:pt x="0" y="355022"/>
                      </a:cubicBezTo>
                      <a:cubicBezTo>
                        <a:pt x="0" y="355022"/>
                        <a:pt x="2445" y="174310"/>
                        <a:pt x="4116" y="122026"/>
                      </a:cubicBezTo>
                      <a:cubicBezTo>
                        <a:pt x="4512" y="109549"/>
                        <a:pt x="25481" y="27017"/>
                        <a:pt x="110987" y="6138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666" name="Graphic 21">
                  <a:extLst>
                    <a:ext uri="{FF2B5EF4-FFF2-40B4-BE49-F238E27FC236}">
                      <a16:creationId xmlns:a16="http://schemas.microsoft.com/office/drawing/2014/main" id="{2A14DC51-4D61-1502-AE6D-C069EB2B2E26}"/>
                    </a:ext>
                  </a:extLst>
                </p:cNvPr>
                <p:cNvGrpSpPr/>
                <p:nvPr/>
              </p:nvGrpSpPr>
              <p:grpSpPr>
                <a:xfrm>
                  <a:off x="673706" y="4520953"/>
                  <a:ext cx="135124" cy="168233"/>
                  <a:chOff x="673706" y="4520953"/>
                  <a:chExt cx="135124" cy="168233"/>
                </a:xfrm>
                <a:solidFill>
                  <a:srgbClr val="2B2B32"/>
                </a:solidFill>
              </p:grpSpPr>
              <p:grpSp>
                <p:nvGrpSpPr>
                  <p:cNvPr id="1667" name="Graphic 21">
                    <a:extLst>
                      <a:ext uri="{FF2B5EF4-FFF2-40B4-BE49-F238E27FC236}">
                        <a16:creationId xmlns:a16="http://schemas.microsoft.com/office/drawing/2014/main" id="{CA4620A3-C2D9-8C08-B265-DAB04329A7EE}"/>
                      </a:ext>
                    </a:extLst>
                  </p:cNvPr>
                  <p:cNvGrpSpPr/>
                  <p:nvPr/>
                </p:nvGrpSpPr>
                <p:grpSpPr>
                  <a:xfrm>
                    <a:off x="673706" y="4611798"/>
                    <a:ext cx="97821" cy="77388"/>
                    <a:chOff x="673706" y="4611798"/>
                    <a:chExt cx="97821" cy="77388"/>
                  </a:xfrm>
                  <a:solidFill>
                    <a:srgbClr val="2B2B32"/>
                  </a:solidFill>
                </p:grpSpPr>
                <p:sp>
                  <p:nvSpPr>
                    <p:cNvPr id="1668" name="Freeform: Shape 1667">
                      <a:extLst>
                        <a:ext uri="{FF2B5EF4-FFF2-40B4-BE49-F238E27FC236}">
                          <a16:creationId xmlns:a16="http://schemas.microsoft.com/office/drawing/2014/main" id="{BF67A947-7CE3-EF92-ED6A-6CCD6900A7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4498" y="4651194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19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19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19"/>
                          </a:moveTo>
                          <a:cubicBezTo>
                            <a:pt x="3180" y="2723"/>
                            <a:pt x="2366" y="3373"/>
                            <a:pt x="1463" y="3278"/>
                          </a:cubicBezTo>
                          <a:cubicBezTo>
                            <a:pt x="559" y="3167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7"/>
                            <a:pt x="3382" y="916"/>
                            <a:pt x="3281" y="181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9" name="Freeform: Shape 1668">
                      <a:extLst>
                        <a:ext uri="{FF2B5EF4-FFF2-40B4-BE49-F238E27FC236}">
                          <a16:creationId xmlns:a16="http://schemas.microsoft.com/office/drawing/2014/main" id="{3ED9065D-65E1-4121-000F-754CC042E8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7250" y="4645803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20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2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20"/>
                          </a:moveTo>
                          <a:cubicBezTo>
                            <a:pt x="3179" y="2723"/>
                            <a:pt x="2366" y="3373"/>
                            <a:pt x="1463" y="3278"/>
                          </a:cubicBezTo>
                          <a:cubicBezTo>
                            <a:pt x="559" y="3183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7"/>
                            <a:pt x="3382" y="916"/>
                            <a:pt x="3281" y="182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0" name="Freeform: Shape 1669">
                      <a:extLst>
                        <a:ext uri="{FF2B5EF4-FFF2-40B4-BE49-F238E27FC236}">
                          <a16:creationId xmlns:a16="http://schemas.microsoft.com/office/drawing/2014/main" id="{895EE20D-497E-66A4-6E59-D324EA61DA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7872" y="4655030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20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2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20"/>
                          </a:moveTo>
                          <a:cubicBezTo>
                            <a:pt x="3180" y="2723"/>
                            <a:pt x="2366" y="3373"/>
                            <a:pt x="1463" y="3278"/>
                          </a:cubicBezTo>
                          <a:cubicBezTo>
                            <a:pt x="559" y="3183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8"/>
                            <a:pt x="3382" y="932"/>
                            <a:pt x="3281" y="182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1" name="Freeform: Shape 1670">
                      <a:extLst>
                        <a:ext uri="{FF2B5EF4-FFF2-40B4-BE49-F238E27FC236}">
                          <a16:creationId xmlns:a16="http://schemas.microsoft.com/office/drawing/2014/main" id="{EE69E48E-B2B9-9BCC-1D66-B697A6E725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5778" y="4639766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33 h 3287"/>
                        <a:gd name="connsiteX1" fmla="*/ 1463 w 3291"/>
                        <a:gd name="connsiteY1" fmla="*/ 3275 h 3287"/>
                        <a:gd name="connsiteX2" fmla="*/ 10 w 3291"/>
                        <a:gd name="connsiteY2" fmla="*/ 1468 h 3287"/>
                        <a:gd name="connsiteX3" fmla="*/ 1829 w 3291"/>
                        <a:gd name="connsiteY3" fmla="*/ 9 h 3287"/>
                        <a:gd name="connsiteX4" fmla="*/ 3281 w 3291"/>
                        <a:gd name="connsiteY4" fmla="*/ 1833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33"/>
                          </a:moveTo>
                          <a:cubicBezTo>
                            <a:pt x="3180" y="2736"/>
                            <a:pt x="2366" y="3386"/>
                            <a:pt x="1463" y="3275"/>
                          </a:cubicBezTo>
                          <a:cubicBezTo>
                            <a:pt x="559" y="3180"/>
                            <a:pt x="-91" y="2356"/>
                            <a:pt x="10" y="1468"/>
                          </a:cubicBezTo>
                          <a:cubicBezTo>
                            <a:pt x="112" y="548"/>
                            <a:pt x="925" y="-86"/>
                            <a:pt x="1829" y="9"/>
                          </a:cubicBezTo>
                          <a:cubicBezTo>
                            <a:pt x="2732" y="105"/>
                            <a:pt x="3382" y="929"/>
                            <a:pt x="3281" y="183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2" name="Freeform: Shape 1671">
                      <a:extLst>
                        <a:ext uri="{FF2B5EF4-FFF2-40B4-BE49-F238E27FC236}">
                          <a16:creationId xmlns:a16="http://schemas.microsoft.com/office/drawing/2014/main" id="{39D130F3-71E5-D666-1315-CC8666084C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7827" y="4652243"/>
                      <a:ext cx="3291" cy="3300"/>
                    </a:xfrm>
                    <a:custGeom>
                      <a:avLst/>
                      <a:gdLst>
                        <a:gd name="connsiteX0" fmla="*/ 3281 w 3291"/>
                        <a:gd name="connsiteY0" fmla="*/ 1832 h 3300"/>
                        <a:gd name="connsiteX1" fmla="*/ 1463 w 3291"/>
                        <a:gd name="connsiteY1" fmla="*/ 3291 h 3300"/>
                        <a:gd name="connsiteX2" fmla="*/ 10 w 3291"/>
                        <a:gd name="connsiteY2" fmla="*/ 1468 h 3300"/>
                        <a:gd name="connsiteX3" fmla="*/ 1829 w 3291"/>
                        <a:gd name="connsiteY3" fmla="*/ 9 h 3300"/>
                        <a:gd name="connsiteX4" fmla="*/ 3281 w 3291"/>
                        <a:gd name="connsiteY4" fmla="*/ 1832 h 33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300">
                          <a:moveTo>
                            <a:pt x="3281" y="1832"/>
                          </a:moveTo>
                          <a:cubicBezTo>
                            <a:pt x="3180" y="2736"/>
                            <a:pt x="2366" y="3386"/>
                            <a:pt x="1463" y="3291"/>
                          </a:cubicBezTo>
                          <a:cubicBezTo>
                            <a:pt x="559" y="3180"/>
                            <a:pt x="-91" y="2371"/>
                            <a:pt x="10" y="1468"/>
                          </a:cubicBezTo>
                          <a:cubicBezTo>
                            <a:pt x="112" y="564"/>
                            <a:pt x="925" y="-86"/>
                            <a:pt x="1829" y="9"/>
                          </a:cubicBezTo>
                          <a:cubicBezTo>
                            <a:pt x="2732" y="120"/>
                            <a:pt x="3382" y="929"/>
                            <a:pt x="3281" y="183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3" name="Freeform: Shape 1672">
                      <a:extLst>
                        <a:ext uri="{FF2B5EF4-FFF2-40B4-BE49-F238E27FC236}">
                          <a16:creationId xmlns:a16="http://schemas.microsoft.com/office/drawing/2014/main" id="{274C92E4-9B59-B947-057A-1F83FF8EB9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6627" y="4636577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20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2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20"/>
                          </a:moveTo>
                          <a:cubicBezTo>
                            <a:pt x="3179" y="2723"/>
                            <a:pt x="2366" y="3373"/>
                            <a:pt x="1463" y="3278"/>
                          </a:cubicBezTo>
                          <a:cubicBezTo>
                            <a:pt x="559" y="3167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8"/>
                            <a:pt x="3382" y="916"/>
                            <a:pt x="3281" y="182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4" name="Freeform: Shape 1673">
                      <a:extLst>
                        <a:ext uri="{FF2B5EF4-FFF2-40B4-BE49-F238E27FC236}">
                          <a16:creationId xmlns:a16="http://schemas.microsoft.com/office/drawing/2014/main" id="{6ECDB14B-B3FF-74AA-1600-A7A9A6FA78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5815" y="4640651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20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2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20"/>
                          </a:moveTo>
                          <a:cubicBezTo>
                            <a:pt x="3180" y="2723"/>
                            <a:pt x="2366" y="3373"/>
                            <a:pt x="1463" y="3278"/>
                          </a:cubicBezTo>
                          <a:cubicBezTo>
                            <a:pt x="559" y="3183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7"/>
                            <a:pt x="3382" y="916"/>
                            <a:pt x="3281" y="182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5" name="Freeform: Shape 1674">
                      <a:extLst>
                        <a:ext uri="{FF2B5EF4-FFF2-40B4-BE49-F238E27FC236}">
                          <a16:creationId xmlns:a16="http://schemas.microsoft.com/office/drawing/2014/main" id="{A6E0BA9F-F632-D4B2-A71E-27FD0AE787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0414" y="4659310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19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19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19"/>
                          </a:moveTo>
                          <a:cubicBezTo>
                            <a:pt x="3179" y="2723"/>
                            <a:pt x="2366" y="3373"/>
                            <a:pt x="1463" y="3278"/>
                          </a:cubicBezTo>
                          <a:cubicBezTo>
                            <a:pt x="559" y="3167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7"/>
                            <a:pt x="3382" y="916"/>
                            <a:pt x="3281" y="181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6" name="Freeform: Shape 1675">
                      <a:extLst>
                        <a:ext uri="{FF2B5EF4-FFF2-40B4-BE49-F238E27FC236}">
                          <a16:creationId xmlns:a16="http://schemas.microsoft.com/office/drawing/2014/main" id="{443D4D04-2F31-6E7A-D639-EFAEF16440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3166" y="4653920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20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2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20"/>
                          </a:moveTo>
                          <a:cubicBezTo>
                            <a:pt x="3180" y="2723"/>
                            <a:pt x="2366" y="3373"/>
                            <a:pt x="1463" y="3278"/>
                          </a:cubicBezTo>
                          <a:cubicBezTo>
                            <a:pt x="559" y="3183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7"/>
                            <a:pt x="3382" y="916"/>
                            <a:pt x="3281" y="182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7" name="Freeform: Shape 1676">
                      <a:extLst>
                        <a:ext uri="{FF2B5EF4-FFF2-40B4-BE49-F238E27FC236}">
                          <a16:creationId xmlns:a16="http://schemas.microsoft.com/office/drawing/2014/main" id="{D7B0D2D2-109D-E642-9E92-135216EA1C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3789" y="4663147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20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2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20"/>
                          </a:moveTo>
                          <a:cubicBezTo>
                            <a:pt x="3180" y="2723"/>
                            <a:pt x="2366" y="3373"/>
                            <a:pt x="1463" y="3278"/>
                          </a:cubicBezTo>
                          <a:cubicBezTo>
                            <a:pt x="559" y="3183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1" y="108"/>
                            <a:pt x="3381" y="932"/>
                            <a:pt x="3281" y="182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8" name="Freeform: Shape 1677">
                      <a:extLst>
                        <a:ext uri="{FF2B5EF4-FFF2-40B4-BE49-F238E27FC236}">
                          <a16:creationId xmlns:a16="http://schemas.microsoft.com/office/drawing/2014/main" id="{974C02D9-10B3-4056-D478-702350C161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695" y="4647883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33 h 3287"/>
                        <a:gd name="connsiteX1" fmla="*/ 1463 w 3291"/>
                        <a:gd name="connsiteY1" fmla="*/ 3275 h 3287"/>
                        <a:gd name="connsiteX2" fmla="*/ 10 w 3291"/>
                        <a:gd name="connsiteY2" fmla="*/ 1468 h 3287"/>
                        <a:gd name="connsiteX3" fmla="*/ 1829 w 3291"/>
                        <a:gd name="connsiteY3" fmla="*/ 9 h 3287"/>
                        <a:gd name="connsiteX4" fmla="*/ 3281 w 3291"/>
                        <a:gd name="connsiteY4" fmla="*/ 1833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33"/>
                          </a:moveTo>
                          <a:cubicBezTo>
                            <a:pt x="3180" y="2736"/>
                            <a:pt x="2366" y="3386"/>
                            <a:pt x="1463" y="3275"/>
                          </a:cubicBezTo>
                          <a:cubicBezTo>
                            <a:pt x="559" y="3180"/>
                            <a:pt x="-91" y="2356"/>
                            <a:pt x="10" y="1468"/>
                          </a:cubicBezTo>
                          <a:cubicBezTo>
                            <a:pt x="112" y="549"/>
                            <a:pt x="925" y="-86"/>
                            <a:pt x="1829" y="9"/>
                          </a:cubicBezTo>
                          <a:cubicBezTo>
                            <a:pt x="2731" y="105"/>
                            <a:pt x="3381" y="929"/>
                            <a:pt x="3281" y="183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9" name="Freeform: Shape 1678">
                      <a:extLst>
                        <a:ext uri="{FF2B5EF4-FFF2-40B4-BE49-F238E27FC236}">
                          <a16:creationId xmlns:a16="http://schemas.microsoft.com/office/drawing/2014/main" id="{4942F6B5-833A-0804-0E6A-C09CCF52E1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3744" y="4660360"/>
                      <a:ext cx="3291" cy="3300"/>
                    </a:xfrm>
                    <a:custGeom>
                      <a:avLst/>
                      <a:gdLst>
                        <a:gd name="connsiteX0" fmla="*/ 3281 w 3291"/>
                        <a:gd name="connsiteY0" fmla="*/ 1832 h 3300"/>
                        <a:gd name="connsiteX1" fmla="*/ 1463 w 3291"/>
                        <a:gd name="connsiteY1" fmla="*/ 3291 h 3300"/>
                        <a:gd name="connsiteX2" fmla="*/ 10 w 3291"/>
                        <a:gd name="connsiteY2" fmla="*/ 1468 h 3300"/>
                        <a:gd name="connsiteX3" fmla="*/ 1829 w 3291"/>
                        <a:gd name="connsiteY3" fmla="*/ 9 h 3300"/>
                        <a:gd name="connsiteX4" fmla="*/ 3281 w 3291"/>
                        <a:gd name="connsiteY4" fmla="*/ 1832 h 33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300">
                          <a:moveTo>
                            <a:pt x="3281" y="1832"/>
                          </a:moveTo>
                          <a:cubicBezTo>
                            <a:pt x="3180" y="2736"/>
                            <a:pt x="2366" y="3386"/>
                            <a:pt x="1463" y="3291"/>
                          </a:cubicBezTo>
                          <a:cubicBezTo>
                            <a:pt x="559" y="3180"/>
                            <a:pt x="-91" y="2371"/>
                            <a:pt x="10" y="1468"/>
                          </a:cubicBezTo>
                          <a:cubicBezTo>
                            <a:pt x="112" y="564"/>
                            <a:pt x="925" y="-86"/>
                            <a:pt x="1829" y="9"/>
                          </a:cubicBezTo>
                          <a:cubicBezTo>
                            <a:pt x="2731" y="120"/>
                            <a:pt x="3381" y="929"/>
                            <a:pt x="3281" y="183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0" name="Freeform: Shape 1679">
                      <a:extLst>
                        <a:ext uri="{FF2B5EF4-FFF2-40B4-BE49-F238E27FC236}">
                          <a16:creationId xmlns:a16="http://schemas.microsoft.com/office/drawing/2014/main" id="{572C3B6E-18F8-1020-C36F-B55AF8B33D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2545" y="4644694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20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2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20"/>
                          </a:moveTo>
                          <a:cubicBezTo>
                            <a:pt x="3180" y="2723"/>
                            <a:pt x="2366" y="3373"/>
                            <a:pt x="1463" y="3278"/>
                          </a:cubicBezTo>
                          <a:cubicBezTo>
                            <a:pt x="559" y="3167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1" y="108"/>
                            <a:pt x="3382" y="916"/>
                            <a:pt x="3281" y="182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1" name="Freeform: Shape 1680">
                      <a:extLst>
                        <a:ext uri="{FF2B5EF4-FFF2-40B4-BE49-F238E27FC236}">
                          <a16:creationId xmlns:a16="http://schemas.microsoft.com/office/drawing/2014/main" id="{EE26C2D4-FE5B-085E-CF1F-A3018C97D2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1731" y="4648768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20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2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20"/>
                          </a:moveTo>
                          <a:cubicBezTo>
                            <a:pt x="3180" y="2723"/>
                            <a:pt x="2366" y="3373"/>
                            <a:pt x="1463" y="3278"/>
                          </a:cubicBezTo>
                          <a:cubicBezTo>
                            <a:pt x="559" y="3183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7"/>
                            <a:pt x="3382" y="916"/>
                            <a:pt x="3281" y="182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2" name="Freeform: Shape 1681">
                      <a:extLst>
                        <a:ext uri="{FF2B5EF4-FFF2-40B4-BE49-F238E27FC236}">
                          <a16:creationId xmlns:a16="http://schemas.microsoft.com/office/drawing/2014/main" id="{EC359548-799C-EE96-0C3D-0D4854585F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3770" y="4633137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20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2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20"/>
                          </a:moveTo>
                          <a:cubicBezTo>
                            <a:pt x="3179" y="2723"/>
                            <a:pt x="2366" y="3373"/>
                            <a:pt x="1463" y="3278"/>
                          </a:cubicBezTo>
                          <a:cubicBezTo>
                            <a:pt x="559" y="3183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7"/>
                            <a:pt x="3382" y="916"/>
                            <a:pt x="3281" y="182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3" name="Freeform: Shape 1682">
                      <a:extLst>
                        <a:ext uri="{FF2B5EF4-FFF2-40B4-BE49-F238E27FC236}">
                          <a16:creationId xmlns:a16="http://schemas.microsoft.com/office/drawing/2014/main" id="{26DF494C-E73F-7DD4-9D2D-A460F90146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6522" y="4627746"/>
                      <a:ext cx="3291" cy="3290"/>
                    </a:xfrm>
                    <a:custGeom>
                      <a:avLst/>
                      <a:gdLst>
                        <a:gd name="connsiteX0" fmla="*/ 3281 w 3291"/>
                        <a:gd name="connsiteY0" fmla="*/ 1836 h 3290"/>
                        <a:gd name="connsiteX1" fmla="*/ 1463 w 3291"/>
                        <a:gd name="connsiteY1" fmla="*/ 3278 h 3290"/>
                        <a:gd name="connsiteX2" fmla="*/ 10 w 3291"/>
                        <a:gd name="connsiteY2" fmla="*/ 1471 h 3290"/>
                        <a:gd name="connsiteX3" fmla="*/ 1829 w 3291"/>
                        <a:gd name="connsiteY3" fmla="*/ 12 h 3290"/>
                        <a:gd name="connsiteX4" fmla="*/ 3281 w 3291"/>
                        <a:gd name="connsiteY4" fmla="*/ 1836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0">
                          <a:moveTo>
                            <a:pt x="3281" y="1836"/>
                          </a:moveTo>
                          <a:cubicBezTo>
                            <a:pt x="3180" y="2739"/>
                            <a:pt x="2366" y="3389"/>
                            <a:pt x="1463" y="3278"/>
                          </a:cubicBezTo>
                          <a:cubicBezTo>
                            <a:pt x="559" y="3183"/>
                            <a:pt x="-91" y="2374"/>
                            <a:pt x="10" y="1471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1" y="107"/>
                            <a:pt x="3382" y="932"/>
                            <a:pt x="3281" y="183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4" name="Freeform: Shape 1683">
                      <a:extLst>
                        <a:ext uri="{FF2B5EF4-FFF2-40B4-BE49-F238E27FC236}">
                          <a16:creationId xmlns:a16="http://schemas.microsoft.com/office/drawing/2014/main" id="{DDC5B1C3-1191-0A38-1E1C-EBAACB1B26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7144" y="4636976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32 h 3287"/>
                        <a:gd name="connsiteX1" fmla="*/ 1463 w 3291"/>
                        <a:gd name="connsiteY1" fmla="*/ 3275 h 3287"/>
                        <a:gd name="connsiteX2" fmla="*/ 10 w 3291"/>
                        <a:gd name="connsiteY2" fmla="*/ 1468 h 3287"/>
                        <a:gd name="connsiteX3" fmla="*/ 1829 w 3291"/>
                        <a:gd name="connsiteY3" fmla="*/ 9 h 3287"/>
                        <a:gd name="connsiteX4" fmla="*/ 3281 w 3291"/>
                        <a:gd name="connsiteY4" fmla="*/ 1832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32"/>
                          </a:moveTo>
                          <a:cubicBezTo>
                            <a:pt x="3180" y="2736"/>
                            <a:pt x="2366" y="3386"/>
                            <a:pt x="1463" y="3275"/>
                          </a:cubicBezTo>
                          <a:cubicBezTo>
                            <a:pt x="559" y="3180"/>
                            <a:pt x="-91" y="2371"/>
                            <a:pt x="10" y="1468"/>
                          </a:cubicBezTo>
                          <a:cubicBezTo>
                            <a:pt x="112" y="564"/>
                            <a:pt x="925" y="-86"/>
                            <a:pt x="1829" y="9"/>
                          </a:cubicBezTo>
                          <a:cubicBezTo>
                            <a:pt x="2732" y="104"/>
                            <a:pt x="3382" y="929"/>
                            <a:pt x="3281" y="183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5" name="Freeform: Shape 1684">
                      <a:extLst>
                        <a:ext uri="{FF2B5EF4-FFF2-40B4-BE49-F238E27FC236}">
                          <a16:creationId xmlns:a16="http://schemas.microsoft.com/office/drawing/2014/main" id="{8A232A2D-B1B0-5D9E-8216-AACF2C13AE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5050" y="4621709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32 h 3287"/>
                        <a:gd name="connsiteX1" fmla="*/ 1463 w 3291"/>
                        <a:gd name="connsiteY1" fmla="*/ 3275 h 3287"/>
                        <a:gd name="connsiteX2" fmla="*/ 10 w 3291"/>
                        <a:gd name="connsiteY2" fmla="*/ 1468 h 3287"/>
                        <a:gd name="connsiteX3" fmla="*/ 1829 w 3291"/>
                        <a:gd name="connsiteY3" fmla="*/ 9 h 3287"/>
                        <a:gd name="connsiteX4" fmla="*/ 3281 w 3291"/>
                        <a:gd name="connsiteY4" fmla="*/ 1832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32"/>
                          </a:moveTo>
                          <a:cubicBezTo>
                            <a:pt x="3180" y="2736"/>
                            <a:pt x="2366" y="3386"/>
                            <a:pt x="1463" y="3275"/>
                          </a:cubicBezTo>
                          <a:cubicBezTo>
                            <a:pt x="559" y="3180"/>
                            <a:pt x="-91" y="2371"/>
                            <a:pt x="10" y="1468"/>
                          </a:cubicBezTo>
                          <a:cubicBezTo>
                            <a:pt x="112" y="564"/>
                            <a:pt x="925" y="-86"/>
                            <a:pt x="1829" y="9"/>
                          </a:cubicBezTo>
                          <a:cubicBezTo>
                            <a:pt x="2732" y="120"/>
                            <a:pt x="3382" y="929"/>
                            <a:pt x="3281" y="183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6" name="Freeform: Shape 1685">
                      <a:extLst>
                        <a:ext uri="{FF2B5EF4-FFF2-40B4-BE49-F238E27FC236}">
                          <a16:creationId xmlns:a16="http://schemas.microsoft.com/office/drawing/2014/main" id="{ECB5F189-E4E2-77E4-0129-90D05ED039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7099" y="4634199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20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2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20"/>
                          </a:moveTo>
                          <a:cubicBezTo>
                            <a:pt x="3180" y="2723"/>
                            <a:pt x="2366" y="3373"/>
                            <a:pt x="1463" y="3278"/>
                          </a:cubicBezTo>
                          <a:cubicBezTo>
                            <a:pt x="559" y="3167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8"/>
                            <a:pt x="3382" y="916"/>
                            <a:pt x="3281" y="182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7" name="Freeform: Shape 1686">
                      <a:extLst>
                        <a:ext uri="{FF2B5EF4-FFF2-40B4-BE49-F238E27FC236}">
                          <a16:creationId xmlns:a16="http://schemas.microsoft.com/office/drawing/2014/main" id="{FB6F5A51-4CAE-9068-1EBC-9268B557BF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5349" y="4620251"/>
                      <a:ext cx="3291" cy="3300"/>
                    </a:xfrm>
                    <a:custGeom>
                      <a:avLst/>
                      <a:gdLst>
                        <a:gd name="connsiteX0" fmla="*/ 3281 w 3291"/>
                        <a:gd name="connsiteY0" fmla="*/ 1832 h 3300"/>
                        <a:gd name="connsiteX1" fmla="*/ 1463 w 3291"/>
                        <a:gd name="connsiteY1" fmla="*/ 3291 h 3300"/>
                        <a:gd name="connsiteX2" fmla="*/ 10 w 3291"/>
                        <a:gd name="connsiteY2" fmla="*/ 1468 h 3300"/>
                        <a:gd name="connsiteX3" fmla="*/ 1829 w 3291"/>
                        <a:gd name="connsiteY3" fmla="*/ 9 h 3300"/>
                        <a:gd name="connsiteX4" fmla="*/ 3281 w 3291"/>
                        <a:gd name="connsiteY4" fmla="*/ 1832 h 33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300">
                          <a:moveTo>
                            <a:pt x="3281" y="1832"/>
                          </a:moveTo>
                          <a:cubicBezTo>
                            <a:pt x="3179" y="2736"/>
                            <a:pt x="2366" y="3386"/>
                            <a:pt x="1463" y="3291"/>
                          </a:cubicBezTo>
                          <a:cubicBezTo>
                            <a:pt x="559" y="3180"/>
                            <a:pt x="-91" y="2371"/>
                            <a:pt x="10" y="1468"/>
                          </a:cubicBezTo>
                          <a:cubicBezTo>
                            <a:pt x="112" y="564"/>
                            <a:pt x="925" y="-86"/>
                            <a:pt x="1829" y="9"/>
                          </a:cubicBezTo>
                          <a:cubicBezTo>
                            <a:pt x="2732" y="120"/>
                            <a:pt x="3382" y="929"/>
                            <a:pt x="3281" y="183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8" name="Freeform: Shape 1687">
                      <a:extLst>
                        <a:ext uri="{FF2B5EF4-FFF2-40B4-BE49-F238E27FC236}">
                          <a16:creationId xmlns:a16="http://schemas.microsoft.com/office/drawing/2014/main" id="{1C42000D-44E4-3EA2-EA01-B51633FD41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8969" y="4629094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35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35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35"/>
                          </a:moveTo>
                          <a:cubicBezTo>
                            <a:pt x="3180" y="2723"/>
                            <a:pt x="2366" y="3373"/>
                            <a:pt x="1463" y="3278"/>
                          </a:cubicBezTo>
                          <a:cubicBezTo>
                            <a:pt x="559" y="3183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8"/>
                            <a:pt x="3382" y="916"/>
                            <a:pt x="3281" y="183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9" name="Freeform: Shape 1688">
                      <a:extLst>
                        <a:ext uri="{FF2B5EF4-FFF2-40B4-BE49-F238E27FC236}">
                          <a16:creationId xmlns:a16="http://schemas.microsoft.com/office/drawing/2014/main" id="{B328091C-343C-6033-B5C5-7C2B39ED97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0941" y="4627020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32 h 3287"/>
                        <a:gd name="connsiteX1" fmla="*/ 1463 w 3291"/>
                        <a:gd name="connsiteY1" fmla="*/ 3275 h 3287"/>
                        <a:gd name="connsiteX2" fmla="*/ 10 w 3291"/>
                        <a:gd name="connsiteY2" fmla="*/ 1468 h 3287"/>
                        <a:gd name="connsiteX3" fmla="*/ 1829 w 3291"/>
                        <a:gd name="connsiteY3" fmla="*/ 9 h 3287"/>
                        <a:gd name="connsiteX4" fmla="*/ 3281 w 3291"/>
                        <a:gd name="connsiteY4" fmla="*/ 1832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32"/>
                          </a:moveTo>
                          <a:cubicBezTo>
                            <a:pt x="3180" y="2736"/>
                            <a:pt x="2366" y="3386"/>
                            <a:pt x="1463" y="3275"/>
                          </a:cubicBezTo>
                          <a:cubicBezTo>
                            <a:pt x="559" y="3180"/>
                            <a:pt x="-91" y="2371"/>
                            <a:pt x="10" y="1468"/>
                          </a:cubicBezTo>
                          <a:cubicBezTo>
                            <a:pt x="112" y="564"/>
                            <a:pt x="925" y="-86"/>
                            <a:pt x="1829" y="9"/>
                          </a:cubicBezTo>
                          <a:cubicBezTo>
                            <a:pt x="2732" y="104"/>
                            <a:pt x="3382" y="929"/>
                            <a:pt x="3281" y="183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0" name="Freeform: Shape 1689">
                      <a:extLst>
                        <a:ext uri="{FF2B5EF4-FFF2-40B4-BE49-F238E27FC236}">
                          <a16:creationId xmlns:a16="http://schemas.microsoft.com/office/drawing/2014/main" id="{CCBFEEF5-6DA7-D7D6-86CC-B82271924E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3693" y="4621630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32 h 3287"/>
                        <a:gd name="connsiteX1" fmla="*/ 1463 w 3291"/>
                        <a:gd name="connsiteY1" fmla="*/ 3275 h 3287"/>
                        <a:gd name="connsiteX2" fmla="*/ 10 w 3291"/>
                        <a:gd name="connsiteY2" fmla="*/ 1468 h 3287"/>
                        <a:gd name="connsiteX3" fmla="*/ 1829 w 3291"/>
                        <a:gd name="connsiteY3" fmla="*/ 9 h 3287"/>
                        <a:gd name="connsiteX4" fmla="*/ 3281 w 3291"/>
                        <a:gd name="connsiteY4" fmla="*/ 1832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32"/>
                          </a:moveTo>
                          <a:cubicBezTo>
                            <a:pt x="3180" y="2736"/>
                            <a:pt x="2366" y="3386"/>
                            <a:pt x="1463" y="3275"/>
                          </a:cubicBezTo>
                          <a:cubicBezTo>
                            <a:pt x="559" y="3180"/>
                            <a:pt x="-91" y="2371"/>
                            <a:pt x="10" y="1468"/>
                          </a:cubicBezTo>
                          <a:cubicBezTo>
                            <a:pt x="112" y="564"/>
                            <a:pt x="925" y="-86"/>
                            <a:pt x="1829" y="9"/>
                          </a:cubicBezTo>
                          <a:cubicBezTo>
                            <a:pt x="2732" y="120"/>
                            <a:pt x="3382" y="929"/>
                            <a:pt x="3281" y="183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1" name="Freeform: Shape 1690">
                      <a:extLst>
                        <a:ext uri="{FF2B5EF4-FFF2-40B4-BE49-F238E27FC236}">
                          <a16:creationId xmlns:a16="http://schemas.microsoft.com/office/drawing/2014/main" id="{C3B529A3-7CAF-16DF-1A30-AFD4FF8F72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4315" y="4630857"/>
                      <a:ext cx="3291" cy="3300"/>
                    </a:xfrm>
                    <a:custGeom>
                      <a:avLst/>
                      <a:gdLst>
                        <a:gd name="connsiteX0" fmla="*/ 3281 w 3291"/>
                        <a:gd name="connsiteY0" fmla="*/ 1832 h 3300"/>
                        <a:gd name="connsiteX1" fmla="*/ 1463 w 3291"/>
                        <a:gd name="connsiteY1" fmla="*/ 3291 h 3300"/>
                        <a:gd name="connsiteX2" fmla="*/ 10 w 3291"/>
                        <a:gd name="connsiteY2" fmla="*/ 1468 h 3300"/>
                        <a:gd name="connsiteX3" fmla="*/ 1829 w 3291"/>
                        <a:gd name="connsiteY3" fmla="*/ 9 h 3300"/>
                        <a:gd name="connsiteX4" fmla="*/ 3281 w 3291"/>
                        <a:gd name="connsiteY4" fmla="*/ 1832 h 33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300">
                          <a:moveTo>
                            <a:pt x="3281" y="1832"/>
                          </a:moveTo>
                          <a:cubicBezTo>
                            <a:pt x="3179" y="2736"/>
                            <a:pt x="2366" y="3386"/>
                            <a:pt x="1463" y="3291"/>
                          </a:cubicBezTo>
                          <a:cubicBezTo>
                            <a:pt x="559" y="3180"/>
                            <a:pt x="-91" y="2371"/>
                            <a:pt x="10" y="1468"/>
                          </a:cubicBezTo>
                          <a:cubicBezTo>
                            <a:pt x="112" y="564"/>
                            <a:pt x="925" y="-86"/>
                            <a:pt x="1829" y="9"/>
                          </a:cubicBezTo>
                          <a:cubicBezTo>
                            <a:pt x="2732" y="120"/>
                            <a:pt x="3382" y="929"/>
                            <a:pt x="3281" y="183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2" name="Freeform: Shape 1691">
                      <a:extLst>
                        <a:ext uri="{FF2B5EF4-FFF2-40B4-BE49-F238E27FC236}">
                          <a16:creationId xmlns:a16="http://schemas.microsoft.com/office/drawing/2014/main" id="{59120F2E-0D82-6EFE-CDEF-9822BC7758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2221" y="4615590"/>
                      <a:ext cx="3291" cy="3300"/>
                    </a:xfrm>
                    <a:custGeom>
                      <a:avLst/>
                      <a:gdLst>
                        <a:gd name="connsiteX0" fmla="*/ 3281 w 3291"/>
                        <a:gd name="connsiteY0" fmla="*/ 1832 h 3300"/>
                        <a:gd name="connsiteX1" fmla="*/ 1463 w 3291"/>
                        <a:gd name="connsiteY1" fmla="*/ 3291 h 3300"/>
                        <a:gd name="connsiteX2" fmla="*/ 10 w 3291"/>
                        <a:gd name="connsiteY2" fmla="*/ 1468 h 3300"/>
                        <a:gd name="connsiteX3" fmla="*/ 1829 w 3291"/>
                        <a:gd name="connsiteY3" fmla="*/ 9 h 3300"/>
                        <a:gd name="connsiteX4" fmla="*/ 3281 w 3291"/>
                        <a:gd name="connsiteY4" fmla="*/ 1832 h 33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300">
                          <a:moveTo>
                            <a:pt x="3281" y="1832"/>
                          </a:moveTo>
                          <a:cubicBezTo>
                            <a:pt x="3179" y="2736"/>
                            <a:pt x="2366" y="3386"/>
                            <a:pt x="1463" y="3291"/>
                          </a:cubicBezTo>
                          <a:cubicBezTo>
                            <a:pt x="559" y="3180"/>
                            <a:pt x="-91" y="2371"/>
                            <a:pt x="10" y="1468"/>
                          </a:cubicBezTo>
                          <a:cubicBezTo>
                            <a:pt x="112" y="564"/>
                            <a:pt x="925" y="-86"/>
                            <a:pt x="1829" y="9"/>
                          </a:cubicBezTo>
                          <a:cubicBezTo>
                            <a:pt x="2732" y="120"/>
                            <a:pt x="3382" y="929"/>
                            <a:pt x="3281" y="183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3" name="Freeform: Shape 1692">
                      <a:extLst>
                        <a:ext uri="{FF2B5EF4-FFF2-40B4-BE49-F238E27FC236}">
                          <a16:creationId xmlns:a16="http://schemas.microsoft.com/office/drawing/2014/main" id="{56598D6B-5186-F01B-E4B0-FC7D7FDE95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270" y="4628082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33 h 3287"/>
                        <a:gd name="connsiteX1" fmla="*/ 1463 w 3291"/>
                        <a:gd name="connsiteY1" fmla="*/ 3275 h 3287"/>
                        <a:gd name="connsiteX2" fmla="*/ 10 w 3291"/>
                        <a:gd name="connsiteY2" fmla="*/ 1468 h 3287"/>
                        <a:gd name="connsiteX3" fmla="*/ 1829 w 3291"/>
                        <a:gd name="connsiteY3" fmla="*/ 9 h 3287"/>
                        <a:gd name="connsiteX4" fmla="*/ 3281 w 3291"/>
                        <a:gd name="connsiteY4" fmla="*/ 1833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33"/>
                          </a:moveTo>
                          <a:cubicBezTo>
                            <a:pt x="3179" y="2736"/>
                            <a:pt x="2366" y="3386"/>
                            <a:pt x="1463" y="3275"/>
                          </a:cubicBezTo>
                          <a:cubicBezTo>
                            <a:pt x="559" y="3180"/>
                            <a:pt x="-91" y="2356"/>
                            <a:pt x="10" y="1468"/>
                          </a:cubicBezTo>
                          <a:cubicBezTo>
                            <a:pt x="112" y="548"/>
                            <a:pt x="925" y="-86"/>
                            <a:pt x="1829" y="9"/>
                          </a:cubicBezTo>
                          <a:cubicBezTo>
                            <a:pt x="2732" y="105"/>
                            <a:pt x="3382" y="929"/>
                            <a:pt x="3281" y="183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4" name="Freeform: Shape 1693">
                      <a:extLst>
                        <a:ext uri="{FF2B5EF4-FFF2-40B4-BE49-F238E27FC236}">
                          <a16:creationId xmlns:a16="http://schemas.microsoft.com/office/drawing/2014/main" id="{C2259A62-3EB3-8560-DBDF-6B3C8643D3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2851" y="4611798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20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2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20"/>
                          </a:moveTo>
                          <a:cubicBezTo>
                            <a:pt x="3179" y="2723"/>
                            <a:pt x="2366" y="3373"/>
                            <a:pt x="1463" y="3278"/>
                          </a:cubicBezTo>
                          <a:cubicBezTo>
                            <a:pt x="559" y="3183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8"/>
                            <a:pt x="3382" y="916"/>
                            <a:pt x="3281" y="182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5" name="Freeform: Shape 1694">
                      <a:extLst>
                        <a:ext uri="{FF2B5EF4-FFF2-40B4-BE49-F238E27FC236}">
                          <a16:creationId xmlns:a16="http://schemas.microsoft.com/office/drawing/2014/main" id="{DB259AF6-DF7C-5654-37F8-9CBACAA5EB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2258" y="4616478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32 h 3287"/>
                        <a:gd name="connsiteX1" fmla="*/ 1463 w 3291"/>
                        <a:gd name="connsiteY1" fmla="*/ 3275 h 3287"/>
                        <a:gd name="connsiteX2" fmla="*/ 10 w 3291"/>
                        <a:gd name="connsiteY2" fmla="*/ 1468 h 3287"/>
                        <a:gd name="connsiteX3" fmla="*/ 1829 w 3291"/>
                        <a:gd name="connsiteY3" fmla="*/ 9 h 3287"/>
                        <a:gd name="connsiteX4" fmla="*/ 3281 w 3291"/>
                        <a:gd name="connsiteY4" fmla="*/ 1832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32"/>
                          </a:moveTo>
                          <a:cubicBezTo>
                            <a:pt x="3179" y="2736"/>
                            <a:pt x="2366" y="3386"/>
                            <a:pt x="1463" y="3275"/>
                          </a:cubicBezTo>
                          <a:cubicBezTo>
                            <a:pt x="559" y="3180"/>
                            <a:pt x="-91" y="2371"/>
                            <a:pt x="10" y="1468"/>
                          </a:cubicBezTo>
                          <a:cubicBezTo>
                            <a:pt x="112" y="564"/>
                            <a:pt x="925" y="-86"/>
                            <a:pt x="1829" y="9"/>
                          </a:cubicBezTo>
                          <a:cubicBezTo>
                            <a:pt x="2732" y="104"/>
                            <a:pt x="3382" y="929"/>
                            <a:pt x="3281" y="183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6" name="Freeform: Shape 1695">
                      <a:extLst>
                        <a:ext uri="{FF2B5EF4-FFF2-40B4-BE49-F238E27FC236}">
                          <a16:creationId xmlns:a16="http://schemas.microsoft.com/office/drawing/2014/main" id="{5E571725-C52D-23B7-C7F8-4A3F51D894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8852" y="4675848"/>
                      <a:ext cx="3291" cy="3300"/>
                    </a:xfrm>
                    <a:custGeom>
                      <a:avLst/>
                      <a:gdLst>
                        <a:gd name="connsiteX0" fmla="*/ 3281 w 3291"/>
                        <a:gd name="connsiteY0" fmla="*/ 1832 h 3300"/>
                        <a:gd name="connsiteX1" fmla="*/ 1463 w 3291"/>
                        <a:gd name="connsiteY1" fmla="*/ 3291 h 3300"/>
                        <a:gd name="connsiteX2" fmla="*/ 10 w 3291"/>
                        <a:gd name="connsiteY2" fmla="*/ 1468 h 3300"/>
                        <a:gd name="connsiteX3" fmla="*/ 1829 w 3291"/>
                        <a:gd name="connsiteY3" fmla="*/ 9 h 3300"/>
                        <a:gd name="connsiteX4" fmla="*/ 3281 w 3291"/>
                        <a:gd name="connsiteY4" fmla="*/ 1832 h 33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300">
                          <a:moveTo>
                            <a:pt x="3281" y="1832"/>
                          </a:moveTo>
                          <a:cubicBezTo>
                            <a:pt x="3179" y="2736"/>
                            <a:pt x="2366" y="3386"/>
                            <a:pt x="1463" y="3291"/>
                          </a:cubicBezTo>
                          <a:cubicBezTo>
                            <a:pt x="559" y="3180"/>
                            <a:pt x="-91" y="2371"/>
                            <a:pt x="10" y="1468"/>
                          </a:cubicBezTo>
                          <a:cubicBezTo>
                            <a:pt x="112" y="564"/>
                            <a:pt x="925" y="-86"/>
                            <a:pt x="1829" y="9"/>
                          </a:cubicBezTo>
                          <a:cubicBezTo>
                            <a:pt x="2731" y="120"/>
                            <a:pt x="3381" y="929"/>
                            <a:pt x="3281" y="183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7" name="Freeform: Shape 1696">
                      <a:extLst>
                        <a:ext uri="{FF2B5EF4-FFF2-40B4-BE49-F238E27FC236}">
                          <a16:creationId xmlns:a16="http://schemas.microsoft.com/office/drawing/2014/main" id="{E3B90E20-FD5A-41BD-5A07-EA8B2E7157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602" y="4670471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20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2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20"/>
                          </a:moveTo>
                          <a:cubicBezTo>
                            <a:pt x="3179" y="2723"/>
                            <a:pt x="2366" y="3373"/>
                            <a:pt x="1463" y="3278"/>
                          </a:cubicBezTo>
                          <a:cubicBezTo>
                            <a:pt x="559" y="3183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8"/>
                            <a:pt x="3382" y="916"/>
                            <a:pt x="3281" y="182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8" name="Freeform: Shape 1697">
                      <a:extLst>
                        <a:ext uri="{FF2B5EF4-FFF2-40B4-BE49-F238E27FC236}">
                          <a16:creationId xmlns:a16="http://schemas.microsoft.com/office/drawing/2014/main" id="{6451EAFC-A306-3E0B-6556-74F994376C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2792" y="4685611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20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2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20"/>
                          </a:moveTo>
                          <a:cubicBezTo>
                            <a:pt x="3180" y="2723"/>
                            <a:pt x="2366" y="3373"/>
                            <a:pt x="1463" y="3278"/>
                          </a:cubicBezTo>
                          <a:cubicBezTo>
                            <a:pt x="559" y="3183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1" y="107"/>
                            <a:pt x="3381" y="916"/>
                            <a:pt x="3281" y="182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9" name="Freeform: Shape 1698">
                      <a:extLst>
                        <a:ext uri="{FF2B5EF4-FFF2-40B4-BE49-F238E27FC236}">
                          <a16:creationId xmlns:a16="http://schemas.microsoft.com/office/drawing/2014/main" id="{88DB1B01-BEC5-D94E-C3A1-213D96DEE6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0131" y="4664431"/>
                      <a:ext cx="3291" cy="3290"/>
                    </a:xfrm>
                    <a:custGeom>
                      <a:avLst/>
                      <a:gdLst>
                        <a:gd name="connsiteX0" fmla="*/ 3281 w 3291"/>
                        <a:gd name="connsiteY0" fmla="*/ 1835 h 3290"/>
                        <a:gd name="connsiteX1" fmla="*/ 1463 w 3291"/>
                        <a:gd name="connsiteY1" fmla="*/ 3278 h 3290"/>
                        <a:gd name="connsiteX2" fmla="*/ 10 w 3291"/>
                        <a:gd name="connsiteY2" fmla="*/ 1455 h 3290"/>
                        <a:gd name="connsiteX3" fmla="*/ 1829 w 3291"/>
                        <a:gd name="connsiteY3" fmla="*/ 12 h 3290"/>
                        <a:gd name="connsiteX4" fmla="*/ 3281 w 3291"/>
                        <a:gd name="connsiteY4" fmla="*/ 1835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0">
                          <a:moveTo>
                            <a:pt x="3281" y="1835"/>
                          </a:moveTo>
                          <a:cubicBezTo>
                            <a:pt x="3180" y="2739"/>
                            <a:pt x="2366" y="3389"/>
                            <a:pt x="1463" y="3278"/>
                          </a:cubicBezTo>
                          <a:cubicBezTo>
                            <a:pt x="559" y="3183"/>
                            <a:pt x="-91" y="2374"/>
                            <a:pt x="10" y="1455"/>
                          </a:cubicBezTo>
                          <a:cubicBezTo>
                            <a:pt x="112" y="567"/>
                            <a:pt x="925" y="-99"/>
                            <a:pt x="1829" y="12"/>
                          </a:cubicBezTo>
                          <a:cubicBezTo>
                            <a:pt x="2731" y="107"/>
                            <a:pt x="3381" y="932"/>
                            <a:pt x="3281" y="183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0" name="Freeform: Shape 1699">
                      <a:extLst>
                        <a:ext uri="{FF2B5EF4-FFF2-40B4-BE49-F238E27FC236}">
                          <a16:creationId xmlns:a16="http://schemas.microsoft.com/office/drawing/2014/main" id="{6326FF53-7B77-69D0-089E-E1308DBE3F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2180" y="4676911"/>
                      <a:ext cx="3291" cy="3300"/>
                    </a:xfrm>
                    <a:custGeom>
                      <a:avLst/>
                      <a:gdLst>
                        <a:gd name="connsiteX0" fmla="*/ 3281 w 3291"/>
                        <a:gd name="connsiteY0" fmla="*/ 1832 h 3300"/>
                        <a:gd name="connsiteX1" fmla="*/ 1463 w 3291"/>
                        <a:gd name="connsiteY1" fmla="*/ 3291 h 3300"/>
                        <a:gd name="connsiteX2" fmla="*/ 10 w 3291"/>
                        <a:gd name="connsiteY2" fmla="*/ 1468 h 3300"/>
                        <a:gd name="connsiteX3" fmla="*/ 1829 w 3291"/>
                        <a:gd name="connsiteY3" fmla="*/ 9 h 3300"/>
                        <a:gd name="connsiteX4" fmla="*/ 3281 w 3291"/>
                        <a:gd name="connsiteY4" fmla="*/ 1832 h 33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300">
                          <a:moveTo>
                            <a:pt x="3281" y="1832"/>
                          </a:moveTo>
                          <a:cubicBezTo>
                            <a:pt x="3180" y="2736"/>
                            <a:pt x="2366" y="3386"/>
                            <a:pt x="1463" y="3291"/>
                          </a:cubicBezTo>
                          <a:cubicBezTo>
                            <a:pt x="559" y="3180"/>
                            <a:pt x="-91" y="2371"/>
                            <a:pt x="10" y="1468"/>
                          </a:cubicBezTo>
                          <a:cubicBezTo>
                            <a:pt x="112" y="564"/>
                            <a:pt x="925" y="-86"/>
                            <a:pt x="1829" y="9"/>
                          </a:cubicBezTo>
                          <a:cubicBezTo>
                            <a:pt x="2731" y="120"/>
                            <a:pt x="3382" y="929"/>
                            <a:pt x="3281" y="183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1" name="Freeform: Shape 1700">
                      <a:extLst>
                        <a:ext uri="{FF2B5EF4-FFF2-40B4-BE49-F238E27FC236}">
                          <a16:creationId xmlns:a16="http://schemas.microsoft.com/office/drawing/2014/main" id="{76F21222-B4AE-48F5-3C25-F310E1128B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0980" y="4661244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20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2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20"/>
                          </a:moveTo>
                          <a:cubicBezTo>
                            <a:pt x="3180" y="2723"/>
                            <a:pt x="2366" y="3373"/>
                            <a:pt x="1463" y="3278"/>
                          </a:cubicBezTo>
                          <a:cubicBezTo>
                            <a:pt x="559" y="3183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7"/>
                            <a:pt x="3382" y="916"/>
                            <a:pt x="3281" y="182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2" name="Freeform: Shape 1701">
                      <a:extLst>
                        <a:ext uri="{FF2B5EF4-FFF2-40B4-BE49-F238E27FC236}">
                          <a16:creationId xmlns:a16="http://schemas.microsoft.com/office/drawing/2014/main" id="{0C93470B-E0AC-04B8-31C4-9262BDFE2A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0168" y="4665319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20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2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20"/>
                          </a:moveTo>
                          <a:cubicBezTo>
                            <a:pt x="3180" y="2723"/>
                            <a:pt x="2366" y="3373"/>
                            <a:pt x="1463" y="3278"/>
                          </a:cubicBezTo>
                          <a:cubicBezTo>
                            <a:pt x="559" y="3167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1" y="108"/>
                            <a:pt x="3381" y="916"/>
                            <a:pt x="3281" y="182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3" name="Freeform: Shape 1702">
                      <a:extLst>
                        <a:ext uri="{FF2B5EF4-FFF2-40B4-BE49-F238E27FC236}">
                          <a16:creationId xmlns:a16="http://schemas.microsoft.com/office/drawing/2014/main" id="{A8D2331F-D0F0-E3B1-A690-BB38498732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2389" y="4647008"/>
                      <a:ext cx="3291" cy="3290"/>
                    </a:xfrm>
                    <a:custGeom>
                      <a:avLst/>
                      <a:gdLst>
                        <a:gd name="connsiteX0" fmla="*/ 3281 w 3291"/>
                        <a:gd name="connsiteY0" fmla="*/ 1820 h 3290"/>
                        <a:gd name="connsiteX1" fmla="*/ 1463 w 3291"/>
                        <a:gd name="connsiteY1" fmla="*/ 3278 h 3290"/>
                        <a:gd name="connsiteX2" fmla="*/ 10 w 3291"/>
                        <a:gd name="connsiteY2" fmla="*/ 1455 h 3290"/>
                        <a:gd name="connsiteX3" fmla="*/ 1829 w 3291"/>
                        <a:gd name="connsiteY3" fmla="*/ 12 h 3290"/>
                        <a:gd name="connsiteX4" fmla="*/ 3281 w 3291"/>
                        <a:gd name="connsiteY4" fmla="*/ 1820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0">
                          <a:moveTo>
                            <a:pt x="3281" y="1820"/>
                          </a:moveTo>
                          <a:cubicBezTo>
                            <a:pt x="3180" y="2739"/>
                            <a:pt x="2366" y="3389"/>
                            <a:pt x="1463" y="3278"/>
                          </a:cubicBezTo>
                          <a:cubicBezTo>
                            <a:pt x="559" y="3183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7"/>
                            <a:pt x="3382" y="916"/>
                            <a:pt x="3281" y="182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4" name="Freeform: Shape 1703">
                      <a:extLst>
                        <a:ext uri="{FF2B5EF4-FFF2-40B4-BE49-F238E27FC236}">
                          <a16:creationId xmlns:a16="http://schemas.microsoft.com/office/drawing/2014/main" id="{9012E956-770A-2ACE-675F-497F604E41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141" y="4641621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32 h 3287"/>
                        <a:gd name="connsiteX1" fmla="*/ 1463 w 3291"/>
                        <a:gd name="connsiteY1" fmla="*/ 3275 h 3287"/>
                        <a:gd name="connsiteX2" fmla="*/ 10 w 3291"/>
                        <a:gd name="connsiteY2" fmla="*/ 1468 h 3287"/>
                        <a:gd name="connsiteX3" fmla="*/ 1829 w 3291"/>
                        <a:gd name="connsiteY3" fmla="*/ 9 h 3287"/>
                        <a:gd name="connsiteX4" fmla="*/ 3281 w 3291"/>
                        <a:gd name="connsiteY4" fmla="*/ 1832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32"/>
                          </a:moveTo>
                          <a:cubicBezTo>
                            <a:pt x="3179" y="2736"/>
                            <a:pt x="2366" y="3386"/>
                            <a:pt x="1463" y="3275"/>
                          </a:cubicBezTo>
                          <a:cubicBezTo>
                            <a:pt x="559" y="3180"/>
                            <a:pt x="-91" y="2371"/>
                            <a:pt x="10" y="1468"/>
                          </a:cubicBezTo>
                          <a:cubicBezTo>
                            <a:pt x="112" y="564"/>
                            <a:pt x="925" y="-86"/>
                            <a:pt x="1829" y="9"/>
                          </a:cubicBezTo>
                          <a:cubicBezTo>
                            <a:pt x="2732" y="104"/>
                            <a:pt x="3382" y="929"/>
                            <a:pt x="3281" y="183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5" name="Freeform: Shape 1704">
                      <a:extLst>
                        <a:ext uri="{FF2B5EF4-FFF2-40B4-BE49-F238E27FC236}">
                          <a16:creationId xmlns:a16="http://schemas.microsoft.com/office/drawing/2014/main" id="{36E69929-BE6B-B78F-99B6-262F4EF8D4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762" y="4650848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32 h 3287"/>
                        <a:gd name="connsiteX1" fmla="*/ 1463 w 3291"/>
                        <a:gd name="connsiteY1" fmla="*/ 3275 h 3287"/>
                        <a:gd name="connsiteX2" fmla="*/ 10 w 3291"/>
                        <a:gd name="connsiteY2" fmla="*/ 1468 h 3287"/>
                        <a:gd name="connsiteX3" fmla="*/ 1829 w 3291"/>
                        <a:gd name="connsiteY3" fmla="*/ 9 h 3287"/>
                        <a:gd name="connsiteX4" fmla="*/ 3281 w 3291"/>
                        <a:gd name="connsiteY4" fmla="*/ 1832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32"/>
                          </a:moveTo>
                          <a:cubicBezTo>
                            <a:pt x="3180" y="2736"/>
                            <a:pt x="2366" y="3386"/>
                            <a:pt x="1463" y="3275"/>
                          </a:cubicBezTo>
                          <a:cubicBezTo>
                            <a:pt x="559" y="3180"/>
                            <a:pt x="-91" y="2371"/>
                            <a:pt x="10" y="1468"/>
                          </a:cubicBezTo>
                          <a:cubicBezTo>
                            <a:pt x="112" y="564"/>
                            <a:pt x="925" y="-86"/>
                            <a:pt x="1829" y="9"/>
                          </a:cubicBezTo>
                          <a:cubicBezTo>
                            <a:pt x="2732" y="120"/>
                            <a:pt x="3382" y="929"/>
                            <a:pt x="3281" y="183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6" name="Freeform: Shape 1705">
                      <a:extLst>
                        <a:ext uri="{FF2B5EF4-FFF2-40B4-BE49-F238E27FC236}">
                          <a16:creationId xmlns:a16="http://schemas.microsoft.com/office/drawing/2014/main" id="{939437B2-28DC-0065-73F9-824BAD76E9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1048" y="4640096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19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19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19"/>
                          </a:moveTo>
                          <a:cubicBezTo>
                            <a:pt x="3179" y="2723"/>
                            <a:pt x="2366" y="3373"/>
                            <a:pt x="1463" y="3278"/>
                          </a:cubicBezTo>
                          <a:cubicBezTo>
                            <a:pt x="559" y="3167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7"/>
                            <a:pt x="3382" y="916"/>
                            <a:pt x="3281" y="181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7" name="Freeform: Shape 1706">
                      <a:extLst>
                        <a:ext uri="{FF2B5EF4-FFF2-40B4-BE49-F238E27FC236}">
                          <a16:creationId xmlns:a16="http://schemas.microsoft.com/office/drawing/2014/main" id="{84289EF2-A7E3-E250-DC25-B15F4CECDA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3137" y="4659517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19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19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19"/>
                          </a:moveTo>
                          <a:cubicBezTo>
                            <a:pt x="3180" y="2723"/>
                            <a:pt x="2366" y="3373"/>
                            <a:pt x="1463" y="3278"/>
                          </a:cubicBezTo>
                          <a:cubicBezTo>
                            <a:pt x="559" y="3167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7"/>
                            <a:pt x="3382" y="916"/>
                            <a:pt x="3281" y="181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8" name="Freeform: Shape 1707">
                      <a:extLst>
                        <a:ext uri="{FF2B5EF4-FFF2-40B4-BE49-F238E27FC236}">
                          <a16:creationId xmlns:a16="http://schemas.microsoft.com/office/drawing/2014/main" id="{BBEDD4E1-3B1B-B126-424D-E504C146CC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4519" y="4632395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32 h 3287"/>
                        <a:gd name="connsiteX1" fmla="*/ 1463 w 3291"/>
                        <a:gd name="connsiteY1" fmla="*/ 3275 h 3287"/>
                        <a:gd name="connsiteX2" fmla="*/ 10 w 3291"/>
                        <a:gd name="connsiteY2" fmla="*/ 1452 h 3287"/>
                        <a:gd name="connsiteX3" fmla="*/ 1829 w 3291"/>
                        <a:gd name="connsiteY3" fmla="*/ 9 h 3287"/>
                        <a:gd name="connsiteX4" fmla="*/ 3281 w 3291"/>
                        <a:gd name="connsiteY4" fmla="*/ 1832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32"/>
                          </a:moveTo>
                          <a:cubicBezTo>
                            <a:pt x="3180" y="2736"/>
                            <a:pt x="2366" y="3386"/>
                            <a:pt x="1463" y="3275"/>
                          </a:cubicBezTo>
                          <a:cubicBezTo>
                            <a:pt x="559" y="3180"/>
                            <a:pt x="-91" y="2371"/>
                            <a:pt x="10" y="1452"/>
                          </a:cubicBezTo>
                          <a:cubicBezTo>
                            <a:pt x="112" y="564"/>
                            <a:pt x="925" y="-86"/>
                            <a:pt x="1829" y="9"/>
                          </a:cubicBezTo>
                          <a:cubicBezTo>
                            <a:pt x="2731" y="104"/>
                            <a:pt x="3381" y="929"/>
                            <a:pt x="3281" y="183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9" name="Freeform: Shape 1708">
                      <a:extLst>
                        <a:ext uri="{FF2B5EF4-FFF2-40B4-BE49-F238E27FC236}">
                          <a16:creationId xmlns:a16="http://schemas.microsoft.com/office/drawing/2014/main" id="{8098196F-229D-764D-1425-8447A1D1DC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706" y="4636466"/>
                      <a:ext cx="3291" cy="3290"/>
                    </a:xfrm>
                    <a:custGeom>
                      <a:avLst/>
                      <a:gdLst>
                        <a:gd name="connsiteX0" fmla="*/ 3281 w 3291"/>
                        <a:gd name="connsiteY0" fmla="*/ 1836 h 3290"/>
                        <a:gd name="connsiteX1" fmla="*/ 1463 w 3291"/>
                        <a:gd name="connsiteY1" fmla="*/ 3278 h 3290"/>
                        <a:gd name="connsiteX2" fmla="*/ 10 w 3291"/>
                        <a:gd name="connsiteY2" fmla="*/ 1471 h 3290"/>
                        <a:gd name="connsiteX3" fmla="*/ 1829 w 3291"/>
                        <a:gd name="connsiteY3" fmla="*/ 12 h 3290"/>
                        <a:gd name="connsiteX4" fmla="*/ 3281 w 3291"/>
                        <a:gd name="connsiteY4" fmla="*/ 1836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0">
                          <a:moveTo>
                            <a:pt x="3281" y="1836"/>
                          </a:moveTo>
                          <a:cubicBezTo>
                            <a:pt x="3179" y="2739"/>
                            <a:pt x="2366" y="3389"/>
                            <a:pt x="1463" y="3278"/>
                          </a:cubicBezTo>
                          <a:cubicBezTo>
                            <a:pt x="559" y="3183"/>
                            <a:pt x="-91" y="2374"/>
                            <a:pt x="10" y="1471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7"/>
                            <a:pt x="3382" y="932"/>
                            <a:pt x="3281" y="183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0" name="Freeform: Shape 1709">
                      <a:extLst>
                        <a:ext uri="{FF2B5EF4-FFF2-40B4-BE49-F238E27FC236}">
                          <a16:creationId xmlns:a16="http://schemas.microsoft.com/office/drawing/2014/main" id="{C6F6E95E-AFCE-47FD-9637-E7F0695D5D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4144" y="4674739"/>
                      <a:ext cx="3291" cy="3300"/>
                    </a:xfrm>
                    <a:custGeom>
                      <a:avLst/>
                      <a:gdLst>
                        <a:gd name="connsiteX0" fmla="*/ 3281 w 3291"/>
                        <a:gd name="connsiteY0" fmla="*/ 1832 h 3300"/>
                        <a:gd name="connsiteX1" fmla="*/ 1463 w 3291"/>
                        <a:gd name="connsiteY1" fmla="*/ 3291 h 3300"/>
                        <a:gd name="connsiteX2" fmla="*/ 10 w 3291"/>
                        <a:gd name="connsiteY2" fmla="*/ 1468 h 3300"/>
                        <a:gd name="connsiteX3" fmla="*/ 1829 w 3291"/>
                        <a:gd name="connsiteY3" fmla="*/ 9 h 3300"/>
                        <a:gd name="connsiteX4" fmla="*/ 3281 w 3291"/>
                        <a:gd name="connsiteY4" fmla="*/ 1832 h 33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300">
                          <a:moveTo>
                            <a:pt x="3281" y="1832"/>
                          </a:moveTo>
                          <a:cubicBezTo>
                            <a:pt x="3180" y="2736"/>
                            <a:pt x="2366" y="3386"/>
                            <a:pt x="1463" y="3291"/>
                          </a:cubicBezTo>
                          <a:cubicBezTo>
                            <a:pt x="559" y="3180"/>
                            <a:pt x="-91" y="2371"/>
                            <a:pt x="10" y="1468"/>
                          </a:cubicBezTo>
                          <a:cubicBezTo>
                            <a:pt x="112" y="564"/>
                            <a:pt x="925" y="-86"/>
                            <a:pt x="1829" y="9"/>
                          </a:cubicBezTo>
                          <a:cubicBezTo>
                            <a:pt x="2732" y="120"/>
                            <a:pt x="3382" y="929"/>
                            <a:pt x="3281" y="183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1" name="Freeform: Shape 1710">
                      <a:extLst>
                        <a:ext uri="{FF2B5EF4-FFF2-40B4-BE49-F238E27FC236}">
                          <a16:creationId xmlns:a16="http://schemas.microsoft.com/office/drawing/2014/main" id="{2D4D580C-FCAD-CC1A-CC5C-4521531CA0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9107" y="4675988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20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2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20"/>
                          </a:moveTo>
                          <a:cubicBezTo>
                            <a:pt x="3179" y="2739"/>
                            <a:pt x="2366" y="3373"/>
                            <a:pt x="1463" y="3278"/>
                          </a:cubicBezTo>
                          <a:cubicBezTo>
                            <a:pt x="559" y="3183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1" y="108"/>
                            <a:pt x="3381" y="932"/>
                            <a:pt x="3281" y="182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2" name="Freeform: Shape 1711">
                      <a:extLst>
                        <a:ext uri="{FF2B5EF4-FFF2-40B4-BE49-F238E27FC236}">
                          <a16:creationId xmlns:a16="http://schemas.microsoft.com/office/drawing/2014/main" id="{CDB63113-879B-F723-C13E-EF9FAF0044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2964" y="4675833"/>
                      <a:ext cx="3291" cy="3300"/>
                    </a:xfrm>
                    <a:custGeom>
                      <a:avLst/>
                      <a:gdLst>
                        <a:gd name="connsiteX0" fmla="*/ 3281 w 3291"/>
                        <a:gd name="connsiteY0" fmla="*/ 1832 h 3300"/>
                        <a:gd name="connsiteX1" fmla="*/ 1463 w 3291"/>
                        <a:gd name="connsiteY1" fmla="*/ 3291 h 3300"/>
                        <a:gd name="connsiteX2" fmla="*/ 10 w 3291"/>
                        <a:gd name="connsiteY2" fmla="*/ 1468 h 3300"/>
                        <a:gd name="connsiteX3" fmla="*/ 1829 w 3291"/>
                        <a:gd name="connsiteY3" fmla="*/ 9 h 3300"/>
                        <a:gd name="connsiteX4" fmla="*/ 3281 w 3291"/>
                        <a:gd name="connsiteY4" fmla="*/ 1832 h 33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300">
                          <a:moveTo>
                            <a:pt x="3281" y="1832"/>
                          </a:moveTo>
                          <a:cubicBezTo>
                            <a:pt x="3180" y="2736"/>
                            <a:pt x="2366" y="3386"/>
                            <a:pt x="1463" y="3291"/>
                          </a:cubicBezTo>
                          <a:cubicBezTo>
                            <a:pt x="559" y="3180"/>
                            <a:pt x="-91" y="2371"/>
                            <a:pt x="10" y="1468"/>
                          </a:cubicBezTo>
                          <a:cubicBezTo>
                            <a:pt x="112" y="564"/>
                            <a:pt x="925" y="-86"/>
                            <a:pt x="1829" y="9"/>
                          </a:cubicBezTo>
                          <a:cubicBezTo>
                            <a:pt x="2732" y="120"/>
                            <a:pt x="3382" y="929"/>
                            <a:pt x="3281" y="183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3" name="Freeform: Shape 1712">
                      <a:extLst>
                        <a:ext uri="{FF2B5EF4-FFF2-40B4-BE49-F238E27FC236}">
                          <a16:creationId xmlns:a16="http://schemas.microsoft.com/office/drawing/2014/main" id="{F2635302-520E-437C-06A8-F75EA06B81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7635" y="4669951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32 h 3287"/>
                        <a:gd name="connsiteX1" fmla="*/ 1463 w 3291"/>
                        <a:gd name="connsiteY1" fmla="*/ 3275 h 3287"/>
                        <a:gd name="connsiteX2" fmla="*/ 10 w 3291"/>
                        <a:gd name="connsiteY2" fmla="*/ 1468 h 3287"/>
                        <a:gd name="connsiteX3" fmla="*/ 1829 w 3291"/>
                        <a:gd name="connsiteY3" fmla="*/ 9 h 3287"/>
                        <a:gd name="connsiteX4" fmla="*/ 3281 w 3291"/>
                        <a:gd name="connsiteY4" fmla="*/ 1832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32"/>
                          </a:moveTo>
                          <a:cubicBezTo>
                            <a:pt x="3180" y="2736"/>
                            <a:pt x="2366" y="3386"/>
                            <a:pt x="1463" y="3275"/>
                          </a:cubicBezTo>
                          <a:cubicBezTo>
                            <a:pt x="559" y="3180"/>
                            <a:pt x="-91" y="2371"/>
                            <a:pt x="10" y="1468"/>
                          </a:cubicBezTo>
                          <a:cubicBezTo>
                            <a:pt x="112" y="564"/>
                            <a:pt x="925" y="-86"/>
                            <a:pt x="1829" y="9"/>
                          </a:cubicBezTo>
                          <a:cubicBezTo>
                            <a:pt x="2732" y="104"/>
                            <a:pt x="3382" y="929"/>
                            <a:pt x="3281" y="183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4" name="Freeform: Shape 1713">
                      <a:extLst>
                        <a:ext uri="{FF2B5EF4-FFF2-40B4-BE49-F238E27FC236}">
                          <a16:creationId xmlns:a16="http://schemas.microsoft.com/office/drawing/2014/main" id="{24C2532B-64EC-B40E-B188-D4BBD41E2B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5848" y="4685899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32 h 3287"/>
                        <a:gd name="connsiteX1" fmla="*/ 1463 w 3291"/>
                        <a:gd name="connsiteY1" fmla="*/ 3275 h 3287"/>
                        <a:gd name="connsiteX2" fmla="*/ 10 w 3291"/>
                        <a:gd name="connsiteY2" fmla="*/ 1468 h 3287"/>
                        <a:gd name="connsiteX3" fmla="*/ 1829 w 3291"/>
                        <a:gd name="connsiteY3" fmla="*/ 9 h 3287"/>
                        <a:gd name="connsiteX4" fmla="*/ 3281 w 3291"/>
                        <a:gd name="connsiteY4" fmla="*/ 1832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32"/>
                          </a:moveTo>
                          <a:cubicBezTo>
                            <a:pt x="3180" y="2736"/>
                            <a:pt x="2366" y="3386"/>
                            <a:pt x="1463" y="3275"/>
                          </a:cubicBezTo>
                          <a:cubicBezTo>
                            <a:pt x="559" y="3180"/>
                            <a:pt x="-91" y="2371"/>
                            <a:pt x="10" y="1468"/>
                          </a:cubicBezTo>
                          <a:cubicBezTo>
                            <a:pt x="112" y="564"/>
                            <a:pt x="925" y="-86"/>
                            <a:pt x="1829" y="9"/>
                          </a:cubicBezTo>
                          <a:cubicBezTo>
                            <a:pt x="2732" y="120"/>
                            <a:pt x="3382" y="929"/>
                            <a:pt x="3281" y="183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5" name="Freeform: Shape 1714">
                      <a:extLst>
                        <a:ext uri="{FF2B5EF4-FFF2-40B4-BE49-F238E27FC236}">
                          <a16:creationId xmlns:a16="http://schemas.microsoft.com/office/drawing/2014/main" id="{50B12EF8-B5ED-2DBA-D757-CD868DD6D8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8484" y="4666761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20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2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20"/>
                          </a:moveTo>
                          <a:cubicBezTo>
                            <a:pt x="3179" y="2723"/>
                            <a:pt x="2366" y="3373"/>
                            <a:pt x="1463" y="3278"/>
                          </a:cubicBezTo>
                          <a:cubicBezTo>
                            <a:pt x="559" y="3183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7"/>
                            <a:pt x="3382" y="916"/>
                            <a:pt x="3281" y="182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6" name="Freeform: Shape 1715">
                      <a:extLst>
                        <a:ext uri="{FF2B5EF4-FFF2-40B4-BE49-F238E27FC236}">
                          <a16:creationId xmlns:a16="http://schemas.microsoft.com/office/drawing/2014/main" id="{952C1F44-5C7D-FF78-00CB-665E33E545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259" y="4656377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20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2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20"/>
                          </a:moveTo>
                          <a:cubicBezTo>
                            <a:pt x="3180" y="2723"/>
                            <a:pt x="2366" y="3373"/>
                            <a:pt x="1463" y="3278"/>
                          </a:cubicBezTo>
                          <a:cubicBezTo>
                            <a:pt x="559" y="3183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1" y="108"/>
                            <a:pt x="3381" y="916"/>
                            <a:pt x="3281" y="182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7" name="Freeform: Shape 1716">
                      <a:extLst>
                        <a:ext uri="{FF2B5EF4-FFF2-40B4-BE49-F238E27FC236}">
                          <a16:creationId xmlns:a16="http://schemas.microsoft.com/office/drawing/2014/main" id="{222940D4-6069-5834-7428-1C8090CBDF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063" y="4672453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20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2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20"/>
                          </a:moveTo>
                          <a:cubicBezTo>
                            <a:pt x="3180" y="2723"/>
                            <a:pt x="2366" y="3373"/>
                            <a:pt x="1463" y="3278"/>
                          </a:cubicBezTo>
                          <a:cubicBezTo>
                            <a:pt x="559" y="3167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8"/>
                            <a:pt x="3382" y="916"/>
                            <a:pt x="3281" y="182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8" name="Freeform: Shape 1717">
                      <a:extLst>
                        <a:ext uri="{FF2B5EF4-FFF2-40B4-BE49-F238E27FC236}">
                          <a16:creationId xmlns:a16="http://schemas.microsoft.com/office/drawing/2014/main" id="{177210AF-BE37-7725-1305-C8148CC3CA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6313" y="4652367"/>
                      <a:ext cx="3291" cy="3290"/>
                    </a:xfrm>
                    <a:custGeom>
                      <a:avLst/>
                      <a:gdLst>
                        <a:gd name="connsiteX0" fmla="*/ 3281 w 3291"/>
                        <a:gd name="connsiteY0" fmla="*/ 1835 h 3290"/>
                        <a:gd name="connsiteX1" fmla="*/ 1463 w 3291"/>
                        <a:gd name="connsiteY1" fmla="*/ 3278 h 3290"/>
                        <a:gd name="connsiteX2" fmla="*/ 10 w 3291"/>
                        <a:gd name="connsiteY2" fmla="*/ 1455 h 3290"/>
                        <a:gd name="connsiteX3" fmla="*/ 1829 w 3291"/>
                        <a:gd name="connsiteY3" fmla="*/ 12 h 3290"/>
                        <a:gd name="connsiteX4" fmla="*/ 3281 w 3291"/>
                        <a:gd name="connsiteY4" fmla="*/ 1835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0">
                          <a:moveTo>
                            <a:pt x="3281" y="1835"/>
                          </a:moveTo>
                          <a:cubicBezTo>
                            <a:pt x="3180" y="2739"/>
                            <a:pt x="2366" y="3389"/>
                            <a:pt x="1463" y="3278"/>
                          </a:cubicBezTo>
                          <a:cubicBezTo>
                            <a:pt x="559" y="3183"/>
                            <a:pt x="-91" y="2374"/>
                            <a:pt x="10" y="1455"/>
                          </a:cubicBezTo>
                          <a:cubicBezTo>
                            <a:pt x="112" y="567"/>
                            <a:pt x="925" y="-99"/>
                            <a:pt x="1829" y="12"/>
                          </a:cubicBezTo>
                          <a:cubicBezTo>
                            <a:pt x="2731" y="107"/>
                            <a:pt x="3382" y="932"/>
                            <a:pt x="3281" y="183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9" name="Freeform: Shape 1718">
                      <a:extLst>
                        <a:ext uri="{FF2B5EF4-FFF2-40B4-BE49-F238E27FC236}">
                          <a16:creationId xmlns:a16="http://schemas.microsoft.com/office/drawing/2014/main" id="{BF6D84B9-2674-6A1D-CBF9-B5332D926C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8991" y="4670202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19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19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19"/>
                          </a:moveTo>
                          <a:cubicBezTo>
                            <a:pt x="3179" y="2723"/>
                            <a:pt x="2366" y="3373"/>
                            <a:pt x="1463" y="3278"/>
                          </a:cubicBezTo>
                          <a:cubicBezTo>
                            <a:pt x="559" y="3183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7"/>
                            <a:pt x="3382" y="916"/>
                            <a:pt x="3281" y="181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0" name="Freeform: Shape 1719">
                      <a:extLst>
                        <a:ext uri="{FF2B5EF4-FFF2-40B4-BE49-F238E27FC236}">
                          <a16:creationId xmlns:a16="http://schemas.microsoft.com/office/drawing/2014/main" id="{A736EA8F-839D-519A-D2B4-13C9359C95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6373" y="4633866"/>
                      <a:ext cx="3291" cy="3290"/>
                    </a:xfrm>
                    <a:custGeom>
                      <a:avLst/>
                      <a:gdLst>
                        <a:gd name="connsiteX0" fmla="*/ 3281 w 3291"/>
                        <a:gd name="connsiteY0" fmla="*/ 1835 h 3290"/>
                        <a:gd name="connsiteX1" fmla="*/ 1463 w 3291"/>
                        <a:gd name="connsiteY1" fmla="*/ 3278 h 3290"/>
                        <a:gd name="connsiteX2" fmla="*/ 10 w 3291"/>
                        <a:gd name="connsiteY2" fmla="*/ 1471 h 3290"/>
                        <a:gd name="connsiteX3" fmla="*/ 1829 w 3291"/>
                        <a:gd name="connsiteY3" fmla="*/ 12 h 3290"/>
                        <a:gd name="connsiteX4" fmla="*/ 3281 w 3291"/>
                        <a:gd name="connsiteY4" fmla="*/ 1835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0">
                          <a:moveTo>
                            <a:pt x="3281" y="1835"/>
                          </a:moveTo>
                          <a:cubicBezTo>
                            <a:pt x="3179" y="2739"/>
                            <a:pt x="2366" y="3389"/>
                            <a:pt x="1463" y="3278"/>
                          </a:cubicBezTo>
                          <a:cubicBezTo>
                            <a:pt x="559" y="3183"/>
                            <a:pt x="-91" y="2359"/>
                            <a:pt x="10" y="1471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7"/>
                            <a:pt x="3382" y="932"/>
                            <a:pt x="3281" y="183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1" name="Freeform: Shape 1720">
                      <a:extLst>
                        <a:ext uri="{FF2B5EF4-FFF2-40B4-BE49-F238E27FC236}">
                          <a16:creationId xmlns:a16="http://schemas.microsoft.com/office/drawing/2014/main" id="{A5C061A5-B81C-302F-3FAD-497437C1D1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6889" y="4658819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20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2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20"/>
                          </a:moveTo>
                          <a:cubicBezTo>
                            <a:pt x="3179" y="2723"/>
                            <a:pt x="2366" y="3373"/>
                            <a:pt x="1463" y="3278"/>
                          </a:cubicBezTo>
                          <a:cubicBezTo>
                            <a:pt x="559" y="3167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8"/>
                            <a:pt x="3382" y="916"/>
                            <a:pt x="3281" y="182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2" name="Freeform: Shape 1721">
                      <a:extLst>
                        <a:ext uri="{FF2B5EF4-FFF2-40B4-BE49-F238E27FC236}">
                          <a16:creationId xmlns:a16="http://schemas.microsoft.com/office/drawing/2014/main" id="{36C9BE21-E0A1-E209-50FA-DD2B82B8DF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8236" y="4635197"/>
                      <a:ext cx="3291" cy="3287"/>
                    </a:xfrm>
                    <a:custGeom>
                      <a:avLst/>
                      <a:gdLst>
                        <a:gd name="connsiteX0" fmla="*/ 3281 w 3291"/>
                        <a:gd name="connsiteY0" fmla="*/ 1820 h 3287"/>
                        <a:gd name="connsiteX1" fmla="*/ 1463 w 3291"/>
                        <a:gd name="connsiteY1" fmla="*/ 3278 h 3287"/>
                        <a:gd name="connsiteX2" fmla="*/ 10 w 3291"/>
                        <a:gd name="connsiteY2" fmla="*/ 1455 h 3287"/>
                        <a:gd name="connsiteX3" fmla="*/ 1829 w 3291"/>
                        <a:gd name="connsiteY3" fmla="*/ 12 h 3287"/>
                        <a:gd name="connsiteX4" fmla="*/ 3281 w 3291"/>
                        <a:gd name="connsiteY4" fmla="*/ 1820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3281" y="1820"/>
                          </a:moveTo>
                          <a:cubicBezTo>
                            <a:pt x="3180" y="2723"/>
                            <a:pt x="2366" y="3373"/>
                            <a:pt x="1463" y="3278"/>
                          </a:cubicBezTo>
                          <a:cubicBezTo>
                            <a:pt x="559" y="3183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8"/>
                            <a:pt x="3382" y="932"/>
                            <a:pt x="3281" y="182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3" name="Freeform: Shape 1722">
                      <a:extLst>
                        <a:ext uri="{FF2B5EF4-FFF2-40B4-BE49-F238E27FC236}">
                          <a16:creationId xmlns:a16="http://schemas.microsoft.com/office/drawing/2014/main" id="{80EDF119-F4EA-08FD-F41B-87583FC11A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4878" y="4647214"/>
                      <a:ext cx="3291" cy="3290"/>
                    </a:xfrm>
                    <a:custGeom>
                      <a:avLst/>
                      <a:gdLst>
                        <a:gd name="connsiteX0" fmla="*/ 3281 w 3291"/>
                        <a:gd name="connsiteY0" fmla="*/ 1819 h 3290"/>
                        <a:gd name="connsiteX1" fmla="*/ 1463 w 3291"/>
                        <a:gd name="connsiteY1" fmla="*/ 3278 h 3290"/>
                        <a:gd name="connsiteX2" fmla="*/ 10 w 3291"/>
                        <a:gd name="connsiteY2" fmla="*/ 1455 h 3290"/>
                        <a:gd name="connsiteX3" fmla="*/ 1829 w 3291"/>
                        <a:gd name="connsiteY3" fmla="*/ 12 h 3290"/>
                        <a:gd name="connsiteX4" fmla="*/ 3281 w 3291"/>
                        <a:gd name="connsiteY4" fmla="*/ 1819 h 32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0">
                          <a:moveTo>
                            <a:pt x="3281" y="1819"/>
                          </a:moveTo>
                          <a:cubicBezTo>
                            <a:pt x="3180" y="2739"/>
                            <a:pt x="2366" y="3389"/>
                            <a:pt x="1463" y="3278"/>
                          </a:cubicBezTo>
                          <a:cubicBezTo>
                            <a:pt x="559" y="3183"/>
                            <a:pt x="-91" y="2359"/>
                            <a:pt x="10" y="1455"/>
                          </a:cubicBezTo>
                          <a:cubicBezTo>
                            <a:pt x="112" y="551"/>
                            <a:pt x="925" y="-99"/>
                            <a:pt x="1829" y="12"/>
                          </a:cubicBezTo>
                          <a:cubicBezTo>
                            <a:pt x="2732" y="107"/>
                            <a:pt x="3382" y="916"/>
                            <a:pt x="3281" y="181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724" name="Graphic 21">
                    <a:extLst>
                      <a:ext uri="{FF2B5EF4-FFF2-40B4-BE49-F238E27FC236}">
                        <a16:creationId xmlns:a16="http://schemas.microsoft.com/office/drawing/2014/main" id="{28FEACE6-901F-A4A1-5A6A-BF97C1F4A85A}"/>
                      </a:ext>
                    </a:extLst>
                  </p:cNvPr>
                  <p:cNvGrpSpPr/>
                  <p:nvPr/>
                </p:nvGrpSpPr>
                <p:grpSpPr>
                  <a:xfrm>
                    <a:off x="685478" y="4572631"/>
                    <a:ext cx="78893" cy="97547"/>
                    <a:chOff x="685478" y="4572631"/>
                    <a:chExt cx="78893" cy="97547"/>
                  </a:xfrm>
                  <a:solidFill>
                    <a:srgbClr val="2B2B32"/>
                  </a:solidFill>
                </p:grpSpPr>
                <p:sp>
                  <p:nvSpPr>
                    <p:cNvPr id="1725" name="Freeform: Shape 1724">
                      <a:extLst>
                        <a:ext uri="{FF2B5EF4-FFF2-40B4-BE49-F238E27FC236}">
                          <a16:creationId xmlns:a16="http://schemas.microsoft.com/office/drawing/2014/main" id="{74CF69A4-AF64-1365-1830-7B8EA56AE4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3594" y="4638359"/>
                      <a:ext cx="3291" cy="3288"/>
                    </a:xfrm>
                    <a:custGeom>
                      <a:avLst/>
                      <a:gdLst>
                        <a:gd name="connsiteX0" fmla="*/ 686 w 3291"/>
                        <a:gd name="connsiteY0" fmla="*/ 2986 h 3288"/>
                        <a:gd name="connsiteX1" fmla="*/ 310 w 3291"/>
                        <a:gd name="connsiteY1" fmla="*/ 687 h 3288"/>
                        <a:gd name="connsiteX2" fmla="*/ 2606 w 3291"/>
                        <a:gd name="connsiteY2" fmla="*/ 307 h 3288"/>
                        <a:gd name="connsiteX3" fmla="*/ 2981 w 3291"/>
                        <a:gd name="connsiteY3" fmla="*/ 2605 h 3288"/>
                        <a:gd name="connsiteX4" fmla="*/ 686 w 3291"/>
                        <a:gd name="connsiteY4" fmla="*/ 2986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686" y="2986"/>
                          </a:moveTo>
                          <a:cubicBezTo>
                            <a:pt x="-53" y="2447"/>
                            <a:pt x="-221" y="1416"/>
                            <a:pt x="310" y="687"/>
                          </a:cubicBezTo>
                          <a:cubicBezTo>
                            <a:pt x="840" y="-58"/>
                            <a:pt x="1868" y="-217"/>
                            <a:pt x="2606" y="307"/>
                          </a:cubicBezTo>
                          <a:cubicBezTo>
                            <a:pt x="3344" y="846"/>
                            <a:pt x="3512" y="1876"/>
                            <a:pt x="2981" y="2605"/>
                          </a:cubicBezTo>
                          <a:cubicBezTo>
                            <a:pt x="2450" y="3335"/>
                            <a:pt x="1423" y="3509"/>
                            <a:pt x="686" y="298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6" name="Freeform: Shape 1725">
                      <a:extLst>
                        <a:ext uri="{FF2B5EF4-FFF2-40B4-BE49-F238E27FC236}">
                          <a16:creationId xmlns:a16="http://schemas.microsoft.com/office/drawing/2014/main" id="{470A2578-7FF4-F309-D466-B3BDF3AFE1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838" y="4634673"/>
                      <a:ext cx="3290" cy="3292"/>
                    </a:xfrm>
                    <a:custGeom>
                      <a:avLst/>
                      <a:gdLst>
                        <a:gd name="connsiteX0" fmla="*/ 685 w 3290"/>
                        <a:gd name="connsiteY0" fmla="*/ 2978 h 3292"/>
                        <a:gd name="connsiteX1" fmla="*/ 310 w 3290"/>
                        <a:gd name="connsiteY1" fmla="*/ 679 h 3292"/>
                        <a:gd name="connsiteX2" fmla="*/ 2605 w 3290"/>
                        <a:gd name="connsiteY2" fmla="*/ 315 h 3292"/>
                        <a:gd name="connsiteX3" fmla="*/ 2981 w 3290"/>
                        <a:gd name="connsiteY3" fmla="*/ 2613 h 3292"/>
                        <a:gd name="connsiteX4" fmla="*/ 685 w 3290"/>
                        <a:gd name="connsiteY4" fmla="*/ 2978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685" y="2978"/>
                          </a:moveTo>
                          <a:cubicBezTo>
                            <a:pt x="-52" y="2455"/>
                            <a:pt x="-222" y="1424"/>
                            <a:pt x="310" y="679"/>
                          </a:cubicBezTo>
                          <a:cubicBezTo>
                            <a:pt x="839" y="-50"/>
                            <a:pt x="1868" y="-224"/>
                            <a:pt x="2605" y="315"/>
                          </a:cubicBezTo>
                          <a:cubicBezTo>
                            <a:pt x="3342" y="838"/>
                            <a:pt x="3512" y="1868"/>
                            <a:pt x="2981" y="2613"/>
                          </a:cubicBezTo>
                          <a:cubicBezTo>
                            <a:pt x="2453" y="3343"/>
                            <a:pt x="1424" y="3517"/>
                            <a:pt x="685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7" name="Freeform: Shape 1726">
                      <a:extLst>
                        <a:ext uri="{FF2B5EF4-FFF2-40B4-BE49-F238E27FC236}">
                          <a16:creationId xmlns:a16="http://schemas.microsoft.com/office/drawing/2014/main" id="{557446FD-CD09-0CE1-E494-A7F73F67E4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3487" y="4630695"/>
                      <a:ext cx="3290" cy="3295"/>
                    </a:xfrm>
                    <a:custGeom>
                      <a:avLst/>
                      <a:gdLst>
                        <a:gd name="connsiteX0" fmla="*/ 685 w 3290"/>
                        <a:gd name="connsiteY0" fmla="*/ 2993 h 3295"/>
                        <a:gd name="connsiteX1" fmla="*/ 310 w 3290"/>
                        <a:gd name="connsiteY1" fmla="*/ 694 h 3295"/>
                        <a:gd name="connsiteX2" fmla="*/ 2605 w 3290"/>
                        <a:gd name="connsiteY2" fmla="*/ 314 h 3295"/>
                        <a:gd name="connsiteX3" fmla="*/ 2981 w 3290"/>
                        <a:gd name="connsiteY3" fmla="*/ 2612 h 3295"/>
                        <a:gd name="connsiteX4" fmla="*/ 685 w 3290"/>
                        <a:gd name="connsiteY4" fmla="*/ 2993 h 32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5">
                          <a:moveTo>
                            <a:pt x="685" y="2993"/>
                          </a:moveTo>
                          <a:cubicBezTo>
                            <a:pt x="-52" y="2454"/>
                            <a:pt x="-222" y="1423"/>
                            <a:pt x="310" y="694"/>
                          </a:cubicBezTo>
                          <a:cubicBezTo>
                            <a:pt x="839" y="-51"/>
                            <a:pt x="1868" y="-225"/>
                            <a:pt x="2605" y="314"/>
                          </a:cubicBezTo>
                          <a:cubicBezTo>
                            <a:pt x="3344" y="837"/>
                            <a:pt x="3512" y="1867"/>
                            <a:pt x="2981" y="2612"/>
                          </a:cubicBezTo>
                          <a:cubicBezTo>
                            <a:pt x="2451" y="3342"/>
                            <a:pt x="1424" y="3516"/>
                            <a:pt x="685" y="299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8" name="Freeform: Shape 1727">
                      <a:extLst>
                        <a:ext uri="{FF2B5EF4-FFF2-40B4-BE49-F238E27FC236}">
                          <a16:creationId xmlns:a16="http://schemas.microsoft.com/office/drawing/2014/main" id="{061CB266-023C-7766-73C0-B7E1862701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2931" y="4645065"/>
                      <a:ext cx="3290" cy="3292"/>
                    </a:xfrm>
                    <a:custGeom>
                      <a:avLst/>
                      <a:gdLst>
                        <a:gd name="connsiteX0" fmla="*/ 685 w 3290"/>
                        <a:gd name="connsiteY0" fmla="*/ 2986 h 3292"/>
                        <a:gd name="connsiteX1" fmla="*/ 310 w 3290"/>
                        <a:gd name="connsiteY1" fmla="*/ 687 h 3292"/>
                        <a:gd name="connsiteX2" fmla="*/ 2605 w 3290"/>
                        <a:gd name="connsiteY2" fmla="*/ 307 h 3292"/>
                        <a:gd name="connsiteX3" fmla="*/ 2981 w 3290"/>
                        <a:gd name="connsiteY3" fmla="*/ 2605 h 3292"/>
                        <a:gd name="connsiteX4" fmla="*/ 685 w 3290"/>
                        <a:gd name="connsiteY4" fmla="*/ 2986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685" y="2986"/>
                          </a:moveTo>
                          <a:cubicBezTo>
                            <a:pt x="-52" y="2447"/>
                            <a:pt x="-222" y="1416"/>
                            <a:pt x="310" y="687"/>
                          </a:cubicBezTo>
                          <a:cubicBezTo>
                            <a:pt x="839" y="-58"/>
                            <a:pt x="1868" y="-216"/>
                            <a:pt x="2605" y="307"/>
                          </a:cubicBezTo>
                          <a:cubicBezTo>
                            <a:pt x="3344" y="846"/>
                            <a:pt x="3512" y="1860"/>
                            <a:pt x="2981" y="2605"/>
                          </a:cubicBezTo>
                          <a:cubicBezTo>
                            <a:pt x="2451" y="3351"/>
                            <a:pt x="1422" y="3509"/>
                            <a:pt x="685" y="298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9" name="Freeform: Shape 1728">
                      <a:extLst>
                        <a:ext uri="{FF2B5EF4-FFF2-40B4-BE49-F238E27FC236}">
                          <a16:creationId xmlns:a16="http://schemas.microsoft.com/office/drawing/2014/main" id="{BADF2565-8FFB-8183-B71C-0AC7107588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0828" y="4623303"/>
                      <a:ext cx="3292" cy="3288"/>
                    </a:xfrm>
                    <a:custGeom>
                      <a:avLst/>
                      <a:gdLst>
                        <a:gd name="connsiteX0" fmla="*/ 686 w 3292"/>
                        <a:gd name="connsiteY0" fmla="*/ 2981 h 3288"/>
                        <a:gd name="connsiteX1" fmla="*/ 310 w 3292"/>
                        <a:gd name="connsiteY1" fmla="*/ 683 h 3288"/>
                        <a:gd name="connsiteX2" fmla="*/ 2607 w 3292"/>
                        <a:gd name="connsiteY2" fmla="*/ 302 h 3288"/>
                        <a:gd name="connsiteX3" fmla="*/ 2983 w 3292"/>
                        <a:gd name="connsiteY3" fmla="*/ 2601 h 3288"/>
                        <a:gd name="connsiteX4" fmla="*/ 686 w 3292"/>
                        <a:gd name="connsiteY4" fmla="*/ 2981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686" y="2981"/>
                          </a:moveTo>
                          <a:cubicBezTo>
                            <a:pt x="-53" y="2458"/>
                            <a:pt x="-221" y="1428"/>
                            <a:pt x="310" y="683"/>
                          </a:cubicBezTo>
                          <a:cubicBezTo>
                            <a:pt x="841" y="-46"/>
                            <a:pt x="1868" y="-221"/>
                            <a:pt x="2607" y="302"/>
                          </a:cubicBezTo>
                          <a:cubicBezTo>
                            <a:pt x="3344" y="841"/>
                            <a:pt x="3514" y="1872"/>
                            <a:pt x="2983" y="2601"/>
                          </a:cubicBezTo>
                          <a:cubicBezTo>
                            <a:pt x="2452" y="3346"/>
                            <a:pt x="1423" y="3505"/>
                            <a:pt x="686" y="298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0" name="Freeform: Shape 1729">
                      <a:extLst>
                        <a:ext uri="{FF2B5EF4-FFF2-40B4-BE49-F238E27FC236}">
                          <a16:creationId xmlns:a16="http://schemas.microsoft.com/office/drawing/2014/main" id="{D069A28F-4873-E8F4-09BD-6C8F454272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0191" y="4638649"/>
                      <a:ext cx="3291" cy="3288"/>
                    </a:xfrm>
                    <a:custGeom>
                      <a:avLst/>
                      <a:gdLst>
                        <a:gd name="connsiteX0" fmla="*/ 686 w 3291"/>
                        <a:gd name="connsiteY0" fmla="*/ 2982 h 3288"/>
                        <a:gd name="connsiteX1" fmla="*/ 310 w 3291"/>
                        <a:gd name="connsiteY1" fmla="*/ 683 h 3288"/>
                        <a:gd name="connsiteX2" fmla="*/ 2606 w 3291"/>
                        <a:gd name="connsiteY2" fmla="*/ 302 h 3288"/>
                        <a:gd name="connsiteX3" fmla="*/ 2981 w 3291"/>
                        <a:gd name="connsiteY3" fmla="*/ 2601 h 3288"/>
                        <a:gd name="connsiteX4" fmla="*/ 686 w 3291"/>
                        <a:gd name="connsiteY4" fmla="*/ 2982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686" y="2982"/>
                          </a:moveTo>
                          <a:cubicBezTo>
                            <a:pt x="-53" y="2458"/>
                            <a:pt x="-221" y="1428"/>
                            <a:pt x="310" y="683"/>
                          </a:cubicBezTo>
                          <a:cubicBezTo>
                            <a:pt x="840" y="-46"/>
                            <a:pt x="1868" y="-221"/>
                            <a:pt x="2606" y="302"/>
                          </a:cubicBezTo>
                          <a:cubicBezTo>
                            <a:pt x="3344" y="841"/>
                            <a:pt x="3512" y="1872"/>
                            <a:pt x="2981" y="2601"/>
                          </a:cubicBezTo>
                          <a:cubicBezTo>
                            <a:pt x="2452" y="3346"/>
                            <a:pt x="1423" y="3505"/>
                            <a:pt x="686" y="298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1" name="Freeform: Shape 1730">
                      <a:extLst>
                        <a:ext uri="{FF2B5EF4-FFF2-40B4-BE49-F238E27FC236}">
                          <a16:creationId xmlns:a16="http://schemas.microsoft.com/office/drawing/2014/main" id="{2210C7D0-A814-CB29-435F-D7A3737A93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930" y="4627223"/>
                      <a:ext cx="3290" cy="3291"/>
                    </a:xfrm>
                    <a:custGeom>
                      <a:avLst/>
                      <a:gdLst>
                        <a:gd name="connsiteX0" fmla="*/ 686 w 3290"/>
                        <a:gd name="connsiteY0" fmla="*/ 2977 h 3291"/>
                        <a:gd name="connsiteX1" fmla="*/ 310 w 3290"/>
                        <a:gd name="connsiteY1" fmla="*/ 694 h 3291"/>
                        <a:gd name="connsiteX2" fmla="*/ 2606 w 3290"/>
                        <a:gd name="connsiteY2" fmla="*/ 314 h 3291"/>
                        <a:gd name="connsiteX3" fmla="*/ 2981 w 3290"/>
                        <a:gd name="connsiteY3" fmla="*/ 2612 h 3291"/>
                        <a:gd name="connsiteX4" fmla="*/ 686 w 3290"/>
                        <a:gd name="connsiteY4" fmla="*/ 2977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86" y="2977"/>
                          </a:moveTo>
                          <a:cubicBezTo>
                            <a:pt x="-53" y="2454"/>
                            <a:pt x="-221" y="1423"/>
                            <a:pt x="310" y="694"/>
                          </a:cubicBezTo>
                          <a:cubicBezTo>
                            <a:pt x="839" y="-51"/>
                            <a:pt x="1868" y="-225"/>
                            <a:pt x="2606" y="314"/>
                          </a:cubicBezTo>
                          <a:cubicBezTo>
                            <a:pt x="3343" y="837"/>
                            <a:pt x="3512" y="1867"/>
                            <a:pt x="2981" y="2612"/>
                          </a:cubicBezTo>
                          <a:cubicBezTo>
                            <a:pt x="2452" y="3342"/>
                            <a:pt x="1423" y="3516"/>
                            <a:pt x="686" y="29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2" name="Freeform: Shape 1731">
                      <a:extLst>
                        <a:ext uri="{FF2B5EF4-FFF2-40B4-BE49-F238E27FC236}">
                          <a16:creationId xmlns:a16="http://schemas.microsoft.com/office/drawing/2014/main" id="{B02C8E78-580B-F624-3206-BA6F7D70C3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8303" y="4613383"/>
                      <a:ext cx="3291" cy="3291"/>
                    </a:xfrm>
                    <a:custGeom>
                      <a:avLst/>
                      <a:gdLst>
                        <a:gd name="connsiteX0" fmla="*/ 686 w 3291"/>
                        <a:gd name="connsiteY0" fmla="*/ 2977 h 3291"/>
                        <a:gd name="connsiteX1" fmla="*/ 310 w 3291"/>
                        <a:gd name="connsiteY1" fmla="*/ 694 h 3291"/>
                        <a:gd name="connsiteX2" fmla="*/ 2606 w 3291"/>
                        <a:gd name="connsiteY2" fmla="*/ 314 h 3291"/>
                        <a:gd name="connsiteX3" fmla="*/ 2981 w 3291"/>
                        <a:gd name="connsiteY3" fmla="*/ 2612 h 3291"/>
                        <a:gd name="connsiteX4" fmla="*/ 686 w 3291"/>
                        <a:gd name="connsiteY4" fmla="*/ 2977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686" y="2977"/>
                          </a:moveTo>
                          <a:cubicBezTo>
                            <a:pt x="-53" y="2454"/>
                            <a:pt x="-221" y="1423"/>
                            <a:pt x="310" y="694"/>
                          </a:cubicBezTo>
                          <a:cubicBezTo>
                            <a:pt x="841" y="-51"/>
                            <a:pt x="1868" y="-225"/>
                            <a:pt x="2606" y="314"/>
                          </a:cubicBezTo>
                          <a:cubicBezTo>
                            <a:pt x="3344" y="837"/>
                            <a:pt x="3512" y="1867"/>
                            <a:pt x="2981" y="2612"/>
                          </a:cubicBezTo>
                          <a:cubicBezTo>
                            <a:pt x="2452" y="3342"/>
                            <a:pt x="1425" y="3516"/>
                            <a:pt x="686" y="29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3" name="Freeform: Shape 1732">
                      <a:extLst>
                        <a:ext uri="{FF2B5EF4-FFF2-40B4-BE49-F238E27FC236}">
                          <a16:creationId xmlns:a16="http://schemas.microsoft.com/office/drawing/2014/main" id="{E0C9A6D2-A655-7B53-7D9C-F4B37BCE7E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6548" y="4609696"/>
                      <a:ext cx="3292" cy="3292"/>
                    </a:xfrm>
                    <a:custGeom>
                      <a:avLst/>
                      <a:gdLst>
                        <a:gd name="connsiteX0" fmla="*/ 686 w 3292"/>
                        <a:gd name="connsiteY0" fmla="*/ 2986 h 3292"/>
                        <a:gd name="connsiteX1" fmla="*/ 310 w 3292"/>
                        <a:gd name="connsiteY1" fmla="*/ 687 h 3292"/>
                        <a:gd name="connsiteX2" fmla="*/ 2607 w 3292"/>
                        <a:gd name="connsiteY2" fmla="*/ 307 h 3292"/>
                        <a:gd name="connsiteX3" fmla="*/ 2983 w 3292"/>
                        <a:gd name="connsiteY3" fmla="*/ 2606 h 3292"/>
                        <a:gd name="connsiteX4" fmla="*/ 686 w 3292"/>
                        <a:gd name="connsiteY4" fmla="*/ 2986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2">
                          <a:moveTo>
                            <a:pt x="686" y="2986"/>
                          </a:moveTo>
                          <a:cubicBezTo>
                            <a:pt x="-53" y="2463"/>
                            <a:pt x="-221" y="1432"/>
                            <a:pt x="310" y="687"/>
                          </a:cubicBezTo>
                          <a:cubicBezTo>
                            <a:pt x="841" y="-58"/>
                            <a:pt x="1868" y="-216"/>
                            <a:pt x="2607" y="307"/>
                          </a:cubicBezTo>
                          <a:cubicBezTo>
                            <a:pt x="3344" y="846"/>
                            <a:pt x="3514" y="1876"/>
                            <a:pt x="2983" y="2606"/>
                          </a:cubicBezTo>
                          <a:cubicBezTo>
                            <a:pt x="2452" y="3351"/>
                            <a:pt x="1423" y="3509"/>
                            <a:pt x="686" y="298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4" name="Freeform: Shape 1733">
                      <a:extLst>
                        <a:ext uri="{FF2B5EF4-FFF2-40B4-BE49-F238E27FC236}">
                          <a16:creationId xmlns:a16="http://schemas.microsoft.com/office/drawing/2014/main" id="{62CF4853-8599-5E6A-4863-03DBB59A93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8196" y="4605725"/>
                      <a:ext cx="3291" cy="3292"/>
                    </a:xfrm>
                    <a:custGeom>
                      <a:avLst/>
                      <a:gdLst>
                        <a:gd name="connsiteX0" fmla="*/ 686 w 3291"/>
                        <a:gd name="connsiteY0" fmla="*/ 2978 h 3292"/>
                        <a:gd name="connsiteX1" fmla="*/ 310 w 3291"/>
                        <a:gd name="connsiteY1" fmla="*/ 679 h 3292"/>
                        <a:gd name="connsiteX2" fmla="*/ 2606 w 3291"/>
                        <a:gd name="connsiteY2" fmla="*/ 315 h 3292"/>
                        <a:gd name="connsiteX3" fmla="*/ 2981 w 3291"/>
                        <a:gd name="connsiteY3" fmla="*/ 2613 h 3292"/>
                        <a:gd name="connsiteX4" fmla="*/ 686 w 3291"/>
                        <a:gd name="connsiteY4" fmla="*/ 2978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686" y="2978"/>
                          </a:moveTo>
                          <a:cubicBezTo>
                            <a:pt x="-53" y="2455"/>
                            <a:pt x="-221" y="1424"/>
                            <a:pt x="310" y="679"/>
                          </a:cubicBezTo>
                          <a:cubicBezTo>
                            <a:pt x="839" y="-50"/>
                            <a:pt x="1868" y="-224"/>
                            <a:pt x="2606" y="315"/>
                          </a:cubicBezTo>
                          <a:cubicBezTo>
                            <a:pt x="3344" y="838"/>
                            <a:pt x="3512" y="1868"/>
                            <a:pt x="2981" y="2613"/>
                          </a:cubicBezTo>
                          <a:cubicBezTo>
                            <a:pt x="2452" y="3343"/>
                            <a:pt x="1423" y="3517"/>
                            <a:pt x="686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5" name="Freeform: Shape 1734">
                      <a:extLst>
                        <a:ext uri="{FF2B5EF4-FFF2-40B4-BE49-F238E27FC236}">
                          <a16:creationId xmlns:a16="http://schemas.microsoft.com/office/drawing/2014/main" id="{57EC1FA4-7B99-3E59-5DC6-7059BCA1FB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7639" y="4620088"/>
                      <a:ext cx="3290" cy="3292"/>
                    </a:xfrm>
                    <a:custGeom>
                      <a:avLst/>
                      <a:gdLst>
                        <a:gd name="connsiteX0" fmla="*/ 685 w 3290"/>
                        <a:gd name="connsiteY0" fmla="*/ 2978 h 3292"/>
                        <a:gd name="connsiteX1" fmla="*/ 310 w 3290"/>
                        <a:gd name="connsiteY1" fmla="*/ 679 h 3292"/>
                        <a:gd name="connsiteX2" fmla="*/ 2605 w 3290"/>
                        <a:gd name="connsiteY2" fmla="*/ 315 h 3292"/>
                        <a:gd name="connsiteX3" fmla="*/ 2981 w 3290"/>
                        <a:gd name="connsiteY3" fmla="*/ 2613 h 3292"/>
                        <a:gd name="connsiteX4" fmla="*/ 685 w 3290"/>
                        <a:gd name="connsiteY4" fmla="*/ 2978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685" y="2978"/>
                          </a:moveTo>
                          <a:cubicBezTo>
                            <a:pt x="-52" y="2455"/>
                            <a:pt x="-222" y="1424"/>
                            <a:pt x="310" y="679"/>
                          </a:cubicBezTo>
                          <a:cubicBezTo>
                            <a:pt x="839" y="-50"/>
                            <a:pt x="1868" y="-224"/>
                            <a:pt x="2605" y="315"/>
                          </a:cubicBezTo>
                          <a:cubicBezTo>
                            <a:pt x="3344" y="838"/>
                            <a:pt x="3512" y="1868"/>
                            <a:pt x="2981" y="2613"/>
                          </a:cubicBezTo>
                          <a:cubicBezTo>
                            <a:pt x="2451" y="3343"/>
                            <a:pt x="1424" y="3517"/>
                            <a:pt x="685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6" name="Freeform: Shape 1735">
                      <a:extLst>
                        <a:ext uri="{FF2B5EF4-FFF2-40B4-BE49-F238E27FC236}">
                          <a16:creationId xmlns:a16="http://schemas.microsoft.com/office/drawing/2014/main" id="{575E3371-02B5-A829-99BF-0DAC5B562F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5536" y="4598323"/>
                      <a:ext cx="3291" cy="3291"/>
                    </a:xfrm>
                    <a:custGeom>
                      <a:avLst/>
                      <a:gdLst>
                        <a:gd name="connsiteX0" fmla="*/ 686 w 3291"/>
                        <a:gd name="connsiteY0" fmla="*/ 2977 h 3291"/>
                        <a:gd name="connsiteX1" fmla="*/ 310 w 3291"/>
                        <a:gd name="connsiteY1" fmla="*/ 694 h 3291"/>
                        <a:gd name="connsiteX2" fmla="*/ 2606 w 3291"/>
                        <a:gd name="connsiteY2" fmla="*/ 314 h 3291"/>
                        <a:gd name="connsiteX3" fmla="*/ 2981 w 3291"/>
                        <a:gd name="connsiteY3" fmla="*/ 2612 h 3291"/>
                        <a:gd name="connsiteX4" fmla="*/ 686 w 3291"/>
                        <a:gd name="connsiteY4" fmla="*/ 2977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686" y="2977"/>
                          </a:moveTo>
                          <a:cubicBezTo>
                            <a:pt x="-53" y="2454"/>
                            <a:pt x="-221" y="1423"/>
                            <a:pt x="310" y="694"/>
                          </a:cubicBezTo>
                          <a:cubicBezTo>
                            <a:pt x="839" y="-51"/>
                            <a:pt x="1868" y="-225"/>
                            <a:pt x="2606" y="314"/>
                          </a:cubicBezTo>
                          <a:cubicBezTo>
                            <a:pt x="3344" y="837"/>
                            <a:pt x="3512" y="1867"/>
                            <a:pt x="2981" y="2612"/>
                          </a:cubicBezTo>
                          <a:cubicBezTo>
                            <a:pt x="2452" y="3342"/>
                            <a:pt x="1425" y="3516"/>
                            <a:pt x="686" y="29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7" name="Freeform: Shape 1736">
                      <a:extLst>
                        <a:ext uri="{FF2B5EF4-FFF2-40B4-BE49-F238E27FC236}">
                          <a16:creationId xmlns:a16="http://schemas.microsoft.com/office/drawing/2014/main" id="{E42B963D-5F85-8A3B-0F76-BADE14A246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899" y="4613669"/>
                      <a:ext cx="3291" cy="3295"/>
                    </a:xfrm>
                    <a:custGeom>
                      <a:avLst/>
                      <a:gdLst>
                        <a:gd name="connsiteX0" fmla="*/ 686 w 3291"/>
                        <a:gd name="connsiteY0" fmla="*/ 2993 h 3295"/>
                        <a:gd name="connsiteX1" fmla="*/ 310 w 3291"/>
                        <a:gd name="connsiteY1" fmla="*/ 694 h 3295"/>
                        <a:gd name="connsiteX2" fmla="*/ 2606 w 3291"/>
                        <a:gd name="connsiteY2" fmla="*/ 314 h 3295"/>
                        <a:gd name="connsiteX3" fmla="*/ 2981 w 3291"/>
                        <a:gd name="connsiteY3" fmla="*/ 2612 h 3295"/>
                        <a:gd name="connsiteX4" fmla="*/ 686 w 3291"/>
                        <a:gd name="connsiteY4" fmla="*/ 2993 h 32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5">
                          <a:moveTo>
                            <a:pt x="686" y="2993"/>
                          </a:moveTo>
                          <a:cubicBezTo>
                            <a:pt x="-53" y="2454"/>
                            <a:pt x="-221" y="1423"/>
                            <a:pt x="310" y="694"/>
                          </a:cubicBezTo>
                          <a:cubicBezTo>
                            <a:pt x="839" y="-51"/>
                            <a:pt x="1868" y="-225"/>
                            <a:pt x="2606" y="314"/>
                          </a:cubicBezTo>
                          <a:cubicBezTo>
                            <a:pt x="3344" y="837"/>
                            <a:pt x="3512" y="1867"/>
                            <a:pt x="2981" y="2612"/>
                          </a:cubicBezTo>
                          <a:cubicBezTo>
                            <a:pt x="2452" y="3342"/>
                            <a:pt x="1425" y="3516"/>
                            <a:pt x="686" y="299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8" name="Freeform: Shape 1737">
                      <a:extLst>
                        <a:ext uri="{FF2B5EF4-FFF2-40B4-BE49-F238E27FC236}">
                          <a16:creationId xmlns:a16="http://schemas.microsoft.com/office/drawing/2014/main" id="{2D412EB9-411B-26C9-4BD4-BF89DBDE25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6638" y="4602253"/>
                      <a:ext cx="3290" cy="3291"/>
                    </a:xfrm>
                    <a:custGeom>
                      <a:avLst/>
                      <a:gdLst>
                        <a:gd name="connsiteX0" fmla="*/ 686 w 3290"/>
                        <a:gd name="connsiteY0" fmla="*/ 2978 h 3291"/>
                        <a:gd name="connsiteX1" fmla="*/ 310 w 3290"/>
                        <a:gd name="connsiteY1" fmla="*/ 679 h 3291"/>
                        <a:gd name="connsiteX2" fmla="*/ 2606 w 3290"/>
                        <a:gd name="connsiteY2" fmla="*/ 315 h 3291"/>
                        <a:gd name="connsiteX3" fmla="*/ 2981 w 3290"/>
                        <a:gd name="connsiteY3" fmla="*/ 2597 h 3291"/>
                        <a:gd name="connsiteX4" fmla="*/ 686 w 3290"/>
                        <a:gd name="connsiteY4" fmla="*/ 2978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86" y="2978"/>
                          </a:moveTo>
                          <a:cubicBezTo>
                            <a:pt x="-53" y="2455"/>
                            <a:pt x="-221" y="1424"/>
                            <a:pt x="310" y="679"/>
                          </a:cubicBezTo>
                          <a:cubicBezTo>
                            <a:pt x="839" y="-50"/>
                            <a:pt x="1868" y="-224"/>
                            <a:pt x="2606" y="315"/>
                          </a:cubicBezTo>
                          <a:cubicBezTo>
                            <a:pt x="3343" y="838"/>
                            <a:pt x="3512" y="1868"/>
                            <a:pt x="2981" y="2597"/>
                          </a:cubicBezTo>
                          <a:cubicBezTo>
                            <a:pt x="2452" y="3343"/>
                            <a:pt x="1425" y="3517"/>
                            <a:pt x="686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9" name="Freeform: Shape 1738">
                      <a:extLst>
                        <a:ext uri="{FF2B5EF4-FFF2-40B4-BE49-F238E27FC236}">
                          <a16:creationId xmlns:a16="http://schemas.microsoft.com/office/drawing/2014/main" id="{123DD975-DEE4-9930-D2AD-F9B8C7A700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483" y="4629117"/>
                      <a:ext cx="3290" cy="3292"/>
                    </a:xfrm>
                    <a:custGeom>
                      <a:avLst/>
                      <a:gdLst>
                        <a:gd name="connsiteX0" fmla="*/ 685 w 3290"/>
                        <a:gd name="connsiteY0" fmla="*/ 2986 h 3292"/>
                        <a:gd name="connsiteX1" fmla="*/ 310 w 3290"/>
                        <a:gd name="connsiteY1" fmla="*/ 687 h 3292"/>
                        <a:gd name="connsiteX2" fmla="*/ 2605 w 3290"/>
                        <a:gd name="connsiteY2" fmla="*/ 307 h 3292"/>
                        <a:gd name="connsiteX3" fmla="*/ 2981 w 3290"/>
                        <a:gd name="connsiteY3" fmla="*/ 2606 h 3292"/>
                        <a:gd name="connsiteX4" fmla="*/ 685 w 3290"/>
                        <a:gd name="connsiteY4" fmla="*/ 2986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685" y="2986"/>
                          </a:moveTo>
                          <a:cubicBezTo>
                            <a:pt x="-52" y="2447"/>
                            <a:pt x="-222" y="1432"/>
                            <a:pt x="310" y="687"/>
                          </a:cubicBezTo>
                          <a:cubicBezTo>
                            <a:pt x="839" y="-58"/>
                            <a:pt x="1868" y="-216"/>
                            <a:pt x="2605" y="307"/>
                          </a:cubicBezTo>
                          <a:cubicBezTo>
                            <a:pt x="3344" y="846"/>
                            <a:pt x="3512" y="1876"/>
                            <a:pt x="2981" y="2606"/>
                          </a:cubicBezTo>
                          <a:cubicBezTo>
                            <a:pt x="2451" y="3351"/>
                            <a:pt x="1423" y="3509"/>
                            <a:pt x="685" y="298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40" name="Freeform: Shape 1739">
                      <a:extLst>
                        <a:ext uri="{FF2B5EF4-FFF2-40B4-BE49-F238E27FC236}">
                          <a16:creationId xmlns:a16="http://schemas.microsoft.com/office/drawing/2014/main" id="{9BBD8C33-DF6D-45E1-91DA-A1DC7152A4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7728" y="4625431"/>
                      <a:ext cx="3291" cy="3292"/>
                    </a:xfrm>
                    <a:custGeom>
                      <a:avLst/>
                      <a:gdLst>
                        <a:gd name="connsiteX0" fmla="*/ 686 w 3291"/>
                        <a:gd name="connsiteY0" fmla="*/ 2978 h 3292"/>
                        <a:gd name="connsiteX1" fmla="*/ 310 w 3291"/>
                        <a:gd name="connsiteY1" fmla="*/ 679 h 3292"/>
                        <a:gd name="connsiteX2" fmla="*/ 2606 w 3291"/>
                        <a:gd name="connsiteY2" fmla="*/ 315 h 3292"/>
                        <a:gd name="connsiteX3" fmla="*/ 2981 w 3291"/>
                        <a:gd name="connsiteY3" fmla="*/ 2613 h 3292"/>
                        <a:gd name="connsiteX4" fmla="*/ 686 w 3291"/>
                        <a:gd name="connsiteY4" fmla="*/ 2978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686" y="2978"/>
                          </a:moveTo>
                          <a:cubicBezTo>
                            <a:pt x="-53" y="2455"/>
                            <a:pt x="-221" y="1424"/>
                            <a:pt x="310" y="679"/>
                          </a:cubicBezTo>
                          <a:cubicBezTo>
                            <a:pt x="841" y="-50"/>
                            <a:pt x="1868" y="-224"/>
                            <a:pt x="2606" y="315"/>
                          </a:cubicBezTo>
                          <a:cubicBezTo>
                            <a:pt x="3344" y="838"/>
                            <a:pt x="3512" y="1868"/>
                            <a:pt x="2981" y="2613"/>
                          </a:cubicBezTo>
                          <a:cubicBezTo>
                            <a:pt x="2450" y="3343"/>
                            <a:pt x="1423" y="3517"/>
                            <a:pt x="686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41" name="Freeform: Shape 1740">
                      <a:extLst>
                        <a:ext uri="{FF2B5EF4-FFF2-40B4-BE49-F238E27FC236}">
                          <a16:creationId xmlns:a16="http://schemas.microsoft.com/office/drawing/2014/main" id="{A5996EF6-7D02-09CE-8CCB-925D6DF9AC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375" y="4621460"/>
                      <a:ext cx="3290" cy="3292"/>
                    </a:xfrm>
                    <a:custGeom>
                      <a:avLst/>
                      <a:gdLst>
                        <a:gd name="connsiteX0" fmla="*/ 685 w 3290"/>
                        <a:gd name="connsiteY0" fmla="*/ 2986 h 3292"/>
                        <a:gd name="connsiteX1" fmla="*/ 310 w 3290"/>
                        <a:gd name="connsiteY1" fmla="*/ 687 h 3292"/>
                        <a:gd name="connsiteX2" fmla="*/ 2605 w 3290"/>
                        <a:gd name="connsiteY2" fmla="*/ 307 h 3292"/>
                        <a:gd name="connsiteX3" fmla="*/ 2981 w 3290"/>
                        <a:gd name="connsiteY3" fmla="*/ 2605 h 3292"/>
                        <a:gd name="connsiteX4" fmla="*/ 685 w 3290"/>
                        <a:gd name="connsiteY4" fmla="*/ 2986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685" y="2986"/>
                          </a:moveTo>
                          <a:cubicBezTo>
                            <a:pt x="-52" y="2447"/>
                            <a:pt x="-222" y="1416"/>
                            <a:pt x="310" y="687"/>
                          </a:cubicBezTo>
                          <a:cubicBezTo>
                            <a:pt x="839" y="-58"/>
                            <a:pt x="1868" y="-216"/>
                            <a:pt x="2605" y="307"/>
                          </a:cubicBezTo>
                          <a:cubicBezTo>
                            <a:pt x="3344" y="846"/>
                            <a:pt x="3512" y="1860"/>
                            <a:pt x="2981" y="2605"/>
                          </a:cubicBezTo>
                          <a:cubicBezTo>
                            <a:pt x="2451" y="3351"/>
                            <a:pt x="1424" y="3509"/>
                            <a:pt x="685" y="298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42" name="Freeform: Shape 1741">
                      <a:extLst>
                        <a:ext uri="{FF2B5EF4-FFF2-40B4-BE49-F238E27FC236}">
                          <a16:creationId xmlns:a16="http://schemas.microsoft.com/office/drawing/2014/main" id="{0B2E905F-7D6E-AEF5-A1F4-20F424EDE1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8819" y="4635823"/>
                      <a:ext cx="3291" cy="3292"/>
                    </a:xfrm>
                    <a:custGeom>
                      <a:avLst/>
                      <a:gdLst>
                        <a:gd name="connsiteX0" fmla="*/ 686 w 3291"/>
                        <a:gd name="connsiteY0" fmla="*/ 2986 h 3292"/>
                        <a:gd name="connsiteX1" fmla="*/ 310 w 3291"/>
                        <a:gd name="connsiteY1" fmla="*/ 687 h 3292"/>
                        <a:gd name="connsiteX2" fmla="*/ 2606 w 3291"/>
                        <a:gd name="connsiteY2" fmla="*/ 307 h 3292"/>
                        <a:gd name="connsiteX3" fmla="*/ 2981 w 3291"/>
                        <a:gd name="connsiteY3" fmla="*/ 2605 h 3292"/>
                        <a:gd name="connsiteX4" fmla="*/ 686 w 3291"/>
                        <a:gd name="connsiteY4" fmla="*/ 2986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686" y="2986"/>
                          </a:moveTo>
                          <a:cubicBezTo>
                            <a:pt x="-53" y="2447"/>
                            <a:pt x="-221" y="1432"/>
                            <a:pt x="310" y="687"/>
                          </a:cubicBezTo>
                          <a:cubicBezTo>
                            <a:pt x="840" y="-58"/>
                            <a:pt x="1868" y="-216"/>
                            <a:pt x="2606" y="307"/>
                          </a:cubicBezTo>
                          <a:cubicBezTo>
                            <a:pt x="3344" y="846"/>
                            <a:pt x="3512" y="1876"/>
                            <a:pt x="2981" y="2605"/>
                          </a:cubicBezTo>
                          <a:cubicBezTo>
                            <a:pt x="2452" y="3351"/>
                            <a:pt x="1423" y="3509"/>
                            <a:pt x="686" y="298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43" name="Freeform: Shape 1742">
                      <a:extLst>
                        <a:ext uri="{FF2B5EF4-FFF2-40B4-BE49-F238E27FC236}">
                          <a16:creationId xmlns:a16="http://schemas.microsoft.com/office/drawing/2014/main" id="{A93FBFB0-0315-7CFD-57AA-B747168700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716" y="4614060"/>
                      <a:ext cx="3291" cy="3288"/>
                    </a:xfrm>
                    <a:custGeom>
                      <a:avLst/>
                      <a:gdLst>
                        <a:gd name="connsiteX0" fmla="*/ 686 w 3291"/>
                        <a:gd name="connsiteY0" fmla="*/ 2982 h 3288"/>
                        <a:gd name="connsiteX1" fmla="*/ 310 w 3291"/>
                        <a:gd name="connsiteY1" fmla="*/ 683 h 3288"/>
                        <a:gd name="connsiteX2" fmla="*/ 2606 w 3291"/>
                        <a:gd name="connsiteY2" fmla="*/ 302 h 3288"/>
                        <a:gd name="connsiteX3" fmla="*/ 2981 w 3291"/>
                        <a:gd name="connsiteY3" fmla="*/ 2601 h 3288"/>
                        <a:gd name="connsiteX4" fmla="*/ 686 w 3291"/>
                        <a:gd name="connsiteY4" fmla="*/ 2982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686" y="2982"/>
                          </a:moveTo>
                          <a:cubicBezTo>
                            <a:pt x="-53" y="2458"/>
                            <a:pt x="-221" y="1428"/>
                            <a:pt x="310" y="683"/>
                          </a:cubicBezTo>
                          <a:cubicBezTo>
                            <a:pt x="839" y="-47"/>
                            <a:pt x="1868" y="-221"/>
                            <a:pt x="2606" y="302"/>
                          </a:cubicBezTo>
                          <a:cubicBezTo>
                            <a:pt x="3344" y="841"/>
                            <a:pt x="3512" y="1872"/>
                            <a:pt x="2981" y="2601"/>
                          </a:cubicBezTo>
                          <a:cubicBezTo>
                            <a:pt x="2452" y="3346"/>
                            <a:pt x="1423" y="3505"/>
                            <a:pt x="686" y="298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44" name="Freeform: Shape 1743">
                      <a:extLst>
                        <a:ext uri="{FF2B5EF4-FFF2-40B4-BE49-F238E27FC236}">
                          <a16:creationId xmlns:a16="http://schemas.microsoft.com/office/drawing/2014/main" id="{FC1FF225-313A-3747-8ABF-745C82DFA1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9727" y="4619359"/>
                      <a:ext cx="3291" cy="3291"/>
                    </a:xfrm>
                    <a:custGeom>
                      <a:avLst/>
                      <a:gdLst>
                        <a:gd name="connsiteX0" fmla="*/ 686 w 3291"/>
                        <a:gd name="connsiteY0" fmla="*/ 2978 h 3291"/>
                        <a:gd name="connsiteX1" fmla="*/ 310 w 3291"/>
                        <a:gd name="connsiteY1" fmla="*/ 679 h 3291"/>
                        <a:gd name="connsiteX2" fmla="*/ 2606 w 3291"/>
                        <a:gd name="connsiteY2" fmla="*/ 315 h 3291"/>
                        <a:gd name="connsiteX3" fmla="*/ 2981 w 3291"/>
                        <a:gd name="connsiteY3" fmla="*/ 2597 h 3291"/>
                        <a:gd name="connsiteX4" fmla="*/ 686 w 3291"/>
                        <a:gd name="connsiteY4" fmla="*/ 2978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686" y="2978"/>
                          </a:moveTo>
                          <a:cubicBezTo>
                            <a:pt x="-53" y="2455"/>
                            <a:pt x="-221" y="1424"/>
                            <a:pt x="310" y="679"/>
                          </a:cubicBezTo>
                          <a:cubicBezTo>
                            <a:pt x="841" y="-50"/>
                            <a:pt x="1868" y="-224"/>
                            <a:pt x="2606" y="315"/>
                          </a:cubicBezTo>
                          <a:cubicBezTo>
                            <a:pt x="3344" y="838"/>
                            <a:pt x="3512" y="1868"/>
                            <a:pt x="2981" y="2597"/>
                          </a:cubicBezTo>
                          <a:cubicBezTo>
                            <a:pt x="2450" y="3343"/>
                            <a:pt x="1425" y="3517"/>
                            <a:pt x="686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45" name="Freeform: Shape 1744">
                      <a:extLst>
                        <a:ext uri="{FF2B5EF4-FFF2-40B4-BE49-F238E27FC236}">
                          <a16:creationId xmlns:a16="http://schemas.microsoft.com/office/drawing/2014/main" id="{28634AB3-9B6C-804D-AD97-078EDFE531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5144" y="4609468"/>
                      <a:ext cx="3292" cy="3291"/>
                    </a:xfrm>
                    <a:custGeom>
                      <a:avLst/>
                      <a:gdLst>
                        <a:gd name="connsiteX0" fmla="*/ 686 w 3292"/>
                        <a:gd name="connsiteY0" fmla="*/ 2977 h 3291"/>
                        <a:gd name="connsiteX1" fmla="*/ 310 w 3292"/>
                        <a:gd name="connsiteY1" fmla="*/ 694 h 3291"/>
                        <a:gd name="connsiteX2" fmla="*/ 2607 w 3292"/>
                        <a:gd name="connsiteY2" fmla="*/ 314 h 3291"/>
                        <a:gd name="connsiteX3" fmla="*/ 2983 w 3292"/>
                        <a:gd name="connsiteY3" fmla="*/ 2612 h 3291"/>
                        <a:gd name="connsiteX4" fmla="*/ 686 w 3292"/>
                        <a:gd name="connsiteY4" fmla="*/ 2977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1">
                          <a:moveTo>
                            <a:pt x="686" y="2977"/>
                          </a:moveTo>
                          <a:cubicBezTo>
                            <a:pt x="-53" y="2454"/>
                            <a:pt x="-221" y="1423"/>
                            <a:pt x="310" y="694"/>
                          </a:cubicBezTo>
                          <a:cubicBezTo>
                            <a:pt x="841" y="-51"/>
                            <a:pt x="1868" y="-225"/>
                            <a:pt x="2607" y="314"/>
                          </a:cubicBezTo>
                          <a:cubicBezTo>
                            <a:pt x="3344" y="837"/>
                            <a:pt x="3514" y="1867"/>
                            <a:pt x="2983" y="2612"/>
                          </a:cubicBezTo>
                          <a:cubicBezTo>
                            <a:pt x="2452" y="3342"/>
                            <a:pt x="1423" y="3516"/>
                            <a:pt x="686" y="29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46" name="Freeform: Shape 1745">
                      <a:extLst>
                        <a:ext uri="{FF2B5EF4-FFF2-40B4-BE49-F238E27FC236}">
                          <a16:creationId xmlns:a16="http://schemas.microsoft.com/office/drawing/2014/main" id="{751D4446-3004-55E7-4DC4-74B1DBBBF9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16" y="4655806"/>
                      <a:ext cx="3291" cy="3291"/>
                    </a:xfrm>
                    <a:custGeom>
                      <a:avLst/>
                      <a:gdLst>
                        <a:gd name="connsiteX0" fmla="*/ 686 w 3291"/>
                        <a:gd name="connsiteY0" fmla="*/ 2978 h 3291"/>
                        <a:gd name="connsiteX1" fmla="*/ 310 w 3291"/>
                        <a:gd name="connsiteY1" fmla="*/ 679 h 3291"/>
                        <a:gd name="connsiteX2" fmla="*/ 2606 w 3291"/>
                        <a:gd name="connsiteY2" fmla="*/ 315 h 3291"/>
                        <a:gd name="connsiteX3" fmla="*/ 2981 w 3291"/>
                        <a:gd name="connsiteY3" fmla="*/ 2597 h 3291"/>
                        <a:gd name="connsiteX4" fmla="*/ 686 w 3291"/>
                        <a:gd name="connsiteY4" fmla="*/ 2978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686" y="2978"/>
                          </a:moveTo>
                          <a:cubicBezTo>
                            <a:pt x="-53" y="2455"/>
                            <a:pt x="-221" y="1424"/>
                            <a:pt x="310" y="679"/>
                          </a:cubicBezTo>
                          <a:cubicBezTo>
                            <a:pt x="841" y="-50"/>
                            <a:pt x="1868" y="-225"/>
                            <a:pt x="2606" y="315"/>
                          </a:cubicBezTo>
                          <a:cubicBezTo>
                            <a:pt x="3344" y="838"/>
                            <a:pt x="3512" y="1868"/>
                            <a:pt x="2981" y="2597"/>
                          </a:cubicBezTo>
                          <a:cubicBezTo>
                            <a:pt x="2452" y="3342"/>
                            <a:pt x="1424" y="3517"/>
                            <a:pt x="686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47" name="Freeform: Shape 1746">
                      <a:extLst>
                        <a:ext uri="{FF2B5EF4-FFF2-40B4-BE49-F238E27FC236}">
                          <a16:creationId xmlns:a16="http://schemas.microsoft.com/office/drawing/2014/main" id="{8F91E579-4108-10C1-FE12-0FEBA43649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762" y="4652120"/>
                      <a:ext cx="3292" cy="3292"/>
                    </a:xfrm>
                    <a:custGeom>
                      <a:avLst/>
                      <a:gdLst>
                        <a:gd name="connsiteX0" fmla="*/ 686 w 3292"/>
                        <a:gd name="connsiteY0" fmla="*/ 2986 h 3292"/>
                        <a:gd name="connsiteX1" fmla="*/ 310 w 3292"/>
                        <a:gd name="connsiteY1" fmla="*/ 687 h 3292"/>
                        <a:gd name="connsiteX2" fmla="*/ 2607 w 3292"/>
                        <a:gd name="connsiteY2" fmla="*/ 307 h 3292"/>
                        <a:gd name="connsiteX3" fmla="*/ 2983 w 3292"/>
                        <a:gd name="connsiteY3" fmla="*/ 2606 h 3292"/>
                        <a:gd name="connsiteX4" fmla="*/ 686 w 3292"/>
                        <a:gd name="connsiteY4" fmla="*/ 2986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2">
                          <a:moveTo>
                            <a:pt x="686" y="2986"/>
                          </a:moveTo>
                          <a:cubicBezTo>
                            <a:pt x="-53" y="2447"/>
                            <a:pt x="-221" y="1417"/>
                            <a:pt x="310" y="687"/>
                          </a:cubicBezTo>
                          <a:cubicBezTo>
                            <a:pt x="841" y="-58"/>
                            <a:pt x="1868" y="-216"/>
                            <a:pt x="2607" y="307"/>
                          </a:cubicBezTo>
                          <a:cubicBezTo>
                            <a:pt x="3344" y="846"/>
                            <a:pt x="3514" y="1860"/>
                            <a:pt x="2983" y="2606"/>
                          </a:cubicBezTo>
                          <a:cubicBezTo>
                            <a:pt x="2452" y="3351"/>
                            <a:pt x="1425" y="3509"/>
                            <a:pt x="686" y="298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48" name="Freeform: Shape 1747">
                      <a:extLst>
                        <a:ext uri="{FF2B5EF4-FFF2-40B4-BE49-F238E27FC236}">
                          <a16:creationId xmlns:a16="http://schemas.microsoft.com/office/drawing/2014/main" id="{133699A6-DA83-8A0B-AC53-D26132D38E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410" y="4648149"/>
                      <a:ext cx="3291" cy="3285"/>
                    </a:xfrm>
                    <a:custGeom>
                      <a:avLst/>
                      <a:gdLst>
                        <a:gd name="connsiteX0" fmla="*/ 686 w 3291"/>
                        <a:gd name="connsiteY0" fmla="*/ 2978 h 3285"/>
                        <a:gd name="connsiteX1" fmla="*/ 310 w 3291"/>
                        <a:gd name="connsiteY1" fmla="*/ 679 h 3285"/>
                        <a:gd name="connsiteX2" fmla="*/ 2606 w 3291"/>
                        <a:gd name="connsiteY2" fmla="*/ 315 h 3285"/>
                        <a:gd name="connsiteX3" fmla="*/ 2981 w 3291"/>
                        <a:gd name="connsiteY3" fmla="*/ 2613 h 3285"/>
                        <a:gd name="connsiteX4" fmla="*/ 686 w 3291"/>
                        <a:gd name="connsiteY4" fmla="*/ 2978 h 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5">
                          <a:moveTo>
                            <a:pt x="686" y="2978"/>
                          </a:moveTo>
                          <a:cubicBezTo>
                            <a:pt x="-53" y="2455"/>
                            <a:pt x="-221" y="1424"/>
                            <a:pt x="310" y="679"/>
                          </a:cubicBezTo>
                          <a:cubicBezTo>
                            <a:pt x="839" y="-50"/>
                            <a:pt x="1868" y="-224"/>
                            <a:pt x="2606" y="315"/>
                          </a:cubicBezTo>
                          <a:cubicBezTo>
                            <a:pt x="3344" y="838"/>
                            <a:pt x="3512" y="1868"/>
                            <a:pt x="2981" y="2613"/>
                          </a:cubicBezTo>
                          <a:cubicBezTo>
                            <a:pt x="2452" y="3343"/>
                            <a:pt x="1423" y="3501"/>
                            <a:pt x="686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49" name="Freeform: Shape 1748">
                      <a:extLst>
                        <a:ext uri="{FF2B5EF4-FFF2-40B4-BE49-F238E27FC236}">
                          <a16:creationId xmlns:a16="http://schemas.microsoft.com/office/drawing/2014/main" id="{2D3367EF-987F-7203-B3EA-9ED4AD08E1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0853" y="4662512"/>
                      <a:ext cx="3290" cy="3291"/>
                    </a:xfrm>
                    <a:custGeom>
                      <a:avLst/>
                      <a:gdLst>
                        <a:gd name="connsiteX0" fmla="*/ 685 w 3290"/>
                        <a:gd name="connsiteY0" fmla="*/ 2978 h 3291"/>
                        <a:gd name="connsiteX1" fmla="*/ 310 w 3290"/>
                        <a:gd name="connsiteY1" fmla="*/ 679 h 3291"/>
                        <a:gd name="connsiteX2" fmla="*/ 2605 w 3290"/>
                        <a:gd name="connsiteY2" fmla="*/ 315 h 3291"/>
                        <a:gd name="connsiteX3" fmla="*/ 2981 w 3290"/>
                        <a:gd name="connsiteY3" fmla="*/ 2597 h 3291"/>
                        <a:gd name="connsiteX4" fmla="*/ 685 w 3290"/>
                        <a:gd name="connsiteY4" fmla="*/ 2978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85" y="2978"/>
                          </a:moveTo>
                          <a:cubicBezTo>
                            <a:pt x="-52" y="2455"/>
                            <a:pt x="-222" y="1424"/>
                            <a:pt x="310" y="679"/>
                          </a:cubicBezTo>
                          <a:cubicBezTo>
                            <a:pt x="839" y="-50"/>
                            <a:pt x="1868" y="-224"/>
                            <a:pt x="2605" y="315"/>
                          </a:cubicBezTo>
                          <a:cubicBezTo>
                            <a:pt x="3344" y="838"/>
                            <a:pt x="3512" y="1868"/>
                            <a:pt x="2981" y="2597"/>
                          </a:cubicBezTo>
                          <a:cubicBezTo>
                            <a:pt x="2451" y="3343"/>
                            <a:pt x="1424" y="3517"/>
                            <a:pt x="685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50" name="Freeform: Shape 1749">
                      <a:extLst>
                        <a:ext uri="{FF2B5EF4-FFF2-40B4-BE49-F238E27FC236}">
                          <a16:creationId xmlns:a16="http://schemas.microsoft.com/office/drawing/2014/main" id="{A7C43D3E-6AE1-E5A2-E40A-9D079E9A5D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8751" y="4640746"/>
                      <a:ext cx="3290" cy="3291"/>
                    </a:xfrm>
                    <a:custGeom>
                      <a:avLst/>
                      <a:gdLst>
                        <a:gd name="connsiteX0" fmla="*/ 685 w 3290"/>
                        <a:gd name="connsiteY0" fmla="*/ 2977 h 3291"/>
                        <a:gd name="connsiteX1" fmla="*/ 310 w 3290"/>
                        <a:gd name="connsiteY1" fmla="*/ 694 h 3291"/>
                        <a:gd name="connsiteX2" fmla="*/ 2605 w 3290"/>
                        <a:gd name="connsiteY2" fmla="*/ 314 h 3291"/>
                        <a:gd name="connsiteX3" fmla="*/ 2981 w 3290"/>
                        <a:gd name="connsiteY3" fmla="*/ 2612 h 3291"/>
                        <a:gd name="connsiteX4" fmla="*/ 685 w 3290"/>
                        <a:gd name="connsiteY4" fmla="*/ 2977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85" y="2977"/>
                          </a:moveTo>
                          <a:cubicBezTo>
                            <a:pt x="-52" y="2454"/>
                            <a:pt x="-222" y="1423"/>
                            <a:pt x="310" y="694"/>
                          </a:cubicBezTo>
                          <a:cubicBezTo>
                            <a:pt x="839" y="-51"/>
                            <a:pt x="1868" y="-225"/>
                            <a:pt x="2605" y="314"/>
                          </a:cubicBezTo>
                          <a:cubicBezTo>
                            <a:pt x="3344" y="837"/>
                            <a:pt x="3512" y="1867"/>
                            <a:pt x="2981" y="2612"/>
                          </a:cubicBezTo>
                          <a:cubicBezTo>
                            <a:pt x="2451" y="3341"/>
                            <a:pt x="1424" y="3516"/>
                            <a:pt x="685" y="29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51" name="Freeform: Shape 1750">
                      <a:extLst>
                        <a:ext uri="{FF2B5EF4-FFF2-40B4-BE49-F238E27FC236}">
                          <a16:creationId xmlns:a16="http://schemas.microsoft.com/office/drawing/2014/main" id="{FA7585A3-753A-9EF4-7BF0-9A87F8054E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540" y="4638763"/>
                      <a:ext cx="3290" cy="3284"/>
                    </a:xfrm>
                    <a:custGeom>
                      <a:avLst/>
                      <a:gdLst>
                        <a:gd name="connsiteX0" fmla="*/ 685 w 3290"/>
                        <a:gd name="connsiteY0" fmla="*/ 2978 h 3284"/>
                        <a:gd name="connsiteX1" fmla="*/ 310 w 3290"/>
                        <a:gd name="connsiteY1" fmla="*/ 679 h 3284"/>
                        <a:gd name="connsiteX2" fmla="*/ 2605 w 3290"/>
                        <a:gd name="connsiteY2" fmla="*/ 315 h 3284"/>
                        <a:gd name="connsiteX3" fmla="*/ 2981 w 3290"/>
                        <a:gd name="connsiteY3" fmla="*/ 2597 h 3284"/>
                        <a:gd name="connsiteX4" fmla="*/ 685 w 3290"/>
                        <a:gd name="connsiteY4" fmla="*/ 2978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685" y="2978"/>
                          </a:moveTo>
                          <a:cubicBezTo>
                            <a:pt x="-52" y="2455"/>
                            <a:pt x="-222" y="1424"/>
                            <a:pt x="310" y="679"/>
                          </a:cubicBezTo>
                          <a:cubicBezTo>
                            <a:pt x="839" y="-50"/>
                            <a:pt x="1868" y="-225"/>
                            <a:pt x="2605" y="315"/>
                          </a:cubicBezTo>
                          <a:cubicBezTo>
                            <a:pt x="3344" y="838"/>
                            <a:pt x="3512" y="1868"/>
                            <a:pt x="2981" y="2597"/>
                          </a:cubicBezTo>
                          <a:cubicBezTo>
                            <a:pt x="2451" y="3342"/>
                            <a:pt x="1424" y="3501"/>
                            <a:pt x="685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52" name="Freeform: Shape 1751">
                      <a:extLst>
                        <a:ext uri="{FF2B5EF4-FFF2-40B4-BE49-F238E27FC236}">
                          <a16:creationId xmlns:a16="http://schemas.microsoft.com/office/drawing/2014/main" id="{223E501C-CF9A-F9E1-0889-09336974FE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852" y="4644673"/>
                      <a:ext cx="3291" cy="3288"/>
                    </a:xfrm>
                    <a:custGeom>
                      <a:avLst/>
                      <a:gdLst>
                        <a:gd name="connsiteX0" fmla="*/ 686 w 3291"/>
                        <a:gd name="connsiteY0" fmla="*/ 2981 h 3288"/>
                        <a:gd name="connsiteX1" fmla="*/ 310 w 3291"/>
                        <a:gd name="connsiteY1" fmla="*/ 683 h 3288"/>
                        <a:gd name="connsiteX2" fmla="*/ 2606 w 3291"/>
                        <a:gd name="connsiteY2" fmla="*/ 302 h 3288"/>
                        <a:gd name="connsiteX3" fmla="*/ 2981 w 3291"/>
                        <a:gd name="connsiteY3" fmla="*/ 2601 h 3288"/>
                        <a:gd name="connsiteX4" fmla="*/ 686 w 3291"/>
                        <a:gd name="connsiteY4" fmla="*/ 2981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686" y="2981"/>
                          </a:moveTo>
                          <a:cubicBezTo>
                            <a:pt x="-53" y="2442"/>
                            <a:pt x="-221" y="1428"/>
                            <a:pt x="310" y="683"/>
                          </a:cubicBezTo>
                          <a:cubicBezTo>
                            <a:pt x="839" y="-46"/>
                            <a:pt x="1868" y="-221"/>
                            <a:pt x="2606" y="302"/>
                          </a:cubicBezTo>
                          <a:cubicBezTo>
                            <a:pt x="3344" y="841"/>
                            <a:pt x="3512" y="1872"/>
                            <a:pt x="2981" y="2601"/>
                          </a:cubicBezTo>
                          <a:cubicBezTo>
                            <a:pt x="2452" y="3346"/>
                            <a:pt x="1425" y="3505"/>
                            <a:pt x="686" y="298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53" name="Freeform: Shape 1752">
                      <a:extLst>
                        <a:ext uri="{FF2B5EF4-FFF2-40B4-BE49-F238E27FC236}">
                          <a16:creationId xmlns:a16="http://schemas.microsoft.com/office/drawing/2014/main" id="{91BB10D8-0A63-CC63-B565-91E58F066A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846" y="4621357"/>
                      <a:ext cx="3290" cy="3291"/>
                    </a:xfrm>
                    <a:custGeom>
                      <a:avLst/>
                      <a:gdLst>
                        <a:gd name="connsiteX0" fmla="*/ 685 w 3290"/>
                        <a:gd name="connsiteY0" fmla="*/ 2977 h 3291"/>
                        <a:gd name="connsiteX1" fmla="*/ 310 w 3290"/>
                        <a:gd name="connsiteY1" fmla="*/ 694 h 3291"/>
                        <a:gd name="connsiteX2" fmla="*/ 2605 w 3290"/>
                        <a:gd name="connsiteY2" fmla="*/ 314 h 3291"/>
                        <a:gd name="connsiteX3" fmla="*/ 2981 w 3290"/>
                        <a:gd name="connsiteY3" fmla="*/ 2612 h 3291"/>
                        <a:gd name="connsiteX4" fmla="*/ 685 w 3290"/>
                        <a:gd name="connsiteY4" fmla="*/ 2977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85" y="2977"/>
                          </a:moveTo>
                          <a:cubicBezTo>
                            <a:pt x="-52" y="2454"/>
                            <a:pt x="-222" y="1423"/>
                            <a:pt x="310" y="694"/>
                          </a:cubicBezTo>
                          <a:cubicBezTo>
                            <a:pt x="839" y="-51"/>
                            <a:pt x="1868" y="-225"/>
                            <a:pt x="2605" y="314"/>
                          </a:cubicBezTo>
                          <a:cubicBezTo>
                            <a:pt x="3344" y="853"/>
                            <a:pt x="3512" y="1867"/>
                            <a:pt x="2981" y="2612"/>
                          </a:cubicBezTo>
                          <a:cubicBezTo>
                            <a:pt x="2451" y="3342"/>
                            <a:pt x="1424" y="3516"/>
                            <a:pt x="685" y="29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54" name="Freeform: Shape 1753">
                      <a:extLst>
                        <a:ext uri="{FF2B5EF4-FFF2-40B4-BE49-F238E27FC236}">
                          <a16:creationId xmlns:a16="http://schemas.microsoft.com/office/drawing/2014/main" id="{36AE2BE5-3EFB-724D-DA59-1649037905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3091" y="4617679"/>
                      <a:ext cx="3291" cy="3284"/>
                    </a:xfrm>
                    <a:custGeom>
                      <a:avLst/>
                      <a:gdLst>
                        <a:gd name="connsiteX0" fmla="*/ 686 w 3291"/>
                        <a:gd name="connsiteY0" fmla="*/ 2978 h 3284"/>
                        <a:gd name="connsiteX1" fmla="*/ 310 w 3291"/>
                        <a:gd name="connsiteY1" fmla="*/ 679 h 3284"/>
                        <a:gd name="connsiteX2" fmla="*/ 2606 w 3291"/>
                        <a:gd name="connsiteY2" fmla="*/ 315 h 3284"/>
                        <a:gd name="connsiteX3" fmla="*/ 2981 w 3291"/>
                        <a:gd name="connsiteY3" fmla="*/ 2598 h 3284"/>
                        <a:gd name="connsiteX4" fmla="*/ 686 w 3291"/>
                        <a:gd name="connsiteY4" fmla="*/ 2978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4">
                          <a:moveTo>
                            <a:pt x="686" y="2978"/>
                          </a:moveTo>
                          <a:cubicBezTo>
                            <a:pt x="-53" y="2455"/>
                            <a:pt x="-221" y="1424"/>
                            <a:pt x="310" y="679"/>
                          </a:cubicBezTo>
                          <a:cubicBezTo>
                            <a:pt x="840" y="-50"/>
                            <a:pt x="1868" y="-224"/>
                            <a:pt x="2606" y="315"/>
                          </a:cubicBezTo>
                          <a:cubicBezTo>
                            <a:pt x="3344" y="838"/>
                            <a:pt x="3512" y="1868"/>
                            <a:pt x="2981" y="2598"/>
                          </a:cubicBezTo>
                          <a:cubicBezTo>
                            <a:pt x="2452" y="3343"/>
                            <a:pt x="1424" y="3501"/>
                            <a:pt x="686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55" name="Freeform: Shape 1754">
                      <a:extLst>
                        <a:ext uri="{FF2B5EF4-FFF2-40B4-BE49-F238E27FC236}">
                          <a16:creationId xmlns:a16="http://schemas.microsoft.com/office/drawing/2014/main" id="{00EBED16-0F0A-35D5-C34B-8344C7BB5E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9308" y="4611306"/>
                      <a:ext cx="3292" cy="3291"/>
                    </a:xfrm>
                    <a:custGeom>
                      <a:avLst/>
                      <a:gdLst>
                        <a:gd name="connsiteX0" fmla="*/ 686 w 3292"/>
                        <a:gd name="connsiteY0" fmla="*/ 2978 h 3291"/>
                        <a:gd name="connsiteX1" fmla="*/ 310 w 3292"/>
                        <a:gd name="connsiteY1" fmla="*/ 679 h 3291"/>
                        <a:gd name="connsiteX2" fmla="*/ 2607 w 3292"/>
                        <a:gd name="connsiteY2" fmla="*/ 315 h 3291"/>
                        <a:gd name="connsiteX3" fmla="*/ 2983 w 3292"/>
                        <a:gd name="connsiteY3" fmla="*/ 2598 h 3291"/>
                        <a:gd name="connsiteX4" fmla="*/ 686 w 3292"/>
                        <a:gd name="connsiteY4" fmla="*/ 2978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1">
                          <a:moveTo>
                            <a:pt x="686" y="2978"/>
                          </a:moveTo>
                          <a:cubicBezTo>
                            <a:pt x="-53" y="2455"/>
                            <a:pt x="-221" y="1424"/>
                            <a:pt x="310" y="679"/>
                          </a:cubicBezTo>
                          <a:cubicBezTo>
                            <a:pt x="839" y="-50"/>
                            <a:pt x="1868" y="-224"/>
                            <a:pt x="2607" y="315"/>
                          </a:cubicBezTo>
                          <a:cubicBezTo>
                            <a:pt x="3344" y="838"/>
                            <a:pt x="3514" y="1868"/>
                            <a:pt x="2983" y="2598"/>
                          </a:cubicBezTo>
                          <a:cubicBezTo>
                            <a:pt x="2452" y="3343"/>
                            <a:pt x="1423" y="3517"/>
                            <a:pt x="686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56" name="Freeform: Shape 1755">
                      <a:extLst>
                        <a:ext uri="{FF2B5EF4-FFF2-40B4-BE49-F238E27FC236}">
                          <a16:creationId xmlns:a16="http://schemas.microsoft.com/office/drawing/2014/main" id="{B238359F-D163-CB3C-9936-41D50B9817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182" y="4628063"/>
                      <a:ext cx="3290" cy="3291"/>
                    </a:xfrm>
                    <a:custGeom>
                      <a:avLst/>
                      <a:gdLst>
                        <a:gd name="connsiteX0" fmla="*/ 686 w 3290"/>
                        <a:gd name="connsiteY0" fmla="*/ 2977 h 3291"/>
                        <a:gd name="connsiteX1" fmla="*/ 310 w 3290"/>
                        <a:gd name="connsiteY1" fmla="*/ 694 h 3291"/>
                        <a:gd name="connsiteX2" fmla="*/ 2606 w 3290"/>
                        <a:gd name="connsiteY2" fmla="*/ 314 h 3291"/>
                        <a:gd name="connsiteX3" fmla="*/ 2981 w 3290"/>
                        <a:gd name="connsiteY3" fmla="*/ 2612 h 3291"/>
                        <a:gd name="connsiteX4" fmla="*/ 686 w 3290"/>
                        <a:gd name="connsiteY4" fmla="*/ 2977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86" y="2977"/>
                          </a:moveTo>
                          <a:cubicBezTo>
                            <a:pt x="-53" y="2454"/>
                            <a:pt x="-221" y="1423"/>
                            <a:pt x="310" y="694"/>
                          </a:cubicBezTo>
                          <a:cubicBezTo>
                            <a:pt x="840" y="-51"/>
                            <a:pt x="1868" y="-225"/>
                            <a:pt x="2606" y="314"/>
                          </a:cubicBezTo>
                          <a:cubicBezTo>
                            <a:pt x="3343" y="837"/>
                            <a:pt x="3512" y="1867"/>
                            <a:pt x="2981" y="2612"/>
                          </a:cubicBezTo>
                          <a:cubicBezTo>
                            <a:pt x="2452" y="3341"/>
                            <a:pt x="1424" y="3516"/>
                            <a:pt x="686" y="29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57" name="Freeform: Shape 1756">
                      <a:extLst>
                        <a:ext uri="{FF2B5EF4-FFF2-40B4-BE49-F238E27FC236}">
                          <a16:creationId xmlns:a16="http://schemas.microsoft.com/office/drawing/2014/main" id="{8A4D5F41-9831-2FC2-32F8-563CC35FFF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080" y="4606304"/>
                      <a:ext cx="3290" cy="3288"/>
                    </a:xfrm>
                    <a:custGeom>
                      <a:avLst/>
                      <a:gdLst>
                        <a:gd name="connsiteX0" fmla="*/ 685 w 3290"/>
                        <a:gd name="connsiteY0" fmla="*/ 2986 h 3288"/>
                        <a:gd name="connsiteX1" fmla="*/ 310 w 3290"/>
                        <a:gd name="connsiteY1" fmla="*/ 687 h 3288"/>
                        <a:gd name="connsiteX2" fmla="*/ 2605 w 3290"/>
                        <a:gd name="connsiteY2" fmla="*/ 307 h 3288"/>
                        <a:gd name="connsiteX3" fmla="*/ 2981 w 3290"/>
                        <a:gd name="connsiteY3" fmla="*/ 2605 h 3288"/>
                        <a:gd name="connsiteX4" fmla="*/ 685 w 3290"/>
                        <a:gd name="connsiteY4" fmla="*/ 2986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8">
                          <a:moveTo>
                            <a:pt x="685" y="2986"/>
                          </a:moveTo>
                          <a:cubicBezTo>
                            <a:pt x="-52" y="2447"/>
                            <a:pt x="-222" y="1416"/>
                            <a:pt x="310" y="687"/>
                          </a:cubicBezTo>
                          <a:cubicBezTo>
                            <a:pt x="839" y="-58"/>
                            <a:pt x="1868" y="-216"/>
                            <a:pt x="2605" y="307"/>
                          </a:cubicBezTo>
                          <a:cubicBezTo>
                            <a:pt x="3344" y="846"/>
                            <a:pt x="3512" y="1876"/>
                            <a:pt x="2981" y="2605"/>
                          </a:cubicBezTo>
                          <a:cubicBezTo>
                            <a:pt x="2451" y="3335"/>
                            <a:pt x="1424" y="3509"/>
                            <a:pt x="685" y="298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58" name="Freeform: Shape 1757">
                      <a:extLst>
                        <a:ext uri="{FF2B5EF4-FFF2-40B4-BE49-F238E27FC236}">
                          <a16:creationId xmlns:a16="http://schemas.microsoft.com/office/drawing/2014/main" id="{D2C99282-3415-0CED-16A2-39F290C3A5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1443" y="4621650"/>
                      <a:ext cx="3291" cy="3292"/>
                    </a:xfrm>
                    <a:custGeom>
                      <a:avLst/>
                      <a:gdLst>
                        <a:gd name="connsiteX0" fmla="*/ 686 w 3291"/>
                        <a:gd name="connsiteY0" fmla="*/ 2986 h 3292"/>
                        <a:gd name="connsiteX1" fmla="*/ 310 w 3291"/>
                        <a:gd name="connsiteY1" fmla="*/ 687 h 3292"/>
                        <a:gd name="connsiteX2" fmla="*/ 2606 w 3291"/>
                        <a:gd name="connsiteY2" fmla="*/ 307 h 3292"/>
                        <a:gd name="connsiteX3" fmla="*/ 2981 w 3291"/>
                        <a:gd name="connsiteY3" fmla="*/ 2606 h 3292"/>
                        <a:gd name="connsiteX4" fmla="*/ 686 w 3291"/>
                        <a:gd name="connsiteY4" fmla="*/ 2986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686" y="2986"/>
                          </a:moveTo>
                          <a:cubicBezTo>
                            <a:pt x="-53" y="2447"/>
                            <a:pt x="-221" y="1417"/>
                            <a:pt x="310" y="687"/>
                          </a:cubicBezTo>
                          <a:cubicBezTo>
                            <a:pt x="839" y="-58"/>
                            <a:pt x="1868" y="-216"/>
                            <a:pt x="2606" y="307"/>
                          </a:cubicBezTo>
                          <a:cubicBezTo>
                            <a:pt x="3344" y="846"/>
                            <a:pt x="3512" y="1860"/>
                            <a:pt x="2981" y="2606"/>
                          </a:cubicBezTo>
                          <a:cubicBezTo>
                            <a:pt x="2452" y="3351"/>
                            <a:pt x="1424" y="3509"/>
                            <a:pt x="686" y="298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59" name="Freeform: Shape 1758">
                      <a:extLst>
                        <a:ext uri="{FF2B5EF4-FFF2-40B4-BE49-F238E27FC236}">
                          <a16:creationId xmlns:a16="http://schemas.microsoft.com/office/drawing/2014/main" id="{6942B213-4598-B8E9-CFA0-BBE4000BB1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3182" y="4610228"/>
                      <a:ext cx="3291" cy="3291"/>
                    </a:xfrm>
                    <a:custGeom>
                      <a:avLst/>
                      <a:gdLst>
                        <a:gd name="connsiteX0" fmla="*/ 686 w 3291"/>
                        <a:gd name="connsiteY0" fmla="*/ 2978 h 3291"/>
                        <a:gd name="connsiteX1" fmla="*/ 310 w 3291"/>
                        <a:gd name="connsiteY1" fmla="*/ 679 h 3291"/>
                        <a:gd name="connsiteX2" fmla="*/ 2606 w 3291"/>
                        <a:gd name="connsiteY2" fmla="*/ 315 h 3291"/>
                        <a:gd name="connsiteX3" fmla="*/ 2981 w 3291"/>
                        <a:gd name="connsiteY3" fmla="*/ 2597 h 3291"/>
                        <a:gd name="connsiteX4" fmla="*/ 686 w 3291"/>
                        <a:gd name="connsiteY4" fmla="*/ 2978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686" y="2978"/>
                          </a:moveTo>
                          <a:cubicBezTo>
                            <a:pt x="-53" y="2455"/>
                            <a:pt x="-221" y="1424"/>
                            <a:pt x="310" y="679"/>
                          </a:cubicBezTo>
                          <a:cubicBezTo>
                            <a:pt x="841" y="-50"/>
                            <a:pt x="1868" y="-225"/>
                            <a:pt x="2606" y="315"/>
                          </a:cubicBezTo>
                          <a:cubicBezTo>
                            <a:pt x="3344" y="838"/>
                            <a:pt x="3512" y="1868"/>
                            <a:pt x="2981" y="2597"/>
                          </a:cubicBezTo>
                          <a:cubicBezTo>
                            <a:pt x="2452" y="3342"/>
                            <a:pt x="1424" y="3517"/>
                            <a:pt x="686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60" name="Freeform: Shape 1759">
                      <a:extLst>
                        <a:ext uri="{FF2B5EF4-FFF2-40B4-BE49-F238E27FC236}">
                          <a16:creationId xmlns:a16="http://schemas.microsoft.com/office/drawing/2014/main" id="{8BF0E282-EF73-6967-FB16-6CF70C3006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744" y="4594962"/>
                      <a:ext cx="3291" cy="3291"/>
                    </a:xfrm>
                    <a:custGeom>
                      <a:avLst/>
                      <a:gdLst>
                        <a:gd name="connsiteX0" fmla="*/ 686 w 3291"/>
                        <a:gd name="connsiteY0" fmla="*/ 2977 h 3291"/>
                        <a:gd name="connsiteX1" fmla="*/ 310 w 3291"/>
                        <a:gd name="connsiteY1" fmla="*/ 694 h 3291"/>
                        <a:gd name="connsiteX2" fmla="*/ 2606 w 3291"/>
                        <a:gd name="connsiteY2" fmla="*/ 314 h 3291"/>
                        <a:gd name="connsiteX3" fmla="*/ 2981 w 3291"/>
                        <a:gd name="connsiteY3" fmla="*/ 2612 h 3291"/>
                        <a:gd name="connsiteX4" fmla="*/ 686 w 3291"/>
                        <a:gd name="connsiteY4" fmla="*/ 2977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686" y="2977"/>
                          </a:moveTo>
                          <a:cubicBezTo>
                            <a:pt x="-53" y="2454"/>
                            <a:pt x="-221" y="1423"/>
                            <a:pt x="310" y="694"/>
                          </a:cubicBezTo>
                          <a:cubicBezTo>
                            <a:pt x="841" y="-51"/>
                            <a:pt x="1868" y="-225"/>
                            <a:pt x="2606" y="314"/>
                          </a:cubicBezTo>
                          <a:cubicBezTo>
                            <a:pt x="3344" y="837"/>
                            <a:pt x="3512" y="1867"/>
                            <a:pt x="2981" y="2612"/>
                          </a:cubicBezTo>
                          <a:cubicBezTo>
                            <a:pt x="2452" y="3341"/>
                            <a:pt x="1423" y="3516"/>
                            <a:pt x="686" y="29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61" name="Freeform: Shape 1760">
                      <a:extLst>
                        <a:ext uri="{FF2B5EF4-FFF2-40B4-BE49-F238E27FC236}">
                          <a16:creationId xmlns:a16="http://schemas.microsoft.com/office/drawing/2014/main" id="{B2E8E789-A0DC-0874-4A96-BC20B9382D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0987" y="4591279"/>
                      <a:ext cx="3291" cy="3288"/>
                    </a:xfrm>
                    <a:custGeom>
                      <a:avLst/>
                      <a:gdLst>
                        <a:gd name="connsiteX0" fmla="*/ 686 w 3291"/>
                        <a:gd name="connsiteY0" fmla="*/ 2982 h 3288"/>
                        <a:gd name="connsiteX1" fmla="*/ 310 w 3291"/>
                        <a:gd name="connsiteY1" fmla="*/ 683 h 3288"/>
                        <a:gd name="connsiteX2" fmla="*/ 2606 w 3291"/>
                        <a:gd name="connsiteY2" fmla="*/ 302 h 3288"/>
                        <a:gd name="connsiteX3" fmla="*/ 2981 w 3291"/>
                        <a:gd name="connsiteY3" fmla="*/ 2601 h 3288"/>
                        <a:gd name="connsiteX4" fmla="*/ 686 w 3291"/>
                        <a:gd name="connsiteY4" fmla="*/ 2982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686" y="2982"/>
                          </a:moveTo>
                          <a:cubicBezTo>
                            <a:pt x="-53" y="2458"/>
                            <a:pt x="-221" y="1428"/>
                            <a:pt x="310" y="683"/>
                          </a:cubicBezTo>
                          <a:cubicBezTo>
                            <a:pt x="839" y="-46"/>
                            <a:pt x="1868" y="-221"/>
                            <a:pt x="2606" y="302"/>
                          </a:cubicBezTo>
                          <a:cubicBezTo>
                            <a:pt x="3344" y="841"/>
                            <a:pt x="3512" y="1872"/>
                            <a:pt x="2981" y="2601"/>
                          </a:cubicBezTo>
                          <a:cubicBezTo>
                            <a:pt x="2452" y="3346"/>
                            <a:pt x="1425" y="3505"/>
                            <a:pt x="686" y="298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62" name="Freeform: Shape 1761">
                      <a:extLst>
                        <a:ext uri="{FF2B5EF4-FFF2-40B4-BE49-F238E27FC236}">
                          <a16:creationId xmlns:a16="http://schemas.microsoft.com/office/drawing/2014/main" id="{B810E744-A75B-AE9D-7C0C-30D0D57CC2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636" y="4587304"/>
                      <a:ext cx="3291" cy="3292"/>
                    </a:xfrm>
                    <a:custGeom>
                      <a:avLst/>
                      <a:gdLst>
                        <a:gd name="connsiteX0" fmla="*/ 686 w 3291"/>
                        <a:gd name="connsiteY0" fmla="*/ 2978 h 3292"/>
                        <a:gd name="connsiteX1" fmla="*/ 310 w 3291"/>
                        <a:gd name="connsiteY1" fmla="*/ 679 h 3292"/>
                        <a:gd name="connsiteX2" fmla="*/ 2606 w 3291"/>
                        <a:gd name="connsiteY2" fmla="*/ 315 h 3292"/>
                        <a:gd name="connsiteX3" fmla="*/ 2981 w 3291"/>
                        <a:gd name="connsiteY3" fmla="*/ 2613 h 3292"/>
                        <a:gd name="connsiteX4" fmla="*/ 686 w 3291"/>
                        <a:gd name="connsiteY4" fmla="*/ 2978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686" y="2978"/>
                          </a:moveTo>
                          <a:cubicBezTo>
                            <a:pt x="-53" y="2455"/>
                            <a:pt x="-221" y="1424"/>
                            <a:pt x="310" y="679"/>
                          </a:cubicBezTo>
                          <a:cubicBezTo>
                            <a:pt x="839" y="-50"/>
                            <a:pt x="1868" y="-224"/>
                            <a:pt x="2606" y="315"/>
                          </a:cubicBezTo>
                          <a:cubicBezTo>
                            <a:pt x="3344" y="838"/>
                            <a:pt x="3512" y="1868"/>
                            <a:pt x="2981" y="2613"/>
                          </a:cubicBezTo>
                          <a:cubicBezTo>
                            <a:pt x="2450" y="3343"/>
                            <a:pt x="1425" y="3517"/>
                            <a:pt x="686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63" name="Freeform: Shape 1762">
                      <a:extLst>
                        <a:ext uri="{FF2B5EF4-FFF2-40B4-BE49-F238E27FC236}">
                          <a16:creationId xmlns:a16="http://schemas.microsoft.com/office/drawing/2014/main" id="{E965A455-FDB4-9F13-7DA7-D8AEC5AFDD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4537" y="4605900"/>
                      <a:ext cx="3290" cy="3291"/>
                    </a:xfrm>
                    <a:custGeom>
                      <a:avLst/>
                      <a:gdLst>
                        <a:gd name="connsiteX0" fmla="*/ 686 w 3290"/>
                        <a:gd name="connsiteY0" fmla="*/ 2978 h 3291"/>
                        <a:gd name="connsiteX1" fmla="*/ 310 w 3290"/>
                        <a:gd name="connsiteY1" fmla="*/ 679 h 3291"/>
                        <a:gd name="connsiteX2" fmla="*/ 2606 w 3290"/>
                        <a:gd name="connsiteY2" fmla="*/ 315 h 3291"/>
                        <a:gd name="connsiteX3" fmla="*/ 2981 w 3290"/>
                        <a:gd name="connsiteY3" fmla="*/ 2597 h 3291"/>
                        <a:gd name="connsiteX4" fmla="*/ 686 w 3290"/>
                        <a:gd name="connsiteY4" fmla="*/ 2978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86" y="2978"/>
                          </a:moveTo>
                          <a:cubicBezTo>
                            <a:pt x="-53" y="2455"/>
                            <a:pt x="-221" y="1424"/>
                            <a:pt x="310" y="679"/>
                          </a:cubicBezTo>
                          <a:cubicBezTo>
                            <a:pt x="839" y="-50"/>
                            <a:pt x="1868" y="-224"/>
                            <a:pt x="2606" y="315"/>
                          </a:cubicBezTo>
                          <a:cubicBezTo>
                            <a:pt x="3343" y="838"/>
                            <a:pt x="3512" y="1868"/>
                            <a:pt x="2981" y="2597"/>
                          </a:cubicBezTo>
                          <a:cubicBezTo>
                            <a:pt x="2452" y="3343"/>
                            <a:pt x="1424" y="3517"/>
                            <a:pt x="686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64" name="Freeform: Shape 1763">
                      <a:extLst>
                        <a:ext uri="{FF2B5EF4-FFF2-40B4-BE49-F238E27FC236}">
                          <a16:creationId xmlns:a16="http://schemas.microsoft.com/office/drawing/2014/main" id="{C923E144-4B0F-774E-6EE2-4E495B7A7B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6367" y="4580772"/>
                      <a:ext cx="3290" cy="3292"/>
                    </a:xfrm>
                    <a:custGeom>
                      <a:avLst/>
                      <a:gdLst>
                        <a:gd name="connsiteX0" fmla="*/ 686 w 3290"/>
                        <a:gd name="connsiteY0" fmla="*/ 2978 h 3292"/>
                        <a:gd name="connsiteX1" fmla="*/ 310 w 3290"/>
                        <a:gd name="connsiteY1" fmla="*/ 679 h 3292"/>
                        <a:gd name="connsiteX2" fmla="*/ 2606 w 3290"/>
                        <a:gd name="connsiteY2" fmla="*/ 315 h 3292"/>
                        <a:gd name="connsiteX3" fmla="*/ 2981 w 3290"/>
                        <a:gd name="connsiteY3" fmla="*/ 2613 h 3292"/>
                        <a:gd name="connsiteX4" fmla="*/ 686 w 3290"/>
                        <a:gd name="connsiteY4" fmla="*/ 2978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686" y="2978"/>
                          </a:moveTo>
                          <a:cubicBezTo>
                            <a:pt x="-53" y="2455"/>
                            <a:pt x="-221" y="1424"/>
                            <a:pt x="310" y="679"/>
                          </a:cubicBezTo>
                          <a:cubicBezTo>
                            <a:pt x="840" y="-50"/>
                            <a:pt x="1868" y="-224"/>
                            <a:pt x="2606" y="315"/>
                          </a:cubicBezTo>
                          <a:cubicBezTo>
                            <a:pt x="3343" y="838"/>
                            <a:pt x="3512" y="1868"/>
                            <a:pt x="2981" y="2613"/>
                          </a:cubicBezTo>
                          <a:cubicBezTo>
                            <a:pt x="2452" y="3343"/>
                            <a:pt x="1423" y="3517"/>
                            <a:pt x="686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65" name="Freeform: Shape 1764">
                      <a:extLst>
                        <a:ext uri="{FF2B5EF4-FFF2-40B4-BE49-F238E27FC236}">
                          <a16:creationId xmlns:a16="http://schemas.microsoft.com/office/drawing/2014/main" id="{BB8B8976-3ECE-572E-A7A4-00BF17E3A3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9340" y="4595247"/>
                      <a:ext cx="3290" cy="3295"/>
                    </a:xfrm>
                    <a:custGeom>
                      <a:avLst/>
                      <a:gdLst>
                        <a:gd name="connsiteX0" fmla="*/ 686 w 3290"/>
                        <a:gd name="connsiteY0" fmla="*/ 2993 h 3295"/>
                        <a:gd name="connsiteX1" fmla="*/ 310 w 3290"/>
                        <a:gd name="connsiteY1" fmla="*/ 694 h 3295"/>
                        <a:gd name="connsiteX2" fmla="*/ 2606 w 3290"/>
                        <a:gd name="connsiteY2" fmla="*/ 314 h 3295"/>
                        <a:gd name="connsiteX3" fmla="*/ 2981 w 3290"/>
                        <a:gd name="connsiteY3" fmla="*/ 2612 h 3295"/>
                        <a:gd name="connsiteX4" fmla="*/ 686 w 3290"/>
                        <a:gd name="connsiteY4" fmla="*/ 2993 h 32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5">
                          <a:moveTo>
                            <a:pt x="686" y="2993"/>
                          </a:moveTo>
                          <a:cubicBezTo>
                            <a:pt x="-53" y="2454"/>
                            <a:pt x="-221" y="1423"/>
                            <a:pt x="310" y="694"/>
                          </a:cubicBezTo>
                          <a:cubicBezTo>
                            <a:pt x="839" y="-51"/>
                            <a:pt x="1868" y="-225"/>
                            <a:pt x="2606" y="314"/>
                          </a:cubicBezTo>
                          <a:cubicBezTo>
                            <a:pt x="3343" y="853"/>
                            <a:pt x="3512" y="1867"/>
                            <a:pt x="2981" y="2612"/>
                          </a:cubicBezTo>
                          <a:cubicBezTo>
                            <a:pt x="2450" y="3342"/>
                            <a:pt x="1423" y="3516"/>
                            <a:pt x="686" y="2993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66" name="Freeform: Shape 1765">
                      <a:extLst>
                        <a:ext uri="{FF2B5EF4-FFF2-40B4-BE49-F238E27FC236}">
                          <a16:creationId xmlns:a16="http://schemas.microsoft.com/office/drawing/2014/main" id="{7BAC307E-3659-71CF-CFE8-5D7C808712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1080" y="4583832"/>
                      <a:ext cx="3292" cy="3291"/>
                    </a:xfrm>
                    <a:custGeom>
                      <a:avLst/>
                      <a:gdLst>
                        <a:gd name="connsiteX0" fmla="*/ 686 w 3292"/>
                        <a:gd name="connsiteY0" fmla="*/ 2978 h 3291"/>
                        <a:gd name="connsiteX1" fmla="*/ 310 w 3292"/>
                        <a:gd name="connsiteY1" fmla="*/ 679 h 3291"/>
                        <a:gd name="connsiteX2" fmla="*/ 2607 w 3292"/>
                        <a:gd name="connsiteY2" fmla="*/ 315 h 3291"/>
                        <a:gd name="connsiteX3" fmla="*/ 2983 w 3292"/>
                        <a:gd name="connsiteY3" fmla="*/ 2597 h 3291"/>
                        <a:gd name="connsiteX4" fmla="*/ 686 w 3292"/>
                        <a:gd name="connsiteY4" fmla="*/ 2978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1">
                          <a:moveTo>
                            <a:pt x="686" y="2978"/>
                          </a:moveTo>
                          <a:cubicBezTo>
                            <a:pt x="-53" y="2455"/>
                            <a:pt x="-221" y="1424"/>
                            <a:pt x="310" y="679"/>
                          </a:cubicBezTo>
                          <a:cubicBezTo>
                            <a:pt x="841" y="-50"/>
                            <a:pt x="1868" y="-224"/>
                            <a:pt x="2607" y="315"/>
                          </a:cubicBezTo>
                          <a:cubicBezTo>
                            <a:pt x="3344" y="838"/>
                            <a:pt x="3514" y="1868"/>
                            <a:pt x="2983" y="2597"/>
                          </a:cubicBezTo>
                          <a:cubicBezTo>
                            <a:pt x="2452" y="3343"/>
                            <a:pt x="1423" y="3517"/>
                            <a:pt x="686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67" name="Freeform: Shape 1766">
                      <a:extLst>
                        <a:ext uri="{FF2B5EF4-FFF2-40B4-BE49-F238E27FC236}">
                          <a16:creationId xmlns:a16="http://schemas.microsoft.com/office/drawing/2014/main" id="{948D926C-4F56-36F7-C00B-D77A7C2F3B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7908" y="4600359"/>
                      <a:ext cx="3291" cy="3292"/>
                    </a:xfrm>
                    <a:custGeom>
                      <a:avLst/>
                      <a:gdLst>
                        <a:gd name="connsiteX0" fmla="*/ 686 w 3291"/>
                        <a:gd name="connsiteY0" fmla="*/ 2986 h 3292"/>
                        <a:gd name="connsiteX1" fmla="*/ 310 w 3291"/>
                        <a:gd name="connsiteY1" fmla="*/ 687 h 3292"/>
                        <a:gd name="connsiteX2" fmla="*/ 2606 w 3291"/>
                        <a:gd name="connsiteY2" fmla="*/ 307 h 3292"/>
                        <a:gd name="connsiteX3" fmla="*/ 2981 w 3291"/>
                        <a:gd name="connsiteY3" fmla="*/ 2605 h 3292"/>
                        <a:gd name="connsiteX4" fmla="*/ 686 w 3291"/>
                        <a:gd name="connsiteY4" fmla="*/ 2986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686" y="2986"/>
                          </a:moveTo>
                          <a:cubicBezTo>
                            <a:pt x="-53" y="2447"/>
                            <a:pt x="-221" y="1432"/>
                            <a:pt x="310" y="687"/>
                          </a:cubicBezTo>
                          <a:cubicBezTo>
                            <a:pt x="839" y="-58"/>
                            <a:pt x="1868" y="-216"/>
                            <a:pt x="2606" y="307"/>
                          </a:cubicBezTo>
                          <a:cubicBezTo>
                            <a:pt x="3344" y="846"/>
                            <a:pt x="3512" y="1876"/>
                            <a:pt x="2981" y="2605"/>
                          </a:cubicBezTo>
                          <a:cubicBezTo>
                            <a:pt x="2452" y="3351"/>
                            <a:pt x="1423" y="3509"/>
                            <a:pt x="686" y="298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68" name="Freeform: Shape 1767">
                      <a:extLst>
                        <a:ext uri="{FF2B5EF4-FFF2-40B4-BE49-F238E27FC236}">
                          <a16:creationId xmlns:a16="http://schemas.microsoft.com/office/drawing/2014/main" id="{4EEEE814-C608-BAB8-6CE8-AC6813825C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4182" y="4586638"/>
                      <a:ext cx="3291" cy="3291"/>
                    </a:xfrm>
                    <a:custGeom>
                      <a:avLst/>
                      <a:gdLst>
                        <a:gd name="connsiteX0" fmla="*/ 686 w 3291"/>
                        <a:gd name="connsiteY0" fmla="*/ 2978 h 3291"/>
                        <a:gd name="connsiteX1" fmla="*/ 310 w 3291"/>
                        <a:gd name="connsiteY1" fmla="*/ 679 h 3291"/>
                        <a:gd name="connsiteX2" fmla="*/ 2606 w 3291"/>
                        <a:gd name="connsiteY2" fmla="*/ 315 h 3291"/>
                        <a:gd name="connsiteX3" fmla="*/ 2981 w 3291"/>
                        <a:gd name="connsiteY3" fmla="*/ 2597 h 3291"/>
                        <a:gd name="connsiteX4" fmla="*/ 686 w 3291"/>
                        <a:gd name="connsiteY4" fmla="*/ 2978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686" y="2978"/>
                          </a:moveTo>
                          <a:cubicBezTo>
                            <a:pt x="-53" y="2455"/>
                            <a:pt x="-221" y="1424"/>
                            <a:pt x="310" y="679"/>
                          </a:cubicBezTo>
                          <a:cubicBezTo>
                            <a:pt x="839" y="-50"/>
                            <a:pt x="1868" y="-225"/>
                            <a:pt x="2606" y="315"/>
                          </a:cubicBezTo>
                          <a:cubicBezTo>
                            <a:pt x="3344" y="838"/>
                            <a:pt x="3512" y="1868"/>
                            <a:pt x="2981" y="2597"/>
                          </a:cubicBezTo>
                          <a:cubicBezTo>
                            <a:pt x="2452" y="3342"/>
                            <a:pt x="1425" y="3517"/>
                            <a:pt x="686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69" name="Freeform: Shape 1768">
                      <a:extLst>
                        <a:ext uri="{FF2B5EF4-FFF2-40B4-BE49-F238E27FC236}">
                          <a16:creationId xmlns:a16="http://schemas.microsoft.com/office/drawing/2014/main" id="{5DB6ACDB-1357-4D29-B0C3-C62208EC46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2217" y="4572631"/>
                      <a:ext cx="3291" cy="3292"/>
                    </a:xfrm>
                    <a:custGeom>
                      <a:avLst/>
                      <a:gdLst>
                        <a:gd name="connsiteX0" fmla="*/ 686 w 3291"/>
                        <a:gd name="connsiteY0" fmla="*/ 2986 h 3292"/>
                        <a:gd name="connsiteX1" fmla="*/ 310 w 3291"/>
                        <a:gd name="connsiteY1" fmla="*/ 687 h 3292"/>
                        <a:gd name="connsiteX2" fmla="*/ 2606 w 3291"/>
                        <a:gd name="connsiteY2" fmla="*/ 307 h 3292"/>
                        <a:gd name="connsiteX3" fmla="*/ 2981 w 3291"/>
                        <a:gd name="connsiteY3" fmla="*/ 2606 h 3292"/>
                        <a:gd name="connsiteX4" fmla="*/ 686 w 3291"/>
                        <a:gd name="connsiteY4" fmla="*/ 2986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686" y="2986"/>
                          </a:moveTo>
                          <a:cubicBezTo>
                            <a:pt x="-53" y="2463"/>
                            <a:pt x="-221" y="1432"/>
                            <a:pt x="310" y="687"/>
                          </a:cubicBezTo>
                          <a:cubicBezTo>
                            <a:pt x="841" y="-58"/>
                            <a:pt x="1868" y="-216"/>
                            <a:pt x="2606" y="307"/>
                          </a:cubicBezTo>
                          <a:cubicBezTo>
                            <a:pt x="3344" y="846"/>
                            <a:pt x="3512" y="1876"/>
                            <a:pt x="2981" y="2606"/>
                          </a:cubicBezTo>
                          <a:cubicBezTo>
                            <a:pt x="2452" y="3351"/>
                            <a:pt x="1423" y="3509"/>
                            <a:pt x="686" y="298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70" name="Freeform: Shape 1769">
                      <a:extLst>
                        <a:ext uri="{FF2B5EF4-FFF2-40B4-BE49-F238E27FC236}">
                          <a16:creationId xmlns:a16="http://schemas.microsoft.com/office/drawing/2014/main" id="{9C9D6D48-AD58-FCED-3564-677928C160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5273" y="4597030"/>
                      <a:ext cx="3291" cy="3288"/>
                    </a:xfrm>
                    <a:custGeom>
                      <a:avLst/>
                      <a:gdLst>
                        <a:gd name="connsiteX0" fmla="*/ 686 w 3291"/>
                        <a:gd name="connsiteY0" fmla="*/ 2986 h 3288"/>
                        <a:gd name="connsiteX1" fmla="*/ 310 w 3291"/>
                        <a:gd name="connsiteY1" fmla="*/ 687 h 3288"/>
                        <a:gd name="connsiteX2" fmla="*/ 2606 w 3291"/>
                        <a:gd name="connsiteY2" fmla="*/ 307 h 3288"/>
                        <a:gd name="connsiteX3" fmla="*/ 2981 w 3291"/>
                        <a:gd name="connsiteY3" fmla="*/ 2606 h 3288"/>
                        <a:gd name="connsiteX4" fmla="*/ 686 w 3291"/>
                        <a:gd name="connsiteY4" fmla="*/ 2986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686" y="2986"/>
                          </a:moveTo>
                          <a:cubicBezTo>
                            <a:pt x="-53" y="2447"/>
                            <a:pt x="-221" y="1417"/>
                            <a:pt x="310" y="687"/>
                          </a:cubicBezTo>
                          <a:cubicBezTo>
                            <a:pt x="839" y="-58"/>
                            <a:pt x="1868" y="-216"/>
                            <a:pt x="2606" y="307"/>
                          </a:cubicBezTo>
                          <a:cubicBezTo>
                            <a:pt x="3344" y="846"/>
                            <a:pt x="3512" y="1860"/>
                            <a:pt x="2981" y="2606"/>
                          </a:cubicBezTo>
                          <a:cubicBezTo>
                            <a:pt x="2453" y="3335"/>
                            <a:pt x="1425" y="3509"/>
                            <a:pt x="686" y="298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71" name="Freeform: Shape 1770">
                      <a:extLst>
                        <a:ext uri="{FF2B5EF4-FFF2-40B4-BE49-F238E27FC236}">
                          <a16:creationId xmlns:a16="http://schemas.microsoft.com/office/drawing/2014/main" id="{84549EB3-EE04-E59E-8E73-22CBCDC843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238" y="4587668"/>
                      <a:ext cx="3290" cy="3284"/>
                    </a:xfrm>
                    <a:custGeom>
                      <a:avLst/>
                      <a:gdLst>
                        <a:gd name="connsiteX0" fmla="*/ 686 w 3290"/>
                        <a:gd name="connsiteY0" fmla="*/ 2978 h 3284"/>
                        <a:gd name="connsiteX1" fmla="*/ 310 w 3290"/>
                        <a:gd name="connsiteY1" fmla="*/ 679 h 3284"/>
                        <a:gd name="connsiteX2" fmla="*/ 2606 w 3290"/>
                        <a:gd name="connsiteY2" fmla="*/ 315 h 3284"/>
                        <a:gd name="connsiteX3" fmla="*/ 2981 w 3290"/>
                        <a:gd name="connsiteY3" fmla="*/ 2597 h 3284"/>
                        <a:gd name="connsiteX4" fmla="*/ 686 w 3290"/>
                        <a:gd name="connsiteY4" fmla="*/ 2978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686" y="2978"/>
                          </a:moveTo>
                          <a:cubicBezTo>
                            <a:pt x="-53" y="2455"/>
                            <a:pt x="-221" y="1424"/>
                            <a:pt x="310" y="679"/>
                          </a:cubicBezTo>
                          <a:cubicBezTo>
                            <a:pt x="839" y="-50"/>
                            <a:pt x="1868" y="-224"/>
                            <a:pt x="2606" y="315"/>
                          </a:cubicBezTo>
                          <a:cubicBezTo>
                            <a:pt x="3343" y="838"/>
                            <a:pt x="3512" y="1868"/>
                            <a:pt x="2981" y="2597"/>
                          </a:cubicBezTo>
                          <a:cubicBezTo>
                            <a:pt x="2450" y="3343"/>
                            <a:pt x="1423" y="3501"/>
                            <a:pt x="686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72" name="Freeform: Shape 1771">
                      <a:extLst>
                        <a:ext uri="{FF2B5EF4-FFF2-40B4-BE49-F238E27FC236}">
                          <a16:creationId xmlns:a16="http://schemas.microsoft.com/office/drawing/2014/main" id="{3F05E37F-2F4B-0A00-FF40-C72F7A4FC6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2534" y="4590609"/>
                      <a:ext cx="3290" cy="3292"/>
                    </a:xfrm>
                    <a:custGeom>
                      <a:avLst/>
                      <a:gdLst>
                        <a:gd name="connsiteX0" fmla="*/ 686 w 3290"/>
                        <a:gd name="connsiteY0" fmla="*/ 2986 h 3292"/>
                        <a:gd name="connsiteX1" fmla="*/ 310 w 3290"/>
                        <a:gd name="connsiteY1" fmla="*/ 687 h 3292"/>
                        <a:gd name="connsiteX2" fmla="*/ 2606 w 3290"/>
                        <a:gd name="connsiteY2" fmla="*/ 307 h 3292"/>
                        <a:gd name="connsiteX3" fmla="*/ 2981 w 3290"/>
                        <a:gd name="connsiteY3" fmla="*/ 2605 h 3292"/>
                        <a:gd name="connsiteX4" fmla="*/ 686 w 3290"/>
                        <a:gd name="connsiteY4" fmla="*/ 2986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2">
                          <a:moveTo>
                            <a:pt x="686" y="2986"/>
                          </a:moveTo>
                          <a:cubicBezTo>
                            <a:pt x="-53" y="2447"/>
                            <a:pt x="-221" y="1416"/>
                            <a:pt x="310" y="687"/>
                          </a:cubicBezTo>
                          <a:cubicBezTo>
                            <a:pt x="839" y="-58"/>
                            <a:pt x="1868" y="-217"/>
                            <a:pt x="2606" y="307"/>
                          </a:cubicBezTo>
                          <a:cubicBezTo>
                            <a:pt x="3343" y="846"/>
                            <a:pt x="3512" y="1876"/>
                            <a:pt x="2981" y="2605"/>
                          </a:cubicBezTo>
                          <a:cubicBezTo>
                            <a:pt x="2452" y="3350"/>
                            <a:pt x="1425" y="3509"/>
                            <a:pt x="686" y="298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73" name="Freeform: Shape 1772">
                      <a:extLst>
                        <a:ext uri="{FF2B5EF4-FFF2-40B4-BE49-F238E27FC236}">
                          <a16:creationId xmlns:a16="http://schemas.microsoft.com/office/drawing/2014/main" id="{AF61A4E0-35C4-4BF9-C484-F46744D081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3659" y="4592012"/>
                      <a:ext cx="3290" cy="3284"/>
                    </a:xfrm>
                    <a:custGeom>
                      <a:avLst/>
                      <a:gdLst>
                        <a:gd name="connsiteX0" fmla="*/ 685 w 3290"/>
                        <a:gd name="connsiteY0" fmla="*/ 2978 h 3284"/>
                        <a:gd name="connsiteX1" fmla="*/ 310 w 3290"/>
                        <a:gd name="connsiteY1" fmla="*/ 679 h 3284"/>
                        <a:gd name="connsiteX2" fmla="*/ 2605 w 3290"/>
                        <a:gd name="connsiteY2" fmla="*/ 315 h 3284"/>
                        <a:gd name="connsiteX3" fmla="*/ 2981 w 3290"/>
                        <a:gd name="connsiteY3" fmla="*/ 2597 h 3284"/>
                        <a:gd name="connsiteX4" fmla="*/ 685 w 3290"/>
                        <a:gd name="connsiteY4" fmla="*/ 2978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4">
                          <a:moveTo>
                            <a:pt x="685" y="2978"/>
                          </a:moveTo>
                          <a:cubicBezTo>
                            <a:pt x="-52" y="2455"/>
                            <a:pt x="-222" y="1424"/>
                            <a:pt x="310" y="679"/>
                          </a:cubicBezTo>
                          <a:cubicBezTo>
                            <a:pt x="839" y="-50"/>
                            <a:pt x="1868" y="-224"/>
                            <a:pt x="2605" y="315"/>
                          </a:cubicBezTo>
                          <a:cubicBezTo>
                            <a:pt x="3344" y="838"/>
                            <a:pt x="3512" y="1868"/>
                            <a:pt x="2981" y="2597"/>
                          </a:cubicBezTo>
                          <a:cubicBezTo>
                            <a:pt x="2451" y="3343"/>
                            <a:pt x="1424" y="3501"/>
                            <a:pt x="685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74" name="Freeform: Shape 1773">
                      <a:extLst>
                        <a:ext uri="{FF2B5EF4-FFF2-40B4-BE49-F238E27FC236}">
                          <a16:creationId xmlns:a16="http://schemas.microsoft.com/office/drawing/2014/main" id="{7D764783-95CA-8897-17B9-7F51959F40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478" y="4645018"/>
                      <a:ext cx="3291" cy="3288"/>
                    </a:xfrm>
                    <a:custGeom>
                      <a:avLst/>
                      <a:gdLst>
                        <a:gd name="connsiteX0" fmla="*/ 686 w 3291"/>
                        <a:gd name="connsiteY0" fmla="*/ 2986 h 3288"/>
                        <a:gd name="connsiteX1" fmla="*/ 310 w 3291"/>
                        <a:gd name="connsiteY1" fmla="*/ 687 h 3288"/>
                        <a:gd name="connsiteX2" fmla="*/ 2606 w 3291"/>
                        <a:gd name="connsiteY2" fmla="*/ 307 h 3288"/>
                        <a:gd name="connsiteX3" fmla="*/ 2981 w 3291"/>
                        <a:gd name="connsiteY3" fmla="*/ 2606 h 3288"/>
                        <a:gd name="connsiteX4" fmla="*/ 686 w 3291"/>
                        <a:gd name="connsiteY4" fmla="*/ 2986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686" y="2986"/>
                          </a:moveTo>
                          <a:cubicBezTo>
                            <a:pt x="-53" y="2447"/>
                            <a:pt x="-221" y="1417"/>
                            <a:pt x="310" y="687"/>
                          </a:cubicBezTo>
                          <a:cubicBezTo>
                            <a:pt x="839" y="-58"/>
                            <a:pt x="1868" y="-216"/>
                            <a:pt x="2606" y="307"/>
                          </a:cubicBezTo>
                          <a:cubicBezTo>
                            <a:pt x="3344" y="830"/>
                            <a:pt x="3512" y="1860"/>
                            <a:pt x="2981" y="2606"/>
                          </a:cubicBezTo>
                          <a:cubicBezTo>
                            <a:pt x="2452" y="3335"/>
                            <a:pt x="1423" y="3509"/>
                            <a:pt x="686" y="298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75" name="Freeform: Shape 1774">
                      <a:extLst>
                        <a:ext uri="{FF2B5EF4-FFF2-40B4-BE49-F238E27FC236}">
                          <a16:creationId xmlns:a16="http://schemas.microsoft.com/office/drawing/2014/main" id="{8DDAB04C-1338-31E5-F703-04A422B0C6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1890" y="4656805"/>
                      <a:ext cx="3291" cy="3292"/>
                    </a:xfrm>
                    <a:custGeom>
                      <a:avLst/>
                      <a:gdLst>
                        <a:gd name="connsiteX0" fmla="*/ 686 w 3291"/>
                        <a:gd name="connsiteY0" fmla="*/ 2978 h 3292"/>
                        <a:gd name="connsiteX1" fmla="*/ 310 w 3291"/>
                        <a:gd name="connsiteY1" fmla="*/ 679 h 3292"/>
                        <a:gd name="connsiteX2" fmla="*/ 2606 w 3291"/>
                        <a:gd name="connsiteY2" fmla="*/ 315 h 3292"/>
                        <a:gd name="connsiteX3" fmla="*/ 2981 w 3291"/>
                        <a:gd name="connsiteY3" fmla="*/ 2613 h 3292"/>
                        <a:gd name="connsiteX4" fmla="*/ 686 w 3291"/>
                        <a:gd name="connsiteY4" fmla="*/ 2978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686" y="2978"/>
                          </a:moveTo>
                          <a:cubicBezTo>
                            <a:pt x="-53" y="2455"/>
                            <a:pt x="-221" y="1424"/>
                            <a:pt x="310" y="679"/>
                          </a:cubicBezTo>
                          <a:cubicBezTo>
                            <a:pt x="839" y="-50"/>
                            <a:pt x="1868" y="-225"/>
                            <a:pt x="2606" y="315"/>
                          </a:cubicBezTo>
                          <a:cubicBezTo>
                            <a:pt x="3344" y="838"/>
                            <a:pt x="3512" y="1868"/>
                            <a:pt x="2981" y="2613"/>
                          </a:cubicBezTo>
                          <a:cubicBezTo>
                            <a:pt x="2452" y="3342"/>
                            <a:pt x="1423" y="3517"/>
                            <a:pt x="686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76" name="Freeform: Shape 1775">
                      <a:extLst>
                        <a:ext uri="{FF2B5EF4-FFF2-40B4-BE49-F238E27FC236}">
                          <a16:creationId xmlns:a16="http://schemas.microsoft.com/office/drawing/2014/main" id="{034D24A0-9A78-8C8F-1283-0743DBCC51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816" y="4632977"/>
                      <a:ext cx="3291" cy="3284"/>
                    </a:xfrm>
                    <a:custGeom>
                      <a:avLst/>
                      <a:gdLst>
                        <a:gd name="connsiteX0" fmla="*/ 686 w 3291"/>
                        <a:gd name="connsiteY0" fmla="*/ 2978 h 3284"/>
                        <a:gd name="connsiteX1" fmla="*/ 310 w 3291"/>
                        <a:gd name="connsiteY1" fmla="*/ 679 h 3284"/>
                        <a:gd name="connsiteX2" fmla="*/ 2606 w 3291"/>
                        <a:gd name="connsiteY2" fmla="*/ 315 h 3284"/>
                        <a:gd name="connsiteX3" fmla="*/ 2981 w 3291"/>
                        <a:gd name="connsiteY3" fmla="*/ 2597 h 3284"/>
                        <a:gd name="connsiteX4" fmla="*/ 686 w 3291"/>
                        <a:gd name="connsiteY4" fmla="*/ 2978 h 32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4">
                          <a:moveTo>
                            <a:pt x="686" y="2978"/>
                          </a:moveTo>
                          <a:cubicBezTo>
                            <a:pt x="-53" y="2455"/>
                            <a:pt x="-221" y="1424"/>
                            <a:pt x="310" y="679"/>
                          </a:cubicBezTo>
                          <a:cubicBezTo>
                            <a:pt x="839" y="-50"/>
                            <a:pt x="1868" y="-224"/>
                            <a:pt x="2606" y="315"/>
                          </a:cubicBezTo>
                          <a:cubicBezTo>
                            <a:pt x="3344" y="838"/>
                            <a:pt x="3512" y="1868"/>
                            <a:pt x="2981" y="2597"/>
                          </a:cubicBezTo>
                          <a:cubicBezTo>
                            <a:pt x="2452" y="3343"/>
                            <a:pt x="1425" y="3501"/>
                            <a:pt x="686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77" name="Freeform: Shape 1776">
                      <a:extLst>
                        <a:ext uri="{FF2B5EF4-FFF2-40B4-BE49-F238E27FC236}">
                          <a16:creationId xmlns:a16="http://schemas.microsoft.com/office/drawing/2014/main" id="{2FC82DF5-9B30-66DE-200D-A742E25500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2888" y="4657186"/>
                      <a:ext cx="3290" cy="3291"/>
                    </a:xfrm>
                    <a:custGeom>
                      <a:avLst/>
                      <a:gdLst>
                        <a:gd name="connsiteX0" fmla="*/ 685 w 3290"/>
                        <a:gd name="connsiteY0" fmla="*/ 2977 h 3291"/>
                        <a:gd name="connsiteX1" fmla="*/ 310 w 3290"/>
                        <a:gd name="connsiteY1" fmla="*/ 694 h 3291"/>
                        <a:gd name="connsiteX2" fmla="*/ 2605 w 3290"/>
                        <a:gd name="connsiteY2" fmla="*/ 314 h 3291"/>
                        <a:gd name="connsiteX3" fmla="*/ 2981 w 3290"/>
                        <a:gd name="connsiteY3" fmla="*/ 2612 h 3291"/>
                        <a:gd name="connsiteX4" fmla="*/ 685 w 3290"/>
                        <a:gd name="connsiteY4" fmla="*/ 2977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91">
                          <a:moveTo>
                            <a:pt x="685" y="2977"/>
                          </a:moveTo>
                          <a:cubicBezTo>
                            <a:pt x="-52" y="2454"/>
                            <a:pt x="-222" y="1423"/>
                            <a:pt x="310" y="694"/>
                          </a:cubicBezTo>
                          <a:cubicBezTo>
                            <a:pt x="839" y="-51"/>
                            <a:pt x="1868" y="-225"/>
                            <a:pt x="2605" y="314"/>
                          </a:cubicBezTo>
                          <a:cubicBezTo>
                            <a:pt x="3344" y="837"/>
                            <a:pt x="3512" y="1867"/>
                            <a:pt x="2981" y="2612"/>
                          </a:cubicBezTo>
                          <a:cubicBezTo>
                            <a:pt x="2451" y="3341"/>
                            <a:pt x="1422" y="3516"/>
                            <a:pt x="685" y="2977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78" name="Freeform: Shape 1777">
                      <a:extLst>
                        <a:ext uri="{FF2B5EF4-FFF2-40B4-BE49-F238E27FC236}">
                          <a16:creationId xmlns:a16="http://schemas.microsoft.com/office/drawing/2014/main" id="{DE581AB0-E5FF-3672-BD58-AD41E747D5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0878" y="4645434"/>
                      <a:ext cx="3290" cy="3288"/>
                    </a:xfrm>
                    <a:custGeom>
                      <a:avLst/>
                      <a:gdLst>
                        <a:gd name="connsiteX0" fmla="*/ 686 w 3290"/>
                        <a:gd name="connsiteY0" fmla="*/ 2982 h 3288"/>
                        <a:gd name="connsiteX1" fmla="*/ 310 w 3290"/>
                        <a:gd name="connsiteY1" fmla="*/ 683 h 3288"/>
                        <a:gd name="connsiteX2" fmla="*/ 2606 w 3290"/>
                        <a:gd name="connsiteY2" fmla="*/ 302 h 3288"/>
                        <a:gd name="connsiteX3" fmla="*/ 2981 w 3290"/>
                        <a:gd name="connsiteY3" fmla="*/ 2601 h 3288"/>
                        <a:gd name="connsiteX4" fmla="*/ 686 w 3290"/>
                        <a:gd name="connsiteY4" fmla="*/ 2982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8">
                          <a:moveTo>
                            <a:pt x="686" y="2982"/>
                          </a:moveTo>
                          <a:cubicBezTo>
                            <a:pt x="-53" y="2442"/>
                            <a:pt x="-221" y="1412"/>
                            <a:pt x="310" y="683"/>
                          </a:cubicBezTo>
                          <a:cubicBezTo>
                            <a:pt x="839" y="-46"/>
                            <a:pt x="1868" y="-221"/>
                            <a:pt x="2606" y="302"/>
                          </a:cubicBezTo>
                          <a:cubicBezTo>
                            <a:pt x="3343" y="841"/>
                            <a:pt x="3512" y="1872"/>
                            <a:pt x="2981" y="2601"/>
                          </a:cubicBezTo>
                          <a:cubicBezTo>
                            <a:pt x="2452" y="3346"/>
                            <a:pt x="1424" y="3505"/>
                            <a:pt x="686" y="298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79" name="Freeform: Shape 1778">
                      <a:extLst>
                        <a:ext uri="{FF2B5EF4-FFF2-40B4-BE49-F238E27FC236}">
                          <a16:creationId xmlns:a16="http://schemas.microsoft.com/office/drawing/2014/main" id="{68A68F18-A39D-BCDA-B09A-B6AA82CBE2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5923" y="4666887"/>
                      <a:ext cx="3291" cy="3291"/>
                    </a:xfrm>
                    <a:custGeom>
                      <a:avLst/>
                      <a:gdLst>
                        <a:gd name="connsiteX0" fmla="*/ 686 w 3291"/>
                        <a:gd name="connsiteY0" fmla="*/ 2978 h 3291"/>
                        <a:gd name="connsiteX1" fmla="*/ 310 w 3291"/>
                        <a:gd name="connsiteY1" fmla="*/ 679 h 3291"/>
                        <a:gd name="connsiteX2" fmla="*/ 2606 w 3291"/>
                        <a:gd name="connsiteY2" fmla="*/ 315 h 3291"/>
                        <a:gd name="connsiteX3" fmla="*/ 2981 w 3291"/>
                        <a:gd name="connsiteY3" fmla="*/ 2597 h 3291"/>
                        <a:gd name="connsiteX4" fmla="*/ 686 w 3291"/>
                        <a:gd name="connsiteY4" fmla="*/ 2978 h 32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1">
                          <a:moveTo>
                            <a:pt x="686" y="2978"/>
                          </a:moveTo>
                          <a:cubicBezTo>
                            <a:pt x="-53" y="2455"/>
                            <a:pt x="-221" y="1424"/>
                            <a:pt x="310" y="679"/>
                          </a:cubicBezTo>
                          <a:cubicBezTo>
                            <a:pt x="840" y="-50"/>
                            <a:pt x="1868" y="-224"/>
                            <a:pt x="2606" y="315"/>
                          </a:cubicBezTo>
                          <a:cubicBezTo>
                            <a:pt x="3344" y="838"/>
                            <a:pt x="3512" y="1868"/>
                            <a:pt x="2981" y="2597"/>
                          </a:cubicBezTo>
                          <a:cubicBezTo>
                            <a:pt x="2452" y="3343"/>
                            <a:pt x="1423" y="3517"/>
                            <a:pt x="686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80" name="Freeform: Shape 1779">
                      <a:extLst>
                        <a:ext uri="{FF2B5EF4-FFF2-40B4-BE49-F238E27FC236}">
                          <a16:creationId xmlns:a16="http://schemas.microsoft.com/office/drawing/2014/main" id="{5E4EEF34-5AF7-C852-73BE-1DAB02F58B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1980" y="4649353"/>
                      <a:ext cx="3291" cy="3292"/>
                    </a:xfrm>
                    <a:custGeom>
                      <a:avLst/>
                      <a:gdLst>
                        <a:gd name="connsiteX0" fmla="*/ 686 w 3291"/>
                        <a:gd name="connsiteY0" fmla="*/ 2978 h 3292"/>
                        <a:gd name="connsiteX1" fmla="*/ 310 w 3291"/>
                        <a:gd name="connsiteY1" fmla="*/ 679 h 3292"/>
                        <a:gd name="connsiteX2" fmla="*/ 2606 w 3291"/>
                        <a:gd name="connsiteY2" fmla="*/ 315 h 3292"/>
                        <a:gd name="connsiteX3" fmla="*/ 2981 w 3291"/>
                        <a:gd name="connsiteY3" fmla="*/ 2613 h 3292"/>
                        <a:gd name="connsiteX4" fmla="*/ 686 w 3291"/>
                        <a:gd name="connsiteY4" fmla="*/ 2978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686" y="2978"/>
                          </a:moveTo>
                          <a:cubicBezTo>
                            <a:pt x="-53" y="2455"/>
                            <a:pt x="-221" y="1424"/>
                            <a:pt x="310" y="679"/>
                          </a:cubicBezTo>
                          <a:cubicBezTo>
                            <a:pt x="840" y="-50"/>
                            <a:pt x="1868" y="-224"/>
                            <a:pt x="2606" y="315"/>
                          </a:cubicBezTo>
                          <a:cubicBezTo>
                            <a:pt x="3344" y="838"/>
                            <a:pt x="3512" y="1868"/>
                            <a:pt x="2981" y="2613"/>
                          </a:cubicBezTo>
                          <a:cubicBezTo>
                            <a:pt x="2452" y="3343"/>
                            <a:pt x="1423" y="3517"/>
                            <a:pt x="686" y="297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781" name="Graphic 21">
                    <a:extLst>
                      <a:ext uri="{FF2B5EF4-FFF2-40B4-BE49-F238E27FC236}">
                        <a16:creationId xmlns:a16="http://schemas.microsoft.com/office/drawing/2014/main" id="{E51DE167-B134-DB41-0F18-8F1DDE5266E7}"/>
                      </a:ext>
                    </a:extLst>
                  </p:cNvPr>
                  <p:cNvGrpSpPr/>
                  <p:nvPr/>
                </p:nvGrpSpPr>
                <p:grpSpPr>
                  <a:xfrm>
                    <a:off x="691461" y="4544621"/>
                    <a:ext cx="97648" cy="92641"/>
                    <a:chOff x="691461" y="4544621"/>
                    <a:chExt cx="97648" cy="92641"/>
                  </a:xfrm>
                  <a:solidFill>
                    <a:srgbClr val="2B2B32"/>
                  </a:solidFill>
                </p:grpSpPr>
                <p:sp>
                  <p:nvSpPr>
                    <p:cNvPr id="1782" name="Freeform: Shape 1781">
                      <a:extLst>
                        <a:ext uri="{FF2B5EF4-FFF2-40B4-BE49-F238E27FC236}">
                          <a16:creationId xmlns:a16="http://schemas.microsoft.com/office/drawing/2014/main" id="{8C05D1E2-A611-3685-74B7-E2AFE5CEA0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761" y="4600579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9 h 3292"/>
                        <a:gd name="connsiteX1" fmla="*/ 839 w 3291"/>
                        <a:gd name="connsiteY1" fmla="*/ 213 h 3292"/>
                        <a:gd name="connsiteX2" fmla="*/ 3080 w 3291"/>
                        <a:gd name="connsiteY2" fmla="*/ 832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9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80" y="832"/>
                          </a:cubicBezTo>
                          <a:cubicBezTo>
                            <a:pt x="3525" y="1624"/>
                            <a:pt x="3244" y="2639"/>
                            <a:pt x="2452" y="3083"/>
                          </a:cubicBezTo>
                          <a:cubicBezTo>
                            <a:pt x="1659" y="3527"/>
                            <a:pt x="657" y="3241"/>
                            <a:pt x="212" y="24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83" name="Freeform: Shape 1782">
                      <a:extLst>
                        <a:ext uri="{FF2B5EF4-FFF2-40B4-BE49-F238E27FC236}">
                          <a16:creationId xmlns:a16="http://schemas.microsoft.com/office/drawing/2014/main" id="{4AFA04A7-AF98-67B2-D061-189244E7E6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8790" y="4600710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61 h 3292"/>
                        <a:gd name="connsiteX1" fmla="*/ 839 w 3291"/>
                        <a:gd name="connsiteY1" fmla="*/ 209 h 3292"/>
                        <a:gd name="connsiteX2" fmla="*/ 3080 w 3291"/>
                        <a:gd name="connsiteY2" fmla="*/ 843 h 3292"/>
                        <a:gd name="connsiteX3" fmla="*/ 2452 w 3291"/>
                        <a:gd name="connsiteY3" fmla="*/ 3079 h 3292"/>
                        <a:gd name="connsiteX4" fmla="*/ 212 w 3291"/>
                        <a:gd name="connsiteY4" fmla="*/ 2461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61"/>
                          </a:moveTo>
                          <a:cubicBezTo>
                            <a:pt x="-234" y="1668"/>
                            <a:pt x="47" y="653"/>
                            <a:pt x="839" y="209"/>
                          </a:cubicBezTo>
                          <a:cubicBezTo>
                            <a:pt x="1632" y="-234"/>
                            <a:pt x="2634" y="51"/>
                            <a:pt x="3080" y="843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61" y="3523"/>
                            <a:pt x="657" y="3253"/>
                            <a:pt x="212" y="246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84" name="Freeform: Shape 1783">
                      <a:extLst>
                        <a:ext uri="{FF2B5EF4-FFF2-40B4-BE49-F238E27FC236}">
                          <a16:creationId xmlns:a16="http://schemas.microsoft.com/office/drawing/2014/main" id="{8675ECDE-6DF0-06CC-30C1-3196D8FEAA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2895" y="4593588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9 h 3292"/>
                        <a:gd name="connsiteX1" fmla="*/ 839 w 3291"/>
                        <a:gd name="connsiteY1" fmla="*/ 213 h 3292"/>
                        <a:gd name="connsiteX2" fmla="*/ 3080 w 3291"/>
                        <a:gd name="connsiteY2" fmla="*/ 832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9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80" y="832"/>
                          </a:cubicBezTo>
                          <a:cubicBezTo>
                            <a:pt x="3525" y="1624"/>
                            <a:pt x="3244" y="2639"/>
                            <a:pt x="2452" y="3083"/>
                          </a:cubicBezTo>
                          <a:cubicBezTo>
                            <a:pt x="1659" y="3527"/>
                            <a:pt x="657" y="3241"/>
                            <a:pt x="212" y="24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85" name="Freeform: Shape 1784">
                      <a:extLst>
                        <a:ext uri="{FF2B5EF4-FFF2-40B4-BE49-F238E27FC236}">
                          <a16:creationId xmlns:a16="http://schemas.microsoft.com/office/drawing/2014/main" id="{AF083CD3-4DDB-73AA-848D-2BA5AAE461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5395" y="4610598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9 h 3292"/>
                        <a:gd name="connsiteX1" fmla="*/ 839 w 3291"/>
                        <a:gd name="connsiteY1" fmla="*/ 213 h 3292"/>
                        <a:gd name="connsiteX2" fmla="*/ 3080 w 3291"/>
                        <a:gd name="connsiteY2" fmla="*/ 831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9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80" y="831"/>
                          </a:cubicBezTo>
                          <a:cubicBezTo>
                            <a:pt x="3525" y="1624"/>
                            <a:pt x="3244" y="2623"/>
                            <a:pt x="2452" y="3083"/>
                          </a:cubicBezTo>
                          <a:cubicBezTo>
                            <a:pt x="1659" y="3527"/>
                            <a:pt x="657" y="3241"/>
                            <a:pt x="212" y="24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86" name="Freeform: Shape 1785">
                      <a:extLst>
                        <a:ext uri="{FF2B5EF4-FFF2-40B4-BE49-F238E27FC236}">
                          <a16:creationId xmlns:a16="http://schemas.microsoft.com/office/drawing/2014/main" id="{4300B750-7104-C19C-C5AC-18278B6520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2672" y="4589977"/>
                      <a:ext cx="3291" cy="3288"/>
                    </a:xfrm>
                    <a:custGeom>
                      <a:avLst/>
                      <a:gdLst>
                        <a:gd name="connsiteX0" fmla="*/ 212 w 3291"/>
                        <a:gd name="connsiteY0" fmla="*/ 2445 h 3288"/>
                        <a:gd name="connsiteX1" fmla="*/ 839 w 3291"/>
                        <a:gd name="connsiteY1" fmla="*/ 209 h 3288"/>
                        <a:gd name="connsiteX2" fmla="*/ 3079 w 3291"/>
                        <a:gd name="connsiteY2" fmla="*/ 843 h 3288"/>
                        <a:gd name="connsiteX3" fmla="*/ 2452 w 3291"/>
                        <a:gd name="connsiteY3" fmla="*/ 3079 h 3288"/>
                        <a:gd name="connsiteX4" fmla="*/ 212 w 3291"/>
                        <a:gd name="connsiteY4" fmla="*/ 2445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212" y="2445"/>
                          </a:moveTo>
                          <a:cubicBezTo>
                            <a:pt x="-234" y="1652"/>
                            <a:pt x="47" y="653"/>
                            <a:pt x="839" y="209"/>
                          </a:cubicBezTo>
                          <a:cubicBezTo>
                            <a:pt x="1632" y="-234"/>
                            <a:pt x="2634" y="51"/>
                            <a:pt x="3079" y="843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61" y="3523"/>
                            <a:pt x="657" y="3237"/>
                            <a:pt x="212" y="244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87" name="Freeform: Shape 1786">
                      <a:extLst>
                        <a:ext uri="{FF2B5EF4-FFF2-40B4-BE49-F238E27FC236}">
                          <a16:creationId xmlns:a16="http://schemas.microsoft.com/office/drawing/2014/main" id="{C444B622-3D0E-6F52-71B1-D2B96C49D7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685" y="4607840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9 h 3292"/>
                        <a:gd name="connsiteX1" fmla="*/ 839 w 3291"/>
                        <a:gd name="connsiteY1" fmla="*/ 213 h 3292"/>
                        <a:gd name="connsiteX2" fmla="*/ 3080 w 3291"/>
                        <a:gd name="connsiteY2" fmla="*/ 831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9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80" y="831"/>
                          </a:cubicBezTo>
                          <a:cubicBezTo>
                            <a:pt x="3525" y="1624"/>
                            <a:pt x="3244" y="2639"/>
                            <a:pt x="2452" y="3083"/>
                          </a:cubicBezTo>
                          <a:cubicBezTo>
                            <a:pt x="1661" y="3527"/>
                            <a:pt x="657" y="3241"/>
                            <a:pt x="212" y="24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88" name="Freeform: Shape 1787">
                      <a:extLst>
                        <a:ext uri="{FF2B5EF4-FFF2-40B4-BE49-F238E27FC236}">
                          <a16:creationId xmlns:a16="http://schemas.microsoft.com/office/drawing/2014/main" id="{04135CB3-6B0C-35E1-0A97-CBA683DEC1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1082" y="4598221"/>
                      <a:ext cx="3291" cy="3288"/>
                    </a:xfrm>
                    <a:custGeom>
                      <a:avLst/>
                      <a:gdLst>
                        <a:gd name="connsiteX0" fmla="*/ 212 w 3291"/>
                        <a:gd name="connsiteY0" fmla="*/ 2445 h 3288"/>
                        <a:gd name="connsiteX1" fmla="*/ 839 w 3291"/>
                        <a:gd name="connsiteY1" fmla="*/ 209 h 3288"/>
                        <a:gd name="connsiteX2" fmla="*/ 3079 w 3291"/>
                        <a:gd name="connsiteY2" fmla="*/ 844 h 3288"/>
                        <a:gd name="connsiteX3" fmla="*/ 2452 w 3291"/>
                        <a:gd name="connsiteY3" fmla="*/ 3079 h 3288"/>
                        <a:gd name="connsiteX4" fmla="*/ 212 w 3291"/>
                        <a:gd name="connsiteY4" fmla="*/ 2445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212" y="2445"/>
                          </a:moveTo>
                          <a:cubicBezTo>
                            <a:pt x="-234" y="1652"/>
                            <a:pt x="47" y="653"/>
                            <a:pt x="839" y="209"/>
                          </a:cubicBezTo>
                          <a:cubicBezTo>
                            <a:pt x="1632" y="-235"/>
                            <a:pt x="2634" y="51"/>
                            <a:pt x="3079" y="844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61" y="3523"/>
                            <a:pt x="657" y="3237"/>
                            <a:pt x="212" y="244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89" name="Freeform: Shape 1788">
                      <a:extLst>
                        <a:ext uri="{FF2B5EF4-FFF2-40B4-BE49-F238E27FC236}">
                          <a16:creationId xmlns:a16="http://schemas.microsoft.com/office/drawing/2014/main" id="{6CECD14E-3CB2-3C3F-1099-BF99C3167C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567" y="4579922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9 h 3292"/>
                        <a:gd name="connsiteX1" fmla="*/ 839 w 3291"/>
                        <a:gd name="connsiteY1" fmla="*/ 213 h 3292"/>
                        <a:gd name="connsiteX2" fmla="*/ 3079 w 3291"/>
                        <a:gd name="connsiteY2" fmla="*/ 832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9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79" y="832"/>
                          </a:cubicBezTo>
                          <a:cubicBezTo>
                            <a:pt x="3525" y="1624"/>
                            <a:pt x="3244" y="2639"/>
                            <a:pt x="2452" y="3083"/>
                          </a:cubicBezTo>
                          <a:cubicBezTo>
                            <a:pt x="1661" y="3527"/>
                            <a:pt x="657" y="3241"/>
                            <a:pt x="212" y="24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90" name="Freeform: Shape 1789">
                      <a:extLst>
                        <a:ext uri="{FF2B5EF4-FFF2-40B4-BE49-F238E27FC236}">
                          <a16:creationId xmlns:a16="http://schemas.microsoft.com/office/drawing/2014/main" id="{370E5374-A6C0-FEC4-AA11-3F0AEC0C92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3597" y="4580053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60 h 3292"/>
                        <a:gd name="connsiteX1" fmla="*/ 839 w 3291"/>
                        <a:gd name="connsiteY1" fmla="*/ 209 h 3292"/>
                        <a:gd name="connsiteX2" fmla="*/ 3079 w 3291"/>
                        <a:gd name="connsiteY2" fmla="*/ 843 h 3292"/>
                        <a:gd name="connsiteX3" fmla="*/ 2452 w 3291"/>
                        <a:gd name="connsiteY3" fmla="*/ 3079 h 3292"/>
                        <a:gd name="connsiteX4" fmla="*/ 212 w 3291"/>
                        <a:gd name="connsiteY4" fmla="*/ 2460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60"/>
                          </a:moveTo>
                          <a:cubicBezTo>
                            <a:pt x="-234" y="1668"/>
                            <a:pt x="47" y="653"/>
                            <a:pt x="839" y="209"/>
                          </a:cubicBezTo>
                          <a:cubicBezTo>
                            <a:pt x="1632" y="-234"/>
                            <a:pt x="2634" y="51"/>
                            <a:pt x="3079" y="843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59" y="3523"/>
                            <a:pt x="657" y="3253"/>
                            <a:pt x="212" y="246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91" name="Freeform: Shape 1790">
                      <a:extLst>
                        <a:ext uri="{FF2B5EF4-FFF2-40B4-BE49-F238E27FC236}">
                          <a16:creationId xmlns:a16="http://schemas.microsoft.com/office/drawing/2014/main" id="{6C61CC48-DB24-3C83-5778-DA20EE995B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7702" y="4572931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9 h 3292"/>
                        <a:gd name="connsiteX1" fmla="*/ 839 w 3291"/>
                        <a:gd name="connsiteY1" fmla="*/ 213 h 3292"/>
                        <a:gd name="connsiteX2" fmla="*/ 3080 w 3291"/>
                        <a:gd name="connsiteY2" fmla="*/ 831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9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80" y="831"/>
                          </a:cubicBezTo>
                          <a:cubicBezTo>
                            <a:pt x="3525" y="1624"/>
                            <a:pt x="3244" y="2639"/>
                            <a:pt x="2452" y="3083"/>
                          </a:cubicBezTo>
                          <a:cubicBezTo>
                            <a:pt x="1659" y="3527"/>
                            <a:pt x="655" y="3241"/>
                            <a:pt x="212" y="24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92" name="Freeform: Shape 1791">
                      <a:extLst>
                        <a:ext uri="{FF2B5EF4-FFF2-40B4-BE49-F238E27FC236}">
                          <a16:creationId xmlns:a16="http://schemas.microsoft.com/office/drawing/2014/main" id="{F2CAC9E5-5EC9-0F9F-CC84-27F6CFF9CD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0202" y="4589942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9 h 3292"/>
                        <a:gd name="connsiteX1" fmla="*/ 839 w 3291"/>
                        <a:gd name="connsiteY1" fmla="*/ 213 h 3292"/>
                        <a:gd name="connsiteX2" fmla="*/ 3079 w 3291"/>
                        <a:gd name="connsiteY2" fmla="*/ 831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9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79" y="831"/>
                          </a:cubicBezTo>
                          <a:cubicBezTo>
                            <a:pt x="3525" y="1624"/>
                            <a:pt x="3244" y="2623"/>
                            <a:pt x="2452" y="3083"/>
                          </a:cubicBezTo>
                          <a:cubicBezTo>
                            <a:pt x="1659" y="3527"/>
                            <a:pt x="655" y="3241"/>
                            <a:pt x="212" y="24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93" name="Freeform: Shape 1792">
                      <a:extLst>
                        <a:ext uri="{FF2B5EF4-FFF2-40B4-BE49-F238E27FC236}">
                          <a16:creationId xmlns:a16="http://schemas.microsoft.com/office/drawing/2014/main" id="{8120DED2-0FE4-ABEA-5CA1-A0E574DD30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7479" y="4569320"/>
                      <a:ext cx="3291" cy="3288"/>
                    </a:xfrm>
                    <a:custGeom>
                      <a:avLst/>
                      <a:gdLst>
                        <a:gd name="connsiteX0" fmla="*/ 212 w 3291"/>
                        <a:gd name="connsiteY0" fmla="*/ 2445 h 3288"/>
                        <a:gd name="connsiteX1" fmla="*/ 839 w 3291"/>
                        <a:gd name="connsiteY1" fmla="*/ 209 h 3288"/>
                        <a:gd name="connsiteX2" fmla="*/ 3080 w 3291"/>
                        <a:gd name="connsiteY2" fmla="*/ 843 h 3288"/>
                        <a:gd name="connsiteX3" fmla="*/ 2452 w 3291"/>
                        <a:gd name="connsiteY3" fmla="*/ 3079 h 3288"/>
                        <a:gd name="connsiteX4" fmla="*/ 212 w 3291"/>
                        <a:gd name="connsiteY4" fmla="*/ 2445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212" y="2445"/>
                          </a:moveTo>
                          <a:cubicBezTo>
                            <a:pt x="-234" y="1652"/>
                            <a:pt x="47" y="653"/>
                            <a:pt x="839" y="209"/>
                          </a:cubicBezTo>
                          <a:cubicBezTo>
                            <a:pt x="1632" y="-234"/>
                            <a:pt x="2634" y="51"/>
                            <a:pt x="3080" y="843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61" y="3523"/>
                            <a:pt x="657" y="3237"/>
                            <a:pt x="212" y="244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94" name="Freeform: Shape 1793">
                      <a:extLst>
                        <a:ext uri="{FF2B5EF4-FFF2-40B4-BE49-F238E27FC236}">
                          <a16:creationId xmlns:a16="http://schemas.microsoft.com/office/drawing/2014/main" id="{2FA8235B-0301-FAA2-A3F2-08B815A430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492" y="4587183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9 h 3292"/>
                        <a:gd name="connsiteX1" fmla="*/ 839 w 3291"/>
                        <a:gd name="connsiteY1" fmla="*/ 213 h 3292"/>
                        <a:gd name="connsiteX2" fmla="*/ 3079 w 3291"/>
                        <a:gd name="connsiteY2" fmla="*/ 831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9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6" y="39"/>
                            <a:pt x="3079" y="831"/>
                          </a:cubicBezTo>
                          <a:cubicBezTo>
                            <a:pt x="3525" y="1624"/>
                            <a:pt x="3244" y="2639"/>
                            <a:pt x="2452" y="3083"/>
                          </a:cubicBezTo>
                          <a:cubicBezTo>
                            <a:pt x="1661" y="3527"/>
                            <a:pt x="657" y="3241"/>
                            <a:pt x="212" y="24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95" name="Freeform: Shape 1794">
                      <a:extLst>
                        <a:ext uri="{FF2B5EF4-FFF2-40B4-BE49-F238E27FC236}">
                          <a16:creationId xmlns:a16="http://schemas.microsoft.com/office/drawing/2014/main" id="{B21E14D7-C446-5C8F-927D-AB802F6779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5889" y="4577564"/>
                      <a:ext cx="3291" cy="3288"/>
                    </a:xfrm>
                    <a:custGeom>
                      <a:avLst/>
                      <a:gdLst>
                        <a:gd name="connsiteX0" fmla="*/ 212 w 3291"/>
                        <a:gd name="connsiteY0" fmla="*/ 2445 h 3288"/>
                        <a:gd name="connsiteX1" fmla="*/ 839 w 3291"/>
                        <a:gd name="connsiteY1" fmla="*/ 209 h 3288"/>
                        <a:gd name="connsiteX2" fmla="*/ 3080 w 3291"/>
                        <a:gd name="connsiteY2" fmla="*/ 844 h 3288"/>
                        <a:gd name="connsiteX3" fmla="*/ 2452 w 3291"/>
                        <a:gd name="connsiteY3" fmla="*/ 3079 h 3288"/>
                        <a:gd name="connsiteX4" fmla="*/ 212 w 3291"/>
                        <a:gd name="connsiteY4" fmla="*/ 2445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212" y="2445"/>
                          </a:moveTo>
                          <a:cubicBezTo>
                            <a:pt x="-234" y="1652"/>
                            <a:pt x="47" y="653"/>
                            <a:pt x="839" y="209"/>
                          </a:cubicBezTo>
                          <a:cubicBezTo>
                            <a:pt x="1632" y="-235"/>
                            <a:pt x="2634" y="51"/>
                            <a:pt x="3080" y="844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59" y="3523"/>
                            <a:pt x="657" y="3237"/>
                            <a:pt x="212" y="244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96" name="Freeform: Shape 1795">
                      <a:extLst>
                        <a:ext uri="{FF2B5EF4-FFF2-40B4-BE49-F238E27FC236}">
                          <a16:creationId xmlns:a16="http://schemas.microsoft.com/office/drawing/2014/main" id="{9F5C3D88-E722-9E32-CE61-D6FB267E2D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7130" y="4603119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61 h 3292"/>
                        <a:gd name="connsiteX1" fmla="*/ 839 w 3291"/>
                        <a:gd name="connsiteY1" fmla="*/ 209 h 3292"/>
                        <a:gd name="connsiteX2" fmla="*/ 3079 w 3291"/>
                        <a:gd name="connsiteY2" fmla="*/ 844 h 3292"/>
                        <a:gd name="connsiteX3" fmla="*/ 2452 w 3291"/>
                        <a:gd name="connsiteY3" fmla="*/ 3079 h 3292"/>
                        <a:gd name="connsiteX4" fmla="*/ 212 w 3291"/>
                        <a:gd name="connsiteY4" fmla="*/ 2461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61"/>
                          </a:moveTo>
                          <a:cubicBezTo>
                            <a:pt x="-234" y="1668"/>
                            <a:pt x="47" y="653"/>
                            <a:pt x="839" y="209"/>
                          </a:cubicBezTo>
                          <a:cubicBezTo>
                            <a:pt x="1632" y="-235"/>
                            <a:pt x="2634" y="51"/>
                            <a:pt x="3079" y="844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61" y="3523"/>
                            <a:pt x="657" y="3253"/>
                            <a:pt x="212" y="246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97" name="Freeform: Shape 1796">
                      <a:extLst>
                        <a:ext uri="{FF2B5EF4-FFF2-40B4-BE49-F238E27FC236}">
                          <a16:creationId xmlns:a16="http://schemas.microsoft.com/office/drawing/2014/main" id="{F1D0E005-0448-0DD9-765A-D494890B25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6160" y="4603258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9 h 3292"/>
                        <a:gd name="connsiteX1" fmla="*/ 839 w 3291"/>
                        <a:gd name="connsiteY1" fmla="*/ 213 h 3292"/>
                        <a:gd name="connsiteX2" fmla="*/ 3080 w 3291"/>
                        <a:gd name="connsiteY2" fmla="*/ 831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9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80" y="831"/>
                          </a:cubicBezTo>
                          <a:cubicBezTo>
                            <a:pt x="3525" y="1624"/>
                            <a:pt x="3244" y="2639"/>
                            <a:pt x="2452" y="3083"/>
                          </a:cubicBezTo>
                          <a:cubicBezTo>
                            <a:pt x="1661" y="3527"/>
                            <a:pt x="657" y="3241"/>
                            <a:pt x="212" y="24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98" name="Freeform: Shape 1797">
                      <a:extLst>
                        <a:ext uri="{FF2B5EF4-FFF2-40B4-BE49-F238E27FC236}">
                          <a16:creationId xmlns:a16="http://schemas.microsoft.com/office/drawing/2014/main" id="{77C23825-E425-05A8-FD40-40EB2999F5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0264" y="4596128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61 h 3292"/>
                        <a:gd name="connsiteX1" fmla="*/ 839 w 3291"/>
                        <a:gd name="connsiteY1" fmla="*/ 209 h 3292"/>
                        <a:gd name="connsiteX2" fmla="*/ 3079 w 3291"/>
                        <a:gd name="connsiteY2" fmla="*/ 843 h 3292"/>
                        <a:gd name="connsiteX3" fmla="*/ 2452 w 3291"/>
                        <a:gd name="connsiteY3" fmla="*/ 3079 h 3292"/>
                        <a:gd name="connsiteX4" fmla="*/ 212 w 3291"/>
                        <a:gd name="connsiteY4" fmla="*/ 2461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61"/>
                          </a:moveTo>
                          <a:cubicBezTo>
                            <a:pt x="-234" y="1668"/>
                            <a:pt x="47" y="653"/>
                            <a:pt x="839" y="209"/>
                          </a:cubicBezTo>
                          <a:cubicBezTo>
                            <a:pt x="1632" y="-234"/>
                            <a:pt x="2634" y="51"/>
                            <a:pt x="3079" y="843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61" y="3523"/>
                            <a:pt x="657" y="3253"/>
                            <a:pt x="212" y="246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99" name="Freeform: Shape 1798">
                      <a:extLst>
                        <a:ext uri="{FF2B5EF4-FFF2-40B4-BE49-F238E27FC236}">
                          <a16:creationId xmlns:a16="http://schemas.microsoft.com/office/drawing/2014/main" id="{9A05985B-633E-8DAD-9AEE-9BEB864AD7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2765" y="4613139"/>
                      <a:ext cx="3291" cy="3288"/>
                    </a:xfrm>
                    <a:custGeom>
                      <a:avLst/>
                      <a:gdLst>
                        <a:gd name="connsiteX0" fmla="*/ 212 w 3291"/>
                        <a:gd name="connsiteY0" fmla="*/ 2445 h 3288"/>
                        <a:gd name="connsiteX1" fmla="*/ 839 w 3291"/>
                        <a:gd name="connsiteY1" fmla="*/ 209 h 3288"/>
                        <a:gd name="connsiteX2" fmla="*/ 3080 w 3291"/>
                        <a:gd name="connsiteY2" fmla="*/ 843 h 3288"/>
                        <a:gd name="connsiteX3" fmla="*/ 2452 w 3291"/>
                        <a:gd name="connsiteY3" fmla="*/ 3079 h 3288"/>
                        <a:gd name="connsiteX4" fmla="*/ 212 w 3291"/>
                        <a:gd name="connsiteY4" fmla="*/ 2445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212" y="2445"/>
                          </a:moveTo>
                          <a:cubicBezTo>
                            <a:pt x="-234" y="1652"/>
                            <a:pt x="47" y="653"/>
                            <a:pt x="839" y="209"/>
                          </a:cubicBezTo>
                          <a:cubicBezTo>
                            <a:pt x="1632" y="-234"/>
                            <a:pt x="2634" y="51"/>
                            <a:pt x="3080" y="843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61" y="3523"/>
                            <a:pt x="657" y="3237"/>
                            <a:pt x="212" y="244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00" name="Freeform: Shape 1799">
                      <a:extLst>
                        <a:ext uri="{FF2B5EF4-FFF2-40B4-BE49-F238E27FC236}">
                          <a16:creationId xmlns:a16="http://schemas.microsoft.com/office/drawing/2014/main" id="{66835228-76BD-D47A-9F63-BBADAC0F7B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0041" y="4592526"/>
                      <a:ext cx="3291" cy="3287"/>
                    </a:xfrm>
                    <a:custGeom>
                      <a:avLst/>
                      <a:gdLst>
                        <a:gd name="connsiteX0" fmla="*/ 212 w 3291"/>
                        <a:gd name="connsiteY0" fmla="*/ 2449 h 3287"/>
                        <a:gd name="connsiteX1" fmla="*/ 839 w 3291"/>
                        <a:gd name="connsiteY1" fmla="*/ 213 h 3287"/>
                        <a:gd name="connsiteX2" fmla="*/ 3080 w 3291"/>
                        <a:gd name="connsiteY2" fmla="*/ 831 h 3287"/>
                        <a:gd name="connsiteX3" fmla="*/ 2452 w 3291"/>
                        <a:gd name="connsiteY3" fmla="*/ 3067 h 3287"/>
                        <a:gd name="connsiteX4" fmla="*/ 212 w 3291"/>
                        <a:gd name="connsiteY4" fmla="*/ 2449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212" y="2449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80" y="831"/>
                          </a:cubicBezTo>
                          <a:cubicBezTo>
                            <a:pt x="3525" y="1624"/>
                            <a:pt x="3244" y="2623"/>
                            <a:pt x="2452" y="3067"/>
                          </a:cubicBezTo>
                          <a:cubicBezTo>
                            <a:pt x="1661" y="3527"/>
                            <a:pt x="659" y="3241"/>
                            <a:pt x="212" y="24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01" name="Freeform: Shape 1800">
                      <a:extLst>
                        <a:ext uri="{FF2B5EF4-FFF2-40B4-BE49-F238E27FC236}">
                          <a16:creationId xmlns:a16="http://schemas.microsoft.com/office/drawing/2014/main" id="{8DA58A1E-6411-82D1-B814-E4CAA3C077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9604" y="4602814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8 h 3292"/>
                        <a:gd name="connsiteX1" fmla="*/ 839 w 3291"/>
                        <a:gd name="connsiteY1" fmla="*/ 213 h 3292"/>
                        <a:gd name="connsiteX2" fmla="*/ 3080 w 3291"/>
                        <a:gd name="connsiteY2" fmla="*/ 832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8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8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80" y="832"/>
                          </a:cubicBezTo>
                          <a:cubicBezTo>
                            <a:pt x="3525" y="1624"/>
                            <a:pt x="3244" y="2623"/>
                            <a:pt x="2452" y="3083"/>
                          </a:cubicBezTo>
                          <a:cubicBezTo>
                            <a:pt x="1661" y="3527"/>
                            <a:pt x="657" y="3241"/>
                            <a:pt x="212" y="244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02" name="Freeform: Shape 1801">
                      <a:extLst>
                        <a:ext uri="{FF2B5EF4-FFF2-40B4-BE49-F238E27FC236}">
                          <a16:creationId xmlns:a16="http://schemas.microsoft.com/office/drawing/2014/main" id="{5F4F8EFD-7896-F8A4-ADBB-49527A8CBD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9620" y="4591911"/>
                      <a:ext cx="3291" cy="3288"/>
                    </a:xfrm>
                    <a:custGeom>
                      <a:avLst/>
                      <a:gdLst>
                        <a:gd name="connsiteX0" fmla="*/ 212 w 3291"/>
                        <a:gd name="connsiteY0" fmla="*/ 2460 h 3288"/>
                        <a:gd name="connsiteX1" fmla="*/ 839 w 3291"/>
                        <a:gd name="connsiteY1" fmla="*/ 209 h 3288"/>
                        <a:gd name="connsiteX2" fmla="*/ 3080 w 3291"/>
                        <a:gd name="connsiteY2" fmla="*/ 843 h 3288"/>
                        <a:gd name="connsiteX3" fmla="*/ 2452 w 3291"/>
                        <a:gd name="connsiteY3" fmla="*/ 3079 h 3288"/>
                        <a:gd name="connsiteX4" fmla="*/ 212 w 3291"/>
                        <a:gd name="connsiteY4" fmla="*/ 2460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212" y="2460"/>
                          </a:moveTo>
                          <a:cubicBezTo>
                            <a:pt x="-234" y="1668"/>
                            <a:pt x="47" y="653"/>
                            <a:pt x="839" y="209"/>
                          </a:cubicBezTo>
                          <a:cubicBezTo>
                            <a:pt x="1632" y="-234"/>
                            <a:pt x="2634" y="51"/>
                            <a:pt x="3080" y="843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61" y="3523"/>
                            <a:pt x="657" y="3237"/>
                            <a:pt x="212" y="246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03" name="Freeform: Shape 1802">
                      <a:extLst>
                        <a:ext uri="{FF2B5EF4-FFF2-40B4-BE49-F238E27FC236}">
                          <a16:creationId xmlns:a16="http://schemas.microsoft.com/office/drawing/2014/main" id="{04E44BC1-AB1C-622C-B024-2F08921E1B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8649" y="4623951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61 h 3292"/>
                        <a:gd name="connsiteX1" fmla="*/ 839 w 3291"/>
                        <a:gd name="connsiteY1" fmla="*/ 209 h 3292"/>
                        <a:gd name="connsiteX2" fmla="*/ 3080 w 3291"/>
                        <a:gd name="connsiteY2" fmla="*/ 844 h 3292"/>
                        <a:gd name="connsiteX3" fmla="*/ 2452 w 3291"/>
                        <a:gd name="connsiteY3" fmla="*/ 3079 h 3292"/>
                        <a:gd name="connsiteX4" fmla="*/ 212 w 3291"/>
                        <a:gd name="connsiteY4" fmla="*/ 2461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61"/>
                          </a:moveTo>
                          <a:cubicBezTo>
                            <a:pt x="-234" y="1668"/>
                            <a:pt x="47" y="669"/>
                            <a:pt x="839" y="209"/>
                          </a:cubicBezTo>
                          <a:cubicBezTo>
                            <a:pt x="1632" y="-235"/>
                            <a:pt x="2634" y="51"/>
                            <a:pt x="3080" y="844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61" y="3523"/>
                            <a:pt x="657" y="3253"/>
                            <a:pt x="212" y="246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04" name="Freeform: Shape 1803">
                      <a:extLst>
                        <a:ext uri="{FF2B5EF4-FFF2-40B4-BE49-F238E27FC236}">
                          <a16:creationId xmlns:a16="http://schemas.microsoft.com/office/drawing/2014/main" id="{B4B328D5-CBD6-58E6-9C5B-0CFB11F668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7679" y="4624093"/>
                      <a:ext cx="3291" cy="3288"/>
                    </a:xfrm>
                    <a:custGeom>
                      <a:avLst/>
                      <a:gdLst>
                        <a:gd name="connsiteX0" fmla="*/ 212 w 3291"/>
                        <a:gd name="connsiteY0" fmla="*/ 2445 h 3288"/>
                        <a:gd name="connsiteX1" fmla="*/ 839 w 3291"/>
                        <a:gd name="connsiteY1" fmla="*/ 209 h 3288"/>
                        <a:gd name="connsiteX2" fmla="*/ 3080 w 3291"/>
                        <a:gd name="connsiteY2" fmla="*/ 843 h 3288"/>
                        <a:gd name="connsiteX3" fmla="*/ 2452 w 3291"/>
                        <a:gd name="connsiteY3" fmla="*/ 3079 h 3288"/>
                        <a:gd name="connsiteX4" fmla="*/ 212 w 3291"/>
                        <a:gd name="connsiteY4" fmla="*/ 2445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212" y="2445"/>
                          </a:moveTo>
                          <a:cubicBezTo>
                            <a:pt x="-234" y="1652"/>
                            <a:pt x="47" y="653"/>
                            <a:pt x="839" y="209"/>
                          </a:cubicBezTo>
                          <a:cubicBezTo>
                            <a:pt x="1632" y="-234"/>
                            <a:pt x="2634" y="51"/>
                            <a:pt x="3080" y="843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61" y="3523"/>
                            <a:pt x="657" y="3237"/>
                            <a:pt x="212" y="244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05" name="Freeform: Shape 1804">
                      <a:extLst>
                        <a:ext uri="{FF2B5EF4-FFF2-40B4-BE49-F238E27FC236}">
                          <a16:creationId xmlns:a16="http://schemas.microsoft.com/office/drawing/2014/main" id="{76197684-64A0-B0E3-3B29-6071543910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783" y="4616964"/>
                      <a:ext cx="3291" cy="3299"/>
                    </a:xfrm>
                    <a:custGeom>
                      <a:avLst/>
                      <a:gdLst>
                        <a:gd name="connsiteX0" fmla="*/ 212 w 3291"/>
                        <a:gd name="connsiteY0" fmla="*/ 2456 h 3299"/>
                        <a:gd name="connsiteX1" fmla="*/ 839 w 3291"/>
                        <a:gd name="connsiteY1" fmla="*/ 220 h 3299"/>
                        <a:gd name="connsiteX2" fmla="*/ 3080 w 3291"/>
                        <a:gd name="connsiteY2" fmla="*/ 839 h 3299"/>
                        <a:gd name="connsiteX3" fmla="*/ 2452 w 3291"/>
                        <a:gd name="connsiteY3" fmla="*/ 3090 h 3299"/>
                        <a:gd name="connsiteX4" fmla="*/ 212 w 3291"/>
                        <a:gd name="connsiteY4" fmla="*/ 245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9">
                          <a:moveTo>
                            <a:pt x="212" y="2456"/>
                          </a:moveTo>
                          <a:cubicBezTo>
                            <a:pt x="-234" y="1663"/>
                            <a:pt x="47" y="664"/>
                            <a:pt x="839" y="220"/>
                          </a:cubicBezTo>
                          <a:cubicBezTo>
                            <a:pt x="1632" y="-239"/>
                            <a:pt x="2634" y="46"/>
                            <a:pt x="3080" y="839"/>
                          </a:cubicBezTo>
                          <a:cubicBezTo>
                            <a:pt x="3525" y="1631"/>
                            <a:pt x="3244" y="2630"/>
                            <a:pt x="2452" y="3090"/>
                          </a:cubicBezTo>
                          <a:cubicBezTo>
                            <a:pt x="1661" y="3534"/>
                            <a:pt x="657" y="3248"/>
                            <a:pt x="212" y="245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06" name="Freeform: Shape 1805">
                      <a:extLst>
                        <a:ext uri="{FF2B5EF4-FFF2-40B4-BE49-F238E27FC236}">
                          <a16:creationId xmlns:a16="http://schemas.microsoft.com/office/drawing/2014/main" id="{D405A1F0-1C86-4780-2576-DCD9AFE3FB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283" y="4633970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61 h 3292"/>
                        <a:gd name="connsiteX1" fmla="*/ 839 w 3291"/>
                        <a:gd name="connsiteY1" fmla="*/ 209 h 3292"/>
                        <a:gd name="connsiteX2" fmla="*/ 3079 w 3291"/>
                        <a:gd name="connsiteY2" fmla="*/ 843 h 3292"/>
                        <a:gd name="connsiteX3" fmla="*/ 2452 w 3291"/>
                        <a:gd name="connsiteY3" fmla="*/ 3079 h 3292"/>
                        <a:gd name="connsiteX4" fmla="*/ 212 w 3291"/>
                        <a:gd name="connsiteY4" fmla="*/ 2461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61"/>
                          </a:moveTo>
                          <a:cubicBezTo>
                            <a:pt x="-234" y="1668"/>
                            <a:pt x="47" y="653"/>
                            <a:pt x="839" y="209"/>
                          </a:cubicBezTo>
                          <a:cubicBezTo>
                            <a:pt x="1632" y="-234"/>
                            <a:pt x="2634" y="51"/>
                            <a:pt x="3079" y="843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61" y="3523"/>
                            <a:pt x="657" y="3253"/>
                            <a:pt x="212" y="246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07" name="Freeform: Shape 1806">
                      <a:extLst>
                        <a:ext uri="{FF2B5EF4-FFF2-40B4-BE49-F238E27FC236}">
                          <a16:creationId xmlns:a16="http://schemas.microsoft.com/office/drawing/2014/main" id="{AFDF80F0-8474-A436-3872-C638A5706B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1561" y="4613357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9 h 3292"/>
                        <a:gd name="connsiteX1" fmla="*/ 839 w 3291"/>
                        <a:gd name="connsiteY1" fmla="*/ 213 h 3292"/>
                        <a:gd name="connsiteX2" fmla="*/ 3079 w 3291"/>
                        <a:gd name="connsiteY2" fmla="*/ 831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9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79" y="831"/>
                          </a:cubicBezTo>
                          <a:cubicBezTo>
                            <a:pt x="3525" y="1624"/>
                            <a:pt x="3244" y="2639"/>
                            <a:pt x="2452" y="3083"/>
                          </a:cubicBezTo>
                          <a:cubicBezTo>
                            <a:pt x="1659" y="3527"/>
                            <a:pt x="657" y="3241"/>
                            <a:pt x="212" y="24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08" name="Freeform: Shape 1807">
                      <a:extLst>
                        <a:ext uri="{FF2B5EF4-FFF2-40B4-BE49-F238E27FC236}">
                          <a16:creationId xmlns:a16="http://schemas.microsoft.com/office/drawing/2014/main" id="{B326B29B-FE2C-0E1B-E521-C6D6FAD22C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0341" y="4619904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9 h 3292"/>
                        <a:gd name="connsiteX1" fmla="*/ 839 w 3291"/>
                        <a:gd name="connsiteY1" fmla="*/ 213 h 3292"/>
                        <a:gd name="connsiteX2" fmla="*/ 3079 w 3291"/>
                        <a:gd name="connsiteY2" fmla="*/ 831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9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79" y="831"/>
                          </a:cubicBezTo>
                          <a:cubicBezTo>
                            <a:pt x="3525" y="1624"/>
                            <a:pt x="3244" y="2639"/>
                            <a:pt x="2452" y="3083"/>
                          </a:cubicBezTo>
                          <a:cubicBezTo>
                            <a:pt x="1661" y="3527"/>
                            <a:pt x="657" y="3241"/>
                            <a:pt x="212" y="24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09" name="Freeform: Shape 1808">
                      <a:extLst>
                        <a:ext uri="{FF2B5EF4-FFF2-40B4-BE49-F238E27FC236}">
                          <a16:creationId xmlns:a16="http://schemas.microsoft.com/office/drawing/2014/main" id="{156B79B5-9933-FA91-4276-CC4595AC9D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970" y="4621601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9 h 3292"/>
                        <a:gd name="connsiteX1" fmla="*/ 839 w 3291"/>
                        <a:gd name="connsiteY1" fmla="*/ 213 h 3292"/>
                        <a:gd name="connsiteX2" fmla="*/ 3080 w 3291"/>
                        <a:gd name="connsiteY2" fmla="*/ 832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9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80" y="832"/>
                          </a:cubicBezTo>
                          <a:cubicBezTo>
                            <a:pt x="3525" y="1624"/>
                            <a:pt x="3244" y="2639"/>
                            <a:pt x="2452" y="3083"/>
                          </a:cubicBezTo>
                          <a:cubicBezTo>
                            <a:pt x="1661" y="3527"/>
                            <a:pt x="657" y="3241"/>
                            <a:pt x="212" y="24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10" name="Freeform: Shape 1809">
                      <a:extLst>
                        <a:ext uri="{FF2B5EF4-FFF2-40B4-BE49-F238E27FC236}">
                          <a16:creationId xmlns:a16="http://schemas.microsoft.com/office/drawing/2014/main" id="{718EA9A6-1E81-6A29-8AA4-ED187D7648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9935" y="4577259"/>
                      <a:ext cx="3291" cy="3287"/>
                    </a:xfrm>
                    <a:custGeom>
                      <a:avLst/>
                      <a:gdLst>
                        <a:gd name="connsiteX0" fmla="*/ 212 w 3291"/>
                        <a:gd name="connsiteY0" fmla="*/ 2449 h 3287"/>
                        <a:gd name="connsiteX1" fmla="*/ 839 w 3291"/>
                        <a:gd name="connsiteY1" fmla="*/ 213 h 3287"/>
                        <a:gd name="connsiteX2" fmla="*/ 3080 w 3291"/>
                        <a:gd name="connsiteY2" fmla="*/ 831 h 3287"/>
                        <a:gd name="connsiteX3" fmla="*/ 2452 w 3291"/>
                        <a:gd name="connsiteY3" fmla="*/ 3067 h 3287"/>
                        <a:gd name="connsiteX4" fmla="*/ 212 w 3291"/>
                        <a:gd name="connsiteY4" fmla="*/ 2449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212" y="2449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80" y="831"/>
                          </a:cubicBezTo>
                          <a:cubicBezTo>
                            <a:pt x="3525" y="1624"/>
                            <a:pt x="3244" y="2623"/>
                            <a:pt x="2452" y="3067"/>
                          </a:cubicBezTo>
                          <a:cubicBezTo>
                            <a:pt x="1661" y="3527"/>
                            <a:pt x="657" y="3241"/>
                            <a:pt x="212" y="24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11" name="Freeform: Shape 1810">
                      <a:extLst>
                        <a:ext uri="{FF2B5EF4-FFF2-40B4-BE49-F238E27FC236}">
                          <a16:creationId xmlns:a16="http://schemas.microsoft.com/office/drawing/2014/main" id="{DA1FC837-D2E0-8053-8EFA-2B589BB694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8965" y="4577390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61 h 3292"/>
                        <a:gd name="connsiteX1" fmla="*/ 839 w 3291"/>
                        <a:gd name="connsiteY1" fmla="*/ 209 h 3292"/>
                        <a:gd name="connsiteX2" fmla="*/ 3079 w 3291"/>
                        <a:gd name="connsiteY2" fmla="*/ 844 h 3292"/>
                        <a:gd name="connsiteX3" fmla="*/ 2452 w 3291"/>
                        <a:gd name="connsiteY3" fmla="*/ 3079 h 3292"/>
                        <a:gd name="connsiteX4" fmla="*/ 212 w 3291"/>
                        <a:gd name="connsiteY4" fmla="*/ 2461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61"/>
                          </a:moveTo>
                          <a:cubicBezTo>
                            <a:pt x="-234" y="1668"/>
                            <a:pt x="47" y="653"/>
                            <a:pt x="839" y="209"/>
                          </a:cubicBezTo>
                          <a:cubicBezTo>
                            <a:pt x="1632" y="-235"/>
                            <a:pt x="2634" y="51"/>
                            <a:pt x="3079" y="844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61" y="3523"/>
                            <a:pt x="657" y="3253"/>
                            <a:pt x="212" y="246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12" name="Freeform: Shape 1811">
                      <a:extLst>
                        <a:ext uri="{FF2B5EF4-FFF2-40B4-BE49-F238E27FC236}">
                          <a16:creationId xmlns:a16="http://schemas.microsoft.com/office/drawing/2014/main" id="{6AF549E6-5887-58B5-11BA-133EC63BAC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9157" y="4565801"/>
                      <a:ext cx="3291" cy="3288"/>
                    </a:xfrm>
                    <a:custGeom>
                      <a:avLst/>
                      <a:gdLst>
                        <a:gd name="connsiteX0" fmla="*/ 212 w 3291"/>
                        <a:gd name="connsiteY0" fmla="*/ 2445 h 3288"/>
                        <a:gd name="connsiteX1" fmla="*/ 839 w 3291"/>
                        <a:gd name="connsiteY1" fmla="*/ 209 h 3288"/>
                        <a:gd name="connsiteX2" fmla="*/ 3079 w 3291"/>
                        <a:gd name="connsiteY2" fmla="*/ 843 h 3288"/>
                        <a:gd name="connsiteX3" fmla="*/ 2452 w 3291"/>
                        <a:gd name="connsiteY3" fmla="*/ 3079 h 3288"/>
                        <a:gd name="connsiteX4" fmla="*/ 212 w 3291"/>
                        <a:gd name="connsiteY4" fmla="*/ 2445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212" y="2445"/>
                          </a:moveTo>
                          <a:cubicBezTo>
                            <a:pt x="-234" y="1652"/>
                            <a:pt x="47" y="653"/>
                            <a:pt x="839" y="209"/>
                          </a:cubicBezTo>
                          <a:cubicBezTo>
                            <a:pt x="1632" y="-234"/>
                            <a:pt x="2634" y="51"/>
                            <a:pt x="3079" y="843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61" y="3523"/>
                            <a:pt x="657" y="3237"/>
                            <a:pt x="212" y="244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13" name="Freeform: Shape 1812">
                      <a:extLst>
                        <a:ext uri="{FF2B5EF4-FFF2-40B4-BE49-F238E27FC236}">
                          <a16:creationId xmlns:a16="http://schemas.microsoft.com/office/drawing/2014/main" id="{E085BACE-E74B-80A4-CA28-AB7E3D9563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5570" y="4587278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9 h 3292"/>
                        <a:gd name="connsiteX1" fmla="*/ 839 w 3291"/>
                        <a:gd name="connsiteY1" fmla="*/ 213 h 3292"/>
                        <a:gd name="connsiteX2" fmla="*/ 3080 w 3291"/>
                        <a:gd name="connsiteY2" fmla="*/ 832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9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80" y="832"/>
                          </a:cubicBezTo>
                          <a:cubicBezTo>
                            <a:pt x="3525" y="1624"/>
                            <a:pt x="3244" y="2639"/>
                            <a:pt x="2452" y="3083"/>
                          </a:cubicBezTo>
                          <a:cubicBezTo>
                            <a:pt x="1661" y="3527"/>
                            <a:pt x="657" y="3241"/>
                            <a:pt x="212" y="24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14" name="Freeform: Shape 1813">
                      <a:extLst>
                        <a:ext uri="{FF2B5EF4-FFF2-40B4-BE49-F238E27FC236}">
                          <a16:creationId xmlns:a16="http://schemas.microsoft.com/office/drawing/2014/main" id="{36BB60AB-71EF-D613-6350-D9F1AA9489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2846" y="4566657"/>
                      <a:ext cx="3291" cy="3288"/>
                    </a:xfrm>
                    <a:custGeom>
                      <a:avLst/>
                      <a:gdLst>
                        <a:gd name="connsiteX0" fmla="*/ 212 w 3291"/>
                        <a:gd name="connsiteY0" fmla="*/ 2445 h 3288"/>
                        <a:gd name="connsiteX1" fmla="*/ 839 w 3291"/>
                        <a:gd name="connsiteY1" fmla="*/ 209 h 3288"/>
                        <a:gd name="connsiteX2" fmla="*/ 3079 w 3291"/>
                        <a:gd name="connsiteY2" fmla="*/ 844 h 3288"/>
                        <a:gd name="connsiteX3" fmla="*/ 2452 w 3291"/>
                        <a:gd name="connsiteY3" fmla="*/ 3079 h 3288"/>
                        <a:gd name="connsiteX4" fmla="*/ 212 w 3291"/>
                        <a:gd name="connsiteY4" fmla="*/ 2445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212" y="2445"/>
                          </a:moveTo>
                          <a:cubicBezTo>
                            <a:pt x="-234" y="1652"/>
                            <a:pt x="47" y="653"/>
                            <a:pt x="839" y="209"/>
                          </a:cubicBezTo>
                          <a:cubicBezTo>
                            <a:pt x="1632" y="-235"/>
                            <a:pt x="2634" y="51"/>
                            <a:pt x="3079" y="844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61" y="3523"/>
                            <a:pt x="657" y="3237"/>
                            <a:pt x="212" y="244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15" name="Freeform: Shape 1814">
                      <a:extLst>
                        <a:ext uri="{FF2B5EF4-FFF2-40B4-BE49-F238E27FC236}">
                          <a16:creationId xmlns:a16="http://schemas.microsoft.com/office/drawing/2014/main" id="{562611C6-AB44-63F6-DFB4-F446FA72B9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4860" y="4584524"/>
                      <a:ext cx="3291" cy="3288"/>
                    </a:xfrm>
                    <a:custGeom>
                      <a:avLst/>
                      <a:gdLst>
                        <a:gd name="connsiteX0" fmla="*/ 212 w 3291"/>
                        <a:gd name="connsiteY0" fmla="*/ 2445 h 3288"/>
                        <a:gd name="connsiteX1" fmla="*/ 839 w 3291"/>
                        <a:gd name="connsiteY1" fmla="*/ 209 h 3288"/>
                        <a:gd name="connsiteX2" fmla="*/ 3080 w 3291"/>
                        <a:gd name="connsiteY2" fmla="*/ 844 h 3288"/>
                        <a:gd name="connsiteX3" fmla="*/ 2452 w 3291"/>
                        <a:gd name="connsiteY3" fmla="*/ 3079 h 3288"/>
                        <a:gd name="connsiteX4" fmla="*/ 212 w 3291"/>
                        <a:gd name="connsiteY4" fmla="*/ 2445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212" y="2445"/>
                          </a:moveTo>
                          <a:cubicBezTo>
                            <a:pt x="-234" y="1652"/>
                            <a:pt x="47" y="653"/>
                            <a:pt x="839" y="209"/>
                          </a:cubicBezTo>
                          <a:cubicBezTo>
                            <a:pt x="1632" y="-235"/>
                            <a:pt x="2634" y="51"/>
                            <a:pt x="3080" y="844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61" y="3523"/>
                            <a:pt x="657" y="3237"/>
                            <a:pt x="212" y="244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16" name="Freeform: Shape 1815">
                      <a:extLst>
                        <a:ext uri="{FF2B5EF4-FFF2-40B4-BE49-F238E27FC236}">
                          <a16:creationId xmlns:a16="http://schemas.microsoft.com/office/drawing/2014/main" id="{6D79B027-B22E-CD90-5FE2-F5E31362F3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256" y="4574897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9 h 3292"/>
                        <a:gd name="connsiteX1" fmla="*/ 839 w 3291"/>
                        <a:gd name="connsiteY1" fmla="*/ 213 h 3292"/>
                        <a:gd name="connsiteX2" fmla="*/ 3079 w 3291"/>
                        <a:gd name="connsiteY2" fmla="*/ 831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9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79" y="831"/>
                          </a:cubicBezTo>
                          <a:cubicBezTo>
                            <a:pt x="3525" y="1624"/>
                            <a:pt x="3244" y="2639"/>
                            <a:pt x="2452" y="3083"/>
                          </a:cubicBezTo>
                          <a:cubicBezTo>
                            <a:pt x="1661" y="3527"/>
                            <a:pt x="657" y="3241"/>
                            <a:pt x="212" y="24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17" name="Freeform: Shape 1816">
                      <a:extLst>
                        <a:ext uri="{FF2B5EF4-FFF2-40B4-BE49-F238E27FC236}">
                          <a16:creationId xmlns:a16="http://schemas.microsoft.com/office/drawing/2014/main" id="{1977645C-9BDC-A69B-0CAE-D14778447F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498" y="4573533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9 h 3292"/>
                        <a:gd name="connsiteX1" fmla="*/ 839 w 3291"/>
                        <a:gd name="connsiteY1" fmla="*/ 213 h 3292"/>
                        <a:gd name="connsiteX2" fmla="*/ 3080 w 3291"/>
                        <a:gd name="connsiteY2" fmla="*/ 831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9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80" y="831"/>
                          </a:cubicBezTo>
                          <a:cubicBezTo>
                            <a:pt x="3525" y="1624"/>
                            <a:pt x="3244" y="2623"/>
                            <a:pt x="2452" y="3083"/>
                          </a:cubicBezTo>
                          <a:cubicBezTo>
                            <a:pt x="1661" y="3527"/>
                            <a:pt x="657" y="3241"/>
                            <a:pt x="212" y="24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18" name="Freeform: Shape 1817">
                      <a:extLst>
                        <a:ext uri="{FF2B5EF4-FFF2-40B4-BE49-F238E27FC236}">
                          <a16:creationId xmlns:a16="http://schemas.microsoft.com/office/drawing/2014/main" id="{4F046C95-CB22-0DAE-7EE8-6BCA3D40FD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3528" y="4573664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60 h 3292"/>
                        <a:gd name="connsiteX1" fmla="*/ 839 w 3291"/>
                        <a:gd name="connsiteY1" fmla="*/ 209 h 3292"/>
                        <a:gd name="connsiteX2" fmla="*/ 3079 w 3291"/>
                        <a:gd name="connsiteY2" fmla="*/ 844 h 3292"/>
                        <a:gd name="connsiteX3" fmla="*/ 2452 w 3291"/>
                        <a:gd name="connsiteY3" fmla="*/ 3079 h 3292"/>
                        <a:gd name="connsiteX4" fmla="*/ 212 w 3291"/>
                        <a:gd name="connsiteY4" fmla="*/ 2460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60"/>
                          </a:moveTo>
                          <a:cubicBezTo>
                            <a:pt x="-234" y="1668"/>
                            <a:pt x="47" y="653"/>
                            <a:pt x="839" y="209"/>
                          </a:cubicBezTo>
                          <a:cubicBezTo>
                            <a:pt x="1632" y="-235"/>
                            <a:pt x="2634" y="51"/>
                            <a:pt x="3079" y="844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61" y="3523"/>
                            <a:pt x="657" y="3253"/>
                            <a:pt x="212" y="246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19" name="Freeform: Shape 1818">
                      <a:extLst>
                        <a:ext uri="{FF2B5EF4-FFF2-40B4-BE49-F238E27FC236}">
                          <a16:creationId xmlns:a16="http://schemas.microsoft.com/office/drawing/2014/main" id="{8C469676-1D60-E801-737B-97BE5631C9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632" y="4566542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8 h 3292"/>
                        <a:gd name="connsiteX1" fmla="*/ 839 w 3291"/>
                        <a:gd name="connsiteY1" fmla="*/ 213 h 3292"/>
                        <a:gd name="connsiteX2" fmla="*/ 3079 w 3291"/>
                        <a:gd name="connsiteY2" fmla="*/ 832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8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8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79" y="832"/>
                          </a:cubicBezTo>
                          <a:cubicBezTo>
                            <a:pt x="3525" y="1624"/>
                            <a:pt x="3244" y="2639"/>
                            <a:pt x="2452" y="3083"/>
                          </a:cubicBezTo>
                          <a:cubicBezTo>
                            <a:pt x="1661" y="3527"/>
                            <a:pt x="657" y="3241"/>
                            <a:pt x="212" y="244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20" name="Freeform: Shape 1819">
                      <a:extLst>
                        <a:ext uri="{FF2B5EF4-FFF2-40B4-BE49-F238E27FC236}">
                          <a16:creationId xmlns:a16="http://schemas.microsoft.com/office/drawing/2014/main" id="{E0F616DB-A6EC-F864-35FD-0B27C7113C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1509" y="4584203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9 h 3292"/>
                        <a:gd name="connsiteX1" fmla="*/ 839 w 3291"/>
                        <a:gd name="connsiteY1" fmla="*/ 213 h 3292"/>
                        <a:gd name="connsiteX2" fmla="*/ 3079 w 3291"/>
                        <a:gd name="connsiteY2" fmla="*/ 831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9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79" y="831"/>
                          </a:cubicBezTo>
                          <a:cubicBezTo>
                            <a:pt x="3525" y="1624"/>
                            <a:pt x="3244" y="2639"/>
                            <a:pt x="2452" y="3083"/>
                          </a:cubicBezTo>
                          <a:cubicBezTo>
                            <a:pt x="1661" y="3527"/>
                            <a:pt x="657" y="3241"/>
                            <a:pt x="212" y="24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21" name="Freeform: Shape 1820">
                      <a:extLst>
                        <a:ext uri="{FF2B5EF4-FFF2-40B4-BE49-F238E27FC236}">
                          <a16:creationId xmlns:a16="http://schemas.microsoft.com/office/drawing/2014/main" id="{2E858382-F523-C95A-76AA-90FD3A8DF6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704" y="4557974"/>
                      <a:ext cx="3291" cy="3287"/>
                    </a:xfrm>
                    <a:custGeom>
                      <a:avLst/>
                      <a:gdLst>
                        <a:gd name="connsiteX0" fmla="*/ 212 w 3291"/>
                        <a:gd name="connsiteY0" fmla="*/ 2456 h 3287"/>
                        <a:gd name="connsiteX1" fmla="*/ 839 w 3291"/>
                        <a:gd name="connsiteY1" fmla="*/ 220 h 3287"/>
                        <a:gd name="connsiteX2" fmla="*/ 3080 w 3291"/>
                        <a:gd name="connsiteY2" fmla="*/ 839 h 3287"/>
                        <a:gd name="connsiteX3" fmla="*/ 2452 w 3291"/>
                        <a:gd name="connsiteY3" fmla="*/ 3074 h 3287"/>
                        <a:gd name="connsiteX4" fmla="*/ 212 w 3291"/>
                        <a:gd name="connsiteY4" fmla="*/ 2456 h 32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7">
                          <a:moveTo>
                            <a:pt x="212" y="2456"/>
                          </a:moveTo>
                          <a:cubicBezTo>
                            <a:pt x="-234" y="1663"/>
                            <a:pt x="47" y="664"/>
                            <a:pt x="839" y="220"/>
                          </a:cubicBezTo>
                          <a:cubicBezTo>
                            <a:pt x="1632" y="-239"/>
                            <a:pt x="2634" y="46"/>
                            <a:pt x="3080" y="839"/>
                          </a:cubicBezTo>
                          <a:cubicBezTo>
                            <a:pt x="3525" y="1631"/>
                            <a:pt x="3244" y="2630"/>
                            <a:pt x="2452" y="3074"/>
                          </a:cubicBezTo>
                          <a:cubicBezTo>
                            <a:pt x="1661" y="3518"/>
                            <a:pt x="657" y="3248"/>
                            <a:pt x="212" y="245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22" name="Freeform: Shape 1821">
                      <a:extLst>
                        <a:ext uri="{FF2B5EF4-FFF2-40B4-BE49-F238E27FC236}">
                          <a16:creationId xmlns:a16="http://schemas.microsoft.com/office/drawing/2014/main" id="{700F6E26-66C9-B322-4BB7-E3A0DF5369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9423" y="4580798"/>
                      <a:ext cx="3291" cy="3288"/>
                    </a:xfrm>
                    <a:custGeom>
                      <a:avLst/>
                      <a:gdLst>
                        <a:gd name="connsiteX0" fmla="*/ 212 w 3291"/>
                        <a:gd name="connsiteY0" fmla="*/ 2445 h 3288"/>
                        <a:gd name="connsiteX1" fmla="*/ 839 w 3291"/>
                        <a:gd name="connsiteY1" fmla="*/ 209 h 3288"/>
                        <a:gd name="connsiteX2" fmla="*/ 3079 w 3291"/>
                        <a:gd name="connsiteY2" fmla="*/ 844 h 3288"/>
                        <a:gd name="connsiteX3" fmla="*/ 2452 w 3291"/>
                        <a:gd name="connsiteY3" fmla="*/ 3079 h 3288"/>
                        <a:gd name="connsiteX4" fmla="*/ 212 w 3291"/>
                        <a:gd name="connsiteY4" fmla="*/ 2445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212" y="2445"/>
                          </a:moveTo>
                          <a:cubicBezTo>
                            <a:pt x="-234" y="1652"/>
                            <a:pt x="47" y="653"/>
                            <a:pt x="839" y="209"/>
                          </a:cubicBezTo>
                          <a:cubicBezTo>
                            <a:pt x="1632" y="-235"/>
                            <a:pt x="2634" y="51"/>
                            <a:pt x="3079" y="844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59" y="3523"/>
                            <a:pt x="657" y="3237"/>
                            <a:pt x="212" y="244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23" name="Freeform: Shape 1822">
                      <a:extLst>
                        <a:ext uri="{FF2B5EF4-FFF2-40B4-BE49-F238E27FC236}">
                          <a16:creationId xmlns:a16="http://schemas.microsoft.com/office/drawing/2014/main" id="{0AD08833-E9AD-DBA7-6009-6C3053815A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5819" y="4571171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9 h 3292"/>
                        <a:gd name="connsiteX1" fmla="*/ 839 w 3291"/>
                        <a:gd name="connsiteY1" fmla="*/ 213 h 3292"/>
                        <a:gd name="connsiteX2" fmla="*/ 3079 w 3291"/>
                        <a:gd name="connsiteY2" fmla="*/ 831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9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79" y="831"/>
                          </a:cubicBezTo>
                          <a:cubicBezTo>
                            <a:pt x="3525" y="1624"/>
                            <a:pt x="3244" y="2639"/>
                            <a:pt x="2452" y="3083"/>
                          </a:cubicBezTo>
                          <a:cubicBezTo>
                            <a:pt x="1661" y="3527"/>
                            <a:pt x="657" y="3241"/>
                            <a:pt x="212" y="24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24" name="Freeform: Shape 1823">
                      <a:extLst>
                        <a:ext uri="{FF2B5EF4-FFF2-40B4-BE49-F238E27FC236}">
                          <a16:creationId xmlns:a16="http://schemas.microsoft.com/office/drawing/2014/main" id="{66E9FA6D-353C-A310-DF24-3063CAE627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0638" y="4563724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61 h 3292"/>
                        <a:gd name="connsiteX1" fmla="*/ 839 w 3291"/>
                        <a:gd name="connsiteY1" fmla="*/ 209 h 3292"/>
                        <a:gd name="connsiteX2" fmla="*/ 3080 w 3291"/>
                        <a:gd name="connsiteY2" fmla="*/ 844 h 3292"/>
                        <a:gd name="connsiteX3" fmla="*/ 2452 w 3291"/>
                        <a:gd name="connsiteY3" fmla="*/ 3079 h 3292"/>
                        <a:gd name="connsiteX4" fmla="*/ 212 w 3291"/>
                        <a:gd name="connsiteY4" fmla="*/ 2461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61"/>
                          </a:moveTo>
                          <a:cubicBezTo>
                            <a:pt x="-234" y="1668"/>
                            <a:pt x="47" y="653"/>
                            <a:pt x="839" y="209"/>
                          </a:cubicBezTo>
                          <a:cubicBezTo>
                            <a:pt x="1632" y="-235"/>
                            <a:pt x="2634" y="51"/>
                            <a:pt x="3080" y="844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59" y="3523"/>
                            <a:pt x="657" y="3253"/>
                            <a:pt x="212" y="246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25" name="Freeform: Shape 1824">
                      <a:extLst>
                        <a:ext uri="{FF2B5EF4-FFF2-40B4-BE49-F238E27FC236}">
                          <a16:creationId xmlns:a16="http://schemas.microsoft.com/office/drawing/2014/main" id="{BD04A665-7E64-CF08-BF92-3379E7B73B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116" y="4553927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61 h 3292"/>
                        <a:gd name="connsiteX1" fmla="*/ 839 w 3291"/>
                        <a:gd name="connsiteY1" fmla="*/ 209 h 3292"/>
                        <a:gd name="connsiteX2" fmla="*/ 3080 w 3291"/>
                        <a:gd name="connsiteY2" fmla="*/ 843 h 3292"/>
                        <a:gd name="connsiteX3" fmla="*/ 2452 w 3291"/>
                        <a:gd name="connsiteY3" fmla="*/ 3079 h 3292"/>
                        <a:gd name="connsiteX4" fmla="*/ 212 w 3291"/>
                        <a:gd name="connsiteY4" fmla="*/ 2461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61"/>
                          </a:moveTo>
                          <a:cubicBezTo>
                            <a:pt x="-234" y="1668"/>
                            <a:pt x="47" y="653"/>
                            <a:pt x="839" y="209"/>
                          </a:cubicBezTo>
                          <a:cubicBezTo>
                            <a:pt x="1632" y="-234"/>
                            <a:pt x="2634" y="51"/>
                            <a:pt x="3080" y="843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61" y="3523"/>
                            <a:pt x="657" y="3253"/>
                            <a:pt x="212" y="246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26" name="Freeform: Shape 1825">
                      <a:extLst>
                        <a:ext uri="{FF2B5EF4-FFF2-40B4-BE49-F238E27FC236}">
                          <a16:creationId xmlns:a16="http://schemas.microsoft.com/office/drawing/2014/main" id="{68200375-9053-0591-5A2A-14F05CAA06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5309" y="4544621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61 h 3292"/>
                        <a:gd name="connsiteX1" fmla="*/ 839 w 3291"/>
                        <a:gd name="connsiteY1" fmla="*/ 209 h 3292"/>
                        <a:gd name="connsiteX2" fmla="*/ 3079 w 3291"/>
                        <a:gd name="connsiteY2" fmla="*/ 843 h 3292"/>
                        <a:gd name="connsiteX3" fmla="*/ 2452 w 3291"/>
                        <a:gd name="connsiteY3" fmla="*/ 3079 h 3292"/>
                        <a:gd name="connsiteX4" fmla="*/ 212 w 3291"/>
                        <a:gd name="connsiteY4" fmla="*/ 2461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61"/>
                          </a:moveTo>
                          <a:cubicBezTo>
                            <a:pt x="-234" y="1668"/>
                            <a:pt x="47" y="653"/>
                            <a:pt x="839" y="209"/>
                          </a:cubicBezTo>
                          <a:cubicBezTo>
                            <a:pt x="1632" y="-234"/>
                            <a:pt x="2634" y="51"/>
                            <a:pt x="3079" y="843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59" y="3523"/>
                            <a:pt x="655" y="3253"/>
                            <a:pt x="212" y="246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27" name="Freeform: Shape 1826">
                      <a:extLst>
                        <a:ext uri="{FF2B5EF4-FFF2-40B4-BE49-F238E27FC236}">
                          <a16:creationId xmlns:a16="http://schemas.microsoft.com/office/drawing/2014/main" id="{B1A1493C-0A1F-99B9-CDDB-6DE62CBB73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8722" y="4563815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9 h 3292"/>
                        <a:gd name="connsiteX1" fmla="*/ 839 w 3291"/>
                        <a:gd name="connsiteY1" fmla="*/ 213 h 3292"/>
                        <a:gd name="connsiteX2" fmla="*/ 3080 w 3291"/>
                        <a:gd name="connsiteY2" fmla="*/ 831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9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80" y="831"/>
                          </a:cubicBezTo>
                          <a:cubicBezTo>
                            <a:pt x="3525" y="1624"/>
                            <a:pt x="3244" y="2639"/>
                            <a:pt x="2452" y="3083"/>
                          </a:cubicBezTo>
                          <a:cubicBezTo>
                            <a:pt x="1661" y="3527"/>
                            <a:pt x="657" y="3241"/>
                            <a:pt x="212" y="24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28" name="Freeform: Shape 1827">
                      <a:extLst>
                        <a:ext uri="{FF2B5EF4-FFF2-40B4-BE49-F238E27FC236}">
                          <a16:creationId xmlns:a16="http://schemas.microsoft.com/office/drawing/2014/main" id="{D978B2DA-6DAB-56F3-3674-9D86B49350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0854" y="4549821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61 h 3292"/>
                        <a:gd name="connsiteX1" fmla="*/ 839 w 3291"/>
                        <a:gd name="connsiteY1" fmla="*/ 209 h 3292"/>
                        <a:gd name="connsiteX2" fmla="*/ 3080 w 3291"/>
                        <a:gd name="connsiteY2" fmla="*/ 844 h 3292"/>
                        <a:gd name="connsiteX3" fmla="*/ 2452 w 3291"/>
                        <a:gd name="connsiteY3" fmla="*/ 3079 h 3292"/>
                        <a:gd name="connsiteX4" fmla="*/ 212 w 3291"/>
                        <a:gd name="connsiteY4" fmla="*/ 2461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61"/>
                          </a:moveTo>
                          <a:cubicBezTo>
                            <a:pt x="-234" y="1668"/>
                            <a:pt x="47" y="653"/>
                            <a:pt x="839" y="209"/>
                          </a:cubicBezTo>
                          <a:cubicBezTo>
                            <a:pt x="1632" y="-235"/>
                            <a:pt x="2634" y="51"/>
                            <a:pt x="3080" y="844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61" y="3523"/>
                            <a:pt x="657" y="3253"/>
                            <a:pt x="212" y="246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29" name="Freeform: Shape 1828">
                      <a:extLst>
                        <a:ext uri="{FF2B5EF4-FFF2-40B4-BE49-F238E27FC236}">
                          <a16:creationId xmlns:a16="http://schemas.microsoft.com/office/drawing/2014/main" id="{62A2264B-E787-4D4B-7D14-84F8B01697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8012" y="4561061"/>
                      <a:ext cx="3291" cy="3288"/>
                    </a:xfrm>
                    <a:custGeom>
                      <a:avLst/>
                      <a:gdLst>
                        <a:gd name="connsiteX0" fmla="*/ 212 w 3291"/>
                        <a:gd name="connsiteY0" fmla="*/ 2445 h 3288"/>
                        <a:gd name="connsiteX1" fmla="*/ 839 w 3291"/>
                        <a:gd name="connsiteY1" fmla="*/ 209 h 3288"/>
                        <a:gd name="connsiteX2" fmla="*/ 3080 w 3291"/>
                        <a:gd name="connsiteY2" fmla="*/ 843 h 3288"/>
                        <a:gd name="connsiteX3" fmla="*/ 2452 w 3291"/>
                        <a:gd name="connsiteY3" fmla="*/ 3079 h 3288"/>
                        <a:gd name="connsiteX4" fmla="*/ 212 w 3291"/>
                        <a:gd name="connsiteY4" fmla="*/ 2445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212" y="2445"/>
                          </a:moveTo>
                          <a:cubicBezTo>
                            <a:pt x="-234" y="1652"/>
                            <a:pt x="47" y="653"/>
                            <a:pt x="839" y="209"/>
                          </a:cubicBezTo>
                          <a:cubicBezTo>
                            <a:pt x="1632" y="-234"/>
                            <a:pt x="2634" y="51"/>
                            <a:pt x="3080" y="843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61" y="3523"/>
                            <a:pt x="657" y="3237"/>
                            <a:pt x="212" y="244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30" name="Freeform: Shape 1829">
                      <a:extLst>
                        <a:ext uri="{FF2B5EF4-FFF2-40B4-BE49-F238E27FC236}">
                          <a16:creationId xmlns:a16="http://schemas.microsoft.com/office/drawing/2014/main" id="{63BC9EFA-4470-D629-C772-A2BA1A36BA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7508" y="4567018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9 h 3292"/>
                        <a:gd name="connsiteX1" fmla="*/ 839 w 3291"/>
                        <a:gd name="connsiteY1" fmla="*/ 213 h 3292"/>
                        <a:gd name="connsiteX2" fmla="*/ 3080 w 3291"/>
                        <a:gd name="connsiteY2" fmla="*/ 831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9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80" y="831"/>
                          </a:cubicBezTo>
                          <a:cubicBezTo>
                            <a:pt x="3525" y="1624"/>
                            <a:pt x="3244" y="2639"/>
                            <a:pt x="2452" y="3083"/>
                          </a:cubicBezTo>
                          <a:cubicBezTo>
                            <a:pt x="1661" y="3527"/>
                            <a:pt x="657" y="3241"/>
                            <a:pt x="212" y="24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31" name="Freeform: Shape 1830">
                      <a:extLst>
                        <a:ext uri="{FF2B5EF4-FFF2-40B4-BE49-F238E27FC236}">
                          <a16:creationId xmlns:a16="http://schemas.microsoft.com/office/drawing/2014/main" id="{614D39B8-FF12-FA89-0167-1B28EF5FEF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1461" y="4594749"/>
                      <a:ext cx="3291" cy="3288"/>
                    </a:xfrm>
                    <a:custGeom>
                      <a:avLst/>
                      <a:gdLst>
                        <a:gd name="connsiteX0" fmla="*/ 212 w 3291"/>
                        <a:gd name="connsiteY0" fmla="*/ 2445 h 3288"/>
                        <a:gd name="connsiteX1" fmla="*/ 839 w 3291"/>
                        <a:gd name="connsiteY1" fmla="*/ 209 h 3288"/>
                        <a:gd name="connsiteX2" fmla="*/ 3079 w 3291"/>
                        <a:gd name="connsiteY2" fmla="*/ 843 h 3288"/>
                        <a:gd name="connsiteX3" fmla="*/ 2452 w 3291"/>
                        <a:gd name="connsiteY3" fmla="*/ 3079 h 3288"/>
                        <a:gd name="connsiteX4" fmla="*/ 212 w 3291"/>
                        <a:gd name="connsiteY4" fmla="*/ 2445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212" y="2445"/>
                          </a:moveTo>
                          <a:cubicBezTo>
                            <a:pt x="-234" y="1652"/>
                            <a:pt x="47" y="653"/>
                            <a:pt x="839" y="209"/>
                          </a:cubicBezTo>
                          <a:cubicBezTo>
                            <a:pt x="1632" y="-234"/>
                            <a:pt x="2634" y="51"/>
                            <a:pt x="3079" y="843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61" y="3523"/>
                            <a:pt x="657" y="3237"/>
                            <a:pt x="212" y="244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32" name="Freeform: Shape 1831">
                      <a:extLst>
                        <a:ext uri="{FF2B5EF4-FFF2-40B4-BE49-F238E27FC236}">
                          <a16:creationId xmlns:a16="http://schemas.microsoft.com/office/drawing/2014/main" id="{B2B760F8-5764-D0A9-7F52-40E6043028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1367" y="4612362"/>
                      <a:ext cx="3291" cy="3288"/>
                    </a:xfrm>
                    <a:custGeom>
                      <a:avLst/>
                      <a:gdLst>
                        <a:gd name="connsiteX0" fmla="*/ 212 w 3291"/>
                        <a:gd name="connsiteY0" fmla="*/ 2445 h 3288"/>
                        <a:gd name="connsiteX1" fmla="*/ 839 w 3291"/>
                        <a:gd name="connsiteY1" fmla="*/ 209 h 3288"/>
                        <a:gd name="connsiteX2" fmla="*/ 3079 w 3291"/>
                        <a:gd name="connsiteY2" fmla="*/ 843 h 3288"/>
                        <a:gd name="connsiteX3" fmla="*/ 2452 w 3291"/>
                        <a:gd name="connsiteY3" fmla="*/ 3079 h 3288"/>
                        <a:gd name="connsiteX4" fmla="*/ 212 w 3291"/>
                        <a:gd name="connsiteY4" fmla="*/ 2445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212" y="2445"/>
                          </a:moveTo>
                          <a:cubicBezTo>
                            <a:pt x="-234" y="1652"/>
                            <a:pt x="47" y="653"/>
                            <a:pt x="839" y="209"/>
                          </a:cubicBezTo>
                          <a:cubicBezTo>
                            <a:pt x="1632" y="-234"/>
                            <a:pt x="2634" y="51"/>
                            <a:pt x="3079" y="843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59" y="3523"/>
                            <a:pt x="657" y="3237"/>
                            <a:pt x="212" y="244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33" name="Freeform: Shape 1832">
                      <a:extLst>
                        <a:ext uri="{FF2B5EF4-FFF2-40B4-BE49-F238E27FC236}">
                          <a16:creationId xmlns:a16="http://schemas.microsoft.com/office/drawing/2014/main" id="{85E15AC7-9B8C-3817-5192-6D44603C16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5008" y="4587770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9 h 3292"/>
                        <a:gd name="connsiteX1" fmla="*/ 839 w 3291"/>
                        <a:gd name="connsiteY1" fmla="*/ 213 h 3292"/>
                        <a:gd name="connsiteX2" fmla="*/ 3079 w 3291"/>
                        <a:gd name="connsiteY2" fmla="*/ 831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9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9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79" y="831"/>
                          </a:cubicBezTo>
                          <a:cubicBezTo>
                            <a:pt x="3525" y="1624"/>
                            <a:pt x="3244" y="2639"/>
                            <a:pt x="2452" y="3083"/>
                          </a:cubicBezTo>
                          <a:cubicBezTo>
                            <a:pt x="1661" y="3527"/>
                            <a:pt x="657" y="3241"/>
                            <a:pt x="212" y="2449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34" name="Freeform: Shape 1833">
                      <a:extLst>
                        <a:ext uri="{FF2B5EF4-FFF2-40B4-BE49-F238E27FC236}">
                          <a16:creationId xmlns:a16="http://schemas.microsoft.com/office/drawing/2014/main" id="{835223AA-09D8-77A1-18A7-D73817570C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0240" y="4621573"/>
                      <a:ext cx="3291" cy="3288"/>
                    </a:xfrm>
                    <a:custGeom>
                      <a:avLst/>
                      <a:gdLst>
                        <a:gd name="connsiteX0" fmla="*/ 212 w 3291"/>
                        <a:gd name="connsiteY0" fmla="*/ 2445 h 3288"/>
                        <a:gd name="connsiteX1" fmla="*/ 839 w 3291"/>
                        <a:gd name="connsiteY1" fmla="*/ 209 h 3288"/>
                        <a:gd name="connsiteX2" fmla="*/ 3080 w 3291"/>
                        <a:gd name="connsiteY2" fmla="*/ 844 h 3288"/>
                        <a:gd name="connsiteX3" fmla="*/ 2452 w 3291"/>
                        <a:gd name="connsiteY3" fmla="*/ 3079 h 3288"/>
                        <a:gd name="connsiteX4" fmla="*/ 212 w 3291"/>
                        <a:gd name="connsiteY4" fmla="*/ 2445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212" y="2445"/>
                          </a:moveTo>
                          <a:cubicBezTo>
                            <a:pt x="-234" y="1652"/>
                            <a:pt x="47" y="653"/>
                            <a:pt x="839" y="209"/>
                          </a:cubicBezTo>
                          <a:cubicBezTo>
                            <a:pt x="1632" y="-235"/>
                            <a:pt x="2634" y="51"/>
                            <a:pt x="3080" y="844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61" y="3523"/>
                            <a:pt x="657" y="3237"/>
                            <a:pt x="212" y="244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35" name="Freeform: Shape 1834">
                      <a:extLst>
                        <a:ext uri="{FF2B5EF4-FFF2-40B4-BE49-F238E27FC236}">
                          <a16:creationId xmlns:a16="http://schemas.microsoft.com/office/drawing/2014/main" id="{7D1C9766-A706-2569-AC2F-17A67BD2E4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5247" y="4601625"/>
                      <a:ext cx="3291" cy="3292"/>
                    </a:xfrm>
                    <a:custGeom>
                      <a:avLst/>
                      <a:gdLst>
                        <a:gd name="connsiteX0" fmla="*/ 212 w 3291"/>
                        <a:gd name="connsiteY0" fmla="*/ 2448 h 3292"/>
                        <a:gd name="connsiteX1" fmla="*/ 839 w 3291"/>
                        <a:gd name="connsiteY1" fmla="*/ 213 h 3292"/>
                        <a:gd name="connsiteX2" fmla="*/ 3079 w 3291"/>
                        <a:gd name="connsiteY2" fmla="*/ 832 h 3292"/>
                        <a:gd name="connsiteX3" fmla="*/ 2452 w 3291"/>
                        <a:gd name="connsiteY3" fmla="*/ 3083 h 3292"/>
                        <a:gd name="connsiteX4" fmla="*/ 212 w 3291"/>
                        <a:gd name="connsiteY4" fmla="*/ 2448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212" y="2448"/>
                          </a:moveTo>
                          <a:cubicBezTo>
                            <a:pt x="-234" y="1656"/>
                            <a:pt x="47" y="657"/>
                            <a:pt x="839" y="213"/>
                          </a:cubicBezTo>
                          <a:cubicBezTo>
                            <a:pt x="1632" y="-231"/>
                            <a:pt x="2634" y="39"/>
                            <a:pt x="3079" y="832"/>
                          </a:cubicBezTo>
                          <a:cubicBezTo>
                            <a:pt x="3525" y="1624"/>
                            <a:pt x="3244" y="2623"/>
                            <a:pt x="2452" y="3083"/>
                          </a:cubicBezTo>
                          <a:cubicBezTo>
                            <a:pt x="1661" y="3527"/>
                            <a:pt x="657" y="3241"/>
                            <a:pt x="212" y="2448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36" name="Freeform: Shape 1835">
                      <a:extLst>
                        <a:ext uri="{FF2B5EF4-FFF2-40B4-BE49-F238E27FC236}">
                          <a16:creationId xmlns:a16="http://schemas.microsoft.com/office/drawing/2014/main" id="{0EBAC518-AA59-C71B-195B-CBBF5BE959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9835" y="4627423"/>
                      <a:ext cx="3291" cy="3288"/>
                    </a:xfrm>
                    <a:custGeom>
                      <a:avLst/>
                      <a:gdLst>
                        <a:gd name="connsiteX0" fmla="*/ 212 w 3291"/>
                        <a:gd name="connsiteY0" fmla="*/ 2445 h 3288"/>
                        <a:gd name="connsiteX1" fmla="*/ 839 w 3291"/>
                        <a:gd name="connsiteY1" fmla="*/ 209 h 3288"/>
                        <a:gd name="connsiteX2" fmla="*/ 3080 w 3291"/>
                        <a:gd name="connsiteY2" fmla="*/ 843 h 3288"/>
                        <a:gd name="connsiteX3" fmla="*/ 2452 w 3291"/>
                        <a:gd name="connsiteY3" fmla="*/ 3079 h 3288"/>
                        <a:gd name="connsiteX4" fmla="*/ 212 w 3291"/>
                        <a:gd name="connsiteY4" fmla="*/ 2445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212" y="2445"/>
                          </a:moveTo>
                          <a:cubicBezTo>
                            <a:pt x="-234" y="1652"/>
                            <a:pt x="47" y="653"/>
                            <a:pt x="839" y="209"/>
                          </a:cubicBezTo>
                          <a:cubicBezTo>
                            <a:pt x="1632" y="-234"/>
                            <a:pt x="2634" y="51"/>
                            <a:pt x="3080" y="843"/>
                          </a:cubicBezTo>
                          <a:cubicBezTo>
                            <a:pt x="3525" y="1636"/>
                            <a:pt x="3244" y="2635"/>
                            <a:pt x="2452" y="3079"/>
                          </a:cubicBezTo>
                          <a:cubicBezTo>
                            <a:pt x="1661" y="3523"/>
                            <a:pt x="657" y="3237"/>
                            <a:pt x="212" y="244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37" name="Freeform: Shape 1836">
                      <a:extLst>
                        <a:ext uri="{FF2B5EF4-FFF2-40B4-BE49-F238E27FC236}">
                          <a16:creationId xmlns:a16="http://schemas.microsoft.com/office/drawing/2014/main" id="{734D407C-65AE-1981-07F0-22A47B1BD5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3658" y="4609862"/>
                      <a:ext cx="3291" cy="3299"/>
                    </a:xfrm>
                    <a:custGeom>
                      <a:avLst/>
                      <a:gdLst>
                        <a:gd name="connsiteX0" fmla="*/ 212 w 3291"/>
                        <a:gd name="connsiteY0" fmla="*/ 2456 h 3299"/>
                        <a:gd name="connsiteX1" fmla="*/ 839 w 3291"/>
                        <a:gd name="connsiteY1" fmla="*/ 220 h 3299"/>
                        <a:gd name="connsiteX2" fmla="*/ 3079 w 3291"/>
                        <a:gd name="connsiteY2" fmla="*/ 839 h 3299"/>
                        <a:gd name="connsiteX3" fmla="*/ 2452 w 3291"/>
                        <a:gd name="connsiteY3" fmla="*/ 3090 h 3299"/>
                        <a:gd name="connsiteX4" fmla="*/ 212 w 3291"/>
                        <a:gd name="connsiteY4" fmla="*/ 2456 h 3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9">
                          <a:moveTo>
                            <a:pt x="212" y="2456"/>
                          </a:moveTo>
                          <a:cubicBezTo>
                            <a:pt x="-234" y="1663"/>
                            <a:pt x="47" y="664"/>
                            <a:pt x="839" y="220"/>
                          </a:cubicBezTo>
                          <a:cubicBezTo>
                            <a:pt x="1632" y="-239"/>
                            <a:pt x="2634" y="46"/>
                            <a:pt x="3079" y="839"/>
                          </a:cubicBezTo>
                          <a:cubicBezTo>
                            <a:pt x="3525" y="1631"/>
                            <a:pt x="3244" y="2630"/>
                            <a:pt x="2452" y="3090"/>
                          </a:cubicBezTo>
                          <a:cubicBezTo>
                            <a:pt x="1661" y="3534"/>
                            <a:pt x="657" y="3248"/>
                            <a:pt x="212" y="245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838" name="Graphic 21">
                    <a:extLst>
                      <a:ext uri="{FF2B5EF4-FFF2-40B4-BE49-F238E27FC236}">
                        <a16:creationId xmlns:a16="http://schemas.microsoft.com/office/drawing/2014/main" id="{BFB86A25-9666-F7EA-E795-834D22BD2D67}"/>
                      </a:ext>
                    </a:extLst>
                  </p:cNvPr>
                  <p:cNvGrpSpPr/>
                  <p:nvPr/>
                </p:nvGrpSpPr>
                <p:grpSpPr>
                  <a:xfrm>
                    <a:off x="712193" y="4520953"/>
                    <a:ext cx="96637" cy="77716"/>
                    <a:chOff x="712193" y="4520953"/>
                    <a:chExt cx="96637" cy="77716"/>
                  </a:xfrm>
                  <a:solidFill>
                    <a:srgbClr val="2B2B32"/>
                  </a:solidFill>
                </p:grpSpPr>
                <p:sp>
                  <p:nvSpPr>
                    <p:cNvPr id="1839" name="Freeform: Shape 1838">
                      <a:extLst>
                        <a:ext uri="{FF2B5EF4-FFF2-40B4-BE49-F238E27FC236}">
                          <a16:creationId xmlns:a16="http://schemas.microsoft.com/office/drawing/2014/main" id="{6C908149-D2A4-F2FD-5330-09F2A7FDE6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9409" y="4563480"/>
                      <a:ext cx="3292" cy="3292"/>
                    </a:xfrm>
                    <a:custGeom>
                      <a:avLst/>
                      <a:gdLst>
                        <a:gd name="connsiteX0" fmla="*/ 3225 w 3292"/>
                        <a:gd name="connsiteY0" fmla="*/ 2102 h 3292"/>
                        <a:gd name="connsiteX1" fmla="*/ 1185 w 3292"/>
                        <a:gd name="connsiteY1" fmla="*/ 3227 h 3292"/>
                        <a:gd name="connsiteX2" fmla="*/ 66 w 3292"/>
                        <a:gd name="connsiteY2" fmla="*/ 1182 h 3292"/>
                        <a:gd name="connsiteX3" fmla="*/ 2106 w 3292"/>
                        <a:gd name="connsiteY3" fmla="*/ 72 h 3292"/>
                        <a:gd name="connsiteX4" fmla="*/ 3225 w 3292"/>
                        <a:gd name="connsiteY4" fmla="*/ 2102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2">
                          <a:moveTo>
                            <a:pt x="3225" y="2102"/>
                          </a:moveTo>
                          <a:cubicBezTo>
                            <a:pt x="2970" y="2974"/>
                            <a:pt x="2057" y="3481"/>
                            <a:pt x="1185" y="3227"/>
                          </a:cubicBezTo>
                          <a:cubicBezTo>
                            <a:pt x="313" y="2974"/>
                            <a:pt x="-188" y="2054"/>
                            <a:pt x="66" y="1182"/>
                          </a:cubicBezTo>
                          <a:cubicBezTo>
                            <a:pt x="321" y="310"/>
                            <a:pt x="1234" y="-197"/>
                            <a:pt x="2106" y="72"/>
                          </a:cubicBezTo>
                          <a:cubicBezTo>
                            <a:pt x="2980" y="326"/>
                            <a:pt x="3481" y="1230"/>
                            <a:pt x="3225" y="210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40" name="Freeform: Shape 1839">
                      <a:extLst>
                        <a:ext uri="{FF2B5EF4-FFF2-40B4-BE49-F238E27FC236}">
                          <a16:creationId xmlns:a16="http://schemas.microsoft.com/office/drawing/2014/main" id="{D7BE6F4A-B601-5ECE-3D0E-27A6E0A8AE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3191" y="4556924"/>
                      <a:ext cx="3292" cy="3301"/>
                    </a:xfrm>
                    <a:custGeom>
                      <a:avLst/>
                      <a:gdLst>
                        <a:gd name="connsiteX0" fmla="*/ 3225 w 3292"/>
                        <a:gd name="connsiteY0" fmla="*/ 2111 h 3301"/>
                        <a:gd name="connsiteX1" fmla="*/ 1185 w 3292"/>
                        <a:gd name="connsiteY1" fmla="*/ 3236 h 3301"/>
                        <a:gd name="connsiteX2" fmla="*/ 66 w 3292"/>
                        <a:gd name="connsiteY2" fmla="*/ 1191 h 3301"/>
                        <a:gd name="connsiteX3" fmla="*/ 2106 w 3292"/>
                        <a:gd name="connsiteY3" fmla="*/ 65 h 3301"/>
                        <a:gd name="connsiteX4" fmla="*/ 3225 w 3292"/>
                        <a:gd name="connsiteY4" fmla="*/ 2111 h 33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301">
                          <a:moveTo>
                            <a:pt x="3225" y="2111"/>
                          </a:moveTo>
                          <a:cubicBezTo>
                            <a:pt x="2970" y="2982"/>
                            <a:pt x="2057" y="3490"/>
                            <a:pt x="1185" y="3236"/>
                          </a:cubicBezTo>
                          <a:cubicBezTo>
                            <a:pt x="313" y="2966"/>
                            <a:pt x="-188" y="2063"/>
                            <a:pt x="66" y="1191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80" y="335"/>
                            <a:pt x="3481" y="1239"/>
                            <a:pt x="3225" y="211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41" name="Freeform: Shape 1840">
                      <a:extLst>
                        <a:ext uri="{FF2B5EF4-FFF2-40B4-BE49-F238E27FC236}">
                          <a16:creationId xmlns:a16="http://schemas.microsoft.com/office/drawing/2014/main" id="{D0848C3C-7890-35DD-512C-A584860D17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2221" y="4566134"/>
                      <a:ext cx="3292" cy="3286"/>
                    </a:xfrm>
                    <a:custGeom>
                      <a:avLst/>
                      <a:gdLst>
                        <a:gd name="connsiteX0" fmla="*/ 3225 w 3292"/>
                        <a:gd name="connsiteY0" fmla="*/ 2096 h 3286"/>
                        <a:gd name="connsiteX1" fmla="*/ 1185 w 3292"/>
                        <a:gd name="connsiteY1" fmla="*/ 3222 h 3286"/>
                        <a:gd name="connsiteX2" fmla="*/ 66 w 3292"/>
                        <a:gd name="connsiteY2" fmla="*/ 1176 h 3286"/>
                        <a:gd name="connsiteX3" fmla="*/ 2106 w 3292"/>
                        <a:gd name="connsiteY3" fmla="*/ 67 h 3286"/>
                        <a:gd name="connsiteX4" fmla="*/ 3225 w 3292"/>
                        <a:gd name="connsiteY4" fmla="*/ 2096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6">
                          <a:moveTo>
                            <a:pt x="3225" y="2096"/>
                          </a:moveTo>
                          <a:cubicBezTo>
                            <a:pt x="2970" y="2968"/>
                            <a:pt x="2057" y="3475"/>
                            <a:pt x="1185" y="3222"/>
                          </a:cubicBezTo>
                          <a:cubicBezTo>
                            <a:pt x="313" y="2968"/>
                            <a:pt x="-188" y="2048"/>
                            <a:pt x="66" y="1176"/>
                          </a:cubicBezTo>
                          <a:cubicBezTo>
                            <a:pt x="321" y="304"/>
                            <a:pt x="1234" y="-187"/>
                            <a:pt x="2106" y="67"/>
                          </a:cubicBezTo>
                          <a:cubicBezTo>
                            <a:pt x="2980" y="320"/>
                            <a:pt x="3481" y="1224"/>
                            <a:pt x="3225" y="209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42" name="Freeform: Shape 1841">
                      <a:extLst>
                        <a:ext uri="{FF2B5EF4-FFF2-40B4-BE49-F238E27FC236}">
                          <a16:creationId xmlns:a16="http://schemas.microsoft.com/office/drawing/2014/main" id="{BF80382D-19EC-CC1B-2C7C-4AA49B0002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2629" y="4552452"/>
                      <a:ext cx="3292" cy="3286"/>
                    </a:xfrm>
                    <a:custGeom>
                      <a:avLst/>
                      <a:gdLst>
                        <a:gd name="connsiteX0" fmla="*/ 3225 w 3292"/>
                        <a:gd name="connsiteY0" fmla="*/ 2096 h 3286"/>
                        <a:gd name="connsiteX1" fmla="*/ 1185 w 3292"/>
                        <a:gd name="connsiteY1" fmla="*/ 3222 h 3286"/>
                        <a:gd name="connsiteX2" fmla="*/ 66 w 3292"/>
                        <a:gd name="connsiteY2" fmla="*/ 1176 h 3286"/>
                        <a:gd name="connsiteX3" fmla="*/ 2106 w 3292"/>
                        <a:gd name="connsiteY3" fmla="*/ 67 h 3286"/>
                        <a:gd name="connsiteX4" fmla="*/ 3225 w 3292"/>
                        <a:gd name="connsiteY4" fmla="*/ 2096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6">
                          <a:moveTo>
                            <a:pt x="3225" y="2096"/>
                          </a:moveTo>
                          <a:cubicBezTo>
                            <a:pt x="2970" y="2968"/>
                            <a:pt x="2057" y="3475"/>
                            <a:pt x="1185" y="3222"/>
                          </a:cubicBezTo>
                          <a:cubicBezTo>
                            <a:pt x="313" y="2968"/>
                            <a:pt x="-188" y="2048"/>
                            <a:pt x="66" y="1176"/>
                          </a:cubicBezTo>
                          <a:cubicBezTo>
                            <a:pt x="321" y="304"/>
                            <a:pt x="1234" y="-187"/>
                            <a:pt x="2106" y="67"/>
                          </a:cubicBezTo>
                          <a:cubicBezTo>
                            <a:pt x="2980" y="320"/>
                            <a:pt x="3481" y="1224"/>
                            <a:pt x="3225" y="209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43" name="Freeform: Shape 1842">
                      <a:extLst>
                        <a:ext uri="{FF2B5EF4-FFF2-40B4-BE49-F238E27FC236}">
                          <a16:creationId xmlns:a16="http://schemas.microsoft.com/office/drawing/2014/main" id="{81E9056E-F72E-A8AB-B1BD-1BBB803E0B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2803" y="4561664"/>
                      <a:ext cx="3292" cy="3286"/>
                    </a:xfrm>
                    <a:custGeom>
                      <a:avLst/>
                      <a:gdLst>
                        <a:gd name="connsiteX0" fmla="*/ 3225 w 3292"/>
                        <a:gd name="connsiteY0" fmla="*/ 2111 h 3286"/>
                        <a:gd name="connsiteX1" fmla="*/ 1185 w 3292"/>
                        <a:gd name="connsiteY1" fmla="*/ 3220 h 3286"/>
                        <a:gd name="connsiteX2" fmla="*/ 66 w 3292"/>
                        <a:gd name="connsiteY2" fmla="*/ 1191 h 3286"/>
                        <a:gd name="connsiteX3" fmla="*/ 2106 w 3292"/>
                        <a:gd name="connsiteY3" fmla="*/ 65 h 3286"/>
                        <a:gd name="connsiteX4" fmla="*/ 3225 w 3292"/>
                        <a:gd name="connsiteY4" fmla="*/ 2111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6">
                          <a:moveTo>
                            <a:pt x="3225" y="2111"/>
                          </a:moveTo>
                          <a:cubicBezTo>
                            <a:pt x="2970" y="2982"/>
                            <a:pt x="2057" y="3474"/>
                            <a:pt x="1185" y="3220"/>
                          </a:cubicBezTo>
                          <a:cubicBezTo>
                            <a:pt x="313" y="2966"/>
                            <a:pt x="-188" y="2063"/>
                            <a:pt x="66" y="1191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80" y="319"/>
                            <a:pt x="3481" y="1239"/>
                            <a:pt x="3225" y="211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44" name="Freeform: Shape 1843">
                      <a:extLst>
                        <a:ext uri="{FF2B5EF4-FFF2-40B4-BE49-F238E27FC236}">
                          <a16:creationId xmlns:a16="http://schemas.microsoft.com/office/drawing/2014/main" id="{76AE6EF5-5C4F-8797-C47C-06E8E4100A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4164" y="4547729"/>
                      <a:ext cx="3290" cy="3286"/>
                    </a:xfrm>
                    <a:custGeom>
                      <a:avLst/>
                      <a:gdLst>
                        <a:gd name="connsiteX0" fmla="*/ 3225 w 3290"/>
                        <a:gd name="connsiteY0" fmla="*/ 2110 h 3286"/>
                        <a:gd name="connsiteX1" fmla="*/ 1184 w 3290"/>
                        <a:gd name="connsiteY1" fmla="*/ 3220 h 3286"/>
                        <a:gd name="connsiteX2" fmla="*/ 67 w 3290"/>
                        <a:gd name="connsiteY2" fmla="*/ 1191 h 3286"/>
                        <a:gd name="connsiteX3" fmla="*/ 2107 w 3290"/>
                        <a:gd name="connsiteY3" fmla="*/ 65 h 3286"/>
                        <a:gd name="connsiteX4" fmla="*/ 3225 w 3290"/>
                        <a:gd name="connsiteY4" fmla="*/ 2110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6">
                          <a:moveTo>
                            <a:pt x="3225" y="2110"/>
                          </a:moveTo>
                          <a:cubicBezTo>
                            <a:pt x="2969" y="2982"/>
                            <a:pt x="2056" y="3474"/>
                            <a:pt x="1184" y="3220"/>
                          </a:cubicBezTo>
                          <a:cubicBezTo>
                            <a:pt x="312" y="2967"/>
                            <a:pt x="-189" y="2063"/>
                            <a:pt x="67" y="1191"/>
                          </a:cubicBezTo>
                          <a:cubicBezTo>
                            <a:pt x="322" y="319"/>
                            <a:pt x="1235" y="-188"/>
                            <a:pt x="2107" y="65"/>
                          </a:cubicBezTo>
                          <a:cubicBezTo>
                            <a:pt x="2977" y="319"/>
                            <a:pt x="3478" y="1238"/>
                            <a:pt x="3225" y="211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45" name="Freeform: Shape 1844">
                      <a:extLst>
                        <a:ext uri="{FF2B5EF4-FFF2-40B4-BE49-F238E27FC236}">
                          <a16:creationId xmlns:a16="http://schemas.microsoft.com/office/drawing/2014/main" id="{15BC1314-1323-A386-8038-6812E51C57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2812" y="4549885"/>
                      <a:ext cx="3291" cy="3301"/>
                    </a:xfrm>
                    <a:custGeom>
                      <a:avLst/>
                      <a:gdLst>
                        <a:gd name="connsiteX0" fmla="*/ 3225 w 3291"/>
                        <a:gd name="connsiteY0" fmla="*/ 2110 h 3301"/>
                        <a:gd name="connsiteX1" fmla="*/ 1185 w 3291"/>
                        <a:gd name="connsiteY1" fmla="*/ 3236 h 3301"/>
                        <a:gd name="connsiteX2" fmla="*/ 66 w 3291"/>
                        <a:gd name="connsiteY2" fmla="*/ 1191 h 3301"/>
                        <a:gd name="connsiteX3" fmla="*/ 2106 w 3291"/>
                        <a:gd name="connsiteY3" fmla="*/ 65 h 3301"/>
                        <a:gd name="connsiteX4" fmla="*/ 3225 w 3291"/>
                        <a:gd name="connsiteY4" fmla="*/ 2110 h 33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301">
                          <a:moveTo>
                            <a:pt x="3225" y="2110"/>
                          </a:moveTo>
                          <a:cubicBezTo>
                            <a:pt x="2970" y="2982"/>
                            <a:pt x="2057" y="3490"/>
                            <a:pt x="1185" y="3236"/>
                          </a:cubicBezTo>
                          <a:cubicBezTo>
                            <a:pt x="313" y="2967"/>
                            <a:pt x="-188" y="2063"/>
                            <a:pt x="66" y="1191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78" y="319"/>
                            <a:pt x="3479" y="1239"/>
                            <a:pt x="3225" y="211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46" name="Freeform: Shape 1845">
                      <a:extLst>
                        <a:ext uri="{FF2B5EF4-FFF2-40B4-BE49-F238E27FC236}">
                          <a16:creationId xmlns:a16="http://schemas.microsoft.com/office/drawing/2014/main" id="{08D2D11C-AC46-08DD-E4E9-C4E99B3DFE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4289" y="4567340"/>
                      <a:ext cx="3292" cy="3301"/>
                    </a:xfrm>
                    <a:custGeom>
                      <a:avLst/>
                      <a:gdLst>
                        <a:gd name="connsiteX0" fmla="*/ 3226 w 3292"/>
                        <a:gd name="connsiteY0" fmla="*/ 2110 h 3301"/>
                        <a:gd name="connsiteX1" fmla="*/ 1185 w 3292"/>
                        <a:gd name="connsiteY1" fmla="*/ 3236 h 3301"/>
                        <a:gd name="connsiteX2" fmla="*/ 66 w 3292"/>
                        <a:gd name="connsiteY2" fmla="*/ 1191 h 3301"/>
                        <a:gd name="connsiteX3" fmla="*/ 2106 w 3292"/>
                        <a:gd name="connsiteY3" fmla="*/ 65 h 3301"/>
                        <a:gd name="connsiteX4" fmla="*/ 3226 w 3292"/>
                        <a:gd name="connsiteY4" fmla="*/ 2110 h 33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301">
                          <a:moveTo>
                            <a:pt x="3226" y="2110"/>
                          </a:moveTo>
                          <a:cubicBezTo>
                            <a:pt x="2970" y="2982"/>
                            <a:pt x="2057" y="3490"/>
                            <a:pt x="1185" y="3236"/>
                          </a:cubicBezTo>
                          <a:cubicBezTo>
                            <a:pt x="313" y="2982"/>
                            <a:pt x="-188" y="2063"/>
                            <a:pt x="66" y="1191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80" y="319"/>
                            <a:pt x="3481" y="1238"/>
                            <a:pt x="3226" y="211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47" name="Freeform: Shape 1846">
                      <a:extLst>
                        <a:ext uri="{FF2B5EF4-FFF2-40B4-BE49-F238E27FC236}">
                          <a16:creationId xmlns:a16="http://schemas.microsoft.com/office/drawing/2014/main" id="{9B1C951C-1D62-C588-F089-8F424B31B0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8074" y="4560792"/>
                      <a:ext cx="3290" cy="3286"/>
                    </a:xfrm>
                    <a:custGeom>
                      <a:avLst/>
                      <a:gdLst>
                        <a:gd name="connsiteX0" fmla="*/ 3225 w 3290"/>
                        <a:gd name="connsiteY0" fmla="*/ 2110 h 3286"/>
                        <a:gd name="connsiteX1" fmla="*/ 1184 w 3290"/>
                        <a:gd name="connsiteY1" fmla="*/ 3220 h 3286"/>
                        <a:gd name="connsiteX2" fmla="*/ 67 w 3290"/>
                        <a:gd name="connsiteY2" fmla="*/ 1191 h 3286"/>
                        <a:gd name="connsiteX3" fmla="*/ 2107 w 3290"/>
                        <a:gd name="connsiteY3" fmla="*/ 65 h 3286"/>
                        <a:gd name="connsiteX4" fmla="*/ 3225 w 3290"/>
                        <a:gd name="connsiteY4" fmla="*/ 2110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6">
                          <a:moveTo>
                            <a:pt x="3225" y="2110"/>
                          </a:moveTo>
                          <a:cubicBezTo>
                            <a:pt x="2969" y="2982"/>
                            <a:pt x="2056" y="3474"/>
                            <a:pt x="1184" y="3220"/>
                          </a:cubicBezTo>
                          <a:cubicBezTo>
                            <a:pt x="312" y="2967"/>
                            <a:pt x="-189" y="2063"/>
                            <a:pt x="67" y="1191"/>
                          </a:cubicBezTo>
                          <a:cubicBezTo>
                            <a:pt x="322" y="319"/>
                            <a:pt x="1235" y="-188"/>
                            <a:pt x="2107" y="65"/>
                          </a:cubicBezTo>
                          <a:cubicBezTo>
                            <a:pt x="2977" y="319"/>
                            <a:pt x="3478" y="1239"/>
                            <a:pt x="3225" y="211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48" name="Freeform: Shape 1847">
                      <a:extLst>
                        <a:ext uri="{FF2B5EF4-FFF2-40B4-BE49-F238E27FC236}">
                          <a16:creationId xmlns:a16="http://schemas.microsoft.com/office/drawing/2014/main" id="{1E30EDEC-575F-4D8F-DF8E-B3662185C9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7102" y="4569987"/>
                      <a:ext cx="3292" cy="3292"/>
                    </a:xfrm>
                    <a:custGeom>
                      <a:avLst/>
                      <a:gdLst>
                        <a:gd name="connsiteX0" fmla="*/ 3226 w 3292"/>
                        <a:gd name="connsiteY0" fmla="*/ 2111 h 3292"/>
                        <a:gd name="connsiteX1" fmla="*/ 1185 w 3292"/>
                        <a:gd name="connsiteY1" fmla="*/ 3220 h 3292"/>
                        <a:gd name="connsiteX2" fmla="*/ 66 w 3292"/>
                        <a:gd name="connsiteY2" fmla="*/ 1191 h 3292"/>
                        <a:gd name="connsiteX3" fmla="*/ 2106 w 3292"/>
                        <a:gd name="connsiteY3" fmla="*/ 65 h 3292"/>
                        <a:gd name="connsiteX4" fmla="*/ 3226 w 3292"/>
                        <a:gd name="connsiteY4" fmla="*/ 2111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2">
                          <a:moveTo>
                            <a:pt x="3226" y="2111"/>
                          </a:moveTo>
                          <a:cubicBezTo>
                            <a:pt x="2970" y="2982"/>
                            <a:pt x="2057" y="3490"/>
                            <a:pt x="1185" y="3220"/>
                          </a:cubicBezTo>
                          <a:cubicBezTo>
                            <a:pt x="313" y="2966"/>
                            <a:pt x="-188" y="2063"/>
                            <a:pt x="66" y="1191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80" y="319"/>
                            <a:pt x="3481" y="1239"/>
                            <a:pt x="3226" y="211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49" name="Freeform: Shape 1848">
                      <a:extLst>
                        <a:ext uri="{FF2B5EF4-FFF2-40B4-BE49-F238E27FC236}">
                          <a16:creationId xmlns:a16="http://schemas.microsoft.com/office/drawing/2014/main" id="{4316E281-7BD0-D0F7-8EED-194C7007BA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7511" y="4556306"/>
                      <a:ext cx="3291" cy="3292"/>
                    </a:xfrm>
                    <a:custGeom>
                      <a:avLst/>
                      <a:gdLst>
                        <a:gd name="connsiteX0" fmla="*/ 3225 w 3291"/>
                        <a:gd name="connsiteY0" fmla="*/ 2111 h 3292"/>
                        <a:gd name="connsiteX1" fmla="*/ 1185 w 3291"/>
                        <a:gd name="connsiteY1" fmla="*/ 3220 h 3292"/>
                        <a:gd name="connsiteX2" fmla="*/ 66 w 3291"/>
                        <a:gd name="connsiteY2" fmla="*/ 1191 h 3292"/>
                        <a:gd name="connsiteX3" fmla="*/ 2106 w 3291"/>
                        <a:gd name="connsiteY3" fmla="*/ 65 h 3292"/>
                        <a:gd name="connsiteX4" fmla="*/ 3225 w 3291"/>
                        <a:gd name="connsiteY4" fmla="*/ 2111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2">
                          <a:moveTo>
                            <a:pt x="3225" y="2111"/>
                          </a:moveTo>
                          <a:cubicBezTo>
                            <a:pt x="2970" y="2982"/>
                            <a:pt x="2057" y="3490"/>
                            <a:pt x="1185" y="3220"/>
                          </a:cubicBezTo>
                          <a:cubicBezTo>
                            <a:pt x="313" y="2966"/>
                            <a:pt x="-188" y="2063"/>
                            <a:pt x="66" y="1191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78" y="319"/>
                            <a:pt x="3479" y="1239"/>
                            <a:pt x="3225" y="211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50" name="Freeform: Shape 1849">
                      <a:extLst>
                        <a:ext uri="{FF2B5EF4-FFF2-40B4-BE49-F238E27FC236}">
                          <a16:creationId xmlns:a16="http://schemas.microsoft.com/office/drawing/2014/main" id="{BF4C293E-6479-C48B-A742-DAC35449D2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7683" y="4565531"/>
                      <a:ext cx="3292" cy="3288"/>
                    </a:xfrm>
                    <a:custGeom>
                      <a:avLst/>
                      <a:gdLst>
                        <a:gd name="connsiteX0" fmla="*/ 3225 w 3292"/>
                        <a:gd name="connsiteY0" fmla="*/ 2096 h 3288"/>
                        <a:gd name="connsiteX1" fmla="*/ 1185 w 3292"/>
                        <a:gd name="connsiteY1" fmla="*/ 3222 h 3288"/>
                        <a:gd name="connsiteX2" fmla="*/ 66 w 3292"/>
                        <a:gd name="connsiteY2" fmla="*/ 1176 h 3288"/>
                        <a:gd name="connsiteX3" fmla="*/ 2106 w 3292"/>
                        <a:gd name="connsiteY3" fmla="*/ 67 h 3288"/>
                        <a:gd name="connsiteX4" fmla="*/ 3225 w 3292"/>
                        <a:gd name="connsiteY4" fmla="*/ 2096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225" y="2096"/>
                          </a:moveTo>
                          <a:cubicBezTo>
                            <a:pt x="2970" y="2984"/>
                            <a:pt x="2057" y="3475"/>
                            <a:pt x="1185" y="3222"/>
                          </a:cubicBezTo>
                          <a:cubicBezTo>
                            <a:pt x="313" y="2968"/>
                            <a:pt x="-188" y="2048"/>
                            <a:pt x="66" y="1176"/>
                          </a:cubicBezTo>
                          <a:cubicBezTo>
                            <a:pt x="321" y="304"/>
                            <a:pt x="1234" y="-187"/>
                            <a:pt x="2106" y="67"/>
                          </a:cubicBezTo>
                          <a:cubicBezTo>
                            <a:pt x="2980" y="320"/>
                            <a:pt x="3481" y="1240"/>
                            <a:pt x="3225" y="209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51" name="Freeform: Shape 1850">
                      <a:extLst>
                        <a:ext uri="{FF2B5EF4-FFF2-40B4-BE49-F238E27FC236}">
                          <a16:creationId xmlns:a16="http://schemas.microsoft.com/office/drawing/2014/main" id="{AF92FB9E-4225-5EBA-3915-B8FEA4AC21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044" y="4551598"/>
                      <a:ext cx="3291" cy="3286"/>
                    </a:xfrm>
                    <a:custGeom>
                      <a:avLst/>
                      <a:gdLst>
                        <a:gd name="connsiteX0" fmla="*/ 3225 w 3291"/>
                        <a:gd name="connsiteY0" fmla="*/ 2111 h 3286"/>
                        <a:gd name="connsiteX1" fmla="*/ 1185 w 3291"/>
                        <a:gd name="connsiteY1" fmla="*/ 3220 h 3286"/>
                        <a:gd name="connsiteX2" fmla="*/ 66 w 3291"/>
                        <a:gd name="connsiteY2" fmla="*/ 1175 h 3286"/>
                        <a:gd name="connsiteX3" fmla="*/ 2106 w 3291"/>
                        <a:gd name="connsiteY3" fmla="*/ 65 h 3286"/>
                        <a:gd name="connsiteX4" fmla="*/ 3225 w 3291"/>
                        <a:gd name="connsiteY4" fmla="*/ 2111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6">
                          <a:moveTo>
                            <a:pt x="3225" y="2111"/>
                          </a:moveTo>
                          <a:cubicBezTo>
                            <a:pt x="2970" y="2982"/>
                            <a:pt x="2057" y="3474"/>
                            <a:pt x="1185" y="3220"/>
                          </a:cubicBezTo>
                          <a:cubicBezTo>
                            <a:pt x="313" y="2967"/>
                            <a:pt x="-188" y="2063"/>
                            <a:pt x="66" y="1175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78" y="319"/>
                            <a:pt x="3479" y="1239"/>
                            <a:pt x="3225" y="211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52" name="Freeform: Shape 1851">
                      <a:extLst>
                        <a:ext uri="{FF2B5EF4-FFF2-40B4-BE49-F238E27FC236}">
                          <a16:creationId xmlns:a16="http://schemas.microsoft.com/office/drawing/2014/main" id="{946C4CDA-16C4-9D1D-AF43-E7FF2789A9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7693" y="4553754"/>
                      <a:ext cx="3291" cy="3286"/>
                    </a:xfrm>
                    <a:custGeom>
                      <a:avLst/>
                      <a:gdLst>
                        <a:gd name="connsiteX0" fmla="*/ 3226 w 3291"/>
                        <a:gd name="connsiteY0" fmla="*/ 2111 h 3286"/>
                        <a:gd name="connsiteX1" fmla="*/ 1185 w 3291"/>
                        <a:gd name="connsiteY1" fmla="*/ 3220 h 3286"/>
                        <a:gd name="connsiteX2" fmla="*/ 66 w 3291"/>
                        <a:gd name="connsiteY2" fmla="*/ 1191 h 3286"/>
                        <a:gd name="connsiteX3" fmla="*/ 2106 w 3291"/>
                        <a:gd name="connsiteY3" fmla="*/ 65 h 3286"/>
                        <a:gd name="connsiteX4" fmla="*/ 3226 w 3291"/>
                        <a:gd name="connsiteY4" fmla="*/ 2111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6">
                          <a:moveTo>
                            <a:pt x="3226" y="2111"/>
                          </a:moveTo>
                          <a:cubicBezTo>
                            <a:pt x="2970" y="2982"/>
                            <a:pt x="2057" y="3474"/>
                            <a:pt x="1185" y="3220"/>
                          </a:cubicBezTo>
                          <a:cubicBezTo>
                            <a:pt x="313" y="2966"/>
                            <a:pt x="-188" y="2063"/>
                            <a:pt x="66" y="1191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80" y="319"/>
                            <a:pt x="3479" y="1239"/>
                            <a:pt x="3226" y="211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53" name="Freeform: Shape 1852">
                      <a:extLst>
                        <a:ext uri="{FF2B5EF4-FFF2-40B4-BE49-F238E27FC236}">
                          <a16:creationId xmlns:a16="http://schemas.microsoft.com/office/drawing/2014/main" id="{490AE300-C972-E773-93CC-08A4B03C23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2086" y="4542133"/>
                      <a:ext cx="3291" cy="3301"/>
                    </a:xfrm>
                    <a:custGeom>
                      <a:avLst/>
                      <a:gdLst>
                        <a:gd name="connsiteX0" fmla="*/ 3225 w 3291"/>
                        <a:gd name="connsiteY0" fmla="*/ 2110 h 3301"/>
                        <a:gd name="connsiteX1" fmla="*/ 1185 w 3291"/>
                        <a:gd name="connsiteY1" fmla="*/ 3236 h 3301"/>
                        <a:gd name="connsiteX2" fmla="*/ 66 w 3291"/>
                        <a:gd name="connsiteY2" fmla="*/ 1191 h 3301"/>
                        <a:gd name="connsiteX3" fmla="*/ 2106 w 3291"/>
                        <a:gd name="connsiteY3" fmla="*/ 65 h 3301"/>
                        <a:gd name="connsiteX4" fmla="*/ 3225 w 3291"/>
                        <a:gd name="connsiteY4" fmla="*/ 2110 h 33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301">
                          <a:moveTo>
                            <a:pt x="3225" y="2110"/>
                          </a:moveTo>
                          <a:cubicBezTo>
                            <a:pt x="2970" y="2982"/>
                            <a:pt x="2057" y="3490"/>
                            <a:pt x="1185" y="3236"/>
                          </a:cubicBezTo>
                          <a:cubicBezTo>
                            <a:pt x="313" y="2966"/>
                            <a:pt x="-188" y="2063"/>
                            <a:pt x="66" y="1191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78" y="319"/>
                            <a:pt x="3479" y="1239"/>
                            <a:pt x="3225" y="211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54" name="Freeform: Shape 1853">
                      <a:extLst>
                        <a:ext uri="{FF2B5EF4-FFF2-40B4-BE49-F238E27FC236}">
                          <a16:creationId xmlns:a16="http://schemas.microsoft.com/office/drawing/2014/main" id="{AD79B558-7337-8B34-7A95-E07CDBB4EA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5868" y="4535586"/>
                      <a:ext cx="3292" cy="3286"/>
                    </a:xfrm>
                    <a:custGeom>
                      <a:avLst/>
                      <a:gdLst>
                        <a:gd name="connsiteX0" fmla="*/ 3225 w 3292"/>
                        <a:gd name="connsiteY0" fmla="*/ 2110 h 3286"/>
                        <a:gd name="connsiteX1" fmla="*/ 1185 w 3292"/>
                        <a:gd name="connsiteY1" fmla="*/ 3220 h 3286"/>
                        <a:gd name="connsiteX2" fmla="*/ 66 w 3292"/>
                        <a:gd name="connsiteY2" fmla="*/ 1191 h 3286"/>
                        <a:gd name="connsiteX3" fmla="*/ 2106 w 3292"/>
                        <a:gd name="connsiteY3" fmla="*/ 65 h 3286"/>
                        <a:gd name="connsiteX4" fmla="*/ 3225 w 3292"/>
                        <a:gd name="connsiteY4" fmla="*/ 2110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6">
                          <a:moveTo>
                            <a:pt x="3225" y="2110"/>
                          </a:moveTo>
                          <a:cubicBezTo>
                            <a:pt x="2970" y="2982"/>
                            <a:pt x="2057" y="3474"/>
                            <a:pt x="1185" y="3220"/>
                          </a:cubicBezTo>
                          <a:cubicBezTo>
                            <a:pt x="313" y="2966"/>
                            <a:pt x="-188" y="2063"/>
                            <a:pt x="66" y="1191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80" y="319"/>
                            <a:pt x="3481" y="1239"/>
                            <a:pt x="3225" y="211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55" name="Freeform: Shape 1854">
                      <a:extLst>
                        <a:ext uri="{FF2B5EF4-FFF2-40B4-BE49-F238E27FC236}">
                          <a16:creationId xmlns:a16="http://schemas.microsoft.com/office/drawing/2014/main" id="{22B30D66-279F-435A-8081-4DA7581BE0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4898" y="4544781"/>
                      <a:ext cx="3292" cy="3301"/>
                    </a:xfrm>
                    <a:custGeom>
                      <a:avLst/>
                      <a:gdLst>
                        <a:gd name="connsiteX0" fmla="*/ 3225 w 3292"/>
                        <a:gd name="connsiteY0" fmla="*/ 2110 h 3301"/>
                        <a:gd name="connsiteX1" fmla="*/ 1185 w 3292"/>
                        <a:gd name="connsiteY1" fmla="*/ 3236 h 3301"/>
                        <a:gd name="connsiteX2" fmla="*/ 66 w 3292"/>
                        <a:gd name="connsiteY2" fmla="*/ 1191 h 3301"/>
                        <a:gd name="connsiteX3" fmla="*/ 2106 w 3292"/>
                        <a:gd name="connsiteY3" fmla="*/ 65 h 3301"/>
                        <a:gd name="connsiteX4" fmla="*/ 3225 w 3292"/>
                        <a:gd name="connsiteY4" fmla="*/ 2110 h 33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301">
                          <a:moveTo>
                            <a:pt x="3225" y="2110"/>
                          </a:moveTo>
                          <a:cubicBezTo>
                            <a:pt x="2970" y="2982"/>
                            <a:pt x="2057" y="3490"/>
                            <a:pt x="1185" y="3236"/>
                          </a:cubicBezTo>
                          <a:cubicBezTo>
                            <a:pt x="313" y="2982"/>
                            <a:pt x="-188" y="2063"/>
                            <a:pt x="66" y="1191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80" y="319"/>
                            <a:pt x="3481" y="1238"/>
                            <a:pt x="3225" y="211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56" name="Freeform: Shape 1855">
                      <a:extLst>
                        <a:ext uri="{FF2B5EF4-FFF2-40B4-BE49-F238E27FC236}">
                          <a16:creationId xmlns:a16="http://schemas.microsoft.com/office/drawing/2014/main" id="{8F4BF909-4A4D-BCB8-A97C-18FDE2BD8A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5306" y="4531099"/>
                      <a:ext cx="3292" cy="3301"/>
                    </a:xfrm>
                    <a:custGeom>
                      <a:avLst/>
                      <a:gdLst>
                        <a:gd name="connsiteX0" fmla="*/ 3225 w 3292"/>
                        <a:gd name="connsiteY0" fmla="*/ 2110 h 3301"/>
                        <a:gd name="connsiteX1" fmla="*/ 1185 w 3292"/>
                        <a:gd name="connsiteY1" fmla="*/ 3236 h 3301"/>
                        <a:gd name="connsiteX2" fmla="*/ 66 w 3292"/>
                        <a:gd name="connsiteY2" fmla="*/ 1191 h 3301"/>
                        <a:gd name="connsiteX3" fmla="*/ 2106 w 3292"/>
                        <a:gd name="connsiteY3" fmla="*/ 65 h 3301"/>
                        <a:gd name="connsiteX4" fmla="*/ 3225 w 3292"/>
                        <a:gd name="connsiteY4" fmla="*/ 2110 h 33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301">
                          <a:moveTo>
                            <a:pt x="3225" y="2110"/>
                          </a:moveTo>
                          <a:cubicBezTo>
                            <a:pt x="2970" y="2982"/>
                            <a:pt x="2057" y="3490"/>
                            <a:pt x="1185" y="3236"/>
                          </a:cubicBezTo>
                          <a:cubicBezTo>
                            <a:pt x="313" y="2982"/>
                            <a:pt x="-188" y="2063"/>
                            <a:pt x="66" y="1191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80" y="319"/>
                            <a:pt x="3481" y="1238"/>
                            <a:pt x="3225" y="211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57" name="Freeform: Shape 1856">
                      <a:extLst>
                        <a:ext uri="{FF2B5EF4-FFF2-40B4-BE49-F238E27FC236}">
                          <a16:creationId xmlns:a16="http://schemas.microsoft.com/office/drawing/2014/main" id="{C4DCEE6D-C93D-69DB-4E9E-F734F12585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5480" y="4540325"/>
                      <a:ext cx="3291" cy="3286"/>
                    </a:xfrm>
                    <a:custGeom>
                      <a:avLst/>
                      <a:gdLst>
                        <a:gd name="connsiteX0" fmla="*/ 3225 w 3291"/>
                        <a:gd name="connsiteY0" fmla="*/ 2096 h 3286"/>
                        <a:gd name="connsiteX1" fmla="*/ 1185 w 3291"/>
                        <a:gd name="connsiteY1" fmla="*/ 3221 h 3286"/>
                        <a:gd name="connsiteX2" fmla="*/ 66 w 3291"/>
                        <a:gd name="connsiteY2" fmla="*/ 1176 h 3286"/>
                        <a:gd name="connsiteX3" fmla="*/ 2106 w 3291"/>
                        <a:gd name="connsiteY3" fmla="*/ 67 h 3286"/>
                        <a:gd name="connsiteX4" fmla="*/ 3225 w 3291"/>
                        <a:gd name="connsiteY4" fmla="*/ 2096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6">
                          <a:moveTo>
                            <a:pt x="3225" y="2096"/>
                          </a:moveTo>
                          <a:cubicBezTo>
                            <a:pt x="2970" y="2968"/>
                            <a:pt x="2057" y="3475"/>
                            <a:pt x="1185" y="3221"/>
                          </a:cubicBezTo>
                          <a:cubicBezTo>
                            <a:pt x="313" y="2968"/>
                            <a:pt x="-188" y="2048"/>
                            <a:pt x="66" y="1176"/>
                          </a:cubicBezTo>
                          <a:cubicBezTo>
                            <a:pt x="320" y="305"/>
                            <a:pt x="1234" y="-187"/>
                            <a:pt x="2106" y="67"/>
                          </a:cubicBezTo>
                          <a:cubicBezTo>
                            <a:pt x="2980" y="320"/>
                            <a:pt x="3479" y="1240"/>
                            <a:pt x="3225" y="209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58" name="Freeform: Shape 1857">
                      <a:extLst>
                        <a:ext uri="{FF2B5EF4-FFF2-40B4-BE49-F238E27FC236}">
                          <a16:creationId xmlns:a16="http://schemas.microsoft.com/office/drawing/2014/main" id="{417221EB-C1AD-AE2A-D7F2-C6F0208EE5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147" y="4526294"/>
                      <a:ext cx="3291" cy="3286"/>
                    </a:xfrm>
                    <a:custGeom>
                      <a:avLst/>
                      <a:gdLst>
                        <a:gd name="connsiteX0" fmla="*/ 3226 w 3291"/>
                        <a:gd name="connsiteY0" fmla="*/ 2096 h 3286"/>
                        <a:gd name="connsiteX1" fmla="*/ 1185 w 3291"/>
                        <a:gd name="connsiteY1" fmla="*/ 3222 h 3286"/>
                        <a:gd name="connsiteX2" fmla="*/ 66 w 3291"/>
                        <a:gd name="connsiteY2" fmla="*/ 1176 h 3286"/>
                        <a:gd name="connsiteX3" fmla="*/ 2106 w 3291"/>
                        <a:gd name="connsiteY3" fmla="*/ 67 h 3286"/>
                        <a:gd name="connsiteX4" fmla="*/ 3226 w 3291"/>
                        <a:gd name="connsiteY4" fmla="*/ 2096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6">
                          <a:moveTo>
                            <a:pt x="3226" y="2096"/>
                          </a:moveTo>
                          <a:cubicBezTo>
                            <a:pt x="2970" y="2968"/>
                            <a:pt x="2057" y="3475"/>
                            <a:pt x="1185" y="3222"/>
                          </a:cubicBezTo>
                          <a:cubicBezTo>
                            <a:pt x="313" y="2968"/>
                            <a:pt x="-188" y="2048"/>
                            <a:pt x="66" y="1176"/>
                          </a:cubicBezTo>
                          <a:cubicBezTo>
                            <a:pt x="321" y="304"/>
                            <a:pt x="1234" y="-187"/>
                            <a:pt x="2106" y="67"/>
                          </a:cubicBezTo>
                          <a:cubicBezTo>
                            <a:pt x="2980" y="320"/>
                            <a:pt x="3479" y="1224"/>
                            <a:pt x="3226" y="209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59" name="Freeform: Shape 1858">
                      <a:extLst>
                        <a:ext uri="{FF2B5EF4-FFF2-40B4-BE49-F238E27FC236}">
                          <a16:creationId xmlns:a16="http://schemas.microsoft.com/office/drawing/2014/main" id="{FF0D9427-A0E1-CEBA-64DC-DAA59F6AE2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8346" y="4533904"/>
                      <a:ext cx="3292" cy="3286"/>
                    </a:xfrm>
                    <a:custGeom>
                      <a:avLst/>
                      <a:gdLst>
                        <a:gd name="connsiteX0" fmla="*/ 3225 w 3292"/>
                        <a:gd name="connsiteY0" fmla="*/ 2112 h 3286"/>
                        <a:gd name="connsiteX1" fmla="*/ 1185 w 3292"/>
                        <a:gd name="connsiteY1" fmla="*/ 3221 h 3286"/>
                        <a:gd name="connsiteX2" fmla="*/ 66 w 3292"/>
                        <a:gd name="connsiteY2" fmla="*/ 1177 h 3286"/>
                        <a:gd name="connsiteX3" fmla="*/ 2106 w 3292"/>
                        <a:gd name="connsiteY3" fmla="*/ 67 h 3286"/>
                        <a:gd name="connsiteX4" fmla="*/ 3225 w 3292"/>
                        <a:gd name="connsiteY4" fmla="*/ 2112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6">
                          <a:moveTo>
                            <a:pt x="3225" y="2112"/>
                          </a:moveTo>
                          <a:cubicBezTo>
                            <a:pt x="2970" y="2968"/>
                            <a:pt x="2057" y="3475"/>
                            <a:pt x="1185" y="3221"/>
                          </a:cubicBezTo>
                          <a:cubicBezTo>
                            <a:pt x="313" y="2968"/>
                            <a:pt x="-188" y="2048"/>
                            <a:pt x="66" y="1177"/>
                          </a:cubicBezTo>
                          <a:cubicBezTo>
                            <a:pt x="320" y="305"/>
                            <a:pt x="1234" y="-187"/>
                            <a:pt x="2106" y="67"/>
                          </a:cubicBezTo>
                          <a:cubicBezTo>
                            <a:pt x="2980" y="320"/>
                            <a:pt x="3481" y="1224"/>
                            <a:pt x="3225" y="211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60" name="Freeform: Shape 1859">
                      <a:extLst>
                        <a:ext uri="{FF2B5EF4-FFF2-40B4-BE49-F238E27FC236}">
                          <a16:creationId xmlns:a16="http://schemas.microsoft.com/office/drawing/2014/main" id="{5981EB79-17EF-2D7B-41D4-B3A6E0E621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902" y="4540770"/>
                      <a:ext cx="3292" cy="3301"/>
                    </a:xfrm>
                    <a:custGeom>
                      <a:avLst/>
                      <a:gdLst>
                        <a:gd name="connsiteX0" fmla="*/ 3225 w 3292"/>
                        <a:gd name="connsiteY0" fmla="*/ 2110 h 3301"/>
                        <a:gd name="connsiteX1" fmla="*/ 1185 w 3292"/>
                        <a:gd name="connsiteY1" fmla="*/ 3236 h 3301"/>
                        <a:gd name="connsiteX2" fmla="*/ 66 w 3292"/>
                        <a:gd name="connsiteY2" fmla="*/ 1191 h 3301"/>
                        <a:gd name="connsiteX3" fmla="*/ 2106 w 3292"/>
                        <a:gd name="connsiteY3" fmla="*/ 65 h 3301"/>
                        <a:gd name="connsiteX4" fmla="*/ 3225 w 3292"/>
                        <a:gd name="connsiteY4" fmla="*/ 2110 h 33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301">
                          <a:moveTo>
                            <a:pt x="3225" y="2110"/>
                          </a:moveTo>
                          <a:cubicBezTo>
                            <a:pt x="2970" y="2982"/>
                            <a:pt x="2057" y="3490"/>
                            <a:pt x="1185" y="3236"/>
                          </a:cubicBezTo>
                          <a:cubicBezTo>
                            <a:pt x="313" y="2982"/>
                            <a:pt x="-188" y="2063"/>
                            <a:pt x="66" y="1191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80" y="319"/>
                            <a:pt x="3481" y="1239"/>
                            <a:pt x="3225" y="211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61" name="Freeform: Shape 1860">
                      <a:extLst>
                        <a:ext uri="{FF2B5EF4-FFF2-40B4-BE49-F238E27FC236}">
                          <a16:creationId xmlns:a16="http://schemas.microsoft.com/office/drawing/2014/main" id="{1DCC4BBD-403A-3A41-F96D-0DA44216F3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3686" y="4534222"/>
                      <a:ext cx="3292" cy="3295"/>
                    </a:xfrm>
                    <a:custGeom>
                      <a:avLst/>
                      <a:gdLst>
                        <a:gd name="connsiteX0" fmla="*/ 3225 w 3292"/>
                        <a:gd name="connsiteY0" fmla="*/ 2110 h 3295"/>
                        <a:gd name="connsiteX1" fmla="*/ 1185 w 3292"/>
                        <a:gd name="connsiteY1" fmla="*/ 3236 h 3295"/>
                        <a:gd name="connsiteX2" fmla="*/ 66 w 3292"/>
                        <a:gd name="connsiteY2" fmla="*/ 1191 h 3295"/>
                        <a:gd name="connsiteX3" fmla="*/ 2106 w 3292"/>
                        <a:gd name="connsiteY3" fmla="*/ 65 h 3295"/>
                        <a:gd name="connsiteX4" fmla="*/ 3225 w 3292"/>
                        <a:gd name="connsiteY4" fmla="*/ 2110 h 32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5">
                          <a:moveTo>
                            <a:pt x="3225" y="2110"/>
                          </a:moveTo>
                          <a:cubicBezTo>
                            <a:pt x="2970" y="2982"/>
                            <a:pt x="2057" y="3474"/>
                            <a:pt x="1185" y="3236"/>
                          </a:cubicBezTo>
                          <a:cubicBezTo>
                            <a:pt x="313" y="2966"/>
                            <a:pt x="-188" y="2063"/>
                            <a:pt x="66" y="1191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80" y="319"/>
                            <a:pt x="3481" y="1239"/>
                            <a:pt x="3225" y="211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62" name="Freeform: Shape 1861">
                      <a:extLst>
                        <a:ext uri="{FF2B5EF4-FFF2-40B4-BE49-F238E27FC236}">
                          <a16:creationId xmlns:a16="http://schemas.microsoft.com/office/drawing/2014/main" id="{11F56219-E3A7-7234-814F-7295FC26DB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2716" y="4543417"/>
                      <a:ext cx="3291" cy="3301"/>
                    </a:xfrm>
                    <a:custGeom>
                      <a:avLst/>
                      <a:gdLst>
                        <a:gd name="connsiteX0" fmla="*/ 3225 w 3291"/>
                        <a:gd name="connsiteY0" fmla="*/ 2111 h 3301"/>
                        <a:gd name="connsiteX1" fmla="*/ 1185 w 3291"/>
                        <a:gd name="connsiteY1" fmla="*/ 3236 h 3301"/>
                        <a:gd name="connsiteX2" fmla="*/ 66 w 3291"/>
                        <a:gd name="connsiteY2" fmla="*/ 1191 h 3301"/>
                        <a:gd name="connsiteX3" fmla="*/ 2106 w 3291"/>
                        <a:gd name="connsiteY3" fmla="*/ 65 h 3301"/>
                        <a:gd name="connsiteX4" fmla="*/ 3225 w 3291"/>
                        <a:gd name="connsiteY4" fmla="*/ 2111 h 33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301">
                          <a:moveTo>
                            <a:pt x="3225" y="2111"/>
                          </a:moveTo>
                          <a:cubicBezTo>
                            <a:pt x="2970" y="2982"/>
                            <a:pt x="2057" y="3490"/>
                            <a:pt x="1185" y="3236"/>
                          </a:cubicBezTo>
                          <a:cubicBezTo>
                            <a:pt x="313" y="2966"/>
                            <a:pt x="-188" y="2063"/>
                            <a:pt x="66" y="1191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78" y="335"/>
                            <a:pt x="3479" y="1239"/>
                            <a:pt x="3225" y="211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63" name="Freeform: Shape 1862">
                      <a:extLst>
                        <a:ext uri="{FF2B5EF4-FFF2-40B4-BE49-F238E27FC236}">
                          <a16:creationId xmlns:a16="http://schemas.microsoft.com/office/drawing/2014/main" id="{5130C448-7CC9-0A7B-53E4-4D94D53564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124" y="4529736"/>
                      <a:ext cx="3291" cy="3301"/>
                    </a:xfrm>
                    <a:custGeom>
                      <a:avLst/>
                      <a:gdLst>
                        <a:gd name="connsiteX0" fmla="*/ 3225 w 3291"/>
                        <a:gd name="connsiteY0" fmla="*/ 2111 h 3301"/>
                        <a:gd name="connsiteX1" fmla="*/ 1185 w 3291"/>
                        <a:gd name="connsiteY1" fmla="*/ 3236 h 3301"/>
                        <a:gd name="connsiteX2" fmla="*/ 66 w 3291"/>
                        <a:gd name="connsiteY2" fmla="*/ 1191 h 3301"/>
                        <a:gd name="connsiteX3" fmla="*/ 2106 w 3291"/>
                        <a:gd name="connsiteY3" fmla="*/ 65 h 3301"/>
                        <a:gd name="connsiteX4" fmla="*/ 3225 w 3291"/>
                        <a:gd name="connsiteY4" fmla="*/ 2111 h 33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301">
                          <a:moveTo>
                            <a:pt x="3225" y="2111"/>
                          </a:moveTo>
                          <a:cubicBezTo>
                            <a:pt x="2970" y="2982"/>
                            <a:pt x="2057" y="3490"/>
                            <a:pt x="1185" y="3236"/>
                          </a:cubicBezTo>
                          <a:cubicBezTo>
                            <a:pt x="313" y="2967"/>
                            <a:pt x="-188" y="2063"/>
                            <a:pt x="66" y="1191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80" y="319"/>
                            <a:pt x="3479" y="1239"/>
                            <a:pt x="3225" y="211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64" name="Freeform: Shape 1863">
                      <a:extLst>
                        <a:ext uri="{FF2B5EF4-FFF2-40B4-BE49-F238E27FC236}">
                          <a16:creationId xmlns:a16="http://schemas.microsoft.com/office/drawing/2014/main" id="{EF7DE644-A113-7153-D5FF-8D975B02A7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3298" y="4538961"/>
                      <a:ext cx="3291" cy="3288"/>
                    </a:xfrm>
                    <a:custGeom>
                      <a:avLst/>
                      <a:gdLst>
                        <a:gd name="connsiteX0" fmla="*/ 3225 w 3291"/>
                        <a:gd name="connsiteY0" fmla="*/ 2112 h 3288"/>
                        <a:gd name="connsiteX1" fmla="*/ 1185 w 3291"/>
                        <a:gd name="connsiteY1" fmla="*/ 3222 h 3288"/>
                        <a:gd name="connsiteX2" fmla="*/ 66 w 3291"/>
                        <a:gd name="connsiteY2" fmla="*/ 1176 h 3288"/>
                        <a:gd name="connsiteX3" fmla="*/ 2106 w 3291"/>
                        <a:gd name="connsiteY3" fmla="*/ 67 h 3288"/>
                        <a:gd name="connsiteX4" fmla="*/ 3225 w 3291"/>
                        <a:gd name="connsiteY4" fmla="*/ 2112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3225" y="2112"/>
                          </a:moveTo>
                          <a:cubicBezTo>
                            <a:pt x="2970" y="2984"/>
                            <a:pt x="2057" y="3475"/>
                            <a:pt x="1185" y="3222"/>
                          </a:cubicBezTo>
                          <a:cubicBezTo>
                            <a:pt x="313" y="2968"/>
                            <a:pt x="-188" y="2048"/>
                            <a:pt x="66" y="1176"/>
                          </a:cubicBezTo>
                          <a:cubicBezTo>
                            <a:pt x="321" y="304"/>
                            <a:pt x="1234" y="-187"/>
                            <a:pt x="2106" y="67"/>
                          </a:cubicBezTo>
                          <a:cubicBezTo>
                            <a:pt x="2978" y="320"/>
                            <a:pt x="3479" y="1240"/>
                            <a:pt x="3225" y="211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65" name="Freeform: Shape 1864">
                      <a:extLst>
                        <a:ext uri="{FF2B5EF4-FFF2-40B4-BE49-F238E27FC236}">
                          <a16:creationId xmlns:a16="http://schemas.microsoft.com/office/drawing/2014/main" id="{CF6A4AA4-FE54-EA92-D223-DB939A444D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842" y="4520953"/>
                      <a:ext cx="3291" cy="3301"/>
                    </a:xfrm>
                    <a:custGeom>
                      <a:avLst/>
                      <a:gdLst>
                        <a:gd name="connsiteX0" fmla="*/ 3225 w 3291"/>
                        <a:gd name="connsiteY0" fmla="*/ 2110 h 3301"/>
                        <a:gd name="connsiteX1" fmla="*/ 1184 w 3291"/>
                        <a:gd name="connsiteY1" fmla="*/ 3236 h 3301"/>
                        <a:gd name="connsiteX2" fmla="*/ 67 w 3291"/>
                        <a:gd name="connsiteY2" fmla="*/ 1191 h 3301"/>
                        <a:gd name="connsiteX3" fmla="*/ 2107 w 3291"/>
                        <a:gd name="connsiteY3" fmla="*/ 65 h 3301"/>
                        <a:gd name="connsiteX4" fmla="*/ 3225 w 3291"/>
                        <a:gd name="connsiteY4" fmla="*/ 2110 h 33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301">
                          <a:moveTo>
                            <a:pt x="3225" y="2110"/>
                          </a:moveTo>
                          <a:cubicBezTo>
                            <a:pt x="2969" y="2982"/>
                            <a:pt x="2056" y="3490"/>
                            <a:pt x="1184" y="3236"/>
                          </a:cubicBezTo>
                          <a:cubicBezTo>
                            <a:pt x="312" y="2982"/>
                            <a:pt x="-189" y="2063"/>
                            <a:pt x="67" y="1191"/>
                          </a:cubicBezTo>
                          <a:cubicBezTo>
                            <a:pt x="322" y="319"/>
                            <a:pt x="1235" y="-188"/>
                            <a:pt x="2107" y="65"/>
                          </a:cubicBezTo>
                          <a:cubicBezTo>
                            <a:pt x="2979" y="319"/>
                            <a:pt x="3480" y="1239"/>
                            <a:pt x="3225" y="211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66" name="Freeform: Shape 1865">
                      <a:extLst>
                        <a:ext uri="{FF2B5EF4-FFF2-40B4-BE49-F238E27FC236}">
                          <a16:creationId xmlns:a16="http://schemas.microsoft.com/office/drawing/2014/main" id="{9633F0CB-6B55-4834-4899-3B534657F6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3306" y="4527183"/>
                      <a:ext cx="3292" cy="3292"/>
                    </a:xfrm>
                    <a:custGeom>
                      <a:avLst/>
                      <a:gdLst>
                        <a:gd name="connsiteX0" fmla="*/ 3225 w 3292"/>
                        <a:gd name="connsiteY0" fmla="*/ 2111 h 3292"/>
                        <a:gd name="connsiteX1" fmla="*/ 1185 w 3292"/>
                        <a:gd name="connsiteY1" fmla="*/ 3220 h 3292"/>
                        <a:gd name="connsiteX2" fmla="*/ 66 w 3292"/>
                        <a:gd name="connsiteY2" fmla="*/ 1191 h 3292"/>
                        <a:gd name="connsiteX3" fmla="*/ 2106 w 3292"/>
                        <a:gd name="connsiteY3" fmla="*/ 65 h 3292"/>
                        <a:gd name="connsiteX4" fmla="*/ 3225 w 3292"/>
                        <a:gd name="connsiteY4" fmla="*/ 2111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2">
                          <a:moveTo>
                            <a:pt x="3225" y="2111"/>
                          </a:moveTo>
                          <a:cubicBezTo>
                            <a:pt x="2970" y="2982"/>
                            <a:pt x="2057" y="3490"/>
                            <a:pt x="1185" y="3220"/>
                          </a:cubicBezTo>
                          <a:cubicBezTo>
                            <a:pt x="313" y="2966"/>
                            <a:pt x="-188" y="2063"/>
                            <a:pt x="66" y="1191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80" y="319"/>
                            <a:pt x="3481" y="1239"/>
                            <a:pt x="3225" y="211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67" name="Freeform: Shape 1866">
                      <a:extLst>
                        <a:ext uri="{FF2B5EF4-FFF2-40B4-BE49-F238E27FC236}">
                          <a16:creationId xmlns:a16="http://schemas.microsoft.com/office/drawing/2014/main" id="{3608D7E0-E71C-677C-4ED8-DFF69572E6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9613" y="4586808"/>
                      <a:ext cx="3291" cy="3301"/>
                    </a:xfrm>
                    <a:custGeom>
                      <a:avLst/>
                      <a:gdLst>
                        <a:gd name="connsiteX0" fmla="*/ 3225 w 3291"/>
                        <a:gd name="connsiteY0" fmla="*/ 2111 h 3301"/>
                        <a:gd name="connsiteX1" fmla="*/ 1184 w 3291"/>
                        <a:gd name="connsiteY1" fmla="*/ 3236 h 3301"/>
                        <a:gd name="connsiteX2" fmla="*/ 67 w 3291"/>
                        <a:gd name="connsiteY2" fmla="*/ 1191 h 3301"/>
                        <a:gd name="connsiteX3" fmla="*/ 2107 w 3291"/>
                        <a:gd name="connsiteY3" fmla="*/ 65 h 3301"/>
                        <a:gd name="connsiteX4" fmla="*/ 3225 w 3291"/>
                        <a:gd name="connsiteY4" fmla="*/ 2111 h 33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301">
                          <a:moveTo>
                            <a:pt x="3225" y="2111"/>
                          </a:moveTo>
                          <a:cubicBezTo>
                            <a:pt x="2969" y="2982"/>
                            <a:pt x="2056" y="3490"/>
                            <a:pt x="1184" y="3236"/>
                          </a:cubicBezTo>
                          <a:cubicBezTo>
                            <a:pt x="312" y="2967"/>
                            <a:pt x="-189" y="2063"/>
                            <a:pt x="67" y="1191"/>
                          </a:cubicBezTo>
                          <a:cubicBezTo>
                            <a:pt x="322" y="319"/>
                            <a:pt x="1235" y="-188"/>
                            <a:pt x="2107" y="65"/>
                          </a:cubicBezTo>
                          <a:cubicBezTo>
                            <a:pt x="2979" y="319"/>
                            <a:pt x="3480" y="1239"/>
                            <a:pt x="3225" y="211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68" name="Freeform: Shape 1867">
                      <a:extLst>
                        <a:ext uri="{FF2B5EF4-FFF2-40B4-BE49-F238E27FC236}">
                          <a16:creationId xmlns:a16="http://schemas.microsoft.com/office/drawing/2014/main" id="{4F4FD9AD-B550-FFE2-7342-B67DF8BEB4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3396" y="4580260"/>
                      <a:ext cx="3292" cy="3292"/>
                    </a:xfrm>
                    <a:custGeom>
                      <a:avLst/>
                      <a:gdLst>
                        <a:gd name="connsiteX0" fmla="*/ 3225 w 3292"/>
                        <a:gd name="connsiteY0" fmla="*/ 2111 h 3292"/>
                        <a:gd name="connsiteX1" fmla="*/ 1185 w 3292"/>
                        <a:gd name="connsiteY1" fmla="*/ 3220 h 3292"/>
                        <a:gd name="connsiteX2" fmla="*/ 66 w 3292"/>
                        <a:gd name="connsiteY2" fmla="*/ 1191 h 3292"/>
                        <a:gd name="connsiteX3" fmla="*/ 2106 w 3292"/>
                        <a:gd name="connsiteY3" fmla="*/ 65 h 3292"/>
                        <a:gd name="connsiteX4" fmla="*/ 3225 w 3292"/>
                        <a:gd name="connsiteY4" fmla="*/ 2111 h 32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92">
                          <a:moveTo>
                            <a:pt x="3225" y="2111"/>
                          </a:moveTo>
                          <a:cubicBezTo>
                            <a:pt x="2970" y="2982"/>
                            <a:pt x="2057" y="3490"/>
                            <a:pt x="1185" y="3220"/>
                          </a:cubicBezTo>
                          <a:cubicBezTo>
                            <a:pt x="313" y="2967"/>
                            <a:pt x="-188" y="2063"/>
                            <a:pt x="66" y="1191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80" y="319"/>
                            <a:pt x="3481" y="1239"/>
                            <a:pt x="3225" y="211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69" name="Freeform: Shape 1868">
                      <a:extLst>
                        <a:ext uri="{FF2B5EF4-FFF2-40B4-BE49-F238E27FC236}">
                          <a16:creationId xmlns:a16="http://schemas.microsoft.com/office/drawing/2014/main" id="{D4E203AE-8B26-25E1-A91F-05B1095B0F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1969" y="4595383"/>
                      <a:ext cx="3292" cy="3286"/>
                    </a:xfrm>
                    <a:custGeom>
                      <a:avLst/>
                      <a:gdLst>
                        <a:gd name="connsiteX0" fmla="*/ 3225 w 3292"/>
                        <a:gd name="connsiteY0" fmla="*/ 2112 h 3286"/>
                        <a:gd name="connsiteX1" fmla="*/ 1185 w 3292"/>
                        <a:gd name="connsiteY1" fmla="*/ 3221 h 3286"/>
                        <a:gd name="connsiteX2" fmla="*/ 66 w 3292"/>
                        <a:gd name="connsiteY2" fmla="*/ 1176 h 3286"/>
                        <a:gd name="connsiteX3" fmla="*/ 2106 w 3292"/>
                        <a:gd name="connsiteY3" fmla="*/ 67 h 3286"/>
                        <a:gd name="connsiteX4" fmla="*/ 3225 w 3292"/>
                        <a:gd name="connsiteY4" fmla="*/ 2112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6">
                          <a:moveTo>
                            <a:pt x="3225" y="2112"/>
                          </a:moveTo>
                          <a:cubicBezTo>
                            <a:pt x="2970" y="2968"/>
                            <a:pt x="2057" y="3475"/>
                            <a:pt x="1185" y="3221"/>
                          </a:cubicBezTo>
                          <a:cubicBezTo>
                            <a:pt x="313" y="2968"/>
                            <a:pt x="-188" y="2048"/>
                            <a:pt x="66" y="1176"/>
                          </a:cubicBezTo>
                          <a:cubicBezTo>
                            <a:pt x="321" y="305"/>
                            <a:pt x="1234" y="-187"/>
                            <a:pt x="2106" y="67"/>
                          </a:cubicBezTo>
                          <a:cubicBezTo>
                            <a:pt x="2980" y="320"/>
                            <a:pt x="3481" y="1224"/>
                            <a:pt x="3225" y="211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70" name="Freeform: Shape 1869">
                      <a:extLst>
                        <a:ext uri="{FF2B5EF4-FFF2-40B4-BE49-F238E27FC236}">
                          <a16:creationId xmlns:a16="http://schemas.microsoft.com/office/drawing/2014/main" id="{1AB07A5E-6650-BDAB-0CED-2F4903C918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2833" y="4575774"/>
                      <a:ext cx="3292" cy="3301"/>
                    </a:xfrm>
                    <a:custGeom>
                      <a:avLst/>
                      <a:gdLst>
                        <a:gd name="connsiteX0" fmla="*/ 3225 w 3292"/>
                        <a:gd name="connsiteY0" fmla="*/ 2111 h 3301"/>
                        <a:gd name="connsiteX1" fmla="*/ 1185 w 3292"/>
                        <a:gd name="connsiteY1" fmla="*/ 3236 h 3301"/>
                        <a:gd name="connsiteX2" fmla="*/ 66 w 3292"/>
                        <a:gd name="connsiteY2" fmla="*/ 1191 h 3301"/>
                        <a:gd name="connsiteX3" fmla="*/ 2106 w 3292"/>
                        <a:gd name="connsiteY3" fmla="*/ 65 h 3301"/>
                        <a:gd name="connsiteX4" fmla="*/ 3225 w 3292"/>
                        <a:gd name="connsiteY4" fmla="*/ 2111 h 33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301">
                          <a:moveTo>
                            <a:pt x="3225" y="2111"/>
                          </a:moveTo>
                          <a:cubicBezTo>
                            <a:pt x="2970" y="2982"/>
                            <a:pt x="2057" y="3490"/>
                            <a:pt x="1185" y="3236"/>
                          </a:cubicBezTo>
                          <a:cubicBezTo>
                            <a:pt x="313" y="2966"/>
                            <a:pt x="-188" y="2063"/>
                            <a:pt x="66" y="1191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80" y="319"/>
                            <a:pt x="3481" y="1239"/>
                            <a:pt x="3225" y="211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71" name="Freeform: Shape 1870">
                      <a:extLst>
                        <a:ext uri="{FF2B5EF4-FFF2-40B4-BE49-F238E27FC236}">
                          <a16:creationId xmlns:a16="http://schemas.microsoft.com/office/drawing/2014/main" id="{87FFCD75-2745-9DA9-8A0B-4841A0B264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3007" y="4584999"/>
                      <a:ext cx="3291" cy="3288"/>
                    </a:xfrm>
                    <a:custGeom>
                      <a:avLst/>
                      <a:gdLst>
                        <a:gd name="connsiteX0" fmla="*/ 3225 w 3291"/>
                        <a:gd name="connsiteY0" fmla="*/ 2096 h 3288"/>
                        <a:gd name="connsiteX1" fmla="*/ 1185 w 3291"/>
                        <a:gd name="connsiteY1" fmla="*/ 3221 h 3288"/>
                        <a:gd name="connsiteX2" fmla="*/ 66 w 3291"/>
                        <a:gd name="connsiteY2" fmla="*/ 1176 h 3288"/>
                        <a:gd name="connsiteX3" fmla="*/ 2106 w 3291"/>
                        <a:gd name="connsiteY3" fmla="*/ 67 h 3288"/>
                        <a:gd name="connsiteX4" fmla="*/ 3225 w 3291"/>
                        <a:gd name="connsiteY4" fmla="*/ 2096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8">
                          <a:moveTo>
                            <a:pt x="3225" y="2096"/>
                          </a:moveTo>
                          <a:cubicBezTo>
                            <a:pt x="2970" y="2984"/>
                            <a:pt x="2057" y="3475"/>
                            <a:pt x="1185" y="3221"/>
                          </a:cubicBezTo>
                          <a:cubicBezTo>
                            <a:pt x="313" y="2968"/>
                            <a:pt x="-188" y="2048"/>
                            <a:pt x="66" y="1176"/>
                          </a:cubicBezTo>
                          <a:cubicBezTo>
                            <a:pt x="321" y="304"/>
                            <a:pt x="1234" y="-187"/>
                            <a:pt x="2106" y="67"/>
                          </a:cubicBezTo>
                          <a:cubicBezTo>
                            <a:pt x="2978" y="320"/>
                            <a:pt x="3479" y="1224"/>
                            <a:pt x="3225" y="209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72" name="Freeform: Shape 1871">
                      <a:extLst>
                        <a:ext uri="{FF2B5EF4-FFF2-40B4-BE49-F238E27FC236}">
                          <a16:creationId xmlns:a16="http://schemas.microsoft.com/office/drawing/2014/main" id="{F27C4B37-B725-A1F6-3280-61C9A8989B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366" y="4571064"/>
                      <a:ext cx="3292" cy="3288"/>
                    </a:xfrm>
                    <a:custGeom>
                      <a:avLst/>
                      <a:gdLst>
                        <a:gd name="connsiteX0" fmla="*/ 3225 w 3292"/>
                        <a:gd name="connsiteY0" fmla="*/ 2112 h 3288"/>
                        <a:gd name="connsiteX1" fmla="*/ 1185 w 3292"/>
                        <a:gd name="connsiteY1" fmla="*/ 3221 h 3288"/>
                        <a:gd name="connsiteX2" fmla="*/ 66 w 3292"/>
                        <a:gd name="connsiteY2" fmla="*/ 1192 h 3288"/>
                        <a:gd name="connsiteX3" fmla="*/ 2106 w 3292"/>
                        <a:gd name="connsiteY3" fmla="*/ 67 h 3288"/>
                        <a:gd name="connsiteX4" fmla="*/ 3225 w 3292"/>
                        <a:gd name="connsiteY4" fmla="*/ 2112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225" y="2112"/>
                          </a:moveTo>
                          <a:cubicBezTo>
                            <a:pt x="2970" y="2984"/>
                            <a:pt x="2057" y="3475"/>
                            <a:pt x="1185" y="3221"/>
                          </a:cubicBezTo>
                          <a:cubicBezTo>
                            <a:pt x="313" y="2968"/>
                            <a:pt x="-188" y="2064"/>
                            <a:pt x="66" y="1192"/>
                          </a:cubicBezTo>
                          <a:cubicBezTo>
                            <a:pt x="320" y="304"/>
                            <a:pt x="1234" y="-187"/>
                            <a:pt x="2106" y="67"/>
                          </a:cubicBezTo>
                          <a:cubicBezTo>
                            <a:pt x="2980" y="320"/>
                            <a:pt x="3481" y="1240"/>
                            <a:pt x="3225" y="211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73" name="Freeform: Shape 1872">
                      <a:extLst>
                        <a:ext uri="{FF2B5EF4-FFF2-40B4-BE49-F238E27FC236}">
                          <a16:creationId xmlns:a16="http://schemas.microsoft.com/office/drawing/2014/main" id="{053FEAF8-D7A4-BDDB-EA66-D3C314EE26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3015" y="4573221"/>
                      <a:ext cx="3292" cy="3286"/>
                    </a:xfrm>
                    <a:custGeom>
                      <a:avLst/>
                      <a:gdLst>
                        <a:gd name="connsiteX0" fmla="*/ 3225 w 3292"/>
                        <a:gd name="connsiteY0" fmla="*/ 2110 h 3286"/>
                        <a:gd name="connsiteX1" fmla="*/ 1185 w 3292"/>
                        <a:gd name="connsiteY1" fmla="*/ 3220 h 3286"/>
                        <a:gd name="connsiteX2" fmla="*/ 66 w 3292"/>
                        <a:gd name="connsiteY2" fmla="*/ 1191 h 3286"/>
                        <a:gd name="connsiteX3" fmla="*/ 2106 w 3292"/>
                        <a:gd name="connsiteY3" fmla="*/ 65 h 3286"/>
                        <a:gd name="connsiteX4" fmla="*/ 3225 w 3292"/>
                        <a:gd name="connsiteY4" fmla="*/ 2110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6">
                          <a:moveTo>
                            <a:pt x="3225" y="2110"/>
                          </a:moveTo>
                          <a:cubicBezTo>
                            <a:pt x="2970" y="2982"/>
                            <a:pt x="2057" y="3474"/>
                            <a:pt x="1185" y="3220"/>
                          </a:cubicBezTo>
                          <a:cubicBezTo>
                            <a:pt x="313" y="2966"/>
                            <a:pt x="-188" y="2063"/>
                            <a:pt x="66" y="1191"/>
                          </a:cubicBezTo>
                          <a:cubicBezTo>
                            <a:pt x="320" y="319"/>
                            <a:pt x="1234" y="-188"/>
                            <a:pt x="2106" y="65"/>
                          </a:cubicBezTo>
                          <a:cubicBezTo>
                            <a:pt x="2980" y="319"/>
                            <a:pt x="3481" y="1239"/>
                            <a:pt x="3225" y="211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74" name="Freeform: Shape 1873">
                      <a:extLst>
                        <a:ext uri="{FF2B5EF4-FFF2-40B4-BE49-F238E27FC236}">
                          <a16:creationId xmlns:a16="http://schemas.microsoft.com/office/drawing/2014/main" id="{95D34BC9-64B1-0DA9-2376-7D28528616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8789" y="4550423"/>
                      <a:ext cx="3291" cy="3286"/>
                    </a:xfrm>
                    <a:custGeom>
                      <a:avLst/>
                      <a:gdLst>
                        <a:gd name="connsiteX0" fmla="*/ 3225 w 3291"/>
                        <a:gd name="connsiteY0" fmla="*/ 2096 h 3286"/>
                        <a:gd name="connsiteX1" fmla="*/ 1185 w 3291"/>
                        <a:gd name="connsiteY1" fmla="*/ 3221 h 3286"/>
                        <a:gd name="connsiteX2" fmla="*/ 66 w 3291"/>
                        <a:gd name="connsiteY2" fmla="*/ 1176 h 3286"/>
                        <a:gd name="connsiteX3" fmla="*/ 2106 w 3291"/>
                        <a:gd name="connsiteY3" fmla="*/ 67 h 3286"/>
                        <a:gd name="connsiteX4" fmla="*/ 3225 w 3291"/>
                        <a:gd name="connsiteY4" fmla="*/ 2096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6">
                          <a:moveTo>
                            <a:pt x="3225" y="2096"/>
                          </a:moveTo>
                          <a:cubicBezTo>
                            <a:pt x="2970" y="2968"/>
                            <a:pt x="2057" y="3475"/>
                            <a:pt x="1185" y="3221"/>
                          </a:cubicBezTo>
                          <a:cubicBezTo>
                            <a:pt x="313" y="2968"/>
                            <a:pt x="-188" y="2048"/>
                            <a:pt x="66" y="1176"/>
                          </a:cubicBezTo>
                          <a:cubicBezTo>
                            <a:pt x="321" y="305"/>
                            <a:pt x="1234" y="-187"/>
                            <a:pt x="2106" y="67"/>
                          </a:cubicBezTo>
                          <a:cubicBezTo>
                            <a:pt x="2980" y="320"/>
                            <a:pt x="3479" y="1224"/>
                            <a:pt x="3225" y="209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75" name="Freeform: Shape 1874">
                      <a:extLst>
                        <a:ext uri="{FF2B5EF4-FFF2-40B4-BE49-F238E27FC236}">
                          <a16:creationId xmlns:a16="http://schemas.microsoft.com/office/drawing/2014/main" id="{CF584760-AD42-F767-7F41-3DC7EC6BD2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2572" y="4543876"/>
                      <a:ext cx="3292" cy="3286"/>
                    </a:xfrm>
                    <a:custGeom>
                      <a:avLst/>
                      <a:gdLst>
                        <a:gd name="connsiteX0" fmla="*/ 3225 w 3292"/>
                        <a:gd name="connsiteY0" fmla="*/ 2096 h 3286"/>
                        <a:gd name="connsiteX1" fmla="*/ 1185 w 3292"/>
                        <a:gd name="connsiteY1" fmla="*/ 3221 h 3286"/>
                        <a:gd name="connsiteX2" fmla="*/ 66 w 3292"/>
                        <a:gd name="connsiteY2" fmla="*/ 1176 h 3286"/>
                        <a:gd name="connsiteX3" fmla="*/ 2106 w 3292"/>
                        <a:gd name="connsiteY3" fmla="*/ 67 h 3286"/>
                        <a:gd name="connsiteX4" fmla="*/ 3225 w 3292"/>
                        <a:gd name="connsiteY4" fmla="*/ 2096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6">
                          <a:moveTo>
                            <a:pt x="3225" y="2096"/>
                          </a:moveTo>
                          <a:cubicBezTo>
                            <a:pt x="2970" y="2968"/>
                            <a:pt x="2057" y="3475"/>
                            <a:pt x="1185" y="3221"/>
                          </a:cubicBezTo>
                          <a:cubicBezTo>
                            <a:pt x="313" y="2968"/>
                            <a:pt x="-188" y="2048"/>
                            <a:pt x="66" y="1176"/>
                          </a:cubicBezTo>
                          <a:cubicBezTo>
                            <a:pt x="321" y="305"/>
                            <a:pt x="1234" y="-187"/>
                            <a:pt x="2106" y="67"/>
                          </a:cubicBezTo>
                          <a:cubicBezTo>
                            <a:pt x="2980" y="320"/>
                            <a:pt x="3481" y="1224"/>
                            <a:pt x="3225" y="209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76" name="Freeform: Shape 1875">
                      <a:extLst>
                        <a:ext uri="{FF2B5EF4-FFF2-40B4-BE49-F238E27FC236}">
                          <a16:creationId xmlns:a16="http://schemas.microsoft.com/office/drawing/2014/main" id="{921CF69A-E9AF-3F31-B719-A329DDDE83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602" y="4553071"/>
                      <a:ext cx="3292" cy="3288"/>
                    </a:xfrm>
                    <a:custGeom>
                      <a:avLst/>
                      <a:gdLst>
                        <a:gd name="connsiteX0" fmla="*/ 3225 w 3292"/>
                        <a:gd name="connsiteY0" fmla="*/ 2096 h 3288"/>
                        <a:gd name="connsiteX1" fmla="*/ 1185 w 3292"/>
                        <a:gd name="connsiteY1" fmla="*/ 3221 h 3288"/>
                        <a:gd name="connsiteX2" fmla="*/ 66 w 3292"/>
                        <a:gd name="connsiteY2" fmla="*/ 1176 h 3288"/>
                        <a:gd name="connsiteX3" fmla="*/ 2106 w 3292"/>
                        <a:gd name="connsiteY3" fmla="*/ 67 h 3288"/>
                        <a:gd name="connsiteX4" fmla="*/ 3225 w 3292"/>
                        <a:gd name="connsiteY4" fmla="*/ 2096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225" y="2096"/>
                          </a:moveTo>
                          <a:cubicBezTo>
                            <a:pt x="2970" y="2984"/>
                            <a:pt x="2057" y="3475"/>
                            <a:pt x="1185" y="3221"/>
                          </a:cubicBezTo>
                          <a:cubicBezTo>
                            <a:pt x="313" y="2968"/>
                            <a:pt x="-188" y="2048"/>
                            <a:pt x="66" y="1176"/>
                          </a:cubicBezTo>
                          <a:cubicBezTo>
                            <a:pt x="321" y="304"/>
                            <a:pt x="1234" y="-187"/>
                            <a:pt x="2106" y="67"/>
                          </a:cubicBezTo>
                          <a:cubicBezTo>
                            <a:pt x="2980" y="320"/>
                            <a:pt x="3481" y="1224"/>
                            <a:pt x="3225" y="209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77" name="Freeform: Shape 1876">
                      <a:extLst>
                        <a:ext uri="{FF2B5EF4-FFF2-40B4-BE49-F238E27FC236}">
                          <a16:creationId xmlns:a16="http://schemas.microsoft.com/office/drawing/2014/main" id="{07158E60-203E-CEBA-6103-6D0CCE79D0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8506" y="4545096"/>
                      <a:ext cx="3292" cy="3286"/>
                    </a:xfrm>
                    <a:custGeom>
                      <a:avLst/>
                      <a:gdLst>
                        <a:gd name="connsiteX0" fmla="*/ 3226 w 3292"/>
                        <a:gd name="connsiteY0" fmla="*/ 2096 h 3286"/>
                        <a:gd name="connsiteX1" fmla="*/ 1185 w 3292"/>
                        <a:gd name="connsiteY1" fmla="*/ 3222 h 3286"/>
                        <a:gd name="connsiteX2" fmla="*/ 66 w 3292"/>
                        <a:gd name="connsiteY2" fmla="*/ 1176 h 3286"/>
                        <a:gd name="connsiteX3" fmla="*/ 2106 w 3292"/>
                        <a:gd name="connsiteY3" fmla="*/ 67 h 3286"/>
                        <a:gd name="connsiteX4" fmla="*/ 3226 w 3292"/>
                        <a:gd name="connsiteY4" fmla="*/ 2096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6">
                          <a:moveTo>
                            <a:pt x="3226" y="2096"/>
                          </a:moveTo>
                          <a:cubicBezTo>
                            <a:pt x="2970" y="2968"/>
                            <a:pt x="2057" y="3475"/>
                            <a:pt x="1185" y="3222"/>
                          </a:cubicBezTo>
                          <a:cubicBezTo>
                            <a:pt x="313" y="2968"/>
                            <a:pt x="-188" y="2048"/>
                            <a:pt x="66" y="1176"/>
                          </a:cubicBezTo>
                          <a:cubicBezTo>
                            <a:pt x="321" y="304"/>
                            <a:pt x="1234" y="-187"/>
                            <a:pt x="2106" y="67"/>
                          </a:cubicBezTo>
                          <a:cubicBezTo>
                            <a:pt x="2980" y="320"/>
                            <a:pt x="3481" y="1224"/>
                            <a:pt x="3226" y="209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78" name="Freeform: Shape 1877">
                      <a:extLst>
                        <a:ext uri="{FF2B5EF4-FFF2-40B4-BE49-F238E27FC236}">
                          <a16:creationId xmlns:a16="http://schemas.microsoft.com/office/drawing/2014/main" id="{56413528-9DFA-0D07-6965-6966211576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7529" y="4561156"/>
                      <a:ext cx="3291" cy="3286"/>
                    </a:xfrm>
                    <a:custGeom>
                      <a:avLst/>
                      <a:gdLst>
                        <a:gd name="connsiteX0" fmla="*/ 3226 w 3291"/>
                        <a:gd name="connsiteY0" fmla="*/ 2096 h 3286"/>
                        <a:gd name="connsiteX1" fmla="*/ 1185 w 3291"/>
                        <a:gd name="connsiteY1" fmla="*/ 3222 h 3286"/>
                        <a:gd name="connsiteX2" fmla="*/ 66 w 3291"/>
                        <a:gd name="connsiteY2" fmla="*/ 1176 h 3286"/>
                        <a:gd name="connsiteX3" fmla="*/ 2106 w 3291"/>
                        <a:gd name="connsiteY3" fmla="*/ 67 h 3286"/>
                        <a:gd name="connsiteX4" fmla="*/ 3226 w 3291"/>
                        <a:gd name="connsiteY4" fmla="*/ 2096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6">
                          <a:moveTo>
                            <a:pt x="3226" y="2096"/>
                          </a:moveTo>
                          <a:cubicBezTo>
                            <a:pt x="2970" y="2968"/>
                            <a:pt x="2057" y="3475"/>
                            <a:pt x="1185" y="3222"/>
                          </a:cubicBezTo>
                          <a:cubicBezTo>
                            <a:pt x="313" y="2968"/>
                            <a:pt x="-188" y="2048"/>
                            <a:pt x="66" y="1176"/>
                          </a:cubicBezTo>
                          <a:cubicBezTo>
                            <a:pt x="321" y="304"/>
                            <a:pt x="1234" y="-187"/>
                            <a:pt x="2106" y="67"/>
                          </a:cubicBezTo>
                          <a:cubicBezTo>
                            <a:pt x="2980" y="320"/>
                            <a:pt x="3479" y="1224"/>
                            <a:pt x="3226" y="209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79" name="Freeform: Shape 1878">
                      <a:extLst>
                        <a:ext uri="{FF2B5EF4-FFF2-40B4-BE49-F238E27FC236}">
                          <a16:creationId xmlns:a16="http://schemas.microsoft.com/office/drawing/2014/main" id="{7D7BE035-31D3-01BB-76EA-AFC20DA54A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3544" y="4534666"/>
                      <a:ext cx="3291" cy="3301"/>
                    </a:xfrm>
                    <a:custGeom>
                      <a:avLst/>
                      <a:gdLst>
                        <a:gd name="connsiteX0" fmla="*/ 3225 w 3291"/>
                        <a:gd name="connsiteY0" fmla="*/ 2110 h 3301"/>
                        <a:gd name="connsiteX1" fmla="*/ 1185 w 3291"/>
                        <a:gd name="connsiteY1" fmla="*/ 3236 h 3301"/>
                        <a:gd name="connsiteX2" fmla="*/ 66 w 3291"/>
                        <a:gd name="connsiteY2" fmla="*/ 1191 h 3301"/>
                        <a:gd name="connsiteX3" fmla="*/ 2106 w 3291"/>
                        <a:gd name="connsiteY3" fmla="*/ 65 h 3301"/>
                        <a:gd name="connsiteX4" fmla="*/ 3225 w 3291"/>
                        <a:gd name="connsiteY4" fmla="*/ 2110 h 33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301">
                          <a:moveTo>
                            <a:pt x="3225" y="2110"/>
                          </a:moveTo>
                          <a:cubicBezTo>
                            <a:pt x="2970" y="2982"/>
                            <a:pt x="2057" y="3490"/>
                            <a:pt x="1185" y="3236"/>
                          </a:cubicBezTo>
                          <a:cubicBezTo>
                            <a:pt x="313" y="2982"/>
                            <a:pt x="-188" y="2063"/>
                            <a:pt x="66" y="1191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78" y="335"/>
                            <a:pt x="3479" y="1238"/>
                            <a:pt x="3225" y="211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80" name="Freeform: Shape 1879">
                      <a:extLst>
                        <a:ext uri="{FF2B5EF4-FFF2-40B4-BE49-F238E27FC236}">
                          <a16:creationId xmlns:a16="http://schemas.microsoft.com/office/drawing/2014/main" id="{B679497D-8661-4129-5A1D-10E6C0E9A9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2193" y="4536828"/>
                      <a:ext cx="3291" cy="3295"/>
                    </a:xfrm>
                    <a:custGeom>
                      <a:avLst/>
                      <a:gdLst>
                        <a:gd name="connsiteX0" fmla="*/ 3225 w 3291"/>
                        <a:gd name="connsiteY0" fmla="*/ 2105 h 3295"/>
                        <a:gd name="connsiteX1" fmla="*/ 1185 w 3291"/>
                        <a:gd name="connsiteY1" fmla="*/ 3230 h 3295"/>
                        <a:gd name="connsiteX2" fmla="*/ 66 w 3291"/>
                        <a:gd name="connsiteY2" fmla="*/ 1185 h 3295"/>
                        <a:gd name="connsiteX3" fmla="*/ 2106 w 3291"/>
                        <a:gd name="connsiteY3" fmla="*/ 60 h 3295"/>
                        <a:gd name="connsiteX4" fmla="*/ 3225 w 3291"/>
                        <a:gd name="connsiteY4" fmla="*/ 2105 h 32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5">
                          <a:moveTo>
                            <a:pt x="3225" y="2105"/>
                          </a:moveTo>
                          <a:cubicBezTo>
                            <a:pt x="2970" y="2977"/>
                            <a:pt x="2057" y="3484"/>
                            <a:pt x="1185" y="3230"/>
                          </a:cubicBezTo>
                          <a:cubicBezTo>
                            <a:pt x="313" y="2977"/>
                            <a:pt x="-188" y="2057"/>
                            <a:pt x="66" y="1185"/>
                          </a:cubicBezTo>
                          <a:cubicBezTo>
                            <a:pt x="321" y="313"/>
                            <a:pt x="1234" y="-178"/>
                            <a:pt x="2106" y="60"/>
                          </a:cubicBezTo>
                          <a:cubicBezTo>
                            <a:pt x="2978" y="329"/>
                            <a:pt x="3479" y="1233"/>
                            <a:pt x="3225" y="210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81" name="Freeform: Shape 1880">
                      <a:extLst>
                        <a:ext uri="{FF2B5EF4-FFF2-40B4-BE49-F238E27FC236}">
                          <a16:creationId xmlns:a16="http://schemas.microsoft.com/office/drawing/2014/main" id="{88E0B90C-9216-F04D-EA85-55F734EDEE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5464" y="4581481"/>
                      <a:ext cx="3291" cy="3286"/>
                    </a:xfrm>
                    <a:custGeom>
                      <a:avLst/>
                      <a:gdLst>
                        <a:gd name="connsiteX0" fmla="*/ 3225 w 3291"/>
                        <a:gd name="connsiteY0" fmla="*/ 2111 h 3286"/>
                        <a:gd name="connsiteX1" fmla="*/ 1185 w 3291"/>
                        <a:gd name="connsiteY1" fmla="*/ 3220 h 3286"/>
                        <a:gd name="connsiteX2" fmla="*/ 66 w 3291"/>
                        <a:gd name="connsiteY2" fmla="*/ 1175 h 3286"/>
                        <a:gd name="connsiteX3" fmla="*/ 2106 w 3291"/>
                        <a:gd name="connsiteY3" fmla="*/ 65 h 3286"/>
                        <a:gd name="connsiteX4" fmla="*/ 3225 w 3291"/>
                        <a:gd name="connsiteY4" fmla="*/ 2111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6">
                          <a:moveTo>
                            <a:pt x="3225" y="2111"/>
                          </a:moveTo>
                          <a:cubicBezTo>
                            <a:pt x="2970" y="2982"/>
                            <a:pt x="2057" y="3474"/>
                            <a:pt x="1185" y="3220"/>
                          </a:cubicBezTo>
                          <a:cubicBezTo>
                            <a:pt x="313" y="2967"/>
                            <a:pt x="-188" y="2063"/>
                            <a:pt x="66" y="1175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78" y="319"/>
                            <a:pt x="3479" y="1239"/>
                            <a:pt x="3225" y="211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82" name="Freeform: Shape 1881">
                      <a:extLst>
                        <a:ext uri="{FF2B5EF4-FFF2-40B4-BE49-F238E27FC236}">
                          <a16:creationId xmlns:a16="http://schemas.microsoft.com/office/drawing/2014/main" id="{33287D98-64AA-5F19-3C20-3FA1110985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0435" y="4580118"/>
                      <a:ext cx="3292" cy="3301"/>
                    </a:xfrm>
                    <a:custGeom>
                      <a:avLst/>
                      <a:gdLst>
                        <a:gd name="connsiteX0" fmla="*/ 3226 w 3292"/>
                        <a:gd name="connsiteY0" fmla="*/ 2111 h 3301"/>
                        <a:gd name="connsiteX1" fmla="*/ 1185 w 3292"/>
                        <a:gd name="connsiteY1" fmla="*/ 3236 h 3301"/>
                        <a:gd name="connsiteX2" fmla="*/ 66 w 3292"/>
                        <a:gd name="connsiteY2" fmla="*/ 1191 h 3301"/>
                        <a:gd name="connsiteX3" fmla="*/ 2106 w 3292"/>
                        <a:gd name="connsiteY3" fmla="*/ 65 h 3301"/>
                        <a:gd name="connsiteX4" fmla="*/ 3226 w 3292"/>
                        <a:gd name="connsiteY4" fmla="*/ 2111 h 33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301">
                          <a:moveTo>
                            <a:pt x="3226" y="2111"/>
                          </a:moveTo>
                          <a:cubicBezTo>
                            <a:pt x="2970" y="2982"/>
                            <a:pt x="2057" y="3490"/>
                            <a:pt x="1185" y="3236"/>
                          </a:cubicBezTo>
                          <a:cubicBezTo>
                            <a:pt x="313" y="2966"/>
                            <a:pt x="-188" y="2063"/>
                            <a:pt x="66" y="1191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80" y="335"/>
                            <a:pt x="3481" y="1239"/>
                            <a:pt x="3226" y="211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83" name="Freeform: Shape 1882">
                      <a:extLst>
                        <a:ext uri="{FF2B5EF4-FFF2-40B4-BE49-F238E27FC236}">
                          <a16:creationId xmlns:a16="http://schemas.microsoft.com/office/drawing/2014/main" id="{7D6A7A10-364F-308B-73EC-FF70FD3E42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4559" y="4577201"/>
                      <a:ext cx="3290" cy="3286"/>
                    </a:xfrm>
                    <a:custGeom>
                      <a:avLst/>
                      <a:gdLst>
                        <a:gd name="connsiteX0" fmla="*/ 3225 w 3290"/>
                        <a:gd name="connsiteY0" fmla="*/ 2110 h 3286"/>
                        <a:gd name="connsiteX1" fmla="*/ 1184 w 3290"/>
                        <a:gd name="connsiteY1" fmla="*/ 3220 h 3286"/>
                        <a:gd name="connsiteX2" fmla="*/ 67 w 3290"/>
                        <a:gd name="connsiteY2" fmla="*/ 1191 h 3286"/>
                        <a:gd name="connsiteX3" fmla="*/ 2107 w 3290"/>
                        <a:gd name="connsiteY3" fmla="*/ 65 h 3286"/>
                        <a:gd name="connsiteX4" fmla="*/ 3225 w 3290"/>
                        <a:gd name="connsiteY4" fmla="*/ 2110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0" h="3286">
                          <a:moveTo>
                            <a:pt x="3225" y="2110"/>
                          </a:moveTo>
                          <a:cubicBezTo>
                            <a:pt x="2969" y="2982"/>
                            <a:pt x="2056" y="3474"/>
                            <a:pt x="1184" y="3220"/>
                          </a:cubicBezTo>
                          <a:cubicBezTo>
                            <a:pt x="312" y="2966"/>
                            <a:pt x="-189" y="2063"/>
                            <a:pt x="67" y="1191"/>
                          </a:cubicBezTo>
                          <a:cubicBezTo>
                            <a:pt x="322" y="319"/>
                            <a:pt x="1235" y="-188"/>
                            <a:pt x="2107" y="65"/>
                          </a:cubicBezTo>
                          <a:cubicBezTo>
                            <a:pt x="2977" y="319"/>
                            <a:pt x="3478" y="1239"/>
                            <a:pt x="3225" y="211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84" name="Freeform: Shape 1883">
                      <a:extLst>
                        <a:ext uri="{FF2B5EF4-FFF2-40B4-BE49-F238E27FC236}">
                          <a16:creationId xmlns:a16="http://schemas.microsoft.com/office/drawing/2014/main" id="{A19597F2-AC4C-C590-6C55-3607F5C43C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873" y="4575646"/>
                      <a:ext cx="3291" cy="3286"/>
                    </a:xfrm>
                    <a:custGeom>
                      <a:avLst/>
                      <a:gdLst>
                        <a:gd name="connsiteX0" fmla="*/ 3225 w 3291"/>
                        <a:gd name="connsiteY0" fmla="*/ 2096 h 3286"/>
                        <a:gd name="connsiteX1" fmla="*/ 1184 w 3291"/>
                        <a:gd name="connsiteY1" fmla="*/ 3222 h 3286"/>
                        <a:gd name="connsiteX2" fmla="*/ 67 w 3291"/>
                        <a:gd name="connsiteY2" fmla="*/ 1176 h 3286"/>
                        <a:gd name="connsiteX3" fmla="*/ 2107 w 3291"/>
                        <a:gd name="connsiteY3" fmla="*/ 67 h 3286"/>
                        <a:gd name="connsiteX4" fmla="*/ 3225 w 3291"/>
                        <a:gd name="connsiteY4" fmla="*/ 2096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6">
                          <a:moveTo>
                            <a:pt x="3225" y="2096"/>
                          </a:moveTo>
                          <a:cubicBezTo>
                            <a:pt x="2969" y="2968"/>
                            <a:pt x="2056" y="3475"/>
                            <a:pt x="1184" y="3222"/>
                          </a:cubicBezTo>
                          <a:cubicBezTo>
                            <a:pt x="312" y="2968"/>
                            <a:pt x="-189" y="2048"/>
                            <a:pt x="67" y="1176"/>
                          </a:cubicBezTo>
                          <a:cubicBezTo>
                            <a:pt x="322" y="304"/>
                            <a:pt x="1235" y="-187"/>
                            <a:pt x="2107" y="67"/>
                          </a:cubicBezTo>
                          <a:cubicBezTo>
                            <a:pt x="2979" y="320"/>
                            <a:pt x="3480" y="1224"/>
                            <a:pt x="3225" y="209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85" name="Freeform: Shape 1884">
                      <a:extLst>
                        <a:ext uri="{FF2B5EF4-FFF2-40B4-BE49-F238E27FC236}">
                          <a16:creationId xmlns:a16="http://schemas.microsoft.com/office/drawing/2014/main" id="{9562F15F-938C-1C16-C26E-16FA243D27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375" y="4591041"/>
                      <a:ext cx="3292" cy="3301"/>
                    </a:xfrm>
                    <a:custGeom>
                      <a:avLst/>
                      <a:gdLst>
                        <a:gd name="connsiteX0" fmla="*/ 3225 w 3292"/>
                        <a:gd name="connsiteY0" fmla="*/ 2110 h 3301"/>
                        <a:gd name="connsiteX1" fmla="*/ 1185 w 3292"/>
                        <a:gd name="connsiteY1" fmla="*/ 3236 h 3301"/>
                        <a:gd name="connsiteX2" fmla="*/ 66 w 3292"/>
                        <a:gd name="connsiteY2" fmla="*/ 1191 h 3301"/>
                        <a:gd name="connsiteX3" fmla="*/ 2106 w 3292"/>
                        <a:gd name="connsiteY3" fmla="*/ 65 h 3301"/>
                        <a:gd name="connsiteX4" fmla="*/ 3225 w 3292"/>
                        <a:gd name="connsiteY4" fmla="*/ 2110 h 33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301">
                          <a:moveTo>
                            <a:pt x="3225" y="2110"/>
                          </a:moveTo>
                          <a:cubicBezTo>
                            <a:pt x="2970" y="2982"/>
                            <a:pt x="2057" y="3490"/>
                            <a:pt x="1185" y="3236"/>
                          </a:cubicBezTo>
                          <a:cubicBezTo>
                            <a:pt x="313" y="2982"/>
                            <a:pt x="-188" y="2063"/>
                            <a:pt x="66" y="1191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80" y="319"/>
                            <a:pt x="3481" y="1239"/>
                            <a:pt x="3225" y="211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86" name="Freeform: Shape 1885">
                      <a:extLst>
                        <a:ext uri="{FF2B5EF4-FFF2-40B4-BE49-F238E27FC236}">
                          <a16:creationId xmlns:a16="http://schemas.microsoft.com/office/drawing/2014/main" id="{071560D4-1252-BE16-6310-FF9F7F64C2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405" y="4570923"/>
                      <a:ext cx="3292" cy="3286"/>
                    </a:xfrm>
                    <a:custGeom>
                      <a:avLst/>
                      <a:gdLst>
                        <a:gd name="connsiteX0" fmla="*/ 3226 w 3292"/>
                        <a:gd name="connsiteY0" fmla="*/ 2110 h 3286"/>
                        <a:gd name="connsiteX1" fmla="*/ 1185 w 3292"/>
                        <a:gd name="connsiteY1" fmla="*/ 3220 h 3286"/>
                        <a:gd name="connsiteX2" fmla="*/ 66 w 3292"/>
                        <a:gd name="connsiteY2" fmla="*/ 1191 h 3286"/>
                        <a:gd name="connsiteX3" fmla="*/ 2106 w 3292"/>
                        <a:gd name="connsiteY3" fmla="*/ 65 h 3286"/>
                        <a:gd name="connsiteX4" fmla="*/ 3226 w 3292"/>
                        <a:gd name="connsiteY4" fmla="*/ 2110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6">
                          <a:moveTo>
                            <a:pt x="3226" y="2110"/>
                          </a:moveTo>
                          <a:cubicBezTo>
                            <a:pt x="2970" y="2982"/>
                            <a:pt x="2057" y="3474"/>
                            <a:pt x="1185" y="3220"/>
                          </a:cubicBezTo>
                          <a:cubicBezTo>
                            <a:pt x="313" y="2967"/>
                            <a:pt x="-188" y="2063"/>
                            <a:pt x="66" y="1191"/>
                          </a:cubicBezTo>
                          <a:cubicBezTo>
                            <a:pt x="321" y="319"/>
                            <a:pt x="1234" y="-188"/>
                            <a:pt x="2106" y="65"/>
                          </a:cubicBezTo>
                          <a:cubicBezTo>
                            <a:pt x="2980" y="319"/>
                            <a:pt x="3481" y="1238"/>
                            <a:pt x="3226" y="211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87" name="Freeform: Shape 1886">
                      <a:extLst>
                        <a:ext uri="{FF2B5EF4-FFF2-40B4-BE49-F238E27FC236}">
                          <a16:creationId xmlns:a16="http://schemas.microsoft.com/office/drawing/2014/main" id="{CA66B516-A457-A082-23D2-D14D9E4FED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9024" y="4559968"/>
                      <a:ext cx="3292" cy="3286"/>
                    </a:xfrm>
                    <a:custGeom>
                      <a:avLst/>
                      <a:gdLst>
                        <a:gd name="connsiteX0" fmla="*/ 3225 w 3292"/>
                        <a:gd name="connsiteY0" fmla="*/ 2110 h 3286"/>
                        <a:gd name="connsiteX1" fmla="*/ 1185 w 3292"/>
                        <a:gd name="connsiteY1" fmla="*/ 3220 h 3286"/>
                        <a:gd name="connsiteX2" fmla="*/ 66 w 3292"/>
                        <a:gd name="connsiteY2" fmla="*/ 1191 h 3286"/>
                        <a:gd name="connsiteX3" fmla="*/ 2106 w 3292"/>
                        <a:gd name="connsiteY3" fmla="*/ 65 h 3286"/>
                        <a:gd name="connsiteX4" fmla="*/ 3225 w 3292"/>
                        <a:gd name="connsiteY4" fmla="*/ 2110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6">
                          <a:moveTo>
                            <a:pt x="3225" y="2110"/>
                          </a:moveTo>
                          <a:cubicBezTo>
                            <a:pt x="2970" y="2982"/>
                            <a:pt x="2057" y="3474"/>
                            <a:pt x="1185" y="3220"/>
                          </a:cubicBezTo>
                          <a:cubicBezTo>
                            <a:pt x="313" y="2966"/>
                            <a:pt x="-188" y="2063"/>
                            <a:pt x="66" y="1191"/>
                          </a:cubicBezTo>
                          <a:cubicBezTo>
                            <a:pt x="320" y="319"/>
                            <a:pt x="1234" y="-188"/>
                            <a:pt x="2106" y="65"/>
                          </a:cubicBezTo>
                          <a:cubicBezTo>
                            <a:pt x="2980" y="319"/>
                            <a:pt x="3481" y="1239"/>
                            <a:pt x="3225" y="2110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88" name="Freeform: Shape 1887">
                      <a:extLst>
                        <a:ext uri="{FF2B5EF4-FFF2-40B4-BE49-F238E27FC236}">
                          <a16:creationId xmlns:a16="http://schemas.microsoft.com/office/drawing/2014/main" id="{49318505-C8BC-3002-0F61-A8FE0BE4DE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5036" y="4587780"/>
                      <a:ext cx="3291" cy="3295"/>
                    </a:xfrm>
                    <a:custGeom>
                      <a:avLst/>
                      <a:gdLst>
                        <a:gd name="connsiteX0" fmla="*/ 3225 w 3291"/>
                        <a:gd name="connsiteY0" fmla="*/ 2105 h 3295"/>
                        <a:gd name="connsiteX1" fmla="*/ 1185 w 3291"/>
                        <a:gd name="connsiteY1" fmla="*/ 3230 h 3295"/>
                        <a:gd name="connsiteX2" fmla="*/ 66 w 3291"/>
                        <a:gd name="connsiteY2" fmla="*/ 1185 h 3295"/>
                        <a:gd name="connsiteX3" fmla="*/ 2106 w 3291"/>
                        <a:gd name="connsiteY3" fmla="*/ 60 h 3295"/>
                        <a:gd name="connsiteX4" fmla="*/ 3225 w 3291"/>
                        <a:gd name="connsiteY4" fmla="*/ 2105 h 32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95">
                          <a:moveTo>
                            <a:pt x="3225" y="2105"/>
                          </a:moveTo>
                          <a:cubicBezTo>
                            <a:pt x="2970" y="2977"/>
                            <a:pt x="2057" y="3484"/>
                            <a:pt x="1185" y="3230"/>
                          </a:cubicBezTo>
                          <a:cubicBezTo>
                            <a:pt x="313" y="2977"/>
                            <a:pt x="-188" y="2057"/>
                            <a:pt x="66" y="1185"/>
                          </a:cubicBezTo>
                          <a:cubicBezTo>
                            <a:pt x="321" y="313"/>
                            <a:pt x="1234" y="-178"/>
                            <a:pt x="2106" y="60"/>
                          </a:cubicBezTo>
                          <a:cubicBezTo>
                            <a:pt x="2978" y="329"/>
                            <a:pt x="3479" y="1233"/>
                            <a:pt x="3225" y="2105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89" name="Freeform: Shape 1888">
                      <a:extLst>
                        <a:ext uri="{FF2B5EF4-FFF2-40B4-BE49-F238E27FC236}">
                          <a16:creationId xmlns:a16="http://schemas.microsoft.com/office/drawing/2014/main" id="{EC91A289-6DB6-6FE2-D6E1-4003D9EB11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0697" y="4568386"/>
                      <a:ext cx="3291" cy="3286"/>
                    </a:xfrm>
                    <a:custGeom>
                      <a:avLst/>
                      <a:gdLst>
                        <a:gd name="connsiteX0" fmla="*/ 3226 w 3291"/>
                        <a:gd name="connsiteY0" fmla="*/ 2111 h 3286"/>
                        <a:gd name="connsiteX1" fmla="*/ 1185 w 3291"/>
                        <a:gd name="connsiteY1" fmla="*/ 3220 h 3286"/>
                        <a:gd name="connsiteX2" fmla="*/ 66 w 3291"/>
                        <a:gd name="connsiteY2" fmla="*/ 1191 h 3286"/>
                        <a:gd name="connsiteX3" fmla="*/ 2106 w 3291"/>
                        <a:gd name="connsiteY3" fmla="*/ 65 h 3286"/>
                        <a:gd name="connsiteX4" fmla="*/ 3226 w 3291"/>
                        <a:gd name="connsiteY4" fmla="*/ 2111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6">
                          <a:moveTo>
                            <a:pt x="3226" y="2111"/>
                          </a:moveTo>
                          <a:cubicBezTo>
                            <a:pt x="2970" y="2982"/>
                            <a:pt x="2057" y="3474"/>
                            <a:pt x="1185" y="3220"/>
                          </a:cubicBezTo>
                          <a:cubicBezTo>
                            <a:pt x="313" y="2966"/>
                            <a:pt x="-188" y="2063"/>
                            <a:pt x="66" y="1191"/>
                          </a:cubicBezTo>
                          <a:cubicBezTo>
                            <a:pt x="320" y="319"/>
                            <a:pt x="1234" y="-188"/>
                            <a:pt x="2106" y="65"/>
                          </a:cubicBezTo>
                          <a:cubicBezTo>
                            <a:pt x="2980" y="319"/>
                            <a:pt x="3479" y="1239"/>
                            <a:pt x="3226" y="2111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90" name="Freeform: Shape 1889">
                      <a:extLst>
                        <a:ext uri="{FF2B5EF4-FFF2-40B4-BE49-F238E27FC236}">
                          <a16:creationId xmlns:a16="http://schemas.microsoft.com/office/drawing/2014/main" id="{437B2E96-EA03-D605-085B-870DE6BFC6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0574" y="4582986"/>
                      <a:ext cx="3291" cy="3286"/>
                    </a:xfrm>
                    <a:custGeom>
                      <a:avLst/>
                      <a:gdLst>
                        <a:gd name="connsiteX0" fmla="*/ 3225 w 3291"/>
                        <a:gd name="connsiteY0" fmla="*/ 2096 h 3286"/>
                        <a:gd name="connsiteX1" fmla="*/ 1185 w 3291"/>
                        <a:gd name="connsiteY1" fmla="*/ 3222 h 3286"/>
                        <a:gd name="connsiteX2" fmla="*/ 66 w 3291"/>
                        <a:gd name="connsiteY2" fmla="*/ 1176 h 3286"/>
                        <a:gd name="connsiteX3" fmla="*/ 2106 w 3291"/>
                        <a:gd name="connsiteY3" fmla="*/ 67 h 3286"/>
                        <a:gd name="connsiteX4" fmla="*/ 3225 w 3291"/>
                        <a:gd name="connsiteY4" fmla="*/ 2096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6">
                          <a:moveTo>
                            <a:pt x="3225" y="2096"/>
                          </a:moveTo>
                          <a:cubicBezTo>
                            <a:pt x="2970" y="2968"/>
                            <a:pt x="2057" y="3475"/>
                            <a:pt x="1185" y="3222"/>
                          </a:cubicBezTo>
                          <a:cubicBezTo>
                            <a:pt x="313" y="2968"/>
                            <a:pt x="-188" y="2048"/>
                            <a:pt x="66" y="1176"/>
                          </a:cubicBezTo>
                          <a:cubicBezTo>
                            <a:pt x="320" y="304"/>
                            <a:pt x="1234" y="-187"/>
                            <a:pt x="2106" y="67"/>
                          </a:cubicBezTo>
                          <a:cubicBezTo>
                            <a:pt x="2978" y="320"/>
                            <a:pt x="3479" y="1224"/>
                            <a:pt x="3225" y="209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91" name="Freeform: Shape 1890">
                      <a:extLst>
                        <a:ext uri="{FF2B5EF4-FFF2-40B4-BE49-F238E27FC236}">
                          <a16:creationId xmlns:a16="http://schemas.microsoft.com/office/drawing/2014/main" id="{F0AADAAF-F014-B6B3-19CC-484F90785B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4078" y="4548457"/>
                      <a:ext cx="3292" cy="3286"/>
                    </a:xfrm>
                    <a:custGeom>
                      <a:avLst/>
                      <a:gdLst>
                        <a:gd name="connsiteX0" fmla="*/ 3225 w 3292"/>
                        <a:gd name="connsiteY0" fmla="*/ 2096 h 3286"/>
                        <a:gd name="connsiteX1" fmla="*/ 1185 w 3292"/>
                        <a:gd name="connsiteY1" fmla="*/ 3222 h 3286"/>
                        <a:gd name="connsiteX2" fmla="*/ 66 w 3292"/>
                        <a:gd name="connsiteY2" fmla="*/ 1176 h 3286"/>
                        <a:gd name="connsiteX3" fmla="*/ 2106 w 3292"/>
                        <a:gd name="connsiteY3" fmla="*/ 67 h 3286"/>
                        <a:gd name="connsiteX4" fmla="*/ 3225 w 3292"/>
                        <a:gd name="connsiteY4" fmla="*/ 2096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6">
                          <a:moveTo>
                            <a:pt x="3225" y="2096"/>
                          </a:moveTo>
                          <a:cubicBezTo>
                            <a:pt x="2970" y="2968"/>
                            <a:pt x="2057" y="3475"/>
                            <a:pt x="1185" y="3222"/>
                          </a:cubicBezTo>
                          <a:cubicBezTo>
                            <a:pt x="313" y="2968"/>
                            <a:pt x="-188" y="2048"/>
                            <a:pt x="66" y="1176"/>
                          </a:cubicBezTo>
                          <a:cubicBezTo>
                            <a:pt x="321" y="304"/>
                            <a:pt x="1234" y="-187"/>
                            <a:pt x="2106" y="67"/>
                          </a:cubicBezTo>
                          <a:cubicBezTo>
                            <a:pt x="2980" y="320"/>
                            <a:pt x="3481" y="1224"/>
                            <a:pt x="3225" y="209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92" name="Freeform: Shape 1891">
                      <a:extLst>
                        <a:ext uri="{FF2B5EF4-FFF2-40B4-BE49-F238E27FC236}">
                          <a16:creationId xmlns:a16="http://schemas.microsoft.com/office/drawing/2014/main" id="{1506B143-6758-FE38-0C2E-FE818E6EF6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0307" y="4573125"/>
                      <a:ext cx="3292" cy="3286"/>
                    </a:xfrm>
                    <a:custGeom>
                      <a:avLst/>
                      <a:gdLst>
                        <a:gd name="connsiteX0" fmla="*/ 3225 w 3292"/>
                        <a:gd name="connsiteY0" fmla="*/ 2096 h 3286"/>
                        <a:gd name="connsiteX1" fmla="*/ 1185 w 3292"/>
                        <a:gd name="connsiteY1" fmla="*/ 3221 h 3286"/>
                        <a:gd name="connsiteX2" fmla="*/ 66 w 3292"/>
                        <a:gd name="connsiteY2" fmla="*/ 1177 h 3286"/>
                        <a:gd name="connsiteX3" fmla="*/ 2106 w 3292"/>
                        <a:gd name="connsiteY3" fmla="*/ 67 h 3286"/>
                        <a:gd name="connsiteX4" fmla="*/ 3225 w 3292"/>
                        <a:gd name="connsiteY4" fmla="*/ 2096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6">
                          <a:moveTo>
                            <a:pt x="3225" y="2096"/>
                          </a:moveTo>
                          <a:cubicBezTo>
                            <a:pt x="2970" y="2968"/>
                            <a:pt x="2057" y="3475"/>
                            <a:pt x="1185" y="3221"/>
                          </a:cubicBezTo>
                          <a:cubicBezTo>
                            <a:pt x="313" y="2968"/>
                            <a:pt x="-188" y="2048"/>
                            <a:pt x="66" y="1177"/>
                          </a:cubicBezTo>
                          <a:cubicBezTo>
                            <a:pt x="321" y="305"/>
                            <a:pt x="1234" y="-187"/>
                            <a:pt x="2106" y="67"/>
                          </a:cubicBezTo>
                          <a:cubicBezTo>
                            <a:pt x="2980" y="320"/>
                            <a:pt x="3481" y="1224"/>
                            <a:pt x="3225" y="209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93" name="Freeform: Shape 1892">
                      <a:extLst>
                        <a:ext uri="{FF2B5EF4-FFF2-40B4-BE49-F238E27FC236}">
                          <a16:creationId xmlns:a16="http://schemas.microsoft.com/office/drawing/2014/main" id="{F22D9BE5-C50E-197F-8BB0-5D54D8AB9D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5538" y="4551802"/>
                      <a:ext cx="3291" cy="3286"/>
                    </a:xfrm>
                    <a:custGeom>
                      <a:avLst/>
                      <a:gdLst>
                        <a:gd name="connsiteX0" fmla="*/ 3225 w 3291"/>
                        <a:gd name="connsiteY0" fmla="*/ 2096 h 3286"/>
                        <a:gd name="connsiteX1" fmla="*/ 1185 w 3291"/>
                        <a:gd name="connsiteY1" fmla="*/ 3221 h 3286"/>
                        <a:gd name="connsiteX2" fmla="*/ 66 w 3291"/>
                        <a:gd name="connsiteY2" fmla="*/ 1176 h 3286"/>
                        <a:gd name="connsiteX3" fmla="*/ 2106 w 3291"/>
                        <a:gd name="connsiteY3" fmla="*/ 67 h 3286"/>
                        <a:gd name="connsiteX4" fmla="*/ 3225 w 3291"/>
                        <a:gd name="connsiteY4" fmla="*/ 2096 h 32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1" h="3286">
                          <a:moveTo>
                            <a:pt x="3225" y="2096"/>
                          </a:moveTo>
                          <a:cubicBezTo>
                            <a:pt x="2970" y="2968"/>
                            <a:pt x="2057" y="3475"/>
                            <a:pt x="1185" y="3221"/>
                          </a:cubicBezTo>
                          <a:cubicBezTo>
                            <a:pt x="313" y="2968"/>
                            <a:pt x="-188" y="2048"/>
                            <a:pt x="66" y="1176"/>
                          </a:cubicBezTo>
                          <a:cubicBezTo>
                            <a:pt x="321" y="305"/>
                            <a:pt x="1234" y="-187"/>
                            <a:pt x="2106" y="67"/>
                          </a:cubicBezTo>
                          <a:cubicBezTo>
                            <a:pt x="2978" y="320"/>
                            <a:pt x="3479" y="1224"/>
                            <a:pt x="3225" y="2096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94" name="Freeform: Shape 1893">
                      <a:extLst>
                        <a:ext uri="{FF2B5EF4-FFF2-40B4-BE49-F238E27FC236}">
                          <a16:creationId xmlns:a16="http://schemas.microsoft.com/office/drawing/2014/main" id="{C07E697A-C241-B214-2EF0-64B94F9567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0316" y="4561346"/>
                      <a:ext cx="3292" cy="3288"/>
                    </a:xfrm>
                    <a:custGeom>
                      <a:avLst/>
                      <a:gdLst>
                        <a:gd name="connsiteX0" fmla="*/ 3225 w 3292"/>
                        <a:gd name="connsiteY0" fmla="*/ 2112 h 3288"/>
                        <a:gd name="connsiteX1" fmla="*/ 1185 w 3292"/>
                        <a:gd name="connsiteY1" fmla="*/ 3222 h 3288"/>
                        <a:gd name="connsiteX2" fmla="*/ 66 w 3292"/>
                        <a:gd name="connsiteY2" fmla="*/ 1176 h 3288"/>
                        <a:gd name="connsiteX3" fmla="*/ 2106 w 3292"/>
                        <a:gd name="connsiteY3" fmla="*/ 67 h 3288"/>
                        <a:gd name="connsiteX4" fmla="*/ 3225 w 3292"/>
                        <a:gd name="connsiteY4" fmla="*/ 2112 h 3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292" h="3288">
                          <a:moveTo>
                            <a:pt x="3225" y="2112"/>
                          </a:moveTo>
                          <a:cubicBezTo>
                            <a:pt x="2970" y="2984"/>
                            <a:pt x="2057" y="3475"/>
                            <a:pt x="1185" y="3222"/>
                          </a:cubicBezTo>
                          <a:cubicBezTo>
                            <a:pt x="313" y="2968"/>
                            <a:pt x="-188" y="2048"/>
                            <a:pt x="66" y="1176"/>
                          </a:cubicBezTo>
                          <a:cubicBezTo>
                            <a:pt x="321" y="304"/>
                            <a:pt x="1234" y="-187"/>
                            <a:pt x="2106" y="67"/>
                          </a:cubicBezTo>
                          <a:cubicBezTo>
                            <a:pt x="2980" y="320"/>
                            <a:pt x="3481" y="1240"/>
                            <a:pt x="3225" y="2112"/>
                          </a:cubicBezTo>
                          <a:close/>
                        </a:path>
                      </a:pathLst>
                    </a:custGeom>
                    <a:solidFill>
                      <a:srgbClr val="2B2B32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</p:grpSp>
          </p:grpSp>
          <p:grpSp>
            <p:nvGrpSpPr>
              <p:cNvPr id="1895" name="Graphic 21">
                <a:extLst>
                  <a:ext uri="{FF2B5EF4-FFF2-40B4-BE49-F238E27FC236}">
                    <a16:creationId xmlns:a16="http://schemas.microsoft.com/office/drawing/2014/main" id="{547B361E-38EE-139F-FAE0-F9917A64A092}"/>
                  </a:ext>
                </a:extLst>
              </p:cNvPr>
              <p:cNvGrpSpPr/>
              <p:nvPr/>
            </p:nvGrpSpPr>
            <p:grpSpPr>
              <a:xfrm>
                <a:off x="806908" y="4325828"/>
                <a:ext cx="61118" cy="64246"/>
                <a:chOff x="806908" y="4325828"/>
                <a:chExt cx="61118" cy="64246"/>
              </a:xfrm>
            </p:grpSpPr>
            <p:sp>
              <p:nvSpPr>
                <p:cNvPr id="1896" name="Freeform: Shape 1895">
                  <a:extLst>
                    <a:ext uri="{FF2B5EF4-FFF2-40B4-BE49-F238E27FC236}">
                      <a16:creationId xmlns:a16="http://schemas.microsoft.com/office/drawing/2014/main" id="{837B3482-E227-81EF-5102-75152F8B2BA6}"/>
                    </a:ext>
                  </a:extLst>
                </p:cNvPr>
                <p:cNvSpPr/>
                <p:nvPr/>
              </p:nvSpPr>
              <p:spPr>
                <a:xfrm>
                  <a:off x="811517" y="4325828"/>
                  <a:ext cx="41177" cy="64246"/>
                </a:xfrm>
                <a:custGeom>
                  <a:avLst/>
                  <a:gdLst>
                    <a:gd name="connsiteX0" fmla="*/ 16886 w 41177"/>
                    <a:gd name="connsiteY0" fmla="*/ 64242 h 64246"/>
                    <a:gd name="connsiteX1" fmla="*/ 25734 w 41177"/>
                    <a:gd name="connsiteY1" fmla="*/ 64052 h 64246"/>
                    <a:gd name="connsiteX2" fmla="*/ 41173 w 41177"/>
                    <a:gd name="connsiteY2" fmla="*/ 47897 h 64246"/>
                    <a:gd name="connsiteX3" fmla="*/ 40447 w 41177"/>
                    <a:gd name="connsiteY3" fmla="*/ 15446 h 64246"/>
                    <a:gd name="connsiteX4" fmla="*/ 24291 w 41177"/>
                    <a:gd name="connsiteY4" fmla="*/ 4 h 64246"/>
                    <a:gd name="connsiteX5" fmla="*/ 15443 w 41177"/>
                    <a:gd name="connsiteY5" fmla="*/ 211 h 64246"/>
                    <a:gd name="connsiteX6" fmla="*/ 4 w 41177"/>
                    <a:gd name="connsiteY6" fmla="*/ 16349 h 64246"/>
                    <a:gd name="connsiteX7" fmla="*/ 730 w 41177"/>
                    <a:gd name="connsiteY7" fmla="*/ 48801 h 64246"/>
                    <a:gd name="connsiteX8" fmla="*/ 16886 w 41177"/>
                    <a:gd name="connsiteY8" fmla="*/ 64242 h 642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1177" h="64246">
                      <a:moveTo>
                        <a:pt x="16886" y="64242"/>
                      </a:moveTo>
                      <a:lnTo>
                        <a:pt x="25734" y="64052"/>
                      </a:lnTo>
                      <a:cubicBezTo>
                        <a:pt x="34420" y="63846"/>
                        <a:pt x="41367" y="56585"/>
                        <a:pt x="41173" y="47897"/>
                      </a:cubicBezTo>
                      <a:lnTo>
                        <a:pt x="40447" y="15446"/>
                      </a:lnTo>
                      <a:cubicBezTo>
                        <a:pt x="40252" y="6758"/>
                        <a:pt x="32984" y="-202"/>
                        <a:pt x="24291" y="4"/>
                      </a:cubicBezTo>
                      <a:lnTo>
                        <a:pt x="15443" y="211"/>
                      </a:lnTo>
                      <a:cubicBezTo>
                        <a:pt x="6757" y="401"/>
                        <a:pt x="-189" y="7678"/>
                        <a:pt x="4" y="16349"/>
                      </a:cubicBezTo>
                      <a:lnTo>
                        <a:pt x="730" y="48801"/>
                      </a:lnTo>
                      <a:cubicBezTo>
                        <a:pt x="923" y="57489"/>
                        <a:pt x="8194" y="64448"/>
                        <a:pt x="16886" y="6424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897" name="Graphic 21">
                  <a:extLst>
                    <a:ext uri="{FF2B5EF4-FFF2-40B4-BE49-F238E27FC236}">
                      <a16:creationId xmlns:a16="http://schemas.microsoft.com/office/drawing/2014/main" id="{236D1EA5-F335-5118-C2D9-8EC0BF254AF3}"/>
                    </a:ext>
                  </a:extLst>
                </p:cNvPr>
                <p:cNvGrpSpPr/>
                <p:nvPr/>
              </p:nvGrpSpPr>
              <p:grpSpPr>
                <a:xfrm>
                  <a:off x="806908" y="4326249"/>
                  <a:ext cx="61118" cy="52990"/>
                  <a:chOff x="806908" y="4326249"/>
                  <a:chExt cx="61118" cy="52990"/>
                </a:xfrm>
                <a:solidFill>
                  <a:srgbClr val="FFD786"/>
                </a:solidFill>
              </p:grpSpPr>
              <p:grpSp>
                <p:nvGrpSpPr>
                  <p:cNvPr id="1898" name="Graphic 21">
                    <a:extLst>
                      <a:ext uri="{FF2B5EF4-FFF2-40B4-BE49-F238E27FC236}">
                        <a16:creationId xmlns:a16="http://schemas.microsoft.com/office/drawing/2014/main" id="{1B2B7C02-A648-5919-F099-B719971B3C80}"/>
                      </a:ext>
                    </a:extLst>
                  </p:cNvPr>
                  <p:cNvGrpSpPr/>
                  <p:nvPr/>
                </p:nvGrpSpPr>
                <p:grpSpPr>
                  <a:xfrm>
                    <a:off x="825848" y="4331003"/>
                    <a:ext cx="42178" cy="48236"/>
                    <a:chOff x="825848" y="4331003"/>
                    <a:chExt cx="42178" cy="48236"/>
                  </a:xfrm>
                  <a:solidFill>
                    <a:srgbClr val="FFD786"/>
                  </a:solidFill>
                </p:grpSpPr>
                <p:sp>
                  <p:nvSpPr>
                    <p:cNvPr id="1899" name="Freeform: Shape 1898">
                      <a:extLst>
                        <a:ext uri="{FF2B5EF4-FFF2-40B4-BE49-F238E27FC236}">
                          <a16:creationId xmlns:a16="http://schemas.microsoft.com/office/drawing/2014/main" id="{A1C1A3D4-645C-2CA6-EBC3-007B8C71F7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414" y="4364733"/>
                      <a:ext cx="1584" cy="1584"/>
                    </a:xfrm>
                    <a:custGeom>
                      <a:avLst/>
                      <a:gdLst>
                        <a:gd name="connsiteX0" fmla="*/ 1055 w 1584"/>
                        <a:gd name="connsiteY0" fmla="*/ 1542 h 1584"/>
                        <a:gd name="connsiteX1" fmla="*/ 45 w 1584"/>
                        <a:gd name="connsiteY1" fmla="*/ 1050 h 1584"/>
                        <a:gd name="connsiteX2" fmla="*/ 529 w 1584"/>
                        <a:gd name="connsiteY2" fmla="*/ 51 h 1584"/>
                        <a:gd name="connsiteX3" fmla="*/ 1539 w 1584"/>
                        <a:gd name="connsiteY3" fmla="*/ 527 h 1584"/>
                        <a:gd name="connsiteX4" fmla="*/ 1055 w 1584"/>
                        <a:gd name="connsiteY4" fmla="*/ 1542 h 1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84">
                          <a:moveTo>
                            <a:pt x="1055" y="1542"/>
                          </a:moveTo>
                          <a:cubicBezTo>
                            <a:pt x="643" y="1684"/>
                            <a:pt x="191" y="1462"/>
                            <a:pt x="45" y="1050"/>
                          </a:cubicBezTo>
                          <a:cubicBezTo>
                            <a:pt x="-100" y="638"/>
                            <a:pt x="117" y="194"/>
                            <a:pt x="529" y="51"/>
                          </a:cubicBezTo>
                          <a:cubicBezTo>
                            <a:pt x="941" y="-107"/>
                            <a:pt x="1393" y="115"/>
                            <a:pt x="1539" y="527"/>
                          </a:cubicBezTo>
                          <a:cubicBezTo>
                            <a:pt x="1685" y="939"/>
                            <a:pt x="1467" y="1399"/>
                            <a:pt x="1055" y="1542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00" name="Freeform: Shape 1899">
                      <a:extLst>
                        <a:ext uri="{FF2B5EF4-FFF2-40B4-BE49-F238E27FC236}">
                          <a16:creationId xmlns:a16="http://schemas.microsoft.com/office/drawing/2014/main" id="{6D018C4C-9708-C6D5-C666-CB0585EFAD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0227" y="4360468"/>
                      <a:ext cx="1584" cy="1584"/>
                    </a:xfrm>
                    <a:custGeom>
                      <a:avLst/>
                      <a:gdLst>
                        <a:gd name="connsiteX0" fmla="*/ 1055 w 1584"/>
                        <a:gd name="connsiteY0" fmla="*/ 1542 h 1584"/>
                        <a:gd name="connsiteX1" fmla="*/ 45 w 1584"/>
                        <a:gd name="connsiteY1" fmla="*/ 1050 h 1584"/>
                        <a:gd name="connsiteX2" fmla="*/ 529 w 1584"/>
                        <a:gd name="connsiteY2" fmla="*/ 51 h 1584"/>
                        <a:gd name="connsiteX3" fmla="*/ 1539 w 1584"/>
                        <a:gd name="connsiteY3" fmla="*/ 527 h 1584"/>
                        <a:gd name="connsiteX4" fmla="*/ 1055 w 1584"/>
                        <a:gd name="connsiteY4" fmla="*/ 1542 h 1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84">
                          <a:moveTo>
                            <a:pt x="1055" y="1542"/>
                          </a:moveTo>
                          <a:cubicBezTo>
                            <a:pt x="643" y="1684"/>
                            <a:pt x="191" y="1462"/>
                            <a:pt x="45" y="1050"/>
                          </a:cubicBezTo>
                          <a:cubicBezTo>
                            <a:pt x="-100" y="638"/>
                            <a:pt x="117" y="194"/>
                            <a:pt x="529" y="51"/>
                          </a:cubicBezTo>
                          <a:cubicBezTo>
                            <a:pt x="941" y="-107"/>
                            <a:pt x="1393" y="115"/>
                            <a:pt x="1539" y="527"/>
                          </a:cubicBezTo>
                          <a:cubicBezTo>
                            <a:pt x="1685" y="939"/>
                            <a:pt x="1467" y="1399"/>
                            <a:pt x="1055" y="1542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01" name="Freeform: Shape 1900">
                      <a:extLst>
                        <a:ext uri="{FF2B5EF4-FFF2-40B4-BE49-F238E27FC236}">
                          <a16:creationId xmlns:a16="http://schemas.microsoft.com/office/drawing/2014/main" id="{7CBF11A1-D722-14D0-6566-0E867CC280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362" y="4362664"/>
                      <a:ext cx="1584" cy="1592"/>
                    </a:xfrm>
                    <a:custGeom>
                      <a:avLst/>
                      <a:gdLst>
                        <a:gd name="connsiteX0" fmla="*/ 1055 w 1584"/>
                        <a:gd name="connsiteY0" fmla="*/ 1549 h 1592"/>
                        <a:gd name="connsiteX1" fmla="*/ 45 w 1584"/>
                        <a:gd name="connsiteY1" fmla="*/ 1058 h 1592"/>
                        <a:gd name="connsiteX2" fmla="*/ 529 w 1584"/>
                        <a:gd name="connsiteY2" fmla="*/ 43 h 1592"/>
                        <a:gd name="connsiteX3" fmla="*/ 1539 w 1584"/>
                        <a:gd name="connsiteY3" fmla="*/ 535 h 1592"/>
                        <a:gd name="connsiteX4" fmla="*/ 1055 w 1584"/>
                        <a:gd name="connsiteY4" fmla="*/ 1549 h 15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92">
                          <a:moveTo>
                            <a:pt x="1055" y="1549"/>
                          </a:moveTo>
                          <a:cubicBezTo>
                            <a:pt x="643" y="1692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202"/>
                            <a:pt x="529" y="43"/>
                          </a:cubicBezTo>
                          <a:cubicBezTo>
                            <a:pt x="941" y="-99"/>
                            <a:pt x="1393" y="123"/>
                            <a:pt x="1539" y="535"/>
                          </a:cubicBezTo>
                          <a:cubicBezTo>
                            <a:pt x="1685" y="947"/>
                            <a:pt x="1467" y="1407"/>
                            <a:pt x="1055" y="1549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02" name="Freeform: Shape 1901">
                      <a:extLst>
                        <a:ext uri="{FF2B5EF4-FFF2-40B4-BE49-F238E27FC236}">
                          <a16:creationId xmlns:a16="http://schemas.microsoft.com/office/drawing/2014/main" id="{85CCFD4A-1984-F401-83B6-A075F99449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4628" y="4362886"/>
                      <a:ext cx="1583" cy="1592"/>
                    </a:xfrm>
                    <a:custGeom>
                      <a:avLst/>
                      <a:gdLst>
                        <a:gd name="connsiteX0" fmla="*/ 1055 w 1583"/>
                        <a:gd name="connsiteY0" fmla="*/ 1549 h 1592"/>
                        <a:gd name="connsiteX1" fmla="*/ 45 w 1583"/>
                        <a:gd name="connsiteY1" fmla="*/ 1058 h 1592"/>
                        <a:gd name="connsiteX2" fmla="*/ 529 w 1583"/>
                        <a:gd name="connsiteY2" fmla="*/ 43 h 1592"/>
                        <a:gd name="connsiteX3" fmla="*/ 1539 w 1583"/>
                        <a:gd name="connsiteY3" fmla="*/ 535 h 1592"/>
                        <a:gd name="connsiteX4" fmla="*/ 1055 w 1583"/>
                        <a:gd name="connsiteY4" fmla="*/ 1549 h 15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92">
                          <a:moveTo>
                            <a:pt x="1055" y="1549"/>
                          </a:moveTo>
                          <a:cubicBezTo>
                            <a:pt x="643" y="1692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202"/>
                            <a:pt x="529" y="43"/>
                          </a:cubicBezTo>
                          <a:cubicBezTo>
                            <a:pt x="941" y="-99"/>
                            <a:pt x="1393" y="123"/>
                            <a:pt x="1539" y="535"/>
                          </a:cubicBezTo>
                          <a:cubicBezTo>
                            <a:pt x="1683" y="947"/>
                            <a:pt x="1467" y="1407"/>
                            <a:pt x="1055" y="1549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03" name="Freeform: Shape 1902">
                      <a:extLst>
                        <a:ext uri="{FF2B5EF4-FFF2-40B4-BE49-F238E27FC236}">
                          <a16:creationId xmlns:a16="http://schemas.microsoft.com/office/drawing/2014/main" id="{9C5B9E86-DC2D-8287-2FB3-41636307B4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5462" y="4357734"/>
                      <a:ext cx="1583" cy="1592"/>
                    </a:xfrm>
                    <a:custGeom>
                      <a:avLst/>
                      <a:gdLst>
                        <a:gd name="connsiteX0" fmla="*/ 1055 w 1583"/>
                        <a:gd name="connsiteY0" fmla="*/ 1549 h 1592"/>
                        <a:gd name="connsiteX1" fmla="*/ 45 w 1583"/>
                        <a:gd name="connsiteY1" fmla="*/ 1058 h 1592"/>
                        <a:gd name="connsiteX2" fmla="*/ 529 w 1583"/>
                        <a:gd name="connsiteY2" fmla="*/ 43 h 1592"/>
                        <a:gd name="connsiteX3" fmla="*/ 1539 w 1583"/>
                        <a:gd name="connsiteY3" fmla="*/ 535 h 1592"/>
                        <a:gd name="connsiteX4" fmla="*/ 1055 w 1583"/>
                        <a:gd name="connsiteY4" fmla="*/ 1549 h 15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92">
                          <a:moveTo>
                            <a:pt x="1055" y="1549"/>
                          </a:moveTo>
                          <a:cubicBezTo>
                            <a:pt x="643" y="1692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202"/>
                            <a:pt x="529" y="43"/>
                          </a:cubicBezTo>
                          <a:cubicBezTo>
                            <a:pt x="941" y="-99"/>
                            <a:pt x="1393" y="123"/>
                            <a:pt x="1539" y="535"/>
                          </a:cubicBezTo>
                          <a:cubicBezTo>
                            <a:pt x="1683" y="947"/>
                            <a:pt x="1467" y="1391"/>
                            <a:pt x="1055" y="1549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04" name="Freeform: Shape 1903">
                      <a:extLst>
                        <a:ext uri="{FF2B5EF4-FFF2-40B4-BE49-F238E27FC236}">
                          <a16:creationId xmlns:a16="http://schemas.microsoft.com/office/drawing/2014/main" id="{C87A7D25-181B-A125-CE6C-002433DCB5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4092" y="4358265"/>
                      <a:ext cx="1583" cy="1584"/>
                    </a:xfrm>
                    <a:custGeom>
                      <a:avLst/>
                      <a:gdLst>
                        <a:gd name="connsiteX0" fmla="*/ 1055 w 1583"/>
                        <a:gd name="connsiteY0" fmla="*/ 1542 h 1584"/>
                        <a:gd name="connsiteX1" fmla="*/ 45 w 1583"/>
                        <a:gd name="connsiteY1" fmla="*/ 1050 h 1584"/>
                        <a:gd name="connsiteX2" fmla="*/ 529 w 1583"/>
                        <a:gd name="connsiteY2" fmla="*/ 51 h 1584"/>
                        <a:gd name="connsiteX3" fmla="*/ 1539 w 1583"/>
                        <a:gd name="connsiteY3" fmla="*/ 527 h 1584"/>
                        <a:gd name="connsiteX4" fmla="*/ 1055 w 1583"/>
                        <a:gd name="connsiteY4" fmla="*/ 1542 h 1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4">
                          <a:moveTo>
                            <a:pt x="1055" y="1542"/>
                          </a:moveTo>
                          <a:cubicBezTo>
                            <a:pt x="643" y="1684"/>
                            <a:pt x="191" y="1462"/>
                            <a:pt x="45" y="1050"/>
                          </a:cubicBezTo>
                          <a:cubicBezTo>
                            <a:pt x="-100" y="638"/>
                            <a:pt x="117" y="194"/>
                            <a:pt x="529" y="51"/>
                          </a:cubicBezTo>
                          <a:cubicBezTo>
                            <a:pt x="941" y="-107"/>
                            <a:pt x="1393" y="115"/>
                            <a:pt x="1539" y="527"/>
                          </a:cubicBezTo>
                          <a:cubicBezTo>
                            <a:pt x="1683" y="939"/>
                            <a:pt x="1467" y="1399"/>
                            <a:pt x="1055" y="1542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05" name="Freeform: Shape 1904">
                      <a:extLst>
                        <a:ext uri="{FF2B5EF4-FFF2-40B4-BE49-F238E27FC236}">
                          <a16:creationId xmlns:a16="http://schemas.microsoft.com/office/drawing/2014/main" id="{C102F354-2F91-9177-B863-554ABA9BD5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0062" y="4354436"/>
                      <a:ext cx="1583" cy="1584"/>
                    </a:xfrm>
                    <a:custGeom>
                      <a:avLst/>
                      <a:gdLst>
                        <a:gd name="connsiteX0" fmla="*/ 1055 w 1583"/>
                        <a:gd name="connsiteY0" fmla="*/ 1533 h 1584"/>
                        <a:gd name="connsiteX1" fmla="*/ 45 w 1583"/>
                        <a:gd name="connsiteY1" fmla="*/ 1058 h 1584"/>
                        <a:gd name="connsiteX2" fmla="*/ 529 w 1583"/>
                        <a:gd name="connsiteY2" fmla="*/ 43 h 1584"/>
                        <a:gd name="connsiteX3" fmla="*/ 1539 w 1583"/>
                        <a:gd name="connsiteY3" fmla="*/ 535 h 1584"/>
                        <a:gd name="connsiteX4" fmla="*/ 1055 w 1583"/>
                        <a:gd name="connsiteY4" fmla="*/ 1533 h 1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4">
                          <a:moveTo>
                            <a:pt x="1055" y="1533"/>
                          </a:moveTo>
                          <a:cubicBezTo>
                            <a:pt x="643" y="1692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186"/>
                            <a:pt x="529" y="43"/>
                          </a:cubicBezTo>
                          <a:cubicBezTo>
                            <a:pt x="941" y="-99"/>
                            <a:pt x="1393" y="122"/>
                            <a:pt x="1539" y="535"/>
                          </a:cubicBezTo>
                          <a:cubicBezTo>
                            <a:pt x="1683" y="947"/>
                            <a:pt x="1467" y="1391"/>
                            <a:pt x="1055" y="153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06" name="Freeform: Shape 1905">
                      <a:extLst>
                        <a:ext uri="{FF2B5EF4-FFF2-40B4-BE49-F238E27FC236}">
                          <a16:creationId xmlns:a16="http://schemas.microsoft.com/office/drawing/2014/main" id="{E54080D0-CC6D-C674-F49B-A2EEB1CE27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0853" y="4356006"/>
                      <a:ext cx="1584" cy="1584"/>
                    </a:xfrm>
                    <a:custGeom>
                      <a:avLst/>
                      <a:gdLst>
                        <a:gd name="connsiteX0" fmla="*/ 1055 w 1584"/>
                        <a:gd name="connsiteY0" fmla="*/ 1533 h 1584"/>
                        <a:gd name="connsiteX1" fmla="*/ 45 w 1584"/>
                        <a:gd name="connsiteY1" fmla="*/ 1058 h 1584"/>
                        <a:gd name="connsiteX2" fmla="*/ 529 w 1584"/>
                        <a:gd name="connsiteY2" fmla="*/ 43 h 1584"/>
                        <a:gd name="connsiteX3" fmla="*/ 1539 w 1584"/>
                        <a:gd name="connsiteY3" fmla="*/ 535 h 1584"/>
                        <a:gd name="connsiteX4" fmla="*/ 1055 w 1584"/>
                        <a:gd name="connsiteY4" fmla="*/ 1533 h 1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84">
                          <a:moveTo>
                            <a:pt x="1055" y="1533"/>
                          </a:moveTo>
                          <a:cubicBezTo>
                            <a:pt x="643" y="1692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186"/>
                            <a:pt x="529" y="43"/>
                          </a:cubicBezTo>
                          <a:cubicBezTo>
                            <a:pt x="941" y="-99"/>
                            <a:pt x="1393" y="123"/>
                            <a:pt x="1539" y="535"/>
                          </a:cubicBezTo>
                          <a:cubicBezTo>
                            <a:pt x="1685" y="947"/>
                            <a:pt x="1467" y="1391"/>
                            <a:pt x="1055" y="153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07" name="Freeform: Shape 1906">
                      <a:extLst>
                        <a:ext uri="{FF2B5EF4-FFF2-40B4-BE49-F238E27FC236}">
                          <a16:creationId xmlns:a16="http://schemas.microsoft.com/office/drawing/2014/main" id="{0032BFA2-A9AB-0468-3305-75C5D18D70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1666" y="4351741"/>
                      <a:ext cx="1583" cy="1578"/>
                    </a:xfrm>
                    <a:custGeom>
                      <a:avLst/>
                      <a:gdLst>
                        <a:gd name="connsiteX0" fmla="*/ 1055 w 1583"/>
                        <a:gd name="connsiteY0" fmla="*/ 1534 h 1578"/>
                        <a:gd name="connsiteX1" fmla="*/ 45 w 1583"/>
                        <a:gd name="connsiteY1" fmla="*/ 1058 h 1578"/>
                        <a:gd name="connsiteX2" fmla="*/ 529 w 1583"/>
                        <a:gd name="connsiteY2" fmla="*/ 43 h 1578"/>
                        <a:gd name="connsiteX3" fmla="*/ 1539 w 1583"/>
                        <a:gd name="connsiteY3" fmla="*/ 535 h 1578"/>
                        <a:gd name="connsiteX4" fmla="*/ 1055 w 1583"/>
                        <a:gd name="connsiteY4" fmla="*/ 1534 h 15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78">
                          <a:moveTo>
                            <a:pt x="1055" y="1534"/>
                          </a:moveTo>
                          <a:cubicBezTo>
                            <a:pt x="643" y="1676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186"/>
                            <a:pt x="529" y="43"/>
                          </a:cubicBezTo>
                          <a:cubicBezTo>
                            <a:pt x="941" y="-99"/>
                            <a:pt x="1393" y="123"/>
                            <a:pt x="1539" y="535"/>
                          </a:cubicBezTo>
                          <a:cubicBezTo>
                            <a:pt x="1683" y="947"/>
                            <a:pt x="1467" y="1391"/>
                            <a:pt x="1055" y="1534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08" name="Freeform: Shape 1907">
                      <a:extLst>
                        <a:ext uri="{FF2B5EF4-FFF2-40B4-BE49-F238E27FC236}">
                          <a16:creationId xmlns:a16="http://schemas.microsoft.com/office/drawing/2014/main" id="{E6C9DCFA-815E-CBD3-85BE-26C7B3B90E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801" y="4353945"/>
                      <a:ext cx="1583" cy="1578"/>
                    </a:xfrm>
                    <a:custGeom>
                      <a:avLst/>
                      <a:gdLst>
                        <a:gd name="connsiteX0" fmla="*/ 1055 w 1583"/>
                        <a:gd name="connsiteY0" fmla="*/ 1534 h 1578"/>
                        <a:gd name="connsiteX1" fmla="*/ 45 w 1583"/>
                        <a:gd name="connsiteY1" fmla="*/ 1058 h 1578"/>
                        <a:gd name="connsiteX2" fmla="*/ 529 w 1583"/>
                        <a:gd name="connsiteY2" fmla="*/ 43 h 1578"/>
                        <a:gd name="connsiteX3" fmla="*/ 1539 w 1583"/>
                        <a:gd name="connsiteY3" fmla="*/ 535 h 1578"/>
                        <a:gd name="connsiteX4" fmla="*/ 1055 w 1583"/>
                        <a:gd name="connsiteY4" fmla="*/ 1534 h 15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78">
                          <a:moveTo>
                            <a:pt x="1055" y="1534"/>
                          </a:moveTo>
                          <a:cubicBezTo>
                            <a:pt x="643" y="1676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186"/>
                            <a:pt x="529" y="43"/>
                          </a:cubicBezTo>
                          <a:cubicBezTo>
                            <a:pt x="941" y="-99"/>
                            <a:pt x="1393" y="123"/>
                            <a:pt x="1539" y="535"/>
                          </a:cubicBezTo>
                          <a:cubicBezTo>
                            <a:pt x="1683" y="947"/>
                            <a:pt x="1467" y="1391"/>
                            <a:pt x="1055" y="1534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09" name="Freeform: Shape 1908">
                      <a:extLst>
                        <a:ext uri="{FF2B5EF4-FFF2-40B4-BE49-F238E27FC236}">
                          <a16:creationId xmlns:a16="http://schemas.microsoft.com/office/drawing/2014/main" id="{C89CB10E-7766-0A73-3FF0-ABEFAF8103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067" y="4354167"/>
                      <a:ext cx="1584" cy="1584"/>
                    </a:xfrm>
                    <a:custGeom>
                      <a:avLst/>
                      <a:gdLst>
                        <a:gd name="connsiteX0" fmla="*/ 1055 w 1584"/>
                        <a:gd name="connsiteY0" fmla="*/ 1534 h 1584"/>
                        <a:gd name="connsiteX1" fmla="*/ 45 w 1584"/>
                        <a:gd name="connsiteY1" fmla="*/ 1058 h 1584"/>
                        <a:gd name="connsiteX2" fmla="*/ 529 w 1584"/>
                        <a:gd name="connsiteY2" fmla="*/ 43 h 1584"/>
                        <a:gd name="connsiteX3" fmla="*/ 1539 w 1584"/>
                        <a:gd name="connsiteY3" fmla="*/ 535 h 1584"/>
                        <a:gd name="connsiteX4" fmla="*/ 1055 w 1584"/>
                        <a:gd name="connsiteY4" fmla="*/ 1534 h 1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84">
                          <a:moveTo>
                            <a:pt x="1055" y="1534"/>
                          </a:moveTo>
                          <a:cubicBezTo>
                            <a:pt x="643" y="1692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186"/>
                            <a:pt x="529" y="43"/>
                          </a:cubicBezTo>
                          <a:cubicBezTo>
                            <a:pt x="941" y="-99"/>
                            <a:pt x="1393" y="123"/>
                            <a:pt x="1539" y="535"/>
                          </a:cubicBezTo>
                          <a:cubicBezTo>
                            <a:pt x="1685" y="947"/>
                            <a:pt x="1467" y="1391"/>
                            <a:pt x="1055" y="1534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10" name="Freeform: Shape 1909">
                      <a:extLst>
                        <a:ext uri="{FF2B5EF4-FFF2-40B4-BE49-F238E27FC236}">
                          <a16:creationId xmlns:a16="http://schemas.microsoft.com/office/drawing/2014/main" id="{605D156A-1DAF-BB92-3D14-F36F988602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901" y="4349014"/>
                      <a:ext cx="1583" cy="1578"/>
                    </a:xfrm>
                    <a:custGeom>
                      <a:avLst/>
                      <a:gdLst>
                        <a:gd name="connsiteX0" fmla="*/ 1055 w 1583"/>
                        <a:gd name="connsiteY0" fmla="*/ 1534 h 1578"/>
                        <a:gd name="connsiteX1" fmla="*/ 45 w 1583"/>
                        <a:gd name="connsiteY1" fmla="*/ 1058 h 1578"/>
                        <a:gd name="connsiteX2" fmla="*/ 529 w 1583"/>
                        <a:gd name="connsiteY2" fmla="*/ 43 h 1578"/>
                        <a:gd name="connsiteX3" fmla="*/ 1539 w 1583"/>
                        <a:gd name="connsiteY3" fmla="*/ 535 h 1578"/>
                        <a:gd name="connsiteX4" fmla="*/ 1055 w 1583"/>
                        <a:gd name="connsiteY4" fmla="*/ 1534 h 15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78">
                          <a:moveTo>
                            <a:pt x="1055" y="1534"/>
                          </a:moveTo>
                          <a:cubicBezTo>
                            <a:pt x="643" y="1676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186"/>
                            <a:pt x="529" y="43"/>
                          </a:cubicBezTo>
                          <a:cubicBezTo>
                            <a:pt x="941" y="-99"/>
                            <a:pt x="1393" y="123"/>
                            <a:pt x="1539" y="535"/>
                          </a:cubicBezTo>
                          <a:cubicBezTo>
                            <a:pt x="1683" y="947"/>
                            <a:pt x="1467" y="1391"/>
                            <a:pt x="1055" y="1534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11" name="Freeform: Shape 1910">
                      <a:extLst>
                        <a:ext uri="{FF2B5EF4-FFF2-40B4-BE49-F238E27FC236}">
                          <a16:creationId xmlns:a16="http://schemas.microsoft.com/office/drawing/2014/main" id="{83D747A7-5104-5DF6-BD4F-9A5395F337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5531" y="4349538"/>
                      <a:ext cx="1583" cy="1578"/>
                    </a:xfrm>
                    <a:custGeom>
                      <a:avLst/>
                      <a:gdLst>
                        <a:gd name="connsiteX0" fmla="*/ 1055 w 1583"/>
                        <a:gd name="connsiteY0" fmla="*/ 1533 h 1578"/>
                        <a:gd name="connsiteX1" fmla="*/ 45 w 1583"/>
                        <a:gd name="connsiteY1" fmla="*/ 1058 h 1578"/>
                        <a:gd name="connsiteX2" fmla="*/ 529 w 1583"/>
                        <a:gd name="connsiteY2" fmla="*/ 43 h 1578"/>
                        <a:gd name="connsiteX3" fmla="*/ 1539 w 1583"/>
                        <a:gd name="connsiteY3" fmla="*/ 535 h 1578"/>
                        <a:gd name="connsiteX4" fmla="*/ 1055 w 1583"/>
                        <a:gd name="connsiteY4" fmla="*/ 1533 h 15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78">
                          <a:moveTo>
                            <a:pt x="1055" y="1533"/>
                          </a:moveTo>
                          <a:cubicBezTo>
                            <a:pt x="643" y="1676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186"/>
                            <a:pt x="529" y="43"/>
                          </a:cubicBezTo>
                          <a:cubicBezTo>
                            <a:pt x="941" y="-99"/>
                            <a:pt x="1393" y="122"/>
                            <a:pt x="1539" y="535"/>
                          </a:cubicBezTo>
                          <a:cubicBezTo>
                            <a:pt x="1683" y="947"/>
                            <a:pt x="1467" y="1391"/>
                            <a:pt x="1055" y="153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12" name="Freeform: Shape 1911">
                      <a:extLst>
                        <a:ext uri="{FF2B5EF4-FFF2-40B4-BE49-F238E27FC236}">
                          <a16:creationId xmlns:a16="http://schemas.microsoft.com/office/drawing/2014/main" id="{AF443916-A8C0-BE02-DC88-D6FBBFAFD6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1502" y="4345715"/>
                      <a:ext cx="1583" cy="1578"/>
                    </a:xfrm>
                    <a:custGeom>
                      <a:avLst/>
                      <a:gdLst>
                        <a:gd name="connsiteX0" fmla="*/ 1055 w 1583"/>
                        <a:gd name="connsiteY0" fmla="*/ 1535 h 1578"/>
                        <a:gd name="connsiteX1" fmla="*/ 45 w 1583"/>
                        <a:gd name="connsiteY1" fmla="*/ 1044 h 1578"/>
                        <a:gd name="connsiteX2" fmla="*/ 529 w 1583"/>
                        <a:gd name="connsiteY2" fmla="*/ 45 h 1578"/>
                        <a:gd name="connsiteX3" fmla="*/ 1539 w 1583"/>
                        <a:gd name="connsiteY3" fmla="*/ 521 h 1578"/>
                        <a:gd name="connsiteX4" fmla="*/ 1055 w 1583"/>
                        <a:gd name="connsiteY4" fmla="*/ 1535 h 15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78">
                          <a:moveTo>
                            <a:pt x="1055" y="1535"/>
                          </a:moveTo>
                          <a:cubicBezTo>
                            <a:pt x="643" y="1678"/>
                            <a:pt x="191" y="1456"/>
                            <a:pt x="45" y="1044"/>
                          </a:cubicBezTo>
                          <a:cubicBezTo>
                            <a:pt x="-100" y="632"/>
                            <a:pt x="117" y="188"/>
                            <a:pt x="529" y="45"/>
                          </a:cubicBezTo>
                          <a:cubicBezTo>
                            <a:pt x="941" y="-98"/>
                            <a:pt x="1393" y="109"/>
                            <a:pt x="1539" y="521"/>
                          </a:cubicBezTo>
                          <a:cubicBezTo>
                            <a:pt x="1683" y="933"/>
                            <a:pt x="1467" y="1393"/>
                            <a:pt x="1055" y="1535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13" name="Freeform: Shape 1912">
                      <a:extLst>
                        <a:ext uri="{FF2B5EF4-FFF2-40B4-BE49-F238E27FC236}">
                          <a16:creationId xmlns:a16="http://schemas.microsoft.com/office/drawing/2014/main" id="{5A6199A9-A6FF-00DE-64C6-EFE1B77B75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2886" y="4351977"/>
                      <a:ext cx="1583" cy="1580"/>
                    </a:xfrm>
                    <a:custGeom>
                      <a:avLst/>
                      <a:gdLst>
                        <a:gd name="connsiteX0" fmla="*/ 1055 w 1583"/>
                        <a:gd name="connsiteY0" fmla="*/ 1535 h 1580"/>
                        <a:gd name="connsiteX1" fmla="*/ 45 w 1583"/>
                        <a:gd name="connsiteY1" fmla="*/ 1060 h 1580"/>
                        <a:gd name="connsiteX2" fmla="*/ 529 w 1583"/>
                        <a:gd name="connsiteY2" fmla="*/ 45 h 1580"/>
                        <a:gd name="connsiteX3" fmla="*/ 1539 w 1583"/>
                        <a:gd name="connsiteY3" fmla="*/ 521 h 1580"/>
                        <a:gd name="connsiteX4" fmla="*/ 1055 w 1583"/>
                        <a:gd name="connsiteY4" fmla="*/ 1535 h 15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0">
                          <a:moveTo>
                            <a:pt x="1055" y="1535"/>
                          </a:moveTo>
                          <a:cubicBezTo>
                            <a:pt x="643" y="1678"/>
                            <a:pt x="191" y="1472"/>
                            <a:pt x="45" y="1060"/>
                          </a:cubicBezTo>
                          <a:cubicBezTo>
                            <a:pt x="-100" y="647"/>
                            <a:pt x="117" y="188"/>
                            <a:pt x="529" y="45"/>
                          </a:cubicBezTo>
                          <a:cubicBezTo>
                            <a:pt x="941" y="-98"/>
                            <a:pt x="1393" y="109"/>
                            <a:pt x="1539" y="521"/>
                          </a:cubicBezTo>
                          <a:cubicBezTo>
                            <a:pt x="1683" y="933"/>
                            <a:pt x="1467" y="1393"/>
                            <a:pt x="1055" y="1535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14" name="Freeform: Shape 1913">
                      <a:extLst>
                        <a:ext uri="{FF2B5EF4-FFF2-40B4-BE49-F238E27FC236}">
                          <a16:creationId xmlns:a16="http://schemas.microsoft.com/office/drawing/2014/main" id="{F01C559F-2733-4C00-DE28-620B70B498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699" y="4347713"/>
                      <a:ext cx="1583" cy="1580"/>
                    </a:xfrm>
                    <a:custGeom>
                      <a:avLst/>
                      <a:gdLst>
                        <a:gd name="connsiteX0" fmla="*/ 1055 w 1583"/>
                        <a:gd name="connsiteY0" fmla="*/ 1535 h 1580"/>
                        <a:gd name="connsiteX1" fmla="*/ 45 w 1583"/>
                        <a:gd name="connsiteY1" fmla="*/ 1060 h 1580"/>
                        <a:gd name="connsiteX2" fmla="*/ 529 w 1583"/>
                        <a:gd name="connsiteY2" fmla="*/ 45 h 1580"/>
                        <a:gd name="connsiteX3" fmla="*/ 1539 w 1583"/>
                        <a:gd name="connsiteY3" fmla="*/ 521 h 1580"/>
                        <a:gd name="connsiteX4" fmla="*/ 1055 w 1583"/>
                        <a:gd name="connsiteY4" fmla="*/ 1535 h 15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0">
                          <a:moveTo>
                            <a:pt x="1055" y="1535"/>
                          </a:moveTo>
                          <a:cubicBezTo>
                            <a:pt x="643" y="1678"/>
                            <a:pt x="191" y="1472"/>
                            <a:pt x="45" y="1060"/>
                          </a:cubicBezTo>
                          <a:cubicBezTo>
                            <a:pt x="-100" y="648"/>
                            <a:pt x="117" y="188"/>
                            <a:pt x="529" y="45"/>
                          </a:cubicBezTo>
                          <a:cubicBezTo>
                            <a:pt x="941" y="-98"/>
                            <a:pt x="1393" y="108"/>
                            <a:pt x="1539" y="521"/>
                          </a:cubicBezTo>
                          <a:cubicBezTo>
                            <a:pt x="1683" y="933"/>
                            <a:pt x="1467" y="1393"/>
                            <a:pt x="1055" y="1535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15" name="Freeform: Shape 1914">
                      <a:extLst>
                        <a:ext uri="{FF2B5EF4-FFF2-40B4-BE49-F238E27FC236}">
                          <a16:creationId xmlns:a16="http://schemas.microsoft.com/office/drawing/2014/main" id="{0B411DB6-EC9E-AD0D-8B97-AB51C6B641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834" y="4349910"/>
                      <a:ext cx="1583" cy="1584"/>
                    </a:xfrm>
                    <a:custGeom>
                      <a:avLst/>
                      <a:gdLst>
                        <a:gd name="connsiteX0" fmla="*/ 1055 w 1583"/>
                        <a:gd name="connsiteY0" fmla="*/ 1542 h 1584"/>
                        <a:gd name="connsiteX1" fmla="*/ 45 w 1583"/>
                        <a:gd name="connsiteY1" fmla="*/ 1050 h 1584"/>
                        <a:gd name="connsiteX2" fmla="*/ 529 w 1583"/>
                        <a:gd name="connsiteY2" fmla="*/ 51 h 1584"/>
                        <a:gd name="connsiteX3" fmla="*/ 1539 w 1583"/>
                        <a:gd name="connsiteY3" fmla="*/ 527 h 1584"/>
                        <a:gd name="connsiteX4" fmla="*/ 1055 w 1583"/>
                        <a:gd name="connsiteY4" fmla="*/ 1542 h 1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4">
                          <a:moveTo>
                            <a:pt x="1055" y="1542"/>
                          </a:moveTo>
                          <a:cubicBezTo>
                            <a:pt x="643" y="1684"/>
                            <a:pt x="191" y="1462"/>
                            <a:pt x="45" y="1050"/>
                          </a:cubicBezTo>
                          <a:cubicBezTo>
                            <a:pt x="-100" y="638"/>
                            <a:pt x="117" y="194"/>
                            <a:pt x="529" y="51"/>
                          </a:cubicBezTo>
                          <a:cubicBezTo>
                            <a:pt x="941" y="-107"/>
                            <a:pt x="1393" y="115"/>
                            <a:pt x="1539" y="527"/>
                          </a:cubicBezTo>
                          <a:cubicBezTo>
                            <a:pt x="1683" y="939"/>
                            <a:pt x="1467" y="1399"/>
                            <a:pt x="1055" y="1542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16" name="Freeform: Shape 1915">
                      <a:extLst>
                        <a:ext uri="{FF2B5EF4-FFF2-40B4-BE49-F238E27FC236}">
                          <a16:creationId xmlns:a16="http://schemas.microsoft.com/office/drawing/2014/main" id="{3344E52E-1BD5-9167-0E76-34011ACDDD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8100" y="4350138"/>
                      <a:ext cx="1582" cy="1578"/>
                    </a:xfrm>
                    <a:custGeom>
                      <a:avLst/>
                      <a:gdLst>
                        <a:gd name="connsiteX0" fmla="*/ 1055 w 1582"/>
                        <a:gd name="connsiteY0" fmla="*/ 1535 h 1578"/>
                        <a:gd name="connsiteX1" fmla="*/ 45 w 1582"/>
                        <a:gd name="connsiteY1" fmla="*/ 1044 h 1578"/>
                        <a:gd name="connsiteX2" fmla="*/ 527 w 1582"/>
                        <a:gd name="connsiteY2" fmla="*/ 45 h 1578"/>
                        <a:gd name="connsiteX3" fmla="*/ 1537 w 1582"/>
                        <a:gd name="connsiteY3" fmla="*/ 521 h 1578"/>
                        <a:gd name="connsiteX4" fmla="*/ 1055 w 1582"/>
                        <a:gd name="connsiteY4" fmla="*/ 1535 h 15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78">
                          <a:moveTo>
                            <a:pt x="1055" y="1535"/>
                          </a:moveTo>
                          <a:cubicBezTo>
                            <a:pt x="643" y="1678"/>
                            <a:pt x="191" y="1456"/>
                            <a:pt x="45" y="1044"/>
                          </a:cubicBezTo>
                          <a:cubicBezTo>
                            <a:pt x="-100" y="648"/>
                            <a:pt x="117" y="188"/>
                            <a:pt x="527" y="45"/>
                          </a:cubicBezTo>
                          <a:cubicBezTo>
                            <a:pt x="940" y="-98"/>
                            <a:pt x="1391" y="108"/>
                            <a:pt x="1537" y="521"/>
                          </a:cubicBezTo>
                          <a:cubicBezTo>
                            <a:pt x="1683" y="933"/>
                            <a:pt x="1467" y="1393"/>
                            <a:pt x="1055" y="1535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17" name="Freeform: Shape 1916">
                      <a:extLst>
                        <a:ext uri="{FF2B5EF4-FFF2-40B4-BE49-F238E27FC236}">
                          <a16:creationId xmlns:a16="http://schemas.microsoft.com/office/drawing/2014/main" id="{FF64AF98-AC33-CA0E-BE0E-47D7A43780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934" y="4344980"/>
                      <a:ext cx="1583" cy="1584"/>
                    </a:xfrm>
                    <a:custGeom>
                      <a:avLst/>
                      <a:gdLst>
                        <a:gd name="connsiteX0" fmla="*/ 1055 w 1583"/>
                        <a:gd name="connsiteY0" fmla="*/ 1542 h 1584"/>
                        <a:gd name="connsiteX1" fmla="*/ 45 w 1583"/>
                        <a:gd name="connsiteY1" fmla="*/ 1050 h 1584"/>
                        <a:gd name="connsiteX2" fmla="*/ 529 w 1583"/>
                        <a:gd name="connsiteY2" fmla="*/ 51 h 1584"/>
                        <a:gd name="connsiteX3" fmla="*/ 1539 w 1583"/>
                        <a:gd name="connsiteY3" fmla="*/ 527 h 1584"/>
                        <a:gd name="connsiteX4" fmla="*/ 1055 w 1583"/>
                        <a:gd name="connsiteY4" fmla="*/ 1542 h 1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4">
                          <a:moveTo>
                            <a:pt x="1055" y="1542"/>
                          </a:moveTo>
                          <a:cubicBezTo>
                            <a:pt x="643" y="1684"/>
                            <a:pt x="191" y="1462"/>
                            <a:pt x="45" y="1050"/>
                          </a:cubicBezTo>
                          <a:cubicBezTo>
                            <a:pt x="-100" y="638"/>
                            <a:pt x="117" y="194"/>
                            <a:pt x="529" y="51"/>
                          </a:cubicBezTo>
                          <a:cubicBezTo>
                            <a:pt x="941" y="-107"/>
                            <a:pt x="1393" y="115"/>
                            <a:pt x="1539" y="527"/>
                          </a:cubicBezTo>
                          <a:cubicBezTo>
                            <a:pt x="1683" y="939"/>
                            <a:pt x="1467" y="1399"/>
                            <a:pt x="1055" y="1542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18" name="Freeform: Shape 1917">
                      <a:extLst>
                        <a:ext uri="{FF2B5EF4-FFF2-40B4-BE49-F238E27FC236}">
                          <a16:creationId xmlns:a16="http://schemas.microsoft.com/office/drawing/2014/main" id="{6126F6DD-5308-5B9E-0642-10074D5577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4599" y="4341302"/>
                      <a:ext cx="1584" cy="1584"/>
                    </a:xfrm>
                    <a:custGeom>
                      <a:avLst/>
                      <a:gdLst>
                        <a:gd name="connsiteX0" fmla="*/ 1055 w 1584"/>
                        <a:gd name="connsiteY0" fmla="*/ 1542 h 1584"/>
                        <a:gd name="connsiteX1" fmla="*/ 46 w 1584"/>
                        <a:gd name="connsiteY1" fmla="*/ 1050 h 1584"/>
                        <a:gd name="connsiteX2" fmla="*/ 529 w 1584"/>
                        <a:gd name="connsiteY2" fmla="*/ 51 h 1584"/>
                        <a:gd name="connsiteX3" fmla="*/ 1539 w 1584"/>
                        <a:gd name="connsiteY3" fmla="*/ 527 h 1584"/>
                        <a:gd name="connsiteX4" fmla="*/ 1055 w 1584"/>
                        <a:gd name="connsiteY4" fmla="*/ 1542 h 1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84">
                          <a:moveTo>
                            <a:pt x="1055" y="1542"/>
                          </a:moveTo>
                          <a:cubicBezTo>
                            <a:pt x="643" y="1684"/>
                            <a:pt x="191" y="1462"/>
                            <a:pt x="46" y="1050"/>
                          </a:cubicBezTo>
                          <a:cubicBezTo>
                            <a:pt x="-100" y="638"/>
                            <a:pt x="115" y="194"/>
                            <a:pt x="529" y="51"/>
                          </a:cubicBezTo>
                          <a:cubicBezTo>
                            <a:pt x="941" y="-107"/>
                            <a:pt x="1393" y="115"/>
                            <a:pt x="1539" y="527"/>
                          </a:cubicBezTo>
                          <a:cubicBezTo>
                            <a:pt x="1685" y="939"/>
                            <a:pt x="1468" y="1399"/>
                            <a:pt x="1055" y="1542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19" name="Freeform: Shape 1918">
                      <a:extLst>
                        <a:ext uri="{FF2B5EF4-FFF2-40B4-BE49-F238E27FC236}">
                          <a16:creationId xmlns:a16="http://schemas.microsoft.com/office/drawing/2014/main" id="{59267207-2176-5F6A-7DEC-9AC90B1B80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438" y="4340390"/>
                      <a:ext cx="1583" cy="1584"/>
                    </a:xfrm>
                    <a:custGeom>
                      <a:avLst/>
                      <a:gdLst>
                        <a:gd name="connsiteX0" fmla="*/ 1055 w 1583"/>
                        <a:gd name="connsiteY0" fmla="*/ 1533 h 1584"/>
                        <a:gd name="connsiteX1" fmla="*/ 45 w 1583"/>
                        <a:gd name="connsiteY1" fmla="*/ 1058 h 1584"/>
                        <a:gd name="connsiteX2" fmla="*/ 527 w 1583"/>
                        <a:gd name="connsiteY2" fmla="*/ 43 h 1584"/>
                        <a:gd name="connsiteX3" fmla="*/ 1537 w 1583"/>
                        <a:gd name="connsiteY3" fmla="*/ 535 h 1584"/>
                        <a:gd name="connsiteX4" fmla="*/ 1055 w 1583"/>
                        <a:gd name="connsiteY4" fmla="*/ 1533 h 1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4">
                          <a:moveTo>
                            <a:pt x="1055" y="1533"/>
                          </a:moveTo>
                          <a:cubicBezTo>
                            <a:pt x="643" y="1692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186"/>
                            <a:pt x="527" y="43"/>
                          </a:cubicBezTo>
                          <a:cubicBezTo>
                            <a:pt x="940" y="-99"/>
                            <a:pt x="1391" y="122"/>
                            <a:pt x="1537" y="535"/>
                          </a:cubicBezTo>
                          <a:cubicBezTo>
                            <a:pt x="1685" y="947"/>
                            <a:pt x="1468" y="1391"/>
                            <a:pt x="1055" y="153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20" name="Freeform: Shape 1919">
                      <a:extLst>
                        <a:ext uri="{FF2B5EF4-FFF2-40B4-BE49-F238E27FC236}">
                          <a16:creationId xmlns:a16="http://schemas.microsoft.com/office/drawing/2014/main" id="{D4952B79-0E5C-7D39-6AE1-DEED07F36A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228" y="4362456"/>
                      <a:ext cx="1583" cy="1580"/>
                    </a:xfrm>
                    <a:custGeom>
                      <a:avLst/>
                      <a:gdLst>
                        <a:gd name="connsiteX0" fmla="*/ 1055 w 1583"/>
                        <a:gd name="connsiteY0" fmla="*/ 1535 h 1580"/>
                        <a:gd name="connsiteX1" fmla="*/ 45 w 1583"/>
                        <a:gd name="connsiteY1" fmla="*/ 1060 h 1580"/>
                        <a:gd name="connsiteX2" fmla="*/ 529 w 1583"/>
                        <a:gd name="connsiteY2" fmla="*/ 45 h 1580"/>
                        <a:gd name="connsiteX3" fmla="*/ 1539 w 1583"/>
                        <a:gd name="connsiteY3" fmla="*/ 536 h 1580"/>
                        <a:gd name="connsiteX4" fmla="*/ 1055 w 1583"/>
                        <a:gd name="connsiteY4" fmla="*/ 1535 h 15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0">
                          <a:moveTo>
                            <a:pt x="1055" y="1535"/>
                          </a:moveTo>
                          <a:cubicBezTo>
                            <a:pt x="643" y="1678"/>
                            <a:pt x="191" y="1472"/>
                            <a:pt x="45" y="1060"/>
                          </a:cubicBezTo>
                          <a:cubicBezTo>
                            <a:pt x="-100" y="647"/>
                            <a:pt x="117" y="188"/>
                            <a:pt x="529" y="45"/>
                          </a:cubicBezTo>
                          <a:cubicBezTo>
                            <a:pt x="941" y="-98"/>
                            <a:pt x="1393" y="108"/>
                            <a:pt x="1539" y="536"/>
                          </a:cubicBezTo>
                          <a:cubicBezTo>
                            <a:pt x="1683" y="949"/>
                            <a:pt x="1467" y="1393"/>
                            <a:pt x="1055" y="1535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21" name="Freeform: Shape 1920">
                      <a:extLst>
                        <a:ext uri="{FF2B5EF4-FFF2-40B4-BE49-F238E27FC236}">
                          <a16:creationId xmlns:a16="http://schemas.microsoft.com/office/drawing/2014/main" id="{23915CBA-2AA0-2416-3F7C-A70FCCA66A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2041" y="4358192"/>
                      <a:ext cx="1583" cy="1580"/>
                    </a:xfrm>
                    <a:custGeom>
                      <a:avLst/>
                      <a:gdLst>
                        <a:gd name="connsiteX0" fmla="*/ 1055 w 1583"/>
                        <a:gd name="connsiteY0" fmla="*/ 1535 h 1580"/>
                        <a:gd name="connsiteX1" fmla="*/ 45 w 1583"/>
                        <a:gd name="connsiteY1" fmla="*/ 1060 h 1580"/>
                        <a:gd name="connsiteX2" fmla="*/ 529 w 1583"/>
                        <a:gd name="connsiteY2" fmla="*/ 45 h 1580"/>
                        <a:gd name="connsiteX3" fmla="*/ 1539 w 1583"/>
                        <a:gd name="connsiteY3" fmla="*/ 521 h 1580"/>
                        <a:gd name="connsiteX4" fmla="*/ 1055 w 1583"/>
                        <a:gd name="connsiteY4" fmla="*/ 1535 h 15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0">
                          <a:moveTo>
                            <a:pt x="1055" y="1535"/>
                          </a:moveTo>
                          <a:cubicBezTo>
                            <a:pt x="643" y="1678"/>
                            <a:pt x="191" y="1472"/>
                            <a:pt x="45" y="1060"/>
                          </a:cubicBezTo>
                          <a:cubicBezTo>
                            <a:pt x="-100" y="647"/>
                            <a:pt x="117" y="188"/>
                            <a:pt x="529" y="45"/>
                          </a:cubicBezTo>
                          <a:cubicBezTo>
                            <a:pt x="941" y="-98"/>
                            <a:pt x="1393" y="109"/>
                            <a:pt x="1539" y="521"/>
                          </a:cubicBezTo>
                          <a:cubicBezTo>
                            <a:pt x="1683" y="933"/>
                            <a:pt x="1467" y="1393"/>
                            <a:pt x="1055" y="1535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22" name="Freeform: Shape 1921">
                      <a:extLst>
                        <a:ext uri="{FF2B5EF4-FFF2-40B4-BE49-F238E27FC236}">
                          <a16:creationId xmlns:a16="http://schemas.microsoft.com/office/drawing/2014/main" id="{FA54327F-41CB-659F-312F-531415ABE8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8176" y="4360395"/>
                      <a:ext cx="1584" cy="1580"/>
                    </a:xfrm>
                    <a:custGeom>
                      <a:avLst/>
                      <a:gdLst>
                        <a:gd name="connsiteX0" fmla="*/ 1055 w 1584"/>
                        <a:gd name="connsiteY0" fmla="*/ 1535 h 1580"/>
                        <a:gd name="connsiteX1" fmla="*/ 45 w 1584"/>
                        <a:gd name="connsiteY1" fmla="*/ 1060 h 1580"/>
                        <a:gd name="connsiteX2" fmla="*/ 529 w 1584"/>
                        <a:gd name="connsiteY2" fmla="*/ 45 h 1580"/>
                        <a:gd name="connsiteX3" fmla="*/ 1539 w 1584"/>
                        <a:gd name="connsiteY3" fmla="*/ 521 h 1580"/>
                        <a:gd name="connsiteX4" fmla="*/ 1055 w 1584"/>
                        <a:gd name="connsiteY4" fmla="*/ 1535 h 15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80">
                          <a:moveTo>
                            <a:pt x="1055" y="1535"/>
                          </a:moveTo>
                          <a:cubicBezTo>
                            <a:pt x="643" y="1678"/>
                            <a:pt x="191" y="1472"/>
                            <a:pt x="45" y="1060"/>
                          </a:cubicBezTo>
                          <a:cubicBezTo>
                            <a:pt x="-100" y="648"/>
                            <a:pt x="117" y="188"/>
                            <a:pt x="529" y="45"/>
                          </a:cubicBezTo>
                          <a:cubicBezTo>
                            <a:pt x="941" y="-98"/>
                            <a:pt x="1393" y="108"/>
                            <a:pt x="1539" y="521"/>
                          </a:cubicBezTo>
                          <a:cubicBezTo>
                            <a:pt x="1685" y="933"/>
                            <a:pt x="1467" y="1393"/>
                            <a:pt x="1055" y="1535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23" name="Freeform: Shape 1922">
                      <a:extLst>
                        <a:ext uri="{FF2B5EF4-FFF2-40B4-BE49-F238E27FC236}">
                          <a16:creationId xmlns:a16="http://schemas.microsoft.com/office/drawing/2014/main" id="{116D742C-9064-81AB-2B64-74FAF499C8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6442" y="4360617"/>
                      <a:ext cx="1584" cy="1580"/>
                    </a:xfrm>
                    <a:custGeom>
                      <a:avLst/>
                      <a:gdLst>
                        <a:gd name="connsiteX0" fmla="*/ 1055 w 1584"/>
                        <a:gd name="connsiteY0" fmla="*/ 1535 h 1580"/>
                        <a:gd name="connsiteX1" fmla="*/ 45 w 1584"/>
                        <a:gd name="connsiteY1" fmla="*/ 1060 h 1580"/>
                        <a:gd name="connsiteX2" fmla="*/ 529 w 1584"/>
                        <a:gd name="connsiteY2" fmla="*/ 45 h 1580"/>
                        <a:gd name="connsiteX3" fmla="*/ 1539 w 1584"/>
                        <a:gd name="connsiteY3" fmla="*/ 521 h 1580"/>
                        <a:gd name="connsiteX4" fmla="*/ 1055 w 1584"/>
                        <a:gd name="connsiteY4" fmla="*/ 1535 h 15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80">
                          <a:moveTo>
                            <a:pt x="1055" y="1535"/>
                          </a:moveTo>
                          <a:cubicBezTo>
                            <a:pt x="643" y="1678"/>
                            <a:pt x="191" y="1472"/>
                            <a:pt x="45" y="1060"/>
                          </a:cubicBezTo>
                          <a:cubicBezTo>
                            <a:pt x="-100" y="648"/>
                            <a:pt x="117" y="188"/>
                            <a:pt x="529" y="45"/>
                          </a:cubicBezTo>
                          <a:cubicBezTo>
                            <a:pt x="941" y="-98"/>
                            <a:pt x="1393" y="108"/>
                            <a:pt x="1539" y="521"/>
                          </a:cubicBezTo>
                          <a:cubicBezTo>
                            <a:pt x="1685" y="933"/>
                            <a:pt x="1467" y="1393"/>
                            <a:pt x="1055" y="1535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24" name="Freeform: Shape 1923">
                      <a:extLst>
                        <a:ext uri="{FF2B5EF4-FFF2-40B4-BE49-F238E27FC236}">
                          <a16:creationId xmlns:a16="http://schemas.microsoft.com/office/drawing/2014/main" id="{302C4BD3-0D04-28A4-8804-B9FCED4219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274" y="4355465"/>
                      <a:ext cx="1584" cy="1580"/>
                    </a:xfrm>
                    <a:custGeom>
                      <a:avLst/>
                      <a:gdLst>
                        <a:gd name="connsiteX0" fmla="*/ 1055 w 1584"/>
                        <a:gd name="connsiteY0" fmla="*/ 1535 h 1580"/>
                        <a:gd name="connsiteX1" fmla="*/ 45 w 1584"/>
                        <a:gd name="connsiteY1" fmla="*/ 1060 h 1580"/>
                        <a:gd name="connsiteX2" fmla="*/ 529 w 1584"/>
                        <a:gd name="connsiteY2" fmla="*/ 45 h 1580"/>
                        <a:gd name="connsiteX3" fmla="*/ 1539 w 1584"/>
                        <a:gd name="connsiteY3" fmla="*/ 521 h 1580"/>
                        <a:gd name="connsiteX4" fmla="*/ 1055 w 1584"/>
                        <a:gd name="connsiteY4" fmla="*/ 1535 h 15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80">
                          <a:moveTo>
                            <a:pt x="1055" y="1535"/>
                          </a:moveTo>
                          <a:cubicBezTo>
                            <a:pt x="643" y="1678"/>
                            <a:pt x="191" y="1472"/>
                            <a:pt x="45" y="1060"/>
                          </a:cubicBezTo>
                          <a:cubicBezTo>
                            <a:pt x="-100" y="648"/>
                            <a:pt x="117" y="188"/>
                            <a:pt x="529" y="45"/>
                          </a:cubicBezTo>
                          <a:cubicBezTo>
                            <a:pt x="941" y="-98"/>
                            <a:pt x="1393" y="108"/>
                            <a:pt x="1539" y="521"/>
                          </a:cubicBezTo>
                          <a:cubicBezTo>
                            <a:pt x="1685" y="933"/>
                            <a:pt x="1467" y="1393"/>
                            <a:pt x="1055" y="1535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25" name="Freeform: Shape 1924">
                      <a:extLst>
                        <a:ext uri="{FF2B5EF4-FFF2-40B4-BE49-F238E27FC236}">
                          <a16:creationId xmlns:a16="http://schemas.microsoft.com/office/drawing/2014/main" id="{8A84E0E7-1427-FDBD-F6EB-6FCA4222DE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932" y="4347110"/>
                      <a:ext cx="1583" cy="1578"/>
                    </a:xfrm>
                    <a:custGeom>
                      <a:avLst/>
                      <a:gdLst>
                        <a:gd name="connsiteX0" fmla="*/ 1055 w 1583"/>
                        <a:gd name="connsiteY0" fmla="*/ 1535 h 1578"/>
                        <a:gd name="connsiteX1" fmla="*/ 45 w 1583"/>
                        <a:gd name="connsiteY1" fmla="*/ 1044 h 1578"/>
                        <a:gd name="connsiteX2" fmla="*/ 529 w 1583"/>
                        <a:gd name="connsiteY2" fmla="*/ 45 h 1578"/>
                        <a:gd name="connsiteX3" fmla="*/ 1539 w 1583"/>
                        <a:gd name="connsiteY3" fmla="*/ 521 h 1578"/>
                        <a:gd name="connsiteX4" fmla="*/ 1055 w 1583"/>
                        <a:gd name="connsiteY4" fmla="*/ 1535 h 15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78">
                          <a:moveTo>
                            <a:pt x="1055" y="1535"/>
                          </a:moveTo>
                          <a:cubicBezTo>
                            <a:pt x="643" y="1678"/>
                            <a:pt x="191" y="1456"/>
                            <a:pt x="45" y="1044"/>
                          </a:cubicBezTo>
                          <a:cubicBezTo>
                            <a:pt x="-100" y="632"/>
                            <a:pt x="117" y="188"/>
                            <a:pt x="529" y="45"/>
                          </a:cubicBezTo>
                          <a:cubicBezTo>
                            <a:pt x="941" y="-98"/>
                            <a:pt x="1393" y="109"/>
                            <a:pt x="1539" y="521"/>
                          </a:cubicBezTo>
                          <a:cubicBezTo>
                            <a:pt x="1683" y="933"/>
                            <a:pt x="1467" y="1393"/>
                            <a:pt x="1055" y="1535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26" name="Freeform: Shape 1925">
                      <a:extLst>
                        <a:ext uri="{FF2B5EF4-FFF2-40B4-BE49-F238E27FC236}">
                          <a16:creationId xmlns:a16="http://schemas.microsoft.com/office/drawing/2014/main" id="{516645B6-5BDF-479D-2C2B-A76042D723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876" y="4352153"/>
                      <a:ext cx="1583" cy="1592"/>
                    </a:xfrm>
                    <a:custGeom>
                      <a:avLst/>
                      <a:gdLst>
                        <a:gd name="connsiteX0" fmla="*/ 1055 w 1583"/>
                        <a:gd name="connsiteY0" fmla="*/ 1549 h 1592"/>
                        <a:gd name="connsiteX1" fmla="*/ 45 w 1583"/>
                        <a:gd name="connsiteY1" fmla="*/ 1058 h 1592"/>
                        <a:gd name="connsiteX2" fmla="*/ 529 w 1583"/>
                        <a:gd name="connsiteY2" fmla="*/ 43 h 1592"/>
                        <a:gd name="connsiteX3" fmla="*/ 1539 w 1583"/>
                        <a:gd name="connsiteY3" fmla="*/ 535 h 1592"/>
                        <a:gd name="connsiteX4" fmla="*/ 1055 w 1583"/>
                        <a:gd name="connsiteY4" fmla="*/ 1549 h 15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92">
                          <a:moveTo>
                            <a:pt x="1055" y="1549"/>
                          </a:moveTo>
                          <a:cubicBezTo>
                            <a:pt x="643" y="1692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202"/>
                            <a:pt x="529" y="43"/>
                          </a:cubicBezTo>
                          <a:cubicBezTo>
                            <a:pt x="941" y="-99"/>
                            <a:pt x="1393" y="123"/>
                            <a:pt x="1539" y="535"/>
                          </a:cubicBezTo>
                          <a:cubicBezTo>
                            <a:pt x="1683" y="947"/>
                            <a:pt x="1467" y="1407"/>
                            <a:pt x="1055" y="1549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27" name="Freeform: Shape 1926">
                      <a:extLst>
                        <a:ext uri="{FF2B5EF4-FFF2-40B4-BE49-F238E27FC236}">
                          <a16:creationId xmlns:a16="http://schemas.microsoft.com/office/drawing/2014/main" id="{9C4E7806-25C4-9D1D-4C13-BB85AC6CDC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552" y="4367460"/>
                      <a:ext cx="1583" cy="1584"/>
                    </a:xfrm>
                    <a:custGeom>
                      <a:avLst/>
                      <a:gdLst>
                        <a:gd name="connsiteX0" fmla="*/ 1055 w 1583"/>
                        <a:gd name="connsiteY0" fmla="*/ 1542 h 1584"/>
                        <a:gd name="connsiteX1" fmla="*/ 45 w 1583"/>
                        <a:gd name="connsiteY1" fmla="*/ 1050 h 1584"/>
                        <a:gd name="connsiteX2" fmla="*/ 529 w 1583"/>
                        <a:gd name="connsiteY2" fmla="*/ 51 h 1584"/>
                        <a:gd name="connsiteX3" fmla="*/ 1539 w 1583"/>
                        <a:gd name="connsiteY3" fmla="*/ 527 h 1584"/>
                        <a:gd name="connsiteX4" fmla="*/ 1055 w 1583"/>
                        <a:gd name="connsiteY4" fmla="*/ 1542 h 1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4">
                          <a:moveTo>
                            <a:pt x="1055" y="1542"/>
                          </a:moveTo>
                          <a:cubicBezTo>
                            <a:pt x="643" y="1684"/>
                            <a:pt x="191" y="1462"/>
                            <a:pt x="45" y="1050"/>
                          </a:cubicBezTo>
                          <a:cubicBezTo>
                            <a:pt x="-100" y="638"/>
                            <a:pt x="117" y="194"/>
                            <a:pt x="529" y="51"/>
                          </a:cubicBezTo>
                          <a:cubicBezTo>
                            <a:pt x="941" y="-107"/>
                            <a:pt x="1393" y="115"/>
                            <a:pt x="1539" y="527"/>
                          </a:cubicBezTo>
                          <a:cubicBezTo>
                            <a:pt x="1683" y="939"/>
                            <a:pt x="1467" y="1383"/>
                            <a:pt x="1055" y="1542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28" name="Freeform: Shape 1927">
                      <a:extLst>
                        <a:ext uri="{FF2B5EF4-FFF2-40B4-BE49-F238E27FC236}">
                          <a16:creationId xmlns:a16="http://schemas.microsoft.com/office/drawing/2014/main" id="{0B48E822-58A9-2465-2E28-6E4E282D89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8364" y="4363187"/>
                      <a:ext cx="1584" cy="1584"/>
                    </a:xfrm>
                    <a:custGeom>
                      <a:avLst/>
                      <a:gdLst>
                        <a:gd name="connsiteX0" fmla="*/ 1055 w 1584"/>
                        <a:gd name="connsiteY0" fmla="*/ 1533 h 1584"/>
                        <a:gd name="connsiteX1" fmla="*/ 45 w 1584"/>
                        <a:gd name="connsiteY1" fmla="*/ 1058 h 1584"/>
                        <a:gd name="connsiteX2" fmla="*/ 529 w 1584"/>
                        <a:gd name="connsiteY2" fmla="*/ 43 h 1584"/>
                        <a:gd name="connsiteX3" fmla="*/ 1539 w 1584"/>
                        <a:gd name="connsiteY3" fmla="*/ 535 h 1584"/>
                        <a:gd name="connsiteX4" fmla="*/ 1055 w 1584"/>
                        <a:gd name="connsiteY4" fmla="*/ 1533 h 1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84">
                          <a:moveTo>
                            <a:pt x="1055" y="1533"/>
                          </a:moveTo>
                          <a:cubicBezTo>
                            <a:pt x="643" y="1692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202"/>
                            <a:pt x="529" y="43"/>
                          </a:cubicBezTo>
                          <a:cubicBezTo>
                            <a:pt x="941" y="-99"/>
                            <a:pt x="1393" y="122"/>
                            <a:pt x="1539" y="535"/>
                          </a:cubicBezTo>
                          <a:cubicBezTo>
                            <a:pt x="1685" y="947"/>
                            <a:pt x="1467" y="1391"/>
                            <a:pt x="1055" y="153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29" name="Freeform: Shape 1928">
                      <a:extLst>
                        <a:ext uri="{FF2B5EF4-FFF2-40B4-BE49-F238E27FC236}">
                          <a16:creationId xmlns:a16="http://schemas.microsoft.com/office/drawing/2014/main" id="{E64E829A-BD73-15BA-640D-2D888B453E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2061" y="4366879"/>
                      <a:ext cx="1583" cy="1580"/>
                    </a:xfrm>
                    <a:custGeom>
                      <a:avLst/>
                      <a:gdLst>
                        <a:gd name="connsiteX0" fmla="*/ 1055 w 1583"/>
                        <a:gd name="connsiteY0" fmla="*/ 1535 h 1580"/>
                        <a:gd name="connsiteX1" fmla="*/ 45 w 1583"/>
                        <a:gd name="connsiteY1" fmla="*/ 1060 h 1580"/>
                        <a:gd name="connsiteX2" fmla="*/ 529 w 1583"/>
                        <a:gd name="connsiteY2" fmla="*/ 45 h 1580"/>
                        <a:gd name="connsiteX3" fmla="*/ 1539 w 1583"/>
                        <a:gd name="connsiteY3" fmla="*/ 521 h 1580"/>
                        <a:gd name="connsiteX4" fmla="*/ 1055 w 1583"/>
                        <a:gd name="connsiteY4" fmla="*/ 1535 h 15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0">
                          <a:moveTo>
                            <a:pt x="1055" y="1535"/>
                          </a:moveTo>
                          <a:cubicBezTo>
                            <a:pt x="643" y="1678"/>
                            <a:pt x="191" y="1472"/>
                            <a:pt x="45" y="1060"/>
                          </a:cubicBezTo>
                          <a:cubicBezTo>
                            <a:pt x="-100" y="647"/>
                            <a:pt x="117" y="188"/>
                            <a:pt x="529" y="45"/>
                          </a:cubicBezTo>
                          <a:cubicBezTo>
                            <a:pt x="941" y="-98"/>
                            <a:pt x="1393" y="109"/>
                            <a:pt x="1539" y="521"/>
                          </a:cubicBezTo>
                          <a:cubicBezTo>
                            <a:pt x="1683" y="933"/>
                            <a:pt x="1467" y="1393"/>
                            <a:pt x="1055" y="1535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30" name="Freeform: Shape 1929">
                      <a:extLst>
                        <a:ext uri="{FF2B5EF4-FFF2-40B4-BE49-F238E27FC236}">
                          <a16:creationId xmlns:a16="http://schemas.microsoft.com/office/drawing/2014/main" id="{9B991B4D-AD58-F004-0E07-71D6F870CC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2765" y="4365613"/>
                      <a:ext cx="1584" cy="1592"/>
                    </a:xfrm>
                    <a:custGeom>
                      <a:avLst/>
                      <a:gdLst>
                        <a:gd name="connsiteX0" fmla="*/ 1055 w 1584"/>
                        <a:gd name="connsiteY0" fmla="*/ 1549 h 1592"/>
                        <a:gd name="connsiteX1" fmla="*/ 45 w 1584"/>
                        <a:gd name="connsiteY1" fmla="*/ 1058 h 1592"/>
                        <a:gd name="connsiteX2" fmla="*/ 529 w 1584"/>
                        <a:gd name="connsiteY2" fmla="*/ 43 h 1592"/>
                        <a:gd name="connsiteX3" fmla="*/ 1539 w 1584"/>
                        <a:gd name="connsiteY3" fmla="*/ 535 h 1592"/>
                        <a:gd name="connsiteX4" fmla="*/ 1055 w 1584"/>
                        <a:gd name="connsiteY4" fmla="*/ 1549 h 15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92">
                          <a:moveTo>
                            <a:pt x="1055" y="1549"/>
                          </a:moveTo>
                          <a:cubicBezTo>
                            <a:pt x="643" y="1692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202"/>
                            <a:pt x="529" y="43"/>
                          </a:cubicBezTo>
                          <a:cubicBezTo>
                            <a:pt x="941" y="-99"/>
                            <a:pt x="1393" y="123"/>
                            <a:pt x="1539" y="535"/>
                          </a:cubicBezTo>
                          <a:cubicBezTo>
                            <a:pt x="1685" y="947"/>
                            <a:pt x="1467" y="1391"/>
                            <a:pt x="1055" y="1549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31" name="Freeform: Shape 1930">
                      <a:extLst>
                        <a:ext uri="{FF2B5EF4-FFF2-40B4-BE49-F238E27FC236}">
                          <a16:creationId xmlns:a16="http://schemas.microsoft.com/office/drawing/2014/main" id="{44ECEF21-56F9-66A5-230C-BFFC60C108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3599" y="4360461"/>
                      <a:ext cx="1584" cy="1592"/>
                    </a:xfrm>
                    <a:custGeom>
                      <a:avLst/>
                      <a:gdLst>
                        <a:gd name="connsiteX0" fmla="*/ 1055 w 1584"/>
                        <a:gd name="connsiteY0" fmla="*/ 1549 h 1592"/>
                        <a:gd name="connsiteX1" fmla="*/ 45 w 1584"/>
                        <a:gd name="connsiteY1" fmla="*/ 1058 h 1592"/>
                        <a:gd name="connsiteX2" fmla="*/ 529 w 1584"/>
                        <a:gd name="connsiteY2" fmla="*/ 43 h 1592"/>
                        <a:gd name="connsiteX3" fmla="*/ 1539 w 1584"/>
                        <a:gd name="connsiteY3" fmla="*/ 535 h 1592"/>
                        <a:gd name="connsiteX4" fmla="*/ 1055 w 1584"/>
                        <a:gd name="connsiteY4" fmla="*/ 1549 h 15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92">
                          <a:moveTo>
                            <a:pt x="1055" y="1549"/>
                          </a:moveTo>
                          <a:cubicBezTo>
                            <a:pt x="643" y="1692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202"/>
                            <a:pt x="529" y="43"/>
                          </a:cubicBezTo>
                          <a:cubicBezTo>
                            <a:pt x="941" y="-99"/>
                            <a:pt x="1393" y="123"/>
                            <a:pt x="1539" y="535"/>
                          </a:cubicBezTo>
                          <a:cubicBezTo>
                            <a:pt x="1685" y="947"/>
                            <a:pt x="1467" y="1391"/>
                            <a:pt x="1055" y="1549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32" name="Freeform: Shape 1931">
                      <a:extLst>
                        <a:ext uri="{FF2B5EF4-FFF2-40B4-BE49-F238E27FC236}">
                          <a16:creationId xmlns:a16="http://schemas.microsoft.com/office/drawing/2014/main" id="{E93B7A6C-AFB6-50A9-FFCE-D2AFA26FA1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2229" y="4360984"/>
                      <a:ext cx="1583" cy="1584"/>
                    </a:xfrm>
                    <a:custGeom>
                      <a:avLst/>
                      <a:gdLst>
                        <a:gd name="connsiteX0" fmla="*/ 1055 w 1583"/>
                        <a:gd name="connsiteY0" fmla="*/ 1533 h 1584"/>
                        <a:gd name="connsiteX1" fmla="*/ 46 w 1583"/>
                        <a:gd name="connsiteY1" fmla="*/ 1058 h 1584"/>
                        <a:gd name="connsiteX2" fmla="*/ 529 w 1583"/>
                        <a:gd name="connsiteY2" fmla="*/ 43 h 1584"/>
                        <a:gd name="connsiteX3" fmla="*/ 1539 w 1583"/>
                        <a:gd name="connsiteY3" fmla="*/ 535 h 1584"/>
                        <a:gd name="connsiteX4" fmla="*/ 1055 w 1583"/>
                        <a:gd name="connsiteY4" fmla="*/ 1533 h 1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4">
                          <a:moveTo>
                            <a:pt x="1055" y="1533"/>
                          </a:moveTo>
                          <a:cubicBezTo>
                            <a:pt x="643" y="1692"/>
                            <a:pt x="191" y="1470"/>
                            <a:pt x="46" y="1058"/>
                          </a:cubicBezTo>
                          <a:cubicBezTo>
                            <a:pt x="-100" y="646"/>
                            <a:pt x="115" y="186"/>
                            <a:pt x="529" y="43"/>
                          </a:cubicBezTo>
                          <a:cubicBezTo>
                            <a:pt x="941" y="-99"/>
                            <a:pt x="1393" y="122"/>
                            <a:pt x="1539" y="535"/>
                          </a:cubicBezTo>
                          <a:cubicBezTo>
                            <a:pt x="1683" y="947"/>
                            <a:pt x="1468" y="1391"/>
                            <a:pt x="1055" y="153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33" name="Freeform: Shape 1932">
                      <a:extLst>
                        <a:ext uri="{FF2B5EF4-FFF2-40B4-BE49-F238E27FC236}">
                          <a16:creationId xmlns:a16="http://schemas.microsoft.com/office/drawing/2014/main" id="{FFECEA08-66CE-FF9F-4AA5-EA794557D7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8199" y="4357163"/>
                      <a:ext cx="1584" cy="1578"/>
                    </a:xfrm>
                    <a:custGeom>
                      <a:avLst/>
                      <a:gdLst>
                        <a:gd name="connsiteX0" fmla="*/ 1055 w 1584"/>
                        <a:gd name="connsiteY0" fmla="*/ 1534 h 1578"/>
                        <a:gd name="connsiteX1" fmla="*/ 45 w 1584"/>
                        <a:gd name="connsiteY1" fmla="*/ 1058 h 1578"/>
                        <a:gd name="connsiteX2" fmla="*/ 529 w 1584"/>
                        <a:gd name="connsiteY2" fmla="*/ 43 h 1578"/>
                        <a:gd name="connsiteX3" fmla="*/ 1539 w 1584"/>
                        <a:gd name="connsiteY3" fmla="*/ 535 h 1578"/>
                        <a:gd name="connsiteX4" fmla="*/ 1055 w 1584"/>
                        <a:gd name="connsiteY4" fmla="*/ 1534 h 15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78">
                          <a:moveTo>
                            <a:pt x="1055" y="1534"/>
                          </a:moveTo>
                          <a:cubicBezTo>
                            <a:pt x="643" y="1676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186"/>
                            <a:pt x="529" y="43"/>
                          </a:cubicBezTo>
                          <a:cubicBezTo>
                            <a:pt x="941" y="-99"/>
                            <a:pt x="1393" y="123"/>
                            <a:pt x="1539" y="535"/>
                          </a:cubicBezTo>
                          <a:cubicBezTo>
                            <a:pt x="1685" y="947"/>
                            <a:pt x="1467" y="1391"/>
                            <a:pt x="1055" y="1534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34" name="Freeform: Shape 1933">
                      <a:extLst>
                        <a:ext uri="{FF2B5EF4-FFF2-40B4-BE49-F238E27FC236}">
                          <a16:creationId xmlns:a16="http://schemas.microsoft.com/office/drawing/2014/main" id="{CBA0E00A-ED05-BEA3-7E33-511C78C94B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0303" y="4341294"/>
                      <a:ext cx="1584" cy="1592"/>
                    </a:xfrm>
                    <a:custGeom>
                      <a:avLst/>
                      <a:gdLst>
                        <a:gd name="connsiteX0" fmla="*/ 1055 w 1584"/>
                        <a:gd name="connsiteY0" fmla="*/ 1549 h 1592"/>
                        <a:gd name="connsiteX1" fmla="*/ 45 w 1584"/>
                        <a:gd name="connsiteY1" fmla="*/ 1058 h 1592"/>
                        <a:gd name="connsiteX2" fmla="*/ 529 w 1584"/>
                        <a:gd name="connsiteY2" fmla="*/ 43 h 1592"/>
                        <a:gd name="connsiteX3" fmla="*/ 1539 w 1584"/>
                        <a:gd name="connsiteY3" fmla="*/ 535 h 1592"/>
                        <a:gd name="connsiteX4" fmla="*/ 1055 w 1584"/>
                        <a:gd name="connsiteY4" fmla="*/ 1549 h 15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92">
                          <a:moveTo>
                            <a:pt x="1055" y="1549"/>
                          </a:moveTo>
                          <a:cubicBezTo>
                            <a:pt x="643" y="1692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202"/>
                            <a:pt x="529" y="43"/>
                          </a:cubicBezTo>
                          <a:cubicBezTo>
                            <a:pt x="941" y="-99"/>
                            <a:pt x="1393" y="123"/>
                            <a:pt x="1539" y="535"/>
                          </a:cubicBezTo>
                          <a:cubicBezTo>
                            <a:pt x="1685" y="947"/>
                            <a:pt x="1467" y="1391"/>
                            <a:pt x="1055" y="1549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35" name="Freeform: Shape 1934">
                      <a:extLst>
                        <a:ext uri="{FF2B5EF4-FFF2-40B4-BE49-F238E27FC236}">
                          <a16:creationId xmlns:a16="http://schemas.microsoft.com/office/drawing/2014/main" id="{012F1868-200E-D3F8-A86B-7EE38C3A4E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1116" y="4337029"/>
                      <a:ext cx="1583" cy="1584"/>
                    </a:xfrm>
                    <a:custGeom>
                      <a:avLst/>
                      <a:gdLst>
                        <a:gd name="connsiteX0" fmla="*/ 1055 w 1583"/>
                        <a:gd name="connsiteY0" fmla="*/ 1533 h 1584"/>
                        <a:gd name="connsiteX1" fmla="*/ 45 w 1583"/>
                        <a:gd name="connsiteY1" fmla="*/ 1058 h 1584"/>
                        <a:gd name="connsiteX2" fmla="*/ 529 w 1583"/>
                        <a:gd name="connsiteY2" fmla="*/ 43 h 1584"/>
                        <a:gd name="connsiteX3" fmla="*/ 1539 w 1583"/>
                        <a:gd name="connsiteY3" fmla="*/ 535 h 1584"/>
                        <a:gd name="connsiteX4" fmla="*/ 1055 w 1583"/>
                        <a:gd name="connsiteY4" fmla="*/ 1533 h 1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4">
                          <a:moveTo>
                            <a:pt x="1055" y="1533"/>
                          </a:moveTo>
                          <a:cubicBezTo>
                            <a:pt x="643" y="1692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202"/>
                            <a:pt x="529" y="43"/>
                          </a:cubicBezTo>
                          <a:cubicBezTo>
                            <a:pt x="941" y="-99"/>
                            <a:pt x="1393" y="122"/>
                            <a:pt x="1539" y="535"/>
                          </a:cubicBezTo>
                          <a:cubicBezTo>
                            <a:pt x="1683" y="947"/>
                            <a:pt x="1467" y="1391"/>
                            <a:pt x="1055" y="153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36" name="Freeform: Shape 1935">
                      <a:extLst>
                        <a:ext uri="{FF2B5EF4-FFF2-40B4-BE49-F238E27FC236}">
                          <a16:creationId xmlns:a16="http://schemas.microsoft.com/office/drawing/2014/main" id="{2A1FA2D6-2712-0484-EF73-9AF91E304A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251" y="4339233"/>
                      <a:ext cx="1584" cy="1584"/>
                    </a:xfrm>
                    <a:custGeom>
                      <a:avLst/>
                      <a:gdLst>
                        <a:gd name="connsiteX0" fmla="*/ 1055 w 1584"/>
                        <a:gd name="connsiteY0" fmla="*/ 1533 h 1584"/>
                        <a:gd name="connsiteX1" fmla="*/ 45 w 1584"/>
                        <a:gd name="connsiteY1" fmla="*/ 1058 h 1584"/>
                        <a:gd name="connsiteX2" fmla="*/ 529 w 1584"/>
                        <a:gd name="connsiteY2" fmla="*/ 43 h 1584"/>
                        <a:gd name="connsiteX3" fmla="*/ 1539 w 1584"/>
                        <a:gd name="connsiteY3" fmla="*/ 535 h 1584"/>
                        <a:gd name="connsiteX4" fmla="*/ 1055 w 1584"/>
                        <a:gd name="connsiteY4" fmla="*/ 1533 h 1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84">
                          <a:moveTo>
                            <a:pt x="1055" y="1533"/>
                          </a:moveTo>
                          <a:cubicBezTo>
                            <a:pt x="643" y="1692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202"/>
                            <a:pt x="529" y="43"/>
                          </a:cubicBezTo>
                          <a:cubicBezTo>
                            <a:pt x="941" y="-99"/>
                            <a:pt x="1393" y="122"/>
                            <a:pt x="1539" y="535"/>
                          </a:cubicBezTo>
                          <a:cubicBezTo>
                            <a:pt x="1685" y="947"/>
                            <a:pt x="1467" y="1391"/>
                            <a:pt x="1055" y="153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37" name="Freeform: Shape 1936">
                      <a:extLst>
                        <a:ext uri="{FF2B5EF4-FFF2-40B4-BE49-F238E27FC236}">
                          <a16:creationId xmlns:a16="http://schemas.microsoft.com/office/drawing/2014/main" id="{81F83504-FEA6-992C-0B12-F005904FF5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5113" y="4343593"/>
                      <a:ext cx="1583" cy="1592"/>
                    </a:xfrm>
                    <a:custGeom>
                      <a:avLst/>
                      <a:gdLst>
                        <a:gd name="connsiteX0" fmla="*/ 1055 w 1583"/>
                        <a:gd name="connsiteY0" fmla="*/ 1549 h 1592"/>
                        <a:gd name="connsiteX1" fmla="*/ 45 w 1583"/>
                        <a:gd name="connsiteY1" fmla="*/ 1058 h 1592"/>
                        <a:gd name="connsiteX2" fmla="*/ 529 w 1583"/>
                        <a:gd name="connsiteY2" fmla="*/ 43 h 1592"/>
                        <a:gd name="connsiteX3" fmla="*/ 1539 w 1583"/>
                        <a:gd name="connsiteY3" fmla="*/ 535 h 1592"/>
                        <a:gd name="connsiteX4" fmla="*/ 1055 w 1583"/>
                        <a:gd name="connsiteY4" fmla="*/ 1549 h 15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92">
                          <a:moveTo>
                            <a:pt x="1055" y="1549"/>
                          </a:moveTo>
                          <a:cubicBezTo>
                            <a:pt x="643" y="1692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202"/>
                            <a:pt x="529" y="43"/>
                          </a:cubicBezTo>
                          <a:cubicBezTo>
                            <a:pt x="941" y="-99"/>
                            <a:pt x="1393" y="122"/>
                            <a:pt x="1539" y="535"/>
                          </a:cubicBezTo>
                          <a:cubicBezTo>
                            <a:pt x="1683" y="947"/>
                            <a:pt x="1467" y="1391"/>
                            <a:pt x="1055" y="1549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38" name="Freeform: Shape 1937">
                      <a:extLst>
                        <a:ext uri="{FF2B5EF4-FFF2-40B4-BE49-F238E27FC236}">
                          <a16:creationId xmlns:a16="http://schemas.microsoft.com/office/drawing/2014/main" id="{0AADF9F3-8954-44E4-1414-D953152EFD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2952" y="4339915"/>
                      <a:ext cx="1583" cy="1578"/>
                    </a:xfrm>
                    <a:custGeom>
                      <a:avLst/>
                      <a:gdLst>
                        <a:gd name="connsiteX0" fmla="*/ 1055 w 1583"/>
                        <a:gd name="connsiteY0" fmla="*/ 1534 h 1578"/>
                        <a:gd name="connsiteX1" fmla="*/ 45 w 1583"/>
                        <a:gd name="connsiteY1" fmla="*/ 1058 h 1578"/>
                        <a:gd name="connsiteX2" fmla="*/ 529 w 1583"/>
                        <a:gd name="connsiteY2" fmla="*/ 43 h 1578"/>
                        <a:gd name="connsiteX3" fmla="*/ 1539 w 1583"/>
                        <a:gd name="connsiteY3" fmla="*/ 535 h 1578"/>
                        <a:gd name="connsiteX4" fmla="*/ 1055 w 1583"/>
                        <a:gd name="connsiteY4" fmla="*/ 1534 h 15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78">
                          <a:moveTo>
                            <a:pt x="1055" y="1534"/>
                          </a:moveTo>
                          <a:cubicBezTo>
                            <a:pt x="643" y="1676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186"/>
                            <a:pt x="529" y="43"/>
                          </a:cubicBezTo>
                          <a:cubicBezTo>
                            <a:pt x="941" y="-99"/>
                            <a:pt x="1393" y="123"/>
                            <a:pt x="1539" y="535"/>
                          </a:cubicBezTo>
                          <a:cubicBezTo>
                            <a:pt x="1683" y="947"/>
                            <a:pt x="1467" y="1391"/>
                            <a:pt x="1055" y="1534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39" name="Freeform: Shape 1938">
                      <a:extLst>
                        <a:ext uri="{FF2B5EF4-FFF2-40B4-BE49-F238E27FC236}">
                          <a16:creationId xmlns:a16="http://schemas.microsoft.com/office/drawing/2014/main" id="{44B24278-7E55-1ACA-6642-E47DEFDCAE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981" y="4334826"/>
                      <a:ext cx="1583" cy="1584"/>
                    </a:xfrm>
                    <a:custGeom>
                      <a:avLst/>
                      <a:gdLst>
                        <a:gd name="connsiteX0" fmla="*/ 1055 w 1583"/>
                        <a:gd name="connsiteY0" fmla="*/ 1533 h 1584"/>
                        <a:gd name="connsiteX1" fmla="*/ 45 w 1583"/>
                        <a:gd name="connsiteY1" fmla="*/ 1058 h 1584"/>
                        <a:gd name="connsiteX2" fmla="*/ 529 w 1583"/>
                        <a:gd name="connsiteY2" fmla="*/ 43 h 1584"/>
                        <a:gd name="connsiteX3" fmla="*/ 1539 w 1583"/>
                        <a:gd name="connsiteY3" fmla="*/ 535 h 1584"/>
                        <a:gd name="connsiteX4" fmla="*/ 1055 w 1583"/>
                        <a:gd name="connsiteY4" fmla="*/ 1533 h 1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4">
                          <a:moveTo>
                            <a:pt x="1055" y="1533"/>
                          </a:moveTo>
                          <a:cubicBezTo>
                            <a:pt x="643" y="1692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186"/>
                            <a:pt x="529" y="43"/>
                          </a:cubicBezTo>
                          <a:cubicBezTo>
                            <a:pt x="941" y="-99"/>
                            <a:pt x="1393" y="122"/>
                            <a:pt x="1539" y="535"/>
                          </a:cubicBezTo>
                          <a:cubicBezTo>
                            <a:pt x="1683" y="947"/>
                            <a:pt x="1467" y="1391"/>
                            <a:pt x="1055" y="153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40" name="Freeform: Shape 1939">
                      <a:extLst>
                        <a:ext uri="{FF2B5EF4-FFF2-40B4-BE49-F238E27FC236}">
                          <a16:creationId xmlns:a16="http://schemas.microsoft.com/office/drawing/2014/main" id="{8B539288-CD4F-ED43-2F58-4A9314E47E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0951" y="4331003"/>
                      <a:ext cx="1584" cy="1580"/>
                    </a:xfrm>
                    <a:custGeom>
                      <a:avLst/>
                      <a:gdLst>
                        <a:gd name="connsiteX0" fmla="*/ 1055 w 1584"/>
                        <a:gd name="connsiteY0" fmla="*/ 1535 h 1580"/>
                        <a:gd name="connsiteX1" fmla="*/ 45 w 1584"/>
                        <a:gd name="connsiteY1" fmla="*/ 1044 h 1580"/>
                        <a:gd name="connsiteX2" fmla="*/ 529 w 1584"/>
                        <a:gd name="connsiteY2" fmla="*/ 45 h 1580"/>
                        <a:gd name="connsiteX3" fmla="*/ 1539 w 1584"/>
                        <a:gd name="connsiteY3" fmla="*/ 521 h 1580"/>
                        <a:gd name="connsiteX4" fmla="*/ 1055 w 1584"/>
                        <a:gd name="connsiteY4" fmla="*/ 1535 h 15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80">
                          <a:moveTo>
                            <a:pt x="1055" y="1535"/>
                          </a:moveTo>
                          <a:cubicBezTo>
                            <a:pt x="643" y="1678"/>
                            <a:pt x="191" y="1472"/>
                            <a:pt x="45" y="1044"/>
                          </a:cubicBezTo>
                          <a:cubicBezTo>
                            <a:pt x="-100" y="632"/>
                            <a:pt x="117" y="188"/>
                            <a:pt x="529" y="45"/>
                          </a:cubicBezTo>
                          <a:cubicBezTo>
                            <a:pt x="941" y="-98"/>
                            <a:pt x="1393" y="109"/>
                            <a:pt x="1539" y="521"/>
                          </a:cubicBezTo>
                          <a:cubicBezTo>
                            <a:pt x="1685" y="933"/>
                            <a:pt x="1467" y="1393"/>
                            <a:pt x="1055" y="1535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41" name="Freeform: Shape 1940">
                      <a:extLst>
                        <a:ext uri="{FF2B5EF4-FFF2-40B4-BE49-F238E27FC236}">
                          <a16:creationId xmlns:a16="http://schemas.microsoft.com/office/drawing/2014/main" id="{0564C5AE-96CF-3598-8EA7-14999E6169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2855" y="4356529"/>
                      <a:ext cx="1584" cy="1578"/>
                    </a:xfrm>
                    <a:custGeom>
                      <a:avLst/>
                      <a:gdLst>
                        <a:gd name="connsiteX0" fmla="*/ 1055 w 1584"/>
                        <a:gd name="connsiteY0" fmla="*/ 1534 h 1578"/>
                        <a:gd name="connsiteX1" fmla="*/ 45 w 1584"/>
                        <a:gd name="connsiteY1" fmla="*/ 1058 h 1578"/>
                        <a:gd name="connsiteX2" fmla="*/ 529 w 1584"/>
                        <a:gd name="connsiteY2" fmla="*/ 43 h 1578"/>
                        <a:gd name="connsiteX3" fmla="*/ 1539 w 1584"/>
                        <a:gd name="connsiteY3" fmla="*/ 535 h 1578"/>
                        <a:gd name="connsiteX4" fmla="*/ 1055 w 1584"/>
                        <a:gd name="connsiteY4" fmla="*/ 1534 h 15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78">
                          <a:moveTo>
                            <a:pt x="1055" y="1534"/>
                          </a:moveTo>
                          <a:cubicBezTo>
                            <a:pt x="643" y="1676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186"/>
                            <a:pt x="529" y="43"/>
                          </a:cubicBezTo>
                          <a:cubicBezTo>
                            <a:pt x="941" y="-99"/>
                            <a:pt x="1393" y="123"/>
                            <a:pt x="1539" y="535"/>
                          </a:cubicBezTo>
                          <a:cubicBezTo>
                            <a:pt x="1685" y="947"/>
                            <a:pt x="1467" y="1391"/>
                            <a:pt x="1055" y="1534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42" name="Freeform: Shape 1941">
                      <a:extLst>
                        <a:ext uri="{FF2B5EF4-FFF2-40B4-BE49-F238E27FC236}">
                          <a16:creationId xmlns:a16="http://schemas.microsoft.com/office/drawing/2014/main" id="{ECE59584-3BDB-C120-F8A4-3CEABB40DF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9166" y="4350281"/>
                      <a:ext cx="1583" cy="1580"/>
                    </a:xfrm>
                    <a:custGeom>
                      <a:avLst/>
                      <a:gdLst>
                        <a:gd name="connsiteX0" fmla="*/ 1055 w 1583"/>
                        <a:gd name="connsiteY0" fmla="*/ 1535 h 1580"/>
                        <a:gd name="connsiteX1" fmla="*/ 45 w 1583"/>
                        <a:gd name="connsiteY1" fmla="*/ 1060 h 1580"/>
                        <a:gd name="connsiteX2" fmla="*/ 529 w 1583"/>
                        <a:gd name="connsiteY2" fmla="*/ 45 h 1580"/>
                        <a:gd name="connsiteX3" fmla="*/ 1539 w 1583"/>
                        <a:gd name="connsiteY3" fmla="*/ 521 h 1580"/>
                        <a:gd name="connsiteX4" fmla="*/ 1055 w 1583"/>
                        <a:gd name="connsiteY4" fmla="*/ 1535 h 15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0">
                          <a:moveTo>
                            <a:pt x="1055" y="1535"/>
                          </a:moveTo>
                          <a:cubicBezTo>
                            <a:pt x="643" y="1678"/>
                            <a:pt x="191" y="1472"/>
                            <a:pt x="45" y="1060"/>
                          </a:cubicBezTo>
                          <a:cubicBezTo>
                            <a:pt x="-100" y="647"/>
                            <a:pt x="117" y="188"/>
                            <a:pt x="529" y="45"/>
                          </a:cubicBezTo>
                          <a:cubicBezTo>
                            <a:pt x="941" y="-98"/>
                            <a:pt x="1393" y="109"/>
                            <a:pt x="1539" y="521"/>
                          </a:cubicBezTo>
                          <a:cubicBezTo>
                            <a:pt x="1683" y="933"/>
                            <a:pt x="1467" y="1393"/>
                            <a:pt x="1055" y="1535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43" name="Freeform: Shape 1942">
                      <a:extLst>
                        <a:ext uri="{FF2B5EF4-FFF2-40B4-BE49-F238E27FC236}">
                          <a16:creationId xmlns:a16="http://schemas.microsoft.com/office/drawing/2014/main" id="{26448417-D8AB-755C-9EC9-51FD24814F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5848" y="4343260"/>
                      <a:ext cx="1584" cy="1584"/>
                    </a:xfrm>
                    <a:custGeom>
                      <a:avLst/>
                      <a:gdLst>
                        <a:gd name="connsiteX0" fmla="*/ 1055 w 1584"/>
                        <a:gd name="connsiteY0" fmla="*/ 1534 h 1584"/>
                        <a:gd name="connsiteX1" fmla="*/ 45 w 1584"/>
                        <a:gd name="connsiteY1" fmla="*/ 1058 h 1584"/>
                        <a:gd name="connsiteX2" fmla="*/ 529 w 1584"/>
                        <a:gd name="connsiteY2" fmla="*/ 43 h 1584"/>
                        <a:gd name="connsiteX3" fmla="*/ 1539 w 1584"/>
                        <a:gd name="connsiteY3" fmla="*/ 535 h 1584"/>
                        <a:gd name="connsiteX4" fmla="*/ 1055 w 1584"/>
                        <a:gd name="connsiteY4" fmla="*/ 1534 h 1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84">
                          <a:moveTo>
                            <a:pt x="1055" y="1534"/>
                          </a:moveTo>
                          <a:cubicBezTo>
                            <a:pt x="643" y="1692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186"/>
                            <a:pt x="529" y="43"/>
                          </a:cubicBezTo>
                          <a:cubicBezTo>
                            <a:pt x="941" y="-99"/>
                            <a:pt x="1393" y="123"/>
                            <a:pt x="1539" y="535"/>
                          </a:cubicBezTo>
                          <a:cubicBezTo>
                            <a:pt x="1685" y="947"/>
                            <a:pt x="1467" y="1391"/>
                            <a:pt x="1055" y="1534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44" name="Freeform: Shape 1943">
                      <a:extLst>
                        <a:ext uri="{FF2B5EF4-FFF2-40B4-BE49-F238E27FC236}">
                          <a16:creationId xmlns:a16="http://schemas.microsoft.com/office/drawing/2014/main" id="{68CD4A42-E69A-8F19-B53F-767561038E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3565" y="4352707"/>
                      <a:ext cx="1584" cy="1580"/>
                    </a:xfrm>
                    <a:custGeom>
                      <a:avLst/>
                      <a:gdLst>
                        <a:gd name="connsiteX0" fmla="*/ 1055 w 1584"/>
                        <a:gd name="connsiteY0" fmla="*/ 1535 h 1580"/>
                        <a:gd name="connsiteX1" fmla="*/ 45 w 1584"/>
                        <a:gd name="connsiteY1" fmla="*/ 1060 h 1580"/>
                        <a:gd name="connsiteX2" fmla="*/ 529 w 1584"/>
                        <a:gd name="connsiteY2" fmla="*/ 45 h 1580"/>
                        <a:gd name="connsiteX3" fmla="*/ 1539 w 1584"/>
                        <a:gd name="connsiteY3" fmla="*/ 521 h 1580"/>
                        <a:gd name="connsiteX4" fmla="*/ 1055 w 1584"/>
                        <a:gd name="connsiteY4" fmla="*/ 1535 h 15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80">
                          <a:moveTo>
                            <a:pt x="1055" y="1535"/>
                          </a:moveTo>
                          <a:cubicBezTo>
                            <a:pt x="643" y="1678"/>
                            <a:pt x="191" y="1472"/>
                            <a:pt x="45" y="1060"/>
                          </a:cubicBezTo>
                          <a:cubicBezTo>
                            <a:pt x="-100" y="648"/>
                            <a:pt x="117" y="188"/>
                            <a:pt x="529" y="45"/>
                          </a:cubicBezTo>
                          <a:cubicBezTo>
                            <a:pt x="941" y="-98"/>
                            <a:pt x="1393" y="108"/>
                            <a:pt x="1539" y="521"/>
                          </a:cubicBezTo>
                          <a:cubicBezTo>
                            <a:pt x="1685" y="933"/>
                            <a:pt x="1469" y="1393"/>
                            <a:pt x="1055" y="1535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45" name="Freeform: Shape 1944">
                      <a:extLst>
                        <a:ext uri="{FF2B5EF4-FFF2-40B4-BE49-F238E27FC236}">
                          <a16:creationId xmlns:a16="http://schemas.microsoft.com/office/drawing/2014/main" id="{4892E4D6-966D-9097-4BCB-770EE096ED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6287" y="4355277"/>
                      <a:ext cx="1583" cy="1578"/>
                    </a:xfrm>
                    <a:custGeom>
                      <a:avLst/>
                      <a:gdLst>
                        <a:gd name="connsiteX0" fmla="*/ 1055 w 1583"/>
                        <a:gd name="connsiteY0" fmla="*/ 1533 h 1578"/>
                        <a:gd name="connsiteX1" fmla="*/ 45 w 1583"/>
                        <a:gd name="connsiteY1" fmla="*/ 1058 h 1578"/>
                        <a:gd name="connsiteX2" fmla="*/ 529 w 1583"/>
                        <a:gd name="connsiteY2" fmla="*/ 43 h 1578"/>
                        <a:gd name="connsiteX3" fmla="*/ 1539 w 1583"/>
                        <a:gd name="connsiteY3" fmla="*/ 535 h 1578"/>
                        <a:gd name="connsiteX4" fmla="*/ 1055 w 1583"/>
                        <a:gd name="connsiteY4" fmla="*/ 1533 h 15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78">
                          <a:moveTo>
                            <a:pt x="1055" y="1533"/>
                          </a:moveTo>
                          <a:cubicBezTo>
                            <a:pt x="643" y="1676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186"/>
                            <a:pt x="529" y="43"/>
                          </a:cubicBezTo>
                          <a:cubicBezTo>
                            <a:pt x="941" y="-99"/>
                            <a:pt x="1393" y="122"/>
                            <a:pt x="1539" y="535"/>
                          </a:cubicBezTo>
                          <a:cubicBezTo>
                            <a:pt x="1683" y="947"/>
                            <a:pt x="1467" y="1391"/>
                            <a:pt x="1055" y="153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46" name="Freeform: Shape 1945">
                      <a:extLst>
                        <a:ext uri="{FF2B5EF4-FFF2-40B4-BE49-F238E27FC236}">
                          <a16:creationId xmlns:a16="http://schemas.microsoft.com/office/drawing/2014/main" id="{A09D06B9-2309-39FC-8D7E-1B4042DDC5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3030" y="4348077"/>
                      <a:ext cx="1584" cy="1580"/>
                    </a:xfrm>
                    <a:custGeom>
                      <a:avLst/>
                      <a:gdLst>
                        <a:gd name="connsiteX0" fmla="*/ 1055 w 1584"/>
                        <a:gd name="connsiteY0" fmla="*/ 1535 h 1580"/>
                        <a:gd name="connsiteX1" fmla="*/ 45 w 1584"/>
                        <a:gd name="connsiteY1" fmla="*/ 1060 h 1580"/>
                        <a:gd name="connsiteX2" fmla="*/ 529 w 1584"/>
                        <a:gd name="connsiteY2" fmla="*/ 45 h 1580"/>
                        <a:gd name="connsiteX3" fmla="*/ 1539 w 1584"/>
                        <a:gd name="connsiteY3" fmla="*/ 521 h 1580"/>
                        <a:gd name="connsiteX4" fmla="*/ 1055 w 1584"/>
                        <a:gd name="connsiteY4" fmla="*/ 1535 h 15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80">
                          <a:moveTo>
                            <a:pt x="1055" y="1535"/>
                          </a:moveTo>
                          <a:cubicBezTo>
                            <a:pt x="643" y="1678"/>
                            <a:pt x="191" y="1472"/>
                            <a:pt x="45" y="1060"/>
                          </a:cubicBezTo>
                          <a:cubicBezTo>
                            <a:pt x="-100" y="647"/>
                            <a:pt x="117" y="188"/>
                            <a:pt x="529" y="45"/>
                          </a:cubicBezTo>
                          <a:cubicBezTo>
                            <a:pt x="941" y="-98"/>
                            <a:pt x="1393" y="109"/>
                            <a:pt x="1539" y="521"/>
                          </a:cubicBezTo>
                          <a:cubicBezTo>
                            <a:pt x="1685" y="933"/>
                            <a:pt x="1467" y="1393"/>
                            <a:pt x="1055" y="1535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47" name="Freeform: Shape 1946">
                      <a:extLst>
                        <a:ext uri="{FF2B5EF4-FFF2-40B4-BE49-F238E27FC236}">
                          <a16:creationId xmlns:a16="http://schemas.microsoft.com/office/drawing/2014/main" id="{728A7EE5-7213-B8DF-CE16-E1E9603F84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639" y="4344068"/>
                      <a:ext cx="1584" cy="1592"/>
                    </a:xfrm>
                    <a:custGeom>
                      <a:avLst/>
                      <a:gdLst>
                        <a:gd name="connsiteX0" fmla="*/ 1055 w 1584"/>
                        <a:gd name="connsiteY0" fmla="*/ 1549 h 1592"/>
                        <a:gd name="connsiteX1" fmla="*/ 45 w 1584"/>
                        <a:gd name="connsiteY1" fmla="*/ 1058 h 1592"/>
                        <a:gd name="connsiteX2" fmla="*/ 529 w 1584"/>
                        <a:gd name="connsiteY2" fmla="*/ 43 h 1592"/>
                        <a:gd name="connsiteX3" fmla="*/ 1539 w 1584"/>
                        <a:gd name="connsiteY3" fmla="*/ 535 h 1592"/>
                        <a:gd name="connsiteX4" fmla="*/ 1055 w 1584"/>
                        <a:gd name="connsiteY4" fmla="*/ 1549 h 15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92">
                          <a:moveTo>
                            <a:pt x="1055" y="1549"/>
                          </a:moveTo>
                          <a:cubicBezTo>
                            <a:pt x="643" y="1692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186"/>
                            <a:pt x="529" y="43"/>
                          </a:cubicBezTo>
                          <a:cubicBezTo>
                            <a:pt x="941" y="-99"/>
                            <a:pt x="1393" y="123"/>
                            <a:pt x="1539" y="535"/>
                          </a:cubicBezTo>
                          <a:cubicBezTo>
                            <a:pt x="1685" y="947"/>
                            <a:pt x="1469" y="1391"/>
                            <a:pt x="1055" y="1549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48" name="Freeform: Shape 1947">
                      <a:extLst>
                        <a:ext uri="{FF2B5EF4-FFF2-40B4-BE49-F238E27FC236}">
                          <a16:creationId xmlns:a16="http://schemas.microsoft.com/office/drawing/2014/main" id="{7A84C2F5-CCB6-5365-4C2A-FBC4607C99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311" y="4377660"/>
                      <a:ext cx="1584" cy="1580"/>
                    </a:xfrm>
                    <a:custGeom>
                      <a:avLst/>
                      <a:gdLst>
                        <a:gd name="connsiteX0" fmla="*/ 1055 w 1584"/>
                        <a:gd name="connsiteY0" fmla="*/ 1535 h 1580"/>
                        <a:gd name="connsiteX1" fmla="*/ 45 w 1584"/>
                        <a:gd name="connsiteY1" fmla="*/ 1060 h 1580"/>
                        <a:gd name="connsiteX2" fmla="*/ 529 w 1584"/>
                        <a:gd name="connsiteY2" fmla="*/ 45 h 1580"/>
                        <a:gd name="connsiteX3" fmla="*/ 1539 w 1584"/>
                        <a:gd name="connsiteY3" fmla="*/ 521 h 1580"/>
                        <a:gd name="connsiteX4" fmla="*/ 1055 w 1584"/>
                        <a:gd name="connsiteY4" fmla="*/ 1535 h 15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80">
                          <a:moveTo>
                            <a:pt x="1055" y="1535"/>
                          </a:moveTo>
                          <a:cubicBezTo>
                            <a:pt x="643" y="1678"/>
                            <a:pt x="191" y="1472"/>
                            <a:pt x="45" y="1060"/>
                          </a:cubicBezTo>
                          <a:cubicBezTo>
                            <a:pt x="-100" y="648"/>
                            <a:pt x="117" y="188"/>
                            <a:pt x="529" y="45"/>
                          </a:cubicBezTo>
                          <a:cubicBezTo>
                            <a:pt x="941" y="-98"/>
                            <a:pt x="1393" y="108"/>
                            <a:pt x="1539" y="521"/>
                          </a:cubicBezTo>
                          <a:cubicBezTo>
                            <a:pt x="1685" y="933"/>
                            <a:pt x="1467" y="1393"/>
                            <a:pt x="1055" y="1535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49" name="Freeform: Shape 1948">
                      <a:extLst>
                        <a:ext uri="{FF2B5EF4-FFF2-40B4-BE49-F238E27FC236}">
                          <a16:creationId xmlns:a16="http://schemas.microsoft.com/office/drawing/2014/main" id="{668DA35E-A0F7-10B3-B40F-077203B94D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76" y="4374427"/>
                      <a:ext cx="1583" cy="1578"/>
                    </a:xfrm>
                    <a:custGeom>
                      <a:avLst/>
                      <a:gdLst>
                        <a:gd name="connsiteX0" fmla="*/ 1055 w 1583"/>
                        <a:gd name="connsiteY0" fmla="*/ 1533 h 1578"/>
                        <a:gd name="connsiteX1" fmla="*/ 45 w 1583"/>
                        <a:gd name="connsiteY1" fmla="*/ 1058 h 1578"/>
                        <a:gd name="connsiteX2" fmla="*/ 529 w 1583"/>
                        <a:gd name="connsiteY2" fmla="*/ 43 h 1578"/>
                        <a:gd name="connsiteX3" fmla="*/ 1539 w 1583"/>
                        <a:gd name="connsiteY3" fmla="*/ 535 h 1578"/>
                        <a:gd name="connsiteX4" fmla="*/ 1055 w 1583"/>
                        <a:gd name="connsiteY4" fmla="*/ 1533 h 15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78">
                          <a:moveTo>
                            <a:pt x="1055" y="1533"/>
                          </a:moveTo>
                          <a:cubicBezTo>
                            <a:pt x="643" y="1676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186"/>
                            <a:pt x="529" y="43"/>
                          </a:cubicBezTo>
                          <a:cubicBezTo>
                            <a:pt x="941" y="-99"/>
                            <a:pt x="1393" y="123"/>
                            <a:pt x="1539" y="535"/>
                          </a:cubicBezTo>
                          <a:cubicBezTo>
                            <a:pt x="1683" y="931"/>
                            <a:pt x="1467" y="1391"/>
                            <a:pt x="1055" y="153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50" name="Freeform: Shape 1949">
                      <a:extLst>
                        <a:ext uri="{FF2B5EF4-FFF2-40B4-BE49-F238E27FC236}">
                          <a16:creationId xmlns:a16="http://schemas.microsoft.com/office/drawing/2014/main" id="{348ECC3D-5841-EE42-FCD2-D42C6DE9B5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2126" y="4370662"/>
                      <a:ext cx="1584" cy="1584"/>
                    </a:xfrm>
                    <a:custGeom>
                      <a:avLst/>
                      <a:gdLst>
                        <a:gd name="connsiteX0" fmla="*/ 1055 w 1584"/>
                        <a:gd name="connsiteY0" fmla="*/ 1542 h 1584"/>
                        <a:gd name="connsiteX1" fmla="*/ 45 w 1584"/>
                        <a:gd name="connsiteY1" fmla="*/ 1050 h 1584"/>
                        <a:gd name="connsiteX2" fmla="*/ 529 w 1584"/>
                        <a:gd name="connsiteY2" fmla="*/ 51 h 1584"/>
                        <a:gd name="connsiteX3" fmla="*/ 1539 w 1584"/>
                        <a:gd name="connsiteY3" fmla="*/ 527 h 1584"/>
                        <a:gd name="connsiteX4" fmla="*/ 1055 w 1584"/>
                        <a:gd name="connsiteY4" fmla="*/ 1542 h 1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84">
                          <a:moveTo>
                            <a:pt x="1055" y="1542"/>
                          </a:moveTo>
                          <a:cubicBezTo>
                            <a:pt x="643" y="1684"/>
                            <a:pt x="191" y="1462"/>
                            <a:pt x="45" y="1050"/>
                          </a:cubicBezTo>
                          <a:cubicBezTo>
                            <a:pt x="-100" y="638"/>
                            <a:pt x="117" y="194"/>
                            <a:pt x="529" y="51"/>
                          </a:cubicBezTo>
                          <a:cubicBezTo>
                            <a:pt x="941" y="-107"/>
                            <a:pt x="1393" y="115"/>
                            <a:pt x="1539" y="527"/>
                          </a:cubicBezTo>
                          <a:cubicBezTo>
                            <a:pt x="1685" y="939"/>
                            <a:pt x="1467" y="1399"/>
                            <a:pt x="1055" y="1542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51" name="Freeform: Shape 1950">
                      <a:extLst>
                        <a:ext uri="{FF2B5EF4-FFF2-40B4-BE49-F238E27FC236}">
                          <a16:creationId xmlns:a16="http://schemas.microsoft.com/office/drawing/2014/main" id="{A3D53B40-EB4B-6D34-52BB-8F2AF86985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402" y="4366245"/>
                      <a:ext cx="1583" cy="1580"/>
                    </a:xfrm>
                    <a:custGeom>
                      <a:avLst/>
                      <a:gdLst>
                        <a:gd name="connsiteX0" fmla="*/ 1055 w 1583"/>
                        <a:gd name="connsiteY0" fmla="*/ 1535 h 1580"/>
                        <a:gd name="connsiteX1" fmla="*/ 45 w 1583"/>
                        <a:gd name="connsiteY1" fmla="*/ 1060 h 1580"/>
                        <a:gd name="connsiteX2" fmla="*/ 529 w 1583"/>
                        <a:gd name="connsiteY2" fmla="*/ 45 h 1580"/>
                        <a:gd name="connsiteX3" fmla="*/ 1539 w 1583"/>
                        <a:gd name="connsiteY3" fmla="*/ 521 h 1580"/>
                        <a:gd name="connsiteX4" fmla="*/ 1055 w 1583"/>
                        <a:gd name="connsiteY4" fmla="*/ 1535 h 15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0">
                          <a:moveTo>
                            <a:pt x="1055" y="1535"/>
                          </a:moveTo>
                          <a:cubicBezTo>
                            <a:pt x="643" y="1678"/>
                            <a:pt x="191" y="1472"/>
                            <a:pt x="45" y="1060"/>
                          </a:cubicBezTo>
                          <a:cubicBezTo>
                            <a:pt x="-100" y="647"/>
                            <a:pt x="117" y="188"/>
                            <a:pt x="529" y="45"/>
                          </a:cubicBezTo>
                          <a:cubicBezTo>
                            <a:pt x="941" y="-98"/>
                            <a:pt x="1393" y="109"/>
                            <a:pt x="1539" y="521"/>
                          </a:cubicBezTo>
                          <a:cubicBezTo>
                            <a:pt x="1683" y="933"/>
                            <a:pt x="1467" y="1393"/>
                            <a:pt x="1055" y="1535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52" name="Freeform: Shape 1951">
                      <a:extLst>
                        <a:ext uri="{FF2B5EF4-FFF2-40B4-BE49-F238E27FC236}">
                          <a16:creationId xmlns:a16="http://schemas.microsoft.com/office/drawing/2014/main" id="{6E2C3952-45D8-2C9D-EE24-3552F4D259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710" y="4371699"/>
                      <a:ext cx="1583" cy="1580"/>
                    </a:xfrm>
                    <a:custGeom>
                      <a:avLst/>
                      <a:gdLst>
                        <a:gd name="connsiteX0" fmla="*/ 1055 w 1583"/>
                        <a:gd name="connsiteY0" fmla="*/ 1535 h 1580"/>
                        <a:gd name="connsiteX1" fmla="*/ 45 w 1583"/>
                        <a:gd name="connsiteY1" fmla="*/ 1060 h 1580"/>
                        <a:gd name="connsiteX2" fmla="*/ 529 w 1583"/>
                        <a:gd name="connsiteY2" fmla="*/ 45 h 1580"/>
                        <a:gd name="connsiteX3" fmla="*/ 1539 w 1583"/>
                        <a:gd name="connsiteY3" fmla="*/ 521 h 1580"/>
                        <a:gd name="connsiteX4" fmla="*/ 1055 w 1583"/>
                        <a:gd name="connsiteY4" fmla="*/ 1535 h 15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0">
                          <a:moveTo>
                            <a:pt x="1055" y="1535"/>
                          </a:moveTo>
                          <a:cubicBezTo>
                            <a:pt x="643" y="1678"/>
                            <a:pt x="191" y="1472"/>
                            <a:pt x="45" y="1060"/>
                          </a:cubicBezTo>
                          <a:cubicBezTo>
                            <a:pt x="-100" y="648"/>
                            <a:pt x="117" y="188"/>
                            <a:pt x="529" y="45"/>
                          </a:cubicBezTo>
                          <a:cubicBezTo>
                            <a:pt x="941" y="-98"/>
                            <a:pt x="1393" y="108"/>
                            <a:pt x="1539" y="521"/>
                          </a:cubicBezTo>
                          <a:cubicBezTo>
                            <a:pt x="1683" y="933"/>
                            <a:pt x="1467" y="1393"/>
                            <a:pt x="1055" y="1535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53" name="Freeform: Shape 1952">
                      <a:extLst>
                        <a:ext uri="{FF2B5EF4-FFF2-40B4-BE49-F238E27FC236}">
                          <a16:creationId xmlns:a16="http://schemas.microsoft.com/office/drawing/2014/main" id="{F2E2C1E1-5357-8F63-2746-DFADB86F1C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312" y="4371653"/>
                      <a:ext cx="1584" cy="1592"/>
                    </a:xfrm>
                    <a:custGeom>
                      <a:avLst/>
                      <a:gdLst>
                        <a:gd name="connsiteX0" fmla="*/ 1055 w 1584"/>
                        <a:gd name="connsiteY0" fmla="*/ 1549 h 1592"/>
                        <a:gd name="connsiteX1" fmla="*/ 45 w 1584"/>
                        <a:gd name="connsiteY1" fmla="*/ 1058 h 1592"/>
                        <a:gd name="connsiteX2" fmla="*/ 529 w 1584"/>
                        <a:gd name="connsiteY2" fmla="*/ 43 h 1592"/>
                        <a:gd name="connsiteX3" fmla="*/ 1539 w 1584"/>
                        <a:gd name="connsiteY3" fmla="*/ 535 h 1592"/>
                        <a:gd name="connsiteX4" fmla="*/ 1055 w 1584"/>
                        <a:gd name="connsiteY4" fmla="*/ 1549 h 15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4" h="1592">
                          <a:moveTo>
                            <a:pt x="1055" y="1549"/>
                          </a:moveTo>
                          <a:cubicBezTo>
                            <a:pt x="643" y="1692"/>
                            <a:pt x="191" y="1470"/>
                            <a:pt x="45" y="1058"/>
                          </a:cubicBezTo>
                          <a:cubicBezTo>
                            <a:pt x="-100" y="646"/>
                            <a:pt x="117" y="202"/>
                            <a:pt x="529" y="43"/>
                          </a:cubicBezTo>
                          <a:cubicBezTo>
                            <a:pt x="941" y="-99"/>
                            <a:pt x="1393" y="123"/>
                            <a:pt x="1539" y="535"/>
                          </a:cubicBezTo>
                          <a:cubicBezTo>
                            <a:pt x="1685" y="947"/>
                            <a:pt x="1467" y="1391"/>
                            <a:pt x="1055" y="1549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54" name="Freeform: Shape 1953">
                      <a:extLst>
                        <a:ext uri="{FF2B5EF4-FFF2-40B4-BE49-F238E27FC236}">
                          <a16:creationId xmlns:a16="http://schemas.microsoft.com/office/drawing/2014/main" id="{FB5E0DEA-218A-EA2F-CD1E-90FFEE1AAD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311" y="4368395"/>
                      <a:ext cx="1583" cy="1584"/>
                    </a:xfrm>
                    <a:custGeom>
                      <a:avLst/>
                      <a:gdLst>
                        <a:gd name="connsiteX0" fmla="*/ 1055 w 1583"/>
                        <a:gd name="connsiteY0" fmla="*/ 1542 h 1584"/>
                        <a:gd name="connsiteX1" fmla="*/ 45 w 1583"/>
                        <a:gd name="connsiteY1" fmla="*/ 1050 h 1584"/>
                        <a:gd name="connsiteX2" fmla="*/ 529 w 1583"/>
                        <a:gd name="connsiteY2" fmla="*/ 51 h 1584"/>
                        <a:gd name="connsiteX3" fmla="*/ 1539 w 1583"/>
                        <a:gd name="connsiteY3" fmla="*/ 527 h 1584"/>
                        <a:gd name="connsiteX4" fmla="*/ 1055 w 1583"/>
                        <a:gd name="connsiteY4" fmla="*/ 1542 h 1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4">
                          <a:moveTo>
                            <a:pt x="1055" y="1542"/>
                          </a:moveTo>
                          <a:cubicBezTo>
                            <a:pt x="643" y="1684"/>
                            <a:pt x="191" y="1462"/>
                            <a:pt x="45" y="1050"/>
                          </a:cubicBezTo>
                          <a:cubicBezTo>
                            <a:pt x="-100" y="638"/>
                            <a:pt x="117" y="194"/>
                            <a:pt x="529" y="51"/>
                          </a:cubicBezTo>
                          <a:cubicBezTo>
                            <a:pt x="941" y="-107"/>
                            <a:pt x="1393" y="115"/>
                            <a:pt x="1539" y="527"/>
                          </a:cubicBezTo>
                          <a:cubicBezTo>
                            <a:pt x="1683" y="939"/>
                            <a:pt x="1467" y="1399"/>
                            <a:pt x="1055" y="1542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955" name="Graphic 21">
                    <a:extLst>
                      <a:ext uri="{FF2B5EF4-FFF2-40B4-BE49-F238E27FC236}">
                        <a16:creationId xmlns:a16="http://schemas.microsoft.com/office/drawing/2014/main" id="{4043F3DD-F488-2B6F-32C9-61E95EF98C93}"/>
                      </a:ext>
                    </a:extLst>
                  </p:cNvPr>
                  <p:cNvGrpSpPr/>
                  <p:nvPr/>
                </p:nvGrpSpPr>
                <p:grpSpPr>
                  <a:xfrm>
                    <a:off x="806908" y="4326249"/>
                    <a:ext cx="46842" cy="38546"/>
                    <a:chOff x="806908" y="4326249"/>
                    <a:chExt cx="46842" cy="38546"/>
                  </a:xfrm>
                  <a:solidFill>
                    <a:srgbClr val="FFD786"/>
                  </a:solidFill>
                </p:grpSpPr>
                <p:sp>
                  <p:nvSpPr>
                    <p:cNvPr id="1956" name="Freeform: Shape 1955">
                      <a:extLst>
                        <a:ext uri="{FF2B5EF4-FFF2-40B4-BE49-F238E27FC236}">
                          <a16:creationId xmlns:a16="http://schemas.microsoft.com/office/drawing/2014/main" id="{6B35CE08-DC4A-3A87-FDFC-BC51787D80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649" y="4339835"/>
                      <a:ext cx="1583" cy="1583"/>
                    </a:xfrm>
                    <a:custGeom>
                      <a:avLst/>
                      <a:gdLst>
                        <a:gd name="connsiteX0" fmla="*/ 159 w 1583"/>
                        <a:gd name="connsiteY0" fmla="*/ 313 h 1583"/>
                        <a:gd name="connsiteX1" fmla="*/ 1267 w 1583"/>
                        <a:gd name="connsiteY1" fmla="*/ 154 h 1583"/>
                        <a:gd name="connsiteX2" fmla="*/ 1425 w 1583"/>
                        <a:gd name="connsiteY2" fmla="*/ 1264 h 1583"/>
                        <a:gd name="connsiteX3" fmla="*/ 317 w 1583"/>
                        <a:gd name="connsiteY3" fmla="*/ 1423 h 1583"/>
                        <a:gd name="connsiteX4" fmla="*/ 159 w 1583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3">
                          <a:moveTo>
                            <a:pt x="159" y="313"/>
                          </a:moveTo>
                          <a:cubicBezTo>
                            <a:pt x="420" y="-36"/>
                            <a:pt x="917" y="-99"/>
                            <a:pt x="1267" y="154"/>
                          </a:cubicBezTo>
                          <a:cubicBezTo>
                            <a:pt x="1617" y="424"/>
                            <a:pt x="1687" y="915"/>
                            <a:pt x="1425" y="1264"/>
                          </a:cubicBezTo>
                          <a:cubicBezTo>
                            <a:pt x="1162" y="1613"/>
                            <a:pt x="668" y="1692"/>
                            <a:pt x="317" y="1423"/>
                          </a:cubicBezTo>
                          <a:cubicBezTo>
                            <a:pt x="-33" y="1169"/>
                            <a:pt x="-104" y="662"/>
                            <a:pt x="159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57" name="Freeform: Shape 1956">
                      <a:extLst>
                        <a:ext uri="{FF2B5EF4-FFF2-40B4-BE49-F238E27FC236}">
                          <a16:creationId xmlns:a16="http://schemas.microsoft.com/office/drawing/2014/main" id="{7818C216-BE31-C2FD-C765-6005A5D003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338" y="4343839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20 h 1583"/>
                        <a:gd name="connsiteX1" fmla="*/ 1266 w 1582"/>
                        <a:gd name="connsiteY1" fmla="*/ 161 h 1583"/>
                        <a:gd name="connsiteX2" fmla="*/ 1424 w 1582"/>
                        <a:gd name="connsiteY2" fmla="*/ 1271 h 1583"/>
                        <a:gd name="connsiteX3" fmla="*/ 316 w 1582"/>
                        <a:gd name="connsiteY3" fmla="*/ 1429 h 1583"/>
                        <a:gd name="connsiteX4" fmla="*/ 158 w 1582"/>
                        <a:gd name="connsiteY4" fmla="*/ 320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20"/>
                          </a:moveTo>
                          <a:cubicBezTo>
                            <a:pt x="419" y="-29"/>
                            <a:pt x="915" y="-108"/>
                            <a:pt x="1266" y="161"/>
                          </a:cubicBezTo>
                          <a:cubicBezTo>
                            <a:pt x="1616" y="415"/>
                            <a:pt x="1686" y="922"/>
                            <a:pt x="1424" y="1271"/>
                          </a:cubicBezTo>
                          <a:cubicBezTo>
                            <a:pt x="1161" y="1620"/>
                            <a:pt x="667" y="1683"/>
                            <a:pt x="316" y="1429"/>
                          </a:cubicBezTo>
                          <a:cubicBezTo>
                            <a:pt x="-33" y="1160"/>
                            <a:pt x="-104" y="668"/>
                            <a:pt x="158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58" name="Freeform: Shape 1957">
                      <a:extLst>
                        <a:ext uri="{FF2B5EF4-FFF2-40B4-BE49-F238E27FC236}">
                          <a16:creationId xmlns:a16="http://schemas.microsoft.com/office/drawing/2014/main" id="{79ECD88D-1292-8502-68A7-5F874E8AE8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4332" y="4339860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20 h 1583"/>
                        <a:gd name="connsiteX1" fmla="*/ 1266 w 1582"/>
                        <a:gd name="connsiteY1" fmla="*/ 161 h 1583"/>
                        <a:gd name="connsiteX2" fmla="*/ 1425 w 1582"/>
                        <a:gd name="connsiteY2" fmla="*/ 1271 h 1583"/>
                        <a:gd name="connsiteX3" fmla="*/ 317 w 1582"/>
                        <a:gd name="connsiteY3" fmla="*/ 1429 h 1583"/>
                        <a:gd name="connsiteX4" fmla="*/ 158 w 1582"/>
                        <a:gd name="connsiteY4" fmla="*/ 320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20"/>
                          </a:moveTo>
                          <a:cubicBezTo>
                            <a:pt x="420" y="-29"/>
                            <a:pt x="916" y="-108"/>
                            <a:pt x="1266" y="161"/>
                          </a:cubicBezTo>
                          <a:cubicBezTo>
                            <a:pt x="1615" y="431"/>
                            <a:pt x="1686" y="922"/>
                            <a:pt x="1425" y="1271"/>
                          </a:cubicBezTo>
                          <a:cubicBezTo>
                            <a:pt x="1163" y="1620"/>
                            <a:pt x="667" y="1683"/>
                            <a:pt x="317" y="1429"/>
                          </a:cubicBezTo>
                          <a:cubicBezTo>
                            <a:pt x="-34" y="1160"/>
                            <a:pt x="-103" y="668"/>
                            <a:pt x="158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59" name="Freeform: Shape 1958">
                      <a:extLst>
                        <a:ext uri="{FF2B5EF4-FFF2-40B4-BE49-F238E27FC236}">
                          <a16:creationId xmlns:a16="http://schemas.microsoft.com/office/drawing/2014/main" id="{43E581DF-ADFD-58F0-9DC4-4A683C971B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7330" y="4344259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13 h 1583"/>
                        <a:gd name="connsiteX1" fmla="*/ 1266 w 1582"/>
                        <a:gd name="connsiteY1" fmla="*/ 154 h 1583"/>
                        <a:gd name="connsiteX2" fmla="*/ 1424 w 1582"/>
                        <a:gd name="connsiteY2" fmla="*/ 1264 h 1583"/>
                        <a:gd name="connsiteX3" fmla="*/ 316 w 1582"/>
                        <a:gd name="connsiteY3" fmla="*/ 1422 h 1583"/>
                        <a:gd name="connsiteX4" fmla="*/ 158 w 1582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13"/>
                          </a:moveTo>
                          <a:cubicBezTo>
                            <a:pt x="421" y="-36"/>
                            <a:pt x="915" y="-99"/>
                            <a:pt x="1266" y="154"/>
                          </a:cubicBezTo>
                          <a:cubicBezTo>
                            <a:pt x="1616" y="424"/>
                            <a:pt x="1686" y="915"/>
                            <a:pt x="1424" y="1264"/>
                          </a:cubicBezTo>
                          <a:cubicBezTo>
                            <a:pt x="1161" y="1613"/>
                            <a:pt x="667" y="1692"/>
                            <a:pt x="316" y="1422"/>
                          </a:cubicBezTo>
                          <a:cubicBezTo>
                            <a:pt x="-33" y="1169"/>
                            <a:pt x="-104" y="662"/>
                            <a:pt x="158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60" name="Freeform: Shape 1959">
                      <a:extLst>
                        <a:ext uri="{FF2B5EF4-FFF2-40B4-BE49-F238E27FC236}">
                          <a16:creationId xmlns:a16="http://schemas.microsoft.com/office/drawing/2014/main" id="{38555A62-452A-5DF6-BDAB-77D328F669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7817" y="4343466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13 h 1583"/>
                        <a:gd name="connsiteX1" fmla="*/ 1266 w 1582"/>
                        <a:gd name="connsiteY1" fmla="*/ 154 h 1583"/>
                        <a:gd name="connsiteX2" fmla="*/ 1425 w 1582"/>
                        <a:gd name="connsiteY2" fmla="*/ 1264 h 1583"/>
                        <a:gd name="connsiteX3" fmla="*/ 317 w 1582"/>
                        <a:gd name="connsiteY3" fmla="*/ 1422 h 1583"/>
                        <a:gd name="connsiteX4" fmla="*/ 158 w 1582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13"/>
                          </a:moveTo>
                          <a:cubicBezTo>
                            <a:pt x="420" y="-36"/>
                            <a:pt x="916" y="-99"/>
                            <a:pt x="1266" y="154"/>
                          </a:cubicBezTo>
                          <a:cubicBezTo>
                            <a:pt x="1617" y="424"/>
                            <a:pt x="1686" y="915"/>
                            <a:pt x="1425" y="1264"/>
                          </a:cubicBezTo>
                          <a:cubicBezTo>
                            <a:pt x="1163" y="1613"/>
                            <a:pt x="667" y="1692"/>
                            <a:pt x="317" y="1422"/>
                          </a:cubicBezTo>
                          <a:cubicBezTo>
                            <a:pt x="-34" y="1169"/>
                            <a:pt x="-103" y="662"/>
                            <a:pt x="158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61" name="Freeform: Shape 1960">
                      <a:extLst>
                        <a:ext uri="{FF2B5EF4-FFF2-40B4-BE49-F238E27FC236}">
                          <a16:creationId xmlns:a16="http://schemas.microsoft.com/office/drawing/2014/main" id="{64D7AA29-96A3-BCBE-841B-A63B15B619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344" y="4347819"/>
                      <a:ext cx="1582" cy="1574"/>
                    </a:xfrm>
                    <a:custGeom>
                      <a:avLst/>
                      <a:gdLst>
                        <a:gd name="connsiteX0" fmla="*/ 158 w 1582"/>
                        <a:gd name="connsiteY0" fmla="*/ 320 h 1574"/>
                        <a:gd name="connsiteX1" fmla="*/ 1266 w 1582"/>
                        <a:gd name="connsiteY1" fmla="*/ 161 h 1574"/>
                        <a:gd name="connsiteX2" fmla="*/ 1424 w 1582"/>
                        <a:gd name="connsiteY2" fmla="*/ 1255 h 1574"/>
                        <a:gd name="connsiteX3" fmla="*/ 316 w 1582"/>
                        <a:gd name="connsiteY3" fmla="*/ 1413 h 1574"/>
                        <a:gd name="connsiteX4" fmla="*/ 158 w 1582"/>
                        <a:gd name="connsiteY4" fmla="*/ 320 h 15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74">
                          <a:moveTo>
                            <a:pt x="158" y="320"/>
                          </a:moveTo>
                          <a:cubicBezTo>
                            <a:pt x="419" y="-29"/>
                            <a:pt x="915" y="-108"/>
                            <a:pt x="1266" y="161"/>
                          </a:cubicBezTo>
                          <a:cubicBezTo>
                            <a:pt x="1616" y="415"/>
                            <a:pt x="1686" y="906"/>
                            <a:pt x="1424" y="1255"/>
                          </a:cubicBezTo>
                          <a:cubicBezTo>
                            <a:pt x="1161" y="1604"/>
                            <a:pt x="665" y="1683"/>
                            <a:pt x="316" y="1413"/>
                          </a:cubicBezTo>
                          <a:cubicBezTo>
                            <a:pt x="-33" y="1160"/>
                            <a:pt x="-104" y="668"/>
                            <a:pt x="158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62" name="Freeform: Shape 1961">
                      <a:extLst>
                        <a:ext uri="{FF2B5EF4-FFF2-40B4-BE49-F238E27FC236}">
                          <a16:creationId xmlns:a16="http://schemas.microsoft.com/office/drawing/2014/main" id="{02E9C1A5-BF90-4B37-3969-614E34F322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5819" y="4348770"/>
                      <a:ext cx="1583" cy="1582"/>
                    </a:xfrm>
                    <a:custGeom>
                      <a:avLst/>
                      <a:gdLst>
                        <a:gd name="connsiteX0" fmla="*/ 158 w 1583"/>
                        <a:gd name="connsiteY0" fmla="*/ 320 h 1582"/>
                        <a:gd name="connsiteX1" fmla="*/ 1266 w 1583"/>
                        <a:gd name="connsiteY1" fmla="*/ 161 h 1582"/>
                        <a:gd name="connsiteX2" fmla="*/ 1425 w 1583"/>
                        <a:gd name="connsiteY2" fmla="*/ 1255 h 1582"/>
                        <a:gd name="connsiteX3" fmla="*/ 317 w 1583"/>
                        <a:gd name="connsiteY3" fmla="*/ 1429 h 1582"/>
                        <a:gd name="connsiteX4" fmla="*/ 158 w 1583"/>
                        <a:gd name="connsiteY4" fmla="*/ 320 h 15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2">
                          <a:moveTo>
                            <a:pt x="158" y="320"/>
                          </a:moveTo>
                          <a:cubicBezTo>
                            <a:pt x="420" y="-29"/>
                            <a:pt x="916" y="-108"/>
                            <a:pt x="1266" y="161"/>
                          </a:cubicBezTo>
                          <a:cubicBezTo>
                            <a:pt x="1617" y="415"/>
                            <a:pt x="1686" y="906"/>
                            <a:pt x="1425" y="1255"/>
                          </a:cubicBezTo>
                          <a:cubicBezTo>
                            <a:pt x="1163" y="1620"/>
                            <a:pt x="667" y="1683"/>
                            <a:pt x="317" y="1429"/>
                          </a:cubicBezTo>
                          <a:cubicBezTo>
                            <a:pt x="-34" y="1160"/>
                            <a:pt x="-103" y="668"/>
                            <a:pt x="158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63" name="Freeform: Shape 1962">
                      <a:extLst>
                        <a:ext uri="{FF2B5EF4-FFF2-40B4-BE49-F238E27FC236}">
                          <a16:creationId xmlns:a16="http://schemas.microsoft.com/office/drawing/2014/main" id="{11CEDE0A-2421-6CB3-8B10-A7ECE4B655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2611" y="4342356"/>
                      <a:ext cx="1582" cy="1576"/>
                    </a:xfrm>
                    <a:custGeom>
                      <a:avLst/>
                      <a:gdLst>
                        <a:gd name="connsiteX0" fmla="*/ 158 w 1582"/>
                        <a:gd name="connsiteY0" fmla="*/ 313 h 1576"/>
                        <a:gd name="connsiteX1" fmla="*/ 1266 w 1582"/>
                        <a:gd name="connsiteY1" fmla="*/ 154 h 1576"/>
                        <a:gd name="connsiteX2" fmla="*/ 1424 w 1582"/>
                        <a:gd name="connsiteY2" fmla="*/ 1264 h 1576"/>
                        <a:gd name="connsiteX3" fmla="*/ 316 w 1582"/>
                        <a:gd name="connsiteY3" fmla="*/ 1423 h 1576"/>
                        <a:gd name="connsiteX4" fmla="*/ 158 w 1582"/>
                        <a:gd name="connsiteY4" fmla="*/ 313 h 15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76">
                          <a:moveTo>
                            <a:pt x="158" y="313"/>
                          </a:moveTo>
                          <a:cubicBezTo>
                            <a:pt x="419" y="-36"/>
                            <a:pt x="915" y="-99"/>
                            <a:pt x="1266" y="154"/>
                          </a:cubicBezTo>
                          <a:cubicBezTo>
                            <a:pt x="1616" y="424"/>
                            <a:pt x="1686" y="915"/>
                            <a:pt x="1424" y="1264"/>
                          </a:cubicBezTo>
                          <a:cubicBezTo>
                            <a:pt x="1163" y="1613"/>
                            <a:pt x="667" y="1676"/>
                            <a:pt x="316" y="1423"/>
                          </a:cubicBezTo>
                          <a:cubicBezTo>
                            <a:pt x="-33" y="1153"/>
                            <a:pt x="-104" y="662"/>
                            <a:pt x="158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64" name="Freeform: Shape 1963">
                      <a:extLst>
                        <a:ext uri="{FF2B5EF4-FFF2-40B4-BE49-F238E27FC236}">
                          <a16:creationId xmlns:a16="http://schemas.microsoft.com/office/drawing/2014/main" id="{958FF010-315B-D3C9-E8DA-59CB8C7792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4301" y="4346351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13 h 1583"/>
                        <a:gd name="connsiteX1" fmla="*/ 1266 w 1582"/>
                        <a:gd name="connsiteY1" fmla="*/ 154 h 1583"/>
                        <a:gd name="connsiteX2" fmla="*/ 1425 w 1582"/>
                        <a:gd name="connsiteY2" fmla="*/ 1264 h 1583"/>
                        <a:gd name="connsiteX3" fmla="*/ 317 w 1582"/>
                        <a:gd name="connsiteY3" fmla="*/ 1423 h 1583"/>
                        <a:gd name="connsiteX4" fmla="*/ 158 w 1582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13"/>
                          </a:moveTo>
                          <a:cubicBezTo>
                            <a:pt x="420" y="-36"/>
                            <a:pt x="916" y="-99"/>
                            <a:pt x="1266" y="154"/>
                          </a:cubicBezTo>
                          <a:cubicBezTo>
                            <a:pt x="1617" y="424"/>
                            <a:pt x="1686" y="915"/>
                            <a:pt x="1425" y="1264"/>
                          </a:cubicBezTo>
                          <a:cubicBezTo>
                            <a:pt x="1163" y="1613"/>
                            <a:pt x="667" y="1692"/>
                            <a:pt x="317" y="1423"/>
                          </a:cubicBezTo>
                          <a:cubicBezTo>
                            <a:pt x="-34" y="1169"/>
                            <a:pt x="-103" y="662"/>
                            <a:pt x="158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65" name="Freeform: Shape 1964">
                      <a:extLst>
                        <a:ext uri="{FF2B5EF4-FFF2-40B4-BE49-F238E27FC236}">
                          <a16:creationId xmlns:a16="http://schemas.microsoft.com/office/drawing/2014/main" id="{82285671-C5C0-EB67-05A0-5D541A52B8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295" y="4342376"/>
                      <a:ext cx="1582" cy="1588"/>
                    </a:xfrm>
                    <a:custGeom>
                      <a:avLst/>
                      <a:gdLst>
                        <a:gd name="connsiteX0" fmla="*/ 158 w 1582"/>
                        <a:gd name="connsiteY0" fmla="*/ 324 h 1588"/>
                        <a:gd name="connsiteX1" fmla="*/ 1266 w 1582"/>
                        <a:gd name="connsiteY1" fmla="*/ 166 h 1588"/>
                        <a:gd name="connsiteX2" fmla="*/ 1425 w 1582"/>
                        <a:gd name="connsiteY2" fmla="*/ 1276 h 1588"/>
                        <a:gd name="connsiteX3" fmla="*/ 317 w 1582"/>
                        <a:gd name="connsiteY3" fmla="*/ 1434 h 1588"/>
                        <a:gd name="connsiteX4" fmla="*/ 158 w 1582"/>
                        <a:gd name="connsiteY4" fmla="*/ 324 h 15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8">
                          <a:moveTo>
                            <a:pt x="158" y="324"/>
                          </a:moveTo>
                          <a:cubicBezTo>
                            <a:pt x="421" y="-40"/>
                            <a:pt x="916" y="-104"/>
                            <a:pt x="1266" y="166"/>
                          </a:cubicBezTo>
                          <a:cubicBezTo>
                            <a:pt x="1615" y="420"/>
                            <a:pt x="1686" y="911"/>
                            <a:pt x="1425" y="1276"/>
                          </a:cubicBezTo>
                          <a:cubicBezTo>
                            <a:pt x="1163" y="1624"/>
                            <a:pt x="667" y="1688"/>
                            <a:pt x="317" y="1434"/>
                          </a:cubicBezTo>
                          <a:cubicBezTo>
                            <a:pt x="-34" y="1165"/>
                            <a:pt x="-103" y="673"/>
                            <a:pt x="158" y="324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66" name="Freeform: Shape 1965">
                      <a:extLst>
                        <a:ext uri="{FF2B5EF4-FFF2-40B4-BE49-F238E27FC236}">
                          <a16:creationId xmlns:a16="http://schemas.microsoft.com/office/drawing/2014/main" id="{F31EFA45-87C2-20FE-8818-51A2060327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9293" y="4346772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20 h 1583"/>
                        <a:gd name="connsiteX1" fmla="*/ 1266 w 1582"/>
                        <a:gd name="connsiteY1" fmla="*/ 161 h 1583"/>
                        <a:gd name="connsiteX2" fmla="*/ 1424 w 1582"/>
                        <a:gd name="connsiteY2" fmla="*/ 1271 h 1583"/>
                        <a:gd name="connsiteX3" fmla="*/ 316 w 1582"/>
                        <a:gd name="connsiteY3" fmla="*/ 1429 h 1583"/>
                        <a:gd name="connsiteX4" fmla="*/ 158 w 1582"/>
                        <a:gd name="connsiteY4" fmla="*/ 320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20"/>
                          </a:moveTo>
                          <a:cubicBezTo>
                            <a:pt x="419" y="-29"/>
                            <a:pt x="915" y="-108"/>
                            <a:pt x="1266" y="161"/>
                          </a:cubicBezTo>
                          <a:cubicBezTo>
                            <a:pt x="1615" y="415"/>
                            <a:pt x="1686" y="922"/>
                            <a:pt x="1424" y="1271"/>
                          </a:cubicBezTo>
                          <a:cubicBezTo>
                            <a:pt x="1161" y="1620"/>
                            <a:pt x="667" y="1683"/>
                            <a:pt x="316" y="1429"/>
                          </a:cubicBezTo>
                          <a:cubicBezTo>
                            <a:pt x="-33" y="1160"/>
                            <a:pt x="-104" y="668"/>
                            <a:pt x="158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67" name="Freeform: Shape 1966">
                      <a:extLst>
                        <a:ext uri="{FF2B5EF4-FFF2-40B4-BE49-F238E27FC236}">
                          <a16:creationId xmlns:a16="http://schemas.microsoft.com/office/drawing/2014/main" id="{64EEDF38-DFDB-5A70-9E83-B59E08D147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9780" y="4345980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20 h 1583"/>
                        <a:gd name="connsiteX1" fmla="*/ 1266 w 1582"/>
                        <a:gd name="connsiteY1" fmla="*/ 161 h 1583"/>
                        <a:gd name="connsiteX2" fmla="*/ 1425 w 1582"/>
                        <a:gd name="connsiteY2" fmla="*/ 1271 h 1583"/>
                        <a:gd name="connsiteX3" fmla="*/ 317 w 1582"/>
                        <a:gd name="connsiteY3" fmla="*/ 1429 h 1583"/>
                        <a:gd name="connsiteX4" fmla="*/ 158 w 1582"/>
                        <a:gd name="connsiteY4" fmla="*/ 320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20"/>
                          </a:moveTo>
                          <a:cubicBezTo>
                            <a:pt x="421" y="-29"/>
                            <a:pt x="916" y="-108"/>
                            <a:pt x="1266" y="161"/>
                          </a:cubicBezTo>
                          <a:cubicBezTo>
                            <a:pt x="1617" y="415"/>
                            <a:pt x="1686" y="922"/>
                            <a:pt x="1425" y="1271"/>
                          </a:cubicBezTo>
                          <a:cubicBezTo>
                            <a:pt x="1163" y="1620"/>
                            <a:pt x="667" y="1683"/>
                            <a:pt x="317" y="1429"/>
                          </a:cubicBezTo>
                          <a:cubicBezTo>
                            <a:pt x="-34" y="1160"/>
                            <a:pt x="-103" y="668"/>
                            <a:pt x="158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68" name="Freeform: Shape 1967">
                      <a:extLst>
                        <a:ext uri="{FF2B5EF4-FFF2-40B4-BE49-F238E27FC236}">
                          <a16:creationId xmlns:a16="http://schemas.microsoft.com/office/drawing/2014/main" id="{02B02653-ED5A-B579-2A93-F0ACFFA16E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2306" y="4350330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13 h 1583"/>
                        <a:gd name="connsiteX1" fmla="*/ 1266 w 1582"/>
                        <a:gd name="connsiteY1" fmla="*/ 154 h 1583"/>
                        <a:gd name="connsiteX2" fmla="*/ 1425 w 1582"/>
                        <a:gd name="connsiteY2" fmla="*/ 1264 h 1583"/>
                        <a:gd name="connsiteX3" fmla="*/ 317 w 1582"/>
                        <a:gd name="connsiteY3" fmla="*/ 1423 h 1583"/>
                        <a:gd name="connsiteX4" fmla="*/ 158 w 1582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13"/>
                          </a:moveTo>
                          <a:cubicBezTo>
                            <a:pt x="421" y="-36"/>
                            <a:pt x="918" y="-99"/>
                            <a:pt x="1266" y="154"/>
                          </a:cubicBezTo>
                          <a:cubicBezTo>
                            <a:pt x="1615" y="424"/>
                            <a:pt x="1686" y="915"/>
                            <a:pt x="1425" y="1264"/>
                          </a:cubicBezTo>
                          <a:cubicBezTo>
                            <a:pt x="1162" y="1613"/>
                            <a:pt x="667" y="1692"/>
                            <a:pt x="317" y="1423"/>
                          </a:cubicBezTo>
                          <a:cubicBezTo>
                            <a:pt x="-34" y="1169"/>
                            <a:pt x="-103" y="662"/>
                            <a:pt x="158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69" name="Freeform: Shape 1968">
                      <a:extLst>
                        <a:ext uri="{FF2B5EF4-FFF2-40B4-BE49-F238E27FC236}">
                          <a16:creationId xmlns:a16="http://schemas.microsoft.com/office/drawing/2014/main" id="{9218FCC9-4149-C849-673D-1E1F229C5D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82" y="4351281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13 h 1583"/>
                        <a:gd name="connsiteX1" fmla="*/ 1266 w 1582"/>
                        <a:gd name="connsiteY1" fmla="*/ 154 h 1583"/>
                        <a:gd name="connsiteX2" fmla="*/ 1425 w 1582"/>
                        <a:gd name="connsiteY2" fmla="*/ 1264 h 1583"/>
                        <a:gd name="connsiteX3" fmla="*/ 317 w 1582"/>
                        <a:gd name="connsiteY3" fmla="*/ 1423 h 1583"/>
                        <a:gd name="connsiteX4" fmla="*/ 158 w 1582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13"/>
                          </a:moveTo>
                          <a:cubicBezTo>
                            <a:pt x="420" y="-36"/>
                            <a:pt x="916" y="-99"/>
                            <a:pt x="1266" y="154"/>
                          </a:cubicBezTo>
                          <a:cubicBezTo>
                            <a:pt x="1615" y="424"/>
                            <a:pt x="1686" y="915"/>
                            <a:pt x="1425" y="1264"/>
                          </a:cubicBezTo>
                          <a:cubicBezTo>
                            <a:pt x="1163" y="1613"/>
                            <a:pt x="667" y="1692"/>
                            <a:pt x="317" y="1423"/>
                          </a:cubicBezTo>
                          <a:cubicBezTo>
                            <a:pt x="-34" y="1153"/>
                            <a:pt x="-103" y="662"/>
                            <a:pt x="158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70" name="Freeform: Shape 1969">
                      <a:extLst>
                        <a:ext uri="{FF2B5EF4-FFF2-40B4-BE49-F238E27FC236}">
                          <a16:creationId xmlns:a16="http://schemas.microsoft.com/office/drawing/2014/main" id="{3AC69411-6AEA-7B6E-5F81-E8EBC13893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4834" y="4352384"/>
                      <a:ext cx="1582" cy="1574"/>
                    </a:xfrm>
                    <a:custGeom>
                      <a:avLst/>
                      <a:gdLst>
                        <a:gd name="connsiteX0" fmla="*/ 158 w 1582"/>
                        <a:gd name="connsiteY0" fmla="*/ 320 h 1574"/>
                        <a:gd name="connsiteX1" fmla="*/ 1266 w 1582"/>
                        <a:gd name="connsiteY1" fmla="*/ 161 h 1574"/>
                        <a:gd name="connsiteX2" fmla="*/ 1424 w 1582"/>
                        <a:gd name="connsiteY2" fmla="*/ 1255 h 1574"/>
                        <a:gd name="connsiteX3" fmla="*/ 316 w 1582"/>
                        <a:gd name="connsiteY3" fmla="*/ 1413 h 1574"/>
                        <a:gd name="connsiteX4" fmla="*/ 158 w 1582"/>
                        <a:gd name="connsiteY4" fmla="*/ 320 h 15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74">
                          <a:moveTo>
                            <a:pt x="158" y="320"/>
                          </a:moveTo>
                          <a:cubicBezTo>
                            <a:pt x="421" y="-29"/>
                            <a:pt x="915" y="-108"/>
                            <a:pt x="1266" y="161"/>
                          </a:cubicBezTo>
                          <a:cubicBezTo>
                            <a:pt x="1615" y="415"/>
                            <a:pt x="1686" y="906"/>
                            <a:pt x="1424" y="1255"/>
                          </a:cubicBezTo>
                          <a:cubicBezTo>
                            <a:pt x="1163" y="1604"/>
                            <a:pt x="667" y="1683"/>
                            <a:pt x="316" y="1413"/>
                          </a:cubicBezTo>
                          <a:cubicBezTo>
                            <a:pt x="-33" y="1160"/>
                            <a:pt x="-104" y="652"/>
                            <a:pt x="158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71" name="Freeform: Shape 1970">
                      <a:extLst>
                        <a:ext uri="{FF2B5EF4-FFF2-40B4-BE49-F238E27FC236}">
                          <a16:creationId xmlns:a16="http://schemas.microsoft.com/office/drawing/2014/main" id="{6EC7A912-C0D3-F72A-CF0A-0BF2F73923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6523" y="4356379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20 h 1583"/>
                        <a:gd name="connsiteX1" fmla="*/ 1266 w 1582"/>
                        <a:gd name="connsiteY1" fmla="*/ 161 h 1583"/>
                        <a:gd name="connsiteX2" fmla="*/ 1425 w 1582"/>
                        <a:gd name="connsiteY2" fmla="*/ 1271 h 1583"/>
                        <a:gd name="connsiteX3" fmla="*/ 317 w 1582"/>
                        <a:gd name="connsiteY3" fmla="*/ 1429 h 1583"/>
                        <a:gd name="connsiteX4" fmla="*/ 158 w 1582"/>
                        <a:gd name="connsiteY4" fmla="*/ 320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20"/>
                          </a:moveTo>
                          <a:cubicBezTo>
                            <a:pt x="420" y="-29"/>
                            <a:pt x="916" y="-108"/>
                            <a:pt x="1266" y="161"/>
                          </a:cubicBezTo>
                          <a:cubicBezTo>
                            <a:pt x="1617" y="415"/>
                            <a:pt x="1686" y="922"/>
                            <a:pt x="1425" y="1271"/>
                          </a:cubicBezTo>
                          <a:cubicBezTo>
                            <a:pt x="1163" y="1620"/>
                            <a:pt x="667" y="1683"/>
                            <a:pt x="317" y="1429"/>
                          </a:cubicBezTo>
                          <a:cubicBezTo>
                            <a:pt x="-34" y="1160"/>
                            <a:pt x="-103" y="668"/>
                            <a:pt x="158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72" name="Freeform: Shape 1971">
                      <a:extLst>
                        <a:ext uri="{FF2B5EF4-FFF2-40B4-BE49-F238E27FC236}">
                          <a16:creationId xmlns:a16="http://schemas.microsoft.com/office/drawing/2014/main" id="{5A56EFB9-B51E-08E5-DA3C-7C444D90C8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8518" y="4352407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13 h 1583"/>
                        <a:gd name="connsiteX1" fmla="*/ 1266 w 1582"/>
                        <a:gd name="connsiteY1" fmla="*/ 154 h 1583"/>
                        <a:gd name="connsiteX2" fmla="*/ 1425 w 1582"/>
                        <a:gd name="connsiteY2" fmla="*/ 1264 h 1583"/>
                        <a:gd name="connsiteX3" fmla="*/ 317 w 1582"/>
                        <a:gd name="connsiteY3" fmla="*/ 1422 h 1583"/>
                        <a:gd name="connsiteX4" fmla="*/ 158 w 1582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13"/>
                          </a:moveTo>
                          <a:cubicBezTo>
                            <a:pt x="420" y="-36"/>
                            <a:pt x="916" y="-99"/>
                            <a:pt x="1266" y="154"/>
                          </a:cubicBezTo>
                          <a:cubicBezTo>
                            <a:pt x="1615" y="424"/>
                            <a:pt x="1686" y="915"/>
                            <a:pt x="1425" y="1264"/>
                          </a:cubicBezTo>
                          <a:cubicBezTo>
                            <a:pt x="1163" y="1613"/>
                            <a:pt x="667" y="1692"/>
                            <a:pt x="317" y="1422"/>
                          </a:cubicBezTo>
                          <a:cubicBezTo>
                            <a:pt x="-34" y="1153"/>
                            <a:pt x="-103" y="662"/>
                            <a:pt x="158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73" name="Freeform: Shape 1972">
                      <a:extLst>
                        <a:ext uri="{FF2B5EF4-FFF2-40B4-BE49-F238E27FC236}">
                          <a16:creationId xmlns:a16="http://schemas.microsoft.com/office/drawing/2014/main" id="{D779F2A1-6167-3F1E-041D-B0CDE335FB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1516" y="4356798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13 h 1583"/>
                        <a:gd name="connsiteX1" fmla="*/ 1266 w 1582"/>
                        <a:gd name="connsiteY1" fmla="*/ 154 h 1583"/>
                        <a:gd name="connsiteX2" fmla="*/ 1424 w 1582"/>
                        <a:gd name="connsiteY2" fmla="*/ 1264 h 1583"/>
                        <a:gd name="connsiteX3" fmla="*/ 316 w 1582"/>
                        <a:gd name="connsiteY3" fmla="*/ 1423 h 1583"/>
                        <a:gd name="connsiteX4" fmla="*/ 158 w 1582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13"/>
                          </a:moveTo>
                          <a:cubicBezTo>
                            <a:pt x="421" y="-36"/>
                            <a:pt x="915" y="-99"/>
                            <a:pt x="1266" y="154"/>
                          </a:cubicBezTo>
                          <a:cubicBezTo>
                            <a:pt x="1615" y="424"/>
                            <a:pt x="1686" y="915"/>
                            <a:pt x="1424" y="1264"/>
                          </a:cubicBezTo>
                          <a:cubicBezTo>
                            <a:pt x="1163" y="1613"/>
                            <a:pt x="667" y="1692"/>
                            <a:pt x="316" y="1423"/>
                          </a:cubicBezTo>
                          <a:cubicBezTo>
                            <a:pt x="-33" y="1169"/>
                            <a:pt x="-104" y="677"/>
                            <a:pt x="158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74" name="Freeform: Shape 1973">
                      <a:extLst>
                        <a:ext uri="{FF2B5EF4-FFF2-40B4-BE49-F238E27FC236}">
                          <a16:creationId xmlns:a16="http://schemas.microsoft.com/office/drawing/2014/main" id="{803FA55F-8389-5D7F-CF05-10DDB32273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2002" y="4356006"/>
                      <a:ext cx="1583" cy="1583"/>
                    </a:xfrm>
                    <a:custGeom>
                      <a:avLst/>
                      <a:gdLst>
                        <a:gd name="connsiteX0" fmla="*/ 158 w 1583"/>
                        <a:gd name="connsiteY0" fmla="*/ 313 h 1583"/>
                        <a:gd name="connsiteX1" fmla="*/ 1266 w 1583"/>
                        <a:gd name="connsiteY1" fmla="*/ 154 h 1583"/>
                        <a:gd name="connsiteX2" fmla="*/ 1425 w 1583"/>
                        <a:gd name="connsiteY2" fmla="*/ 1264 h 1583"/>
                        <a:gd name="connsiteX3" fmla="*/ 317 w 1583"/>
                        <a:gd name="connsiteY3" fmla="*/ 1423 h 1583"/>
                        <a:gd name="connsiteX4" fmla="*/ 158 w 1583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3">
                          <a:moveTo>
                            <a:pt x="158" y="313"/>
                          </a:moveTo>
                          <a:cubicBezTo>
                            <a:pt x="421" y="-36"/>
                            <a:pt x="916" y="-99"/>
                            <a:pt x="1266" y="154"/>
                          </a:cubicBezTo>
                          <a:cubicBezTo>
                            <a:pt x="1617" y="424"/>
                            <a:pt x="1686" y="915"/>
                            <a:pt x="1425" y="1264"/>
                          </a:cubicBezTo>
                          <a:cubicBezTo>
                            <a:pt x="1163" y="1613"/>
                            <a:pt x="667" y="1692"/>
                            <a:pt x="317" y="1423"/>
                          </a:cubicBezTo>
                          <a:cubicBezTo>
                            <a:pt x="-34" y="1169"/>
                            <a:pt x="-103" y="677"/>
                            <a:pt x="158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75" name="Freeform: Shape 1974">
                      <a:extLst>
                        <a:ext uri="{FF2B5EF4-FFF2-40B4-BE49-F238E27FC236}">
                          <a16:creationId xmlns:a16="http://schemas.microsoft.com/office/drawing/2014/main" id="{62CF936E-F769-4769-93BE-A6CB884235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9326" y="4362213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20 h 1583"/>
                        <a:gd name="connsiteX1" fmla="*/ 1266 w 1582"/>
                        <a:gd name="connsiteY1" fmla="*/ 161 h 1583"/>
                        <a:gd name="connsiteX2" fmla="*/ 1425 w 1582"/>
                        <a:gd name="connsiteY2" fmla="*/ 1271 h 1583"/>
                        <a:gd name="connsiteX3" fmla="*/ 317 w 1582"/>
                        <a:gd name="connsiteY3" fmla="*/ 1429 h 1583"/>
                        <a:gd name="connsiteX4" fmla="*/ 158 w 1582"/>
                        <a:gd name="connsiteY4" fmla="*/ 320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20"/>
                          </a:moveTo>
                          <a:cubicBezTo>
                            <a:pt x="420" y="-29"/>
                            <a:pt x="916" y="-108"/>
                            <a:pt x="1266" y="161"/>
                          </a:cubicBezTo>
                          <a:cubicBezTo>
                            <a:pt x="1615" y="415"/>
                            <a:pt x="1686" y="906"/>
                            <a:pt x="1425" y="1271"/>
                          </a:cubicBezTo>
                          <a:cubicBezTo>
                            <a:pt x="1162" y="1620"/>
                            <a:pt x="667" y="1683"/>
                            <a:pt x="317" y="1429"/>
                          </a:cubicBezTo>
                          <a:cubicBezTo>
                            <a:pt x="-34" y="1160"/>
                            <a:pt x="-103" y="668"/>
                            <a:pt x="158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76" name="Freeform: Shape 1975">
                      <a:extLst>
                        <a:ext uri="{FF2B5EF4-FFF2-40B4-BE49-F238E27FC236}">
                          <a16:creationId xmlns:a16="http://schemas.microsoft.com/office/drawing/2014/main" id="{8DE190B4-8BCF-8144-31EC-24C572B935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4126" y="4360105"/>
                      <a:ext cx="1583" cy="1583"/>
                    </a:xfrm>
                    <a:custGeom>
                      <a:avLst/>
                      <a:gdLst>
                        <a:gd name="connsiteX0" fmla="*/ 159 w 1583"/>
                        <a:gd name="connsiteY0" fmla="*/ 320 h 1583"/>
                        <a:gd name="connsiteX1" fmla="*/ 1267 w 1583"/>
                        <a:gd name="connsiteY1" fmla="*/ 161 h 1583"/>
                        <a:gd name="connsiteX2" fmla="*/ 1426 w 1583"/>
                        <a:gd name="connsiteY2" fmla="*/ 1271 h 1583"/>
                        <a:gd name="connsiteX3" fmla="*/ 317 w 1583"/>
                        <a:gd name="connsiteY3" fmla="*/ 1429 h 1583"/>
                        <a:gd name="connsiteX4" fmla="*/ 159 w 1583"/>
                        <a:gd name="connsiteY4" fmla="*/ 320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3">
                          <a:moveTo>
                            <a:pt x="159" y="320"/>
                          </a:moveTo>
                          <a:cubicBezTo>
                            <a:pt x="420" y="-29"/>
                            <a:pt x="917" y="-108"/>
                            <a:pt x="1267" y="161"/>
                          </a:cubicBezTo>
                          <a:cubicBezTo>
                            <a:pt x="1617" y="415"/>
                            <a:pt x="1687" y="922"/>
                            <a:pt x="1426" y="1271"/>
                          </a:cubicBezTo>
                          <a:cubicBezTo>
                            <a:pt x="1162" y="1620"/>
                            <a:pt x="668" y="1683"/>
                            <a:pt x="317" y="1429"/>
                          </a:cubicBezTo>
                          <a:cubicBezTo>
                            <a:pt x="-33" y="1160"/>
                            <a:pt x="-104" y="668"/>
                            <a:pt x="159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77" name="Freeform: Shape 1976">
                      <a:extLst>
                        <a:ext uri="{FF2B5EF4-FFF2-40B4-BE49-F238E27FC236}">
                          <a16:creationId xmlns:a16="http://schemas.microsoft.com/office/drawing/2014/main" id="{E4D83FF2-BA57-54AD-67E3-BCDE544F2C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2080" y="4348285"/>
                      <a:ext cx="1583" cy="1583"/>
                    </a:xfrm>
                    <a:custGeom>
                      <a:avLst/>
                      <a:gdLst>
                        <a:gd name="connsiteX0" fmla="*/ 159 w 1583"/>
                        <a:gd name="connsiteY0" fmla="*/ 313 h 1583"/>
                        <a:gd name="connsiteX1" fmla="*/ 1267 w 1583"/>
                        <a:gd name="connsiteY1" fmla="*/ 154 h 1583"/>
                        <a:gd name="connsiteX2" fmla="*/ 1426 w 1583"/>
                        <a:gd name="connsiteY2" fmla="*/ 1264 h 1583"/>
                        <a:gd name="connsiteX3" fmla="*/ 317 w 1583"/>
                        <a:gd name="connsiteY3" fmla="*/ 1423 h 1583"/>
                        <a:gd name="connsiteX4" fmla="*/ 159 w 1583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3">
                          <a:moveTo>
                            <a:pt x="159" y="313"/>
                          </a:moveTo>
                          <a:cubicBezTo>
                            <a:pt x="420" y="-36"/>
                            <a:pt x="917" y="-99"/>
                            <a:pt x="1267" y="154"/>
                          </a:cubicBezTo>
                          <a:cubicBezTo>
                            <a:pt x="1616" y="424"/>
                            <a:pt x="1687" y="915"/>
                            <a:pt x="1426" y="1264"/>
                          </a:cubicBezTo>
                          <a:cubicBezTo>
                            <a:pt x="1162" y="1613"/>
                            <a:pt x="668" y="1692"/>
                            <a:pt x="317" y="1423"/>
                          </a:cubicBezTo>
                          <a:cubicBezTo>
                            <a:pt x="-33" y="1153"/>
                            <a:pt x="-104" y="662"/>
                            <a:pt x="159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78" name="Freeform: Shape 1977">
                      <a:extLst>
                        <a:ext uri="{FF2B5EF4-FFF2-40B4-BE49-F238E27FC236}">
                          <a16:creationId xmlns:a16="http://schemas.microsoft.com/office/drawing/2014/main" id="{859633AB-511B-324E-3EE4-6E7B38E7CA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3770" y="4352280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13 h 1583"/>
                        <a:gd name="connsiteX1" fmla="*/ 1266 w 1582"/>
                        <a:gd name="connsiteY1" fmla="*/ 154 h 1583"/>
                        <a:gd name="connsiteX2" fmla="*/ 1424 w 1582"/>
                        <a:gd name="connsiteY2" fmla="*/ 1264 h 1583"/>
                        <a:gd name="connsiteX3" fmla="*/ 316 w 1582"/>
                        <a:gd name="connsiteY3" fmla="*/ 1423 h 1583"/>
                        <a:gd name="connsiteX4" fmla="*/ 158 w 1582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13"/>
                          </a:moveTo>
                          <a:cubicBezTo>
                            <a:pt x="419" y="-36"/>
                            <a:pt x="916" y="-99"/>
                            <a:pt x="1266" y="154"/>
                          </a:cubicBezTo>
                          <a:cubicBezTo>
                            <a:pt x="1616" y="424"/>
                            <a:pt x="1686" y="915"/>
                            <a:pt x="1424" y="1264"/>
                          </a:cubicBezTo>
                          <a:cubicBezTo>
                            <a:pt x="1163" y="1613"/>
                            <a:pt x="667" y="1692"/>
                            <a:pt x="316" y="1423"/>
                          </a:cubicBezTo>
                          <a:cubicBezTo>
                            <a:pt x="-33" y="1169"/>
                            <a:pt x="-104" y="678"/>
                            <a:pt x="158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79" name="Freeform: Shape 1978">
                      <a:extLst>
                        <a:ext uri="{FF2B5EF4-FFF2-40B4-BE49-F238E27FC236}">
                          <a16:creationId xmlns:a16="http://schemas.microsoft.com/office/drawing/2014/main" id="{73CB6B7B-E6F6-7A79-0005-6CD299C5FF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764" y="4348310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20 h 1583"/>
                        <a:gd name="connsiteX1" fmla="*/ 1266 w 1582"/>
                        <a:gd name="connsiteY1" fmla="*/ 161 h 1583"/>
                        <a:gd name="connsiteX2" fmla="*/ 1424 w 1582"/>
                        <a:gd name="connsiteY2" fmla="*/ 1271 h 1583"/>
                        <a:gd name="connsiteX3" fmla="*/ 316 w 1582"/>
                        <a:gd name="connsiteY3" fmla="*/ 1429 h 1583"/>
                        <a:gd name="connsiteX4" fmla="*/ 158 w 1582"/>
                        <a:gd name="connsiteY4" fmla="*/ 320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20"/>
                          </a:moveTo>
                          <a:cubicBezTo>
                            <a:pt x="421" y="-29"/>
                            <a:pt x="916" y="-108"/>
                            <a:pt x="1266" y="161"/>
                          </a:cubicBezTo>
                          <a:cubicBezTo>
                            <a:pt x="1616" y="415"/>
                            <a:pt x="1686" y="906"/>
                            <a:pt x="1424" y="1271"/>
                          </a:cubicBezTo>
                          <a:cubicBezTo>
                            <a:pt x="1161" y="1620"/>
                            <a:pt x="667" y="1683"/>
                            <a:pt x="316" y="1429"/>
                          </a:cubicBezTo>
                          <a:cubicBezTo>
                            <a:pt x="-33" y="1160"/>
                            <a:pt x="-104" y="668"/>
                            <a:pt x="158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80" name="Freeform: Shape 1979">
                      <a:extLst>
                        <a:ext uri="{FF2B5EF4-FFF2-40B4-BE49-F238E27FC236}">
                          <a16:creationId xmlns:a16="http://schemas.microsoft.com/office/drawing/2014/main" id="{F70ACABF-03F1-8F9A-7B73-4012629C23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8762" y="4352701"/>
                      <a:ext cx="1583" cy="1583"/>
                    </a:xfrm>
                    <a:custGeom>
                      <a:avLst/>
                      <a:gdLst>
                        <a:gd name="connsiteX0" fmla="*/ 159 w 1583"/>
                        <a:gd name="connsiteY0" fmla="*/ 320 h 1583"/>
                        <a:gd name="connsiteX1" fmla="*/ 1267 w 1583"/>
                        <a:gd name="connsiteY1" fmla="*/ 161 h 1583"/>
                        <a:gd name="connsiteX2" fmla="*/ 1425 w 1583"/>
                        <a:gd name="connsiteY2" fmla="*/ 1271 h 1583"/>
                        <a:gd name="connsiteX3" fmla="*/ 317 w 1583"/>
                        <a:gd name="connsiteY3" fmla="*/ 1429 h 1583"/>
                        <a:gd name="connsiteX4" fmla="*/ 159 w 1583"/>
                        <a:gd name="connsiteY4" fmla="*/ 320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3">
                          <a:moveTo>
                            <a:pt x="159" y="320"/>
                          </a:moveTo>
                          <a:cubicBezTo>
                            <a:pt x="420" y="-29"/>
                            <a:pt x="917" y="-108"/>
                            <a:pt x="1267" y="161"/>
                          </a:cubicBezTo>
                          <a:cubicBezTo>
                            <a:pt x="1617" y="431"/>
                            <a:pt x="1687" y="922"/>
                            <a:pt x="1425" y="1271"/>
                          </a:cubicBezTo>
                          <a:cubicBezTo>
                            <a:pt x="1162" y="1620"/>
                            <a:pt x="668" y="1683"/>
                            <a:pt x="317" y="1429"/>
                          </a:cubicBezTo>
                          <a:cubicBezTo>
                            <a:pt x="-33" y="1160"/>
                            <a:pt x="-104" y="668"/>
                            <a:pt x="159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81" name="Freeform: Shape 1980">
                      <a:extLst>
                        <a:ext uri="{FF2B5EF4-FFF2-40B4-BE49-F238E27FC236}">
                          <a16:creationId xmlns:a16="http://schemas.microsoft.com/office/drawing/2014/main" id="{79FDF45E-B4E2-90F8-5476-7E7743D3CA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9249" y="4351909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20 h 1583"/>
                        <a:gd name="connsiteX1" fmla="*/ 1266 w 1582"/>
                        <a:gd name="connsiteY1" fmla="*/ 161 h 1583"/>
                        <a:gd name="connsiteX2" fmla="*/ 1424 w 1582"/>
                        <a:gd name="connsiteY2" fmla="*/ 1271 h 1583"/>
                        <a:gd name="connsiteX3" fmla="*/ 316 w 1582"/>
                        <a:gd name="connsiteY3" fmla="*/ 1429 h 1583"/>
                        <a:gd name="connsiteX4" fmla="*/ 158 w 1582"/>
                        <a:gd name="connsiteY4" fmla="*/ 320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20"/>
                          </a:moveTo>
                          <a:cubicBezTo>
                            <a:pt x="419" y="-29"/>
                            <a:pt x="916" y="-108"/>
                            <a:pt x="1266" y="161"/>
                          </a:cubicBezTo>
                          <a:cubicBezTo>
                            <a:pt x="1616" y="431"/>
                            <a:pt x="1686" y="922"/>
                            <a:pt x="1424" y="1271"/>
                          </a:cubicBezTo>
                          <a:cubicBezTo>
                            <a:pt x="1161" y="1620"/>
                            <a:pt x="667" y="1683"/>
                            <a:pt x="316" y="1429"/>
                          </a:cubicBezTo>
                          <a:cubicBezTo>
                            <a:pt x="-33" y="1160"/>
                            <a:pt x="-104" y="668"/>
                            <a:pt x="158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82" name="Freeform: Shape 1981">
                      <a:extLst>
                        <a:ext uri="{FF2B5EF4-FFF2-40B4-BE49-F238E27FC236}">
                          <a16:creationId xmlns:a16="http://schemas.microsoft.com/office/drawing/2014/main" id="{6E6A903B-3814-D87A-A5B3-46160C0C60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007" y="4361447"/>
                      <a:ext cx="1583" cy="1580"/>
                    </a:xfrm>
                    <a:custGeom>
                      <a:avLst/>
                      <a:gdLst>
                        <a:gd name="connsiteX0" fmla="*/ 159 w 1583"/>
                        <a:gd name="connsiteY0" fmla="*/ 310 h 1580"/>
                        <a:gd name="connsiteX1" fmla="*/ 1267 w 1583"/>
                        <a:gd name="connsiteY1" fmla="*/ 167 h 1580"/>
                        <a:gd name="connsiteX2" fmla="*/ 1426 w 1583"/>
                        <a:gd name="connsiteY2" fmla="*/ 1261 h 1580"/>
                        <a:gd name="connsiteX3" fmla="*/ 317 w 1583"/>
                        <a:gd name="connsiteY3" fmla="*/ 1419 h 1580"/>
                        <a:gd name="connsiteX4" fmla="*/ 159 w 1583"/>
                        <a:gd name="connsiteY4" fmla="*/ 310 h 15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0">
                          <a:moveTo>
                            <a:pt x="159" y="310"/>
                          </a:moveTo>
                          <a:cubicBezTo>
                            <a:pt x="422" y="-39"/>
                            <a:pt x="917" y="-103"/>
                            <a:pt x="1267" y="167"/>
                          </a:cubicBezTo>
                          <a:cubicBezTo>
                            <a:pt x="1616" y="421"/>
                            <a:pt x="1687" y="912"/>
                            <a:pt x="1426" y="1261"/>
                          </a:cubicBezTo>
                          <a:cubicBezTo>
                            <a:pt x="1162" y="1610"/>
                            <a:pt x="668" y="1689"/>
                            <a:pt x="317" y="1419"/>
                          </a:cubicBezTo>
                          <a:cubicBezTo>
                            <a:pt x="-33" y="1166"/>
                            <a:pt x="-104" y="674"/>
                            <a:pt x="159" y="31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83" name="Freeform: Shape 1982">
                      <a:extLst>
                        <a:ext uri="{FF2B5EF4-FFF2-40B4-BE49-F238E27FC236}">
                          <a16:creationId xmlns:a16="http://schemas.microsoft.com/office/drawing/2014/main" id="{FFD5756A-7ECF-BA87-5215-96C858BCAB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7251" y="4357211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13 h 1583"/>
                        <a:gd name="connsiteX1" fmla="*/ 1266 w 1582"/>
                        <a:gd name="connsiteY1" fmla="*/ 154 h 1583"/>
                        <a:gd name="connsiteX2" fmla="*/ 1425 w 1582"/>
                        <a:gd name="connsiteY2" fmla="*/ 1264 h 1583"/>
                        <a:gd name="connsiteX3" fmla="*/ 317 w 1582"/>
                        <a:gd name="connsiteY3" fmla="*/ 1423 h 1583"/>
                        <a:gd name="connsiteX4" fmla="*/ 158 w 1582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13"/>
                          </a:moveTo>
                          <a:cubicBezTo>
                            <a:pt x="420" y="-36"/>
                            <a:pt x="916" y="-99"/>
                            <a:pt x="1266" y="154"/>
                          </a:cubicBezTo>
                          <a:cubicBezTo>
                            <a:pt x="1615" y="424"/>
                            <a:pt x="1686" y="915"/>
                            <a:pt x="1425" y="1264"/>
                          </a:cubicBezTo>
                          <a:cubicBezTo>
                            <a:pt x="1163" y="1613"/>
                            <a:pt x="667" y="1692"/>
                            <a:pt x="317" y="1423"/>
                          </a:cubicBezTo>
                          <a:cubicBezTo>
                            <a:pt x="-34" y="1169"/>
                            <a:pt x="-103" y="662"/>
                            <a:pt x="158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84" name="Freeform: Shape 1983">
                      <a:extLst>
                        <a:ext uri="{FF2B5EF4-FFF2-40B4-BE49-F238E27FC236}">
                          <a16:creationId xmlns:a16="http://schemas.microsoft.com/office/drawing/2014/main" id="{F0C56FDF-778E-F08D-5FF1-54459A66DB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9009" y="4330994"/>
                      <a:ext cx="1582" cy="1579"/>
                    </a:xfrm>
                    <a:custGeom>
                      <a:avLst/>
                      <a:gdLst>
                        <a:gd name="connsiteX0" fmla="*/ 158 w 1582"/>
                        <a:gd name="connsiteY0" fmla="*/ 324 h 1579"/>
                        <a:gd name="connsiteX1" fmla="*/ 1266 w 1582"/>
                        <a:gd name="connsiteY1" fmla="*/ 166 h 1579"/>
                        <a:gd name="connsiteX2" fmla="*/ 1424 w 1582"/>
                        <a:gd name="connsiteY2" fmla="*/ 1260 h 1579"/>
                        <a:gd name="connsiteX3" fmla="*/ 316 w 1582"/>
                        <a:gd name="connsiteY3" fmla="*/ 1418 h 1579"/>
                        <a:gd name="connsiteX4" fmla="*/ 158 w 1582"/>
                        <a:gd name="connsiteY4" fmla="*/ 324 h 15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79">
                          <a:moveTo>
                            <a:pt x="158" y="324"/>
                          </a:moveTo>
                          <a:cubicBezTo>
                            <a:pt x="421" y="-40"/>
                            <a:pt x="917" y="-104"/>
                            <a:pt x="1266" y="166"/>
                          </a:cubicBezTo>
                          <a:cubicBezTo>
                            <a:pt x="1616" y="419"/>
                            <a:pt x="1686" y="911"/>
                            <a:pt x="1424" y="1260"/>
                          </a:cubicBezTo>
                          <a:cubicBezTo>
                            <a:pt x="1163" y="1608"/>
                            <a:pt x="665" y="1688"/>
                            <a:pt x="316" y="1418"/>
                          </a:cubicBezTo>
                          <a:cubicBezTo>
                            <a:pt x="-33" y="1165"/>
                            <a:pt x="-104" y="657"/>
                            <a:pt x="158" y="324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85" name="Freeform: Shape 1984">
                      <a:extLst>
                        <a:ext uri="{FF2B5EF4-FFF2-40B4-BE49-F238E27FC236}">
                          <a16:creationId xmlns:a16="http://schemas.microsoft.com/office/drawing/2014/main" id="{107CC3EE-6F69-D26E-0CAC-B914A51F6D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0699" y="4334993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20 h 1583"/>
                        <a:gd name="connsiteX1" fmla="*/ 1266 w 1582"/>
                        <a:gd name="connsiteY1" fmla="*/ 161 h 1583"/>
                        <a:gd name="connsiteX2" fmla="*/ 1425 w 1582"/>
                        <a:gd name="connsiteY2" fmla="*/ 1271 h 1583"/>
                        <a:gd name="connsiteX3" fmla="*/ 317 w 1582"/>
                        <a:gd name="connsiteY3" fmla="*/ 1429 h 1583"/>
                        <a:gd name="connsiteX4" fmla="*/ 158 w 1582"/>
                        <a:gd name="connsiteY4" fmla="*/ 320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20"/>
                          </a:moveTo>
                          <a:cubicBezTo>
                            <a:pt x="421" y="-29"/>
                            <a:pt x="916" y="-108"/>
                            <a:pt x="1266" y="161"/>
                          </a:cubicBezTo>
                          <a:cubicBezTo>
                            <a:pt x="1615" y="415"/>
                            <a:pt x="1686" y="922"/>
                            <a:pt x="1425" y="1271"/>
                          </a:cubicBezTo>
                          <a:cubicBezTo>
                            <a:pt x="1163" y="1620"/>
                            <a:pt x="667" y="1683"/>
                            <a:pt x="317" y="1429"/>
                          </a:cubicBezTo>
                          <a:cubicBezTo>
                            <a:pt x="-34" y="1160"/>
                            <a:pt x="-103" y="668"/>
                            <a:pt x="158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86" name="Freeform: Shape 1985">
                      <a:extLst>
                        <a:ext uri="{FF2B5EF4-FFF2-40B4-BE49-F238E27FC236}">
                          <a16:creationId xmlns:a16="http://schemas.microsoft.com/office/drawing/2014/main" id="{A4AB3150-1B20-F62A-A0FF-97C8EC1190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3901" y="4328430"/>
                      <a:ext cx="1583" cy="1583"/>
                    </a:xfrm>
                    <a:custGeom>
                      <a:avLst/>
                      <a:gdLst>
                        <a:gd name="connsiteX0" fmla="*/ 158 w 1583"/>
                        <a:gd name="connsiteY0" fmla="*/ 320 h 1583"/>
                        <a:gd name="connsiteX1" fmla="*/ 1266 w 1583"/>
                        <a:gd name="connsiteY1" fmla="*/ 161 h 1583"/>
                        <a:gd name="connsiteX2" fmla="*/ 1425 w 1583"/>
                        <a:gd name="connsiteY2" fmla="*/ 1271 h 1583"/>
                        <a:gd name="connsiteX3" fmla="*/ 317 w 1583"/>
                        <a:gd name="connsiteY3" fmla="*/ 1429 h 1583"/>
                        <a:gd name="connsiteX4" fmla="*/ 158 w 1583"/>
                        <a:gd name="connsiteY4" fmla="*/ 320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3">
                          <a:moveTo>
                            <a:pt x="158" y="320"/>
                          </a:moveTo>
                          <a:cubicBezTo>
                            <a:pt x="421" y="-29"/>
                            <a:pt x="916" y="-108"/>
                            <a:pt x="1266" y="161"/>
                          </a:cubicBezTo>
                          <a:cubicBezTo>
                            <a:pt x="1617" y="415"/>
                            <a:pt x="1686" y="922"/>
                            <a:pt x="1425" y="1271"/>
                          </a:cubicBezTo>
                          <a:cubicBezTo>
                            <a:pt x="1162" y="1620"/>
                            <a:pt x="667" y="1683"/>
                            <a:pt x="317" y="1429"/>
                          </a:cubicBezTo>
                          <a:cubicBezTo>
                            <a:pt x="-34" y="1160"/>
                            <a:pt x="-103" y="668"/>
                            <a:pt x="158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87" name="Freeform: Shape 1986">
                      <a:extLst>
                        <a:ext uri="{FF2B5EF4-FFF2-40B4-BE49-F238E27FC236}">
                          <a16:creationId xmlns:a16="http://schemas.microsoft.com/office/drawing/2014/main" id="{4A2ADD2F-847C-C737-9F56-A137DC995F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5691" y="4335412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13 h 1583"/>
                        <a:gd name="connsiteX1" fmla="*/ 1266 w 1582"/>
                        <a:gd name="connsiteY1" fmla="*/ 154 h 1583"/>
                        <a:gd name="connsiteX2" fmla="*/ 1424 w 1582"/>
                        <a:gd name="connsiteY2" fmla="*/ 1264 h 1583"/>
                        <a:gd name="connsiteX3" fmla="*/ 316 w 1582"/>
                        <a:gd name="connsiteY3" fmla="*/ 1423 h 1583"/>
                        <a:gd name="connsiteX4" fmla="*/ 158 w 1582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13"/>
                          </a:moveTo>
                          <a:cubicBezTo>
                            <a:pt x="419" y="-36"/>
                            <a:pt x="915" y="-99"/>
                            <a:pt x="1266" y="154"/>
                          </a:cubicBezTo>
                          <a:cubicBezTo>
                            <a:pt x="1616" y="424"/>
                            <a:pt x="1686" y="915"/>
                            <a:pt x="1424" y="1264"/>
                          </a:cubicBezTo>
                          <a:cubicBezTo>
                            <a:pt x="1163" y="1613"/>
                            <a:pt x="667" y="1692"/>
                            <a:pt x="316" y="1423"/>
                          </a:cubicBezTo>
                          <a:cubicBezTo>
                            <a:pt x="-33" y="1169"/>
                            <a:pt x="-104" y="677"/>
                            <a:pt x="158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88" name="Freeform: Shape 1987">
                      <a:extLst>
                        <a:ext uri="{FF2B5EF4-FFF2-40B4-BE49-F238E27FC236}">
                          <a16:creationId xmlns:a16="http://schemas.microsoft.com/office/drawing/2014/main" id="{3B6BB256-2294-FCB9-FE33-8A20DE4F05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178" y="4334620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13 h 1583"/>
                        <a:gd name="connsiteX1" fmla="*/ 1266 w 1582"/>
                        <a:gd name="connsiteY1" fmla="*/ 154 h 1583"/>
                        <a:gd name="connsiteX2" fmla="*/ 1425 w 1582"/>
                        <a:gd name="connsiteY2" fmla="*/ 1264 h 1583"/>
                        <a:gd name="connsiteX3" fmla="*/ 317 w 1582"/>
                        <a:gd name="connsiteY3" fmla="*/ 1423 h 1583"/>
                        <a:gd name="connsiteX4" fmla="*/ 158 w 1582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13"/>
                          </a:moveTo>
                          <a:cubicBezTo>
                            <a:pt x="420" y="-36"/>
                            <a:pt x="916" y="-99"/>
                            <a:pt x="1266" y="154"/>
                          </a:cubicBezTo>
                          <a:cubicBezTo>
                            <a:pt x="1615" y="424"/>
                            <a:pt x="1686" y="915"/>
                            <a:pt x="1425" y="1264"/>
                          </a:cubicBezTo>
                          <a:cubicBezTo>
                            <a:pt x="1163" y="1613"/>
                            <a:pt x="667" y="1692"/>
                            <a:pt x="317" y="1423"/>
                          </a:cubicBezTo>
                          <a:cubicBezTo>
                            <a:pt x="-34" y="1169"/>
                            <a:pt x="-103" y="662"/>
                            <a:pt x="158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89" name="Freeform: Shape 1988">
                      <a:extLst>
                        <a:ext uri="{FF2B5EF4-FFF2-40B4-BE49-F238E27FC236}">
                          <a16:creationId xmlns:a16="http://schemas.microsoft.com/office/drawing/2014/main" id="{09187174-3004-4F14-79A2-20843E5AA9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8705" y="4338973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20 h 1583"/>
                        <a:gd name="connsiteX1" fmla="*/ 1266 w 1582"/>
                        <a:gd name="connsiteY1" fmla="*/ 161 h 1583"/>
                        <a:gd name="connsiteX2" fmla="*/ 1425 w 1582"/>
                        <a:gd name="connsiteY2" fmla="*/ 1271 h 1583"/>
                        <a:gd name="connsiteX3" fmla="*/ 317 w 1582"/>
                        <a:gd name="connsiteY3" fmla="*/ 1429 h 1583"/>
                        <a:gd name="connsiteX4" fmla="*/ 158 w 1582"/>
                        <a:gd name="connsiteY4" fmla="*/ 320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20"/>
                          </a:moveTo>
                          <a:cubicBezTo>
                            <a:pt x="420" y="-29"/>
                            <a:pt x="916" y="-108"/>
                            <a:pt x="1266" y="161"/>
                          </a:cubicBezTo>
                          <a:cubicBezTo>
                            <a:pt x="1617" y="415"/>
                            <a:pt x="1686" y="922"/>
                            <a:pt x="1425" y="1271"/>
                          </a:cubicBezTo>
                          <a:cubicBezTo>
                            <a:pt x="1163" y="1620"/>
                            <a:pt x="667" y="1683"/>
                            <a:pt x="317" y="1429"/>
                          </a:cubicBezTo>
                          <a:cubicBezTo>
                            <a:pt x="-34" y="1160"/>
                            <a:pt x="-103" y="668"/>
                            <a:pt x="158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90" name="Freeform: Shape 1989">
                      <a:extLst>
                        <a:ext uri="{FF2B5EF4-FFF2-40B4-BE49-F238E27FC236}">
                          <a16:creationId xmlns:a16="http://schemas.microsoft.com/office/drawing/2014/main" id="{D41A3CC0-372B-00E3-5DDA-538C3067BC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4180" y="4339924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20 h 1583"/>
                        <a:gd name="connsiteX1" fmla="*/ 1266 w 1582"/>
                        <a:gd name="connsiteY1" fmla="*/ 161 h 1583"/>
                        <a:gd name="connsiteX2" fmla="*/ 1425 w 1582"/>
                        <a:gd name="connsiteY2" fmla="*/ 1271 h 1583"/>
                        <a:gd name="connsiteX3" fmla="*/ 317 w 1582"/>
                        <a:gd name="connsiteY3" fmla="*/ 1429 h 1583"/>
                        <a:gd name="connsiteX4" fmla="*/ 158 w 1582"/>
                        <a:gd name="connsiteY4" fmla="*/ 320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20"/>
                          </a:moveTo>
                          <a:cubicBezTo>
                            <a:pt x="420" y="-29"/>
                            <a:pt x="916" y="-108"/>
                            <a:pt x="1266" y="161"/>
                          </a:cubicBezTo>
                          <a:cubicBezTo>
                            <a:pt x="1617" y="415"/>
                            <a:pt x="1686" y="922"/>
                            <a:pt x="1425" y="1271"/>
                          </a:cubicBezTo>
                          <a:cubicBezTo>
                            <a:pt x="1163" y="1620"/>
                            <a:pt x="667" y="1683"/>
                            <a:pt x="317" y="1429"/>
                          </a:cubicBezTo>
                          <a:cubicBezTo>
                            <a:pt x="-34" y="1160"/>
                            <a:pt x="-103" y="668"/>
                            <a:pt x="158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91" name="Freeform: Shape 1990">
                      <a:extLst>
                        <a:ext uri="{FF2B5EF4-FFF2-40B4-BE49-F238E27FC236}">
                          <a16:creationId xmlns:a16="http://schemas.microsoft.com/office/drawing/2014/main" id="{30CF0110-E28A-5666-D42F-E10257D3A4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1226" y="4354287"/>
                      <a:ext cx="1583" cy="1583"/>
                    </a:xfrm>
                    <a:custGeom>
                      <a:avLst/>
                      <a:gdLst>
                        <a:gd name="connsiteX0" fmla="*/ 158 w 1583"/>
                        <a:gd name="connsiteY0" fmla="*/ 320 h 1583"/>
                        <a:gd name="connsiteX1" fmla="*/ 1266 w 1583"/>
                        <a:gd name="connsiteY1" fmla="*/ 161 h 1583"/>
                        <a:gd name="connsiteX2" fmla="*/ 1425 w 1583"/>
                        <a:gd name="connsiteY2" fmla="*/ 1271 h 1583"/>
                        <a:gd name="connsiteX3" fmla="*/ 317 w 1583"/>
                        <a:gd name="connsiteY3" fmla="*/ 1429 h 1583"/>
                        <a:gd name="connsiteX4" fmla="*/ 158 w 1583"/>
                        <a:gd name="connsiteY4" fmla="*/ 320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3">
                          <a:moveTo>
                            <a:pt x="158" y="320"/>
                          </a:moveTo>
                          <a:cubicBezTo>
                            <a:pt x="420" y="-29"/>
                            <a:pt x="916" y="-108"/>
                            <a:pt x="1266" y="161"/>
                          </a:cubicBezTo>
                          <a:cubicBezTo>
                            <a:pt x="1617" y="431"/>
                            <a:pt x="1686" y="922"/>
                            <a:pt x="1425" y="1271"/>
                          </a:cubicBezTo>
                          <a:cubicBezTo>
                            <a:pt x="1162" y="1620"/>
                            <a:pt x="667" y="1683"/>
                            <a:pt x="317" y="1429"/>
                          </a:cubicBezTo>
                          <a:cubicBezTo>
                            <a:pt x="-34" y="1160"/>
                            <a:pt x="-103" y="668"/>
                            <a:pt x="158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92" name="Freeform: Shape 1991">
                      <a:extLst>
                        <a:ext uri="{FF2B5EF4-FFF2-40B4-BE49-F238E27FC236}">
                          <a16:creationId xmlns:a16="http://schemas.microsoft.com/office/drawing/2014/main" id="{C9AD5310-12DC-43ED-0600-384FCF9B17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2915" y="4358289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13 h 1583"/>
                        <a:gd name="connsiteX1" fmla="*/ 1266 w 1582"/>
                        <a:gd name="connsiteY1" fmla="*/ 154 h 1583"/>
                        <a:gd name="connsiteX2" fmla="*/ 1425 w 1582"/>
                        <a:gd name="connsiteY2" fmla="*/ 1264 h 1583"/>
                        <a:gd name="connsiteX3" fmla="*/ 317 w 1582"/>
                        <a:gd name="connsiteY3" fmla="*/ 1422 h 1583"/>
                        <a:gd name="connsiteX4" fmla="*/ 158 w 1582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13"/>
                          </a:moveTo>
                          <a:cubicBezTo>
                            <a:pt x="420" y="-36"/>
                            <a:pt x="916" y="-99"/>
                            <a:pt x="1266" y="154"/>
                          </a:cubicBezTo>
                          <a:cubicBezTo>
                            <a:pt x="1615" y="424"/>
                            <a:pt x="1686" y="915"/>
                            <a:pt x="1425" y="1264"/>
                          </a:cubicBezTo>
                          <a:cubicBezTo>
                            <a:pt x="1162" y="1613"/>
                            <a:pt x="667" y="1692"/>
                            <a:pt x="317" y="1422"/>
                          </a:cubicBezTo>
                          <a:cubicBezTo>
                            <a:pt x="-34" y="1169"/>
                            <a:pt x="-103" y="662"/>
                            <a:pt x="158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93" name="Freeform: Shape 1992">
                      <a:extLst>
                        <a:ext uri="{FF2B5EF4-FFF2-40B4-BE49-F238E27FC236}">
                          <a16:creationId xmlns:a16="http://schemas.microsoft.com/office/drawing/2014/main" id="{87DE7950-EC1D-76E9-D5EF-D3A9A6EA28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909" y="4354317"/>
                      <a:ext cx="1583" cy="1575"/>
                    </a:xfrm>
                    <a:custGeom>
                      <a:avLst/>
                      <a:gdLst>
                        <a:gd name="connsiteX0" fmla="*/ 159 w 1583"/>
                        <a:gd name="connsiteY0" fmla="*/ 305 h 1575"/>
                        <a:gd name="connsiteX1" fmla="*/ 1267 w 1583"/>
                        <a:gd name="connsiteY1" fmla="*/ 162 h 1575"/>
                        <a:gd name="connsiteX2" fmla="*/ 1426 w 1583"/>
                        <a:gd name="connsiteY2" fmla="*/ 1256 h 1575"/>
                        <a:gd name="connsiteX3" fmla="*/ 317 w 1583"/>
                        <a:gd name="connsiteY3" fmla="*/ 1415 h 1575"/>
                        <a:gd name="connsiteX4" fmla="*/ 159 w 1583"/>
                        <a:gd name="connsiteY4" fmla="*/ 305 h 1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75">
                          <a:moveTo>
                            <a:pt x="159" y="305"/>
                          </a:moveTo>
                          <a:cubicBezTo>
                            <a:pt x="420" y="-28"/>
                            <a:pt x="917" y="-107"/>
                            <a:pt x="1267" y="162"/>
                          </a:cubicBezTo>
                          <a:cubicBezTo>
                            <a:pt x="1617" y="416"/>
                            <a:pt x="1687" y="907"/>
                            <a:pt x="1426" y="1256"/>
                          </a:cubicBezTo>
                          <a:cubicBezTo>
                            <a:pt x="1164" y="1605"/>
                            <a:pt x="668" y="1684"/>
                            <a:pt x="317" y="1415"/>
                          </a:cubicBezTo>
                          <a:cubicBezTo>
                            <a:pt x="-33" y="1161"/>
                            <a:pt x="-104" y="654"/>
                            <a:pt x="159" y="305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94" name="Freeform: Shape 1993">
                      <a:extLst>
                        <a:ext uri="{FF2B5EF4-FFF2-40B4-BE49-F238E27FC236}">
                          <a16:creationId xmlns:a16="http://schemas.microsoft.com/office/drawing/2014/main" id="{8AFDFB06-88C0-3AB2-705C-BBFC16C659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5950" y="4355039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13 h 1583"/>
                        <a:gd name="connsiteX1" fmla="*/ 1266 w 1582"/>
                        <a:gd name="connsiteY1" fmla="*/ 154 h 1583"/>
                        <a:gd name="connsiteX2" fmla="*/ 1425 w 1582"/>
                        <a:gd name="connsiteY2" fmla="*/ 1264 h 1583"/>
                        <a:gd name="connsiteX3" fmla="*/ 317 w 1582"/>
                        <a:gd name="connsiteY3" fmla="*/ 1423 h 1583"/>
                        <a:gd name="connsiteX4" fmla="*/ 158 w 1582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13"/>
                          </a:moveTo>
                          <a:cubicBezTo>
                            <a:pt x="420" y="-36"/>
                            <a:pt x="916" y="-99"/>
                            <a:pt x="1266" y="154"/>
                          </a:cubicBezTo>
                          <a:cubicBezTo>
                            <a:pt x="1617" y="424"/>
                            <a:pt x="1686" y="915"/>
                            <a:pt x="1425" y="1264"/>
                          </a:cubicBezTo>
                          <a:cubicBezTo>
                            <a:pt x="1163" y="1613"/>
                            <a:pt x="667" y="1692"/>
                            <a:pt x="317" y="1423"/>
                          </a:cubicBezTo>
                          <a:cubicBezTo>
                            <a:pt x="-34" y="1169"/>
                            <a:pt x="-103" y="678"/>
                            <a:pt x="158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95" name="Freeform: Shape 1994">
                      <a:extLst>
                        <a:ext uri="{FF2B5EF4-FFF2-40B4-BE49-F238E27FC236}">
                          <a16:creationId xmlns:a16="http://schemas.microsoft.com/office/drawing/2014/main" id="{7EB21592-93B7-A709-0E44-48A272B14B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112" y="4351369"/>
                      <a:ext cx="1582" cy="1575"/>
                    </a:xfrm>
                    <a:custGeom>
                      <a:avLst/>
                      <a:gdLst>
                        <a:gd name="connsiteX0" fmla="*/ 158 w 1582"/>
                        <a:gd name="connsiteY0" fmla="*/ 305 h 1575"/>
                        <a:gd name="connsiteX1" fmla="*/ 1266 w 1582"/>
                        <a:gd name="connsiteY1" fmla="*/ 162 h 1575"/>
                        <a:gd name="connsiteX2" fmla="*/ 1425 w 1582"/>
                        <a:gd name="connsiteY2" fmla="*/ 1256 h 1575"/>
                        <a:gd name="connsiteX3" fmla="*/ 317 w 1582"/>
                        <a:gd name="connsiteY3" fmla="*/ 1414 h 1575"/>
                        <a:gd name="connsiteX4" fmla="*/ 158 w 1582"/>
                        <a:gd name="connsiteY4" fmla="*/ 305 h 1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75">
                          <a:moveTo>
                            <a:pt x="158" y="305"/>
                          </a:moveTo>
                          <a:cubicBezTo>
                            <a:pt x="420" y="-28"/>
                            <a:pt x="916" y="-107"/>
                            <a:pt x="1266" y="162"/>
                          </a:cubicBezTo>
                          <a:cubicBezTo>
                            <a:pt x="1615" y="416"/>
                            <a:pt x="1686" y="907"/>
                            <a:pt x="1425" y="1256"/>
                          </a:cubicBezTo>
                          <a:cubicBezTo>
                            <a:pt x="1163" y="1605"/>
                            <a:pt x="667" y="1684"/>
                            <a:pt x="317" y="1414"/>
                          </a:cubicBezTo>
                          <a:cubicBezTo>
                            <a:pt x="-34" y="1161"/>
                            <a:pt x="-103" y="654"/>
                            <a:pt x="158" y="305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96" name="Freeform: Shape 1995">
                      <a:extLst>
                        <a:ext uri="{FF2B5EF4-FFF2-40B4-BE49-F238E27FC236}">
                          <a16:creationId xmlns:a16="http://schemas.microsoft.com/office/drawing/2014/main" id="{7A22EE64-E9A0-E485-5374-3D60870FBB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0921" y="4362268"/>
                      <a:ext cx="1582" cy="1576"/>
                    </a:xfrm>
                    <a:custGeom>
                      <a:avLst/>
                      <a:gdLst>
                        <a:gd name="connsiteX0" fmla="*/ 158 w 1582"/>
                        <a:gd name="connsiteY0" fmla="*/ 313 h 1576"/>
                        <a:gd name="connsiteX1" fmla="*/ 1266 w 1582"/>
                        <a:gd name="connsiteY1" fmla="*/ 154 h 1576"/>
                        <a:gd name="connsiteX2" fmla="*/ 1425 w 1582"/>
                        <a:gd name="connsiteY2" fmla="*/ 1264 h 1576"/>
                        <a:gd name="connsiteX3" fmla="*/ 317 w 1582"/>
                        <a:gd name="connsiteY3" fmla="*/ 1422 h 1576"/>
                        <a:gd name="connsiteX4" fmla="*/ 158 w 1582"/>
                        <a:gd name="connsiteY4" fmla="*/ 313 h 15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76">
                          <a:moveTo>
                            <a:pt x="158" y="313"/>
                          </a:moveTo>
                          <a:cubicBezTo>
                            <a:pt x="420" y="-36"/>
                            <a:pt x="916" y="-99"/>
                            <a:pt x="1266" y="154"/>
                          </a:cubicBezTo>
                          <a:cubicBezTo>
                            <a:pt x="1615" y="424"/>
                            <a:pt x="1686" y="915"/>
                            <a:pt x="1425" y="1264"/>
                          </a:cubicBezTo>
                          <a:cubicBezTo>
                            <a:pt x="1163" y="1613"/>
                            <a:pt x="667" y="1676"/>
                            <a:pt x="317" y="1422"/>
                          </a:cubicBezTo>
                          <a:cubicBezTo>
                            <a:pt x="-34" y="1169"/>
                            <a:pt x="-103" y="662"/>
                            <a:pt x="158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97" name="Freeform: Shape 1996">
                      <a:extLst>
                        <a:ext uri="{FF2B5EF4-FFF2-40B4-BE49-F238E27FC236}">
                          <a16:creationId xmlns:a16="http://schemas.microsoft.com/office/drawing/2014/main" id="{21D84A34-4AFC-A24E-FFA5-2D90EB4F44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396" y="4363219"/>
                      <a:ext cx="1583" cy="1576"/>
                    </a:xfrm>
                    <a:custGeom>
                      <a:avLst/>
                      <a:gdLst>
                        <a:gd name="connsiteX0" fmla="*/ 159 w 1583"/>
                        <a:gd name="connsiteY0" fmla="*/ 313 h 1576"/>
                        <a:gd name="connsiteX1" fmla="*/ 1267 w 1583"/>
                        <a:gd name="connsiteY1" fmla="*/ 154 h 1576"/>
                        <a:gd name="connsiteX2" fmla="*/ 1426 w 1583"/>
                        <a:gd name="connsiteY2" fmla="*/ 1264 h 1576"/>
                        <a:gd name="connsiteX3" fmla="*/ 317 w 1583"/>
                        <a:gd name="connsiteY3" fmla="*/ 1423 h 1576"/>
                        <a:gd name="connsiteX4" fmla="*/ 159 w 1583"/>
                        <a:gd name="connsiteY4" fmla="*/ 313 h 15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76">
                          <a:moveTo>
                            <a:pt x="159" y="313"/>
                          </a:moveTo>
                          <a:cubicBezTo>
                            <a:pt x="420" y="-36"/>
                            <a:pt x="918" y="-99"/>
                            <a:pt x="1267" y="154"/>
                          </a:cubicBezTo>
                          <a:cubicBezTo>
                            <a:pt x="1617" y="424"/>
                            <a:pt x="1687" y="915"/>
                            <a:pt x="1426" y="1264"/>
                          </a:cubicBezTo>
                          <a:cubicBezTo>
                            <a:pt x="1162" y="1613"/>
                            <a:pt x="666" y="1676"/>
                            <a:pt x="317" y="1423"/>
                          </a:cubicBezTo>
                          <a:cubicBezTo>
                            <a:pt x="-33" y="1169"/>
                            <a:pt x="-104" y="662"/>
                            <a:pt x="159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98" name="Freeform: Shape 1997">
                      <a:extLst>
                        <a:ext uri="{FF2B5EF4-FFF2-40B4-BE49-F238E27FC236}">
                          <a16:creationId xmlns:a16="http://schemas.microsoft.com/office/drawing/2014/main" id="{E3D8BD06-D674-4838-6047-3CFB1066E1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8978" y="4337482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20 h 1583"/>
                        <a:gd name="connsiteX1" fmla="*/ 1266 w 1582"/>
                        <a:gd name="connsiteY1" fmla="*/ 161 h 1583"/>
                        <a:gd name="connsiteX2" fmla="*/ 1424 w 1582"/>
                        <a:gd name="connsiteY2" fmla="*/ 1271 h 1583"/>
                        <a:gd name="connsiteX3" fmla="*/ 316 w 1582"/>
                        <a:gd name="connsiteY3" fmla="*/ 1429 h 1583"/>
                        <a:gd name="connsiteX4" fmla="*/ 158 w 1582"/>
                        <a:gd name="connsiteY4" fmla="*/ 320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20"/>
                          </a:moveTo>
                          <a:cubicBezTo>
                            <a:pt x="421" y="-29"/>
                            <a:pt x="916" y="-108"/>
                            <a:pt x="1266" y="161"/>
                          </a:cubicBezTo>
                          <a:cubicBezTo>
                            <a:pt x="1616" y="431"/>
                            <a:pt x="1686" y="922"/>
                            <a:pt x="1424" y="1271"/>
                          </a:cubicBezTo>
                          <a:cubicBezTo>
                            <a:pt x="1161" y="1620"/>
                            <a:pt x="667" y="1683"/>
                            <a:pt x="316" y="1429"/>
                          </a:cubicBezTo>
                          <a:cubicBezTo>
                            <a:pt x="-33" y="1160"/>
                            <a:pt x="-104" y="668"/>
                            <a:pt x="158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99" name="Freeform: Shape 1998">
                      <a:extLst>
                        <a:ext uri="{FF2B5EF4-FFF2-40B4-BE49-F238E27FC236}">
                          <a16:creationId xmlns:a16="http://schemas.microsoft.com/office/drawing/2014/main" id="{770FD888-0A1E-4178-BB1B-5068AF7E2F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5514" y="4340637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20 h 1583"/>
                        <a:gd name="connsiteX1" fmla="*/ 1266 w 1582"/>
                        <a:gd name="connsiteY1" fmla="*/ 161 h 1583"/>
                        <a:gd name="connsiteX2" fmla="*/ 1424 w 1582"/>
                        <a:gd name="connsiteY2" fmla="*/ 1271 h 1583"/>
                        <a:gd name="connsiteX3" fmla="*/ 316 w 1582"/>
                        <a:gd name="connsiteY3" fmla="*/ 1429 h 1583"/>
                        <a:gd name="connsiteX4" fmla="*/ 158 w 1582"/>
                        <a:gd name="connsiteY4" fmla="*/ 320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20"/>
                          </a:moveTo>
                          <a:cubicBezTo>
                            <a:pt x="421" y="-29"/>
                            <a:pt x="915" y="-108"/>
                            <a:pt x="1266" y="161"/>
                          </a:cubicBezTo>
                          <a:cubicBezTo>
                            <a:pt x="1616" y="431"/>
                            <a:pt x="1686" y="922"/>
                            <a:pt x="1424" y="1271"/>
                          </a:cubicBezTo>
                          <a:cubicBezTo>
                            <a:pt x="1163" y="1620"/>
                            <a:pt x="667" y="1683"/>
                            <a:pt x="316" y="1429"/>
                          </a:cubicBezTo>
                          <a:cubicBezTo>
                            <a:pt x="-33" y="1160"/>
                            <a:pt x="-104" y="668"/>
                            <a:pt x="158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00" name="Freeform: Shape 1999">
                      <a:extLst>
                        <a:ext uri="{FF2B5EF4-FFF2-40B4-BE49-F238E27FC236}">
                          <a16:creationId xmlns:a16="http://schemas.microsoft.com/office/drawing/2014/main" id="{B492EF64-F25D-D423-2FD7-817A46D6D5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2167" y="4344639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13 h 1583"/>
                        <a:gd name="connsiteX1" fmla="*/ 1266 w 1582"/>
                        <a:gd name="connsiteY1" fmla="*/ 154 h 1583"/>
                        <a:gd name="connsiteX2" fmla="*/ 1425 w 1582"/>
                        <a:gd name="connsiteY2" fmla="*/ 1264 h 1583"/>
                        <a:gd name="connsiteX3" fmla="*/ 317 w 1582"/>
                        <a:gd name="connsiteY3" fmla="*/ 1422 h 1583"/>
                        <a:gd name="connsiteX4" fmla="*/ 158 w 1582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13"/>
                          </a:moveTo>
                          <a:cubicBezTo>
                            <a:pt x="420" y="-36"/>
                            <a:pt x="916" y="-99"/>
                            <a:pt x="1266" y="154"/>
                          </a:cubicBezTo>
                          <a:cubicBezTo>
                            <a:pt x="1615" y="424"/>
                            <a:pt x="1686" y="915"/>
                            <a:pt x="1425" y="1264"/>
                          </a:cubicBezTo>
                          <a:cubicBezTo>
                            <a:pt x="1162" y="1613"/>
                            <a:pt x="666" y="1692"/>
                            <a:pt x="317" y="1422"/>
                          </a:cubicBezTo>
                          <a:cubicBezTo>
                            <a:pt x="-34" y="1169"/>
                            <a:pt x="-103" y="662"/>
                            <a:pt x="158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01" name="Freeform: Shape 2000">
                      <a:extLst>
                        <a:ext uri="{FF2B5EF4-FFF2-40B4-BE49-F238E27FC236}">
                          <a16:creationId xmlns:a16="http://schemas.microsoft.com/office/drawing/2014/main" id="{00E41D13-8CBA-5F73-CD7E-36625B8045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0506" y="4341056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13 h 1583"/>
                        <a:gd name="connsiteX1" fmla="*/ 1266 w 1582"/>
                        <a:gd name="connsiteY1" fmla="*/ 154 h 1583"/>
                        <a:gd name="connsiteX2" fmla="*/ 1424 w 1582"/>
                        <a:gd name="connsiteY2" fmla="*/ 1264 h 1583"/>
                        <a:gd name="connsiteX3" fmla="*/ 316 w 1582"/>
                        <a:gd name="connsiteY3" fmla="*/ 1422 h 1583"/>
                        <a:gd name="connsiteX4" fmla="*/ 158 w 1582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13"/>
                          </a:moveTo>
                          <a:cubicBezTo>
                            <a:pt x="419" y="-36"/>
                            <a:pt x="915" y="-99"/>
                            <a:pt x="1266" y="154"/>
                          </a:cubicBezTo>
                          <a:cubicBezTo>
                            <a:pt x="1615" y="424"/>
                            <a:pt x="1686" y="915"/>
                            <a:pt x="1424" y="1264"/>
                          </a:cubicBezTo>
                          <a:cubicBezTo>
                            <a:pt x="1163" y="1613"/>
                            <a:pt x="667" y="1692"/>
                            <a:pt x="316" y="1422"/>
                          </a:cubicBezTo>
                          <a:cubicBezTo>
                            <a:pt x="-33" y="1169"/>
                            <a:pt x="-104" y="662"/>
                            <a:pt x="158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02" name="Freeform: Shape 2001">
                      <a:extLst>
                        <a:ext uri="{FF2B5EF4-FFF2-40B4-BE49-F238E27FC236}">
                          <a16:creationId xmlns:a16="http://schemas.microsoft.com/office/drawing/2014/main" id="{E67916EF-B1E9-DDDC-F53A-67FFF85D54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5140" y="4334882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20 h 1583"/>
                        <a:gd name="connsiteX1" fmla="*/ 1266 w 1582"/>
                        <a:gd name="connsiteY1" fmla="*/ 161 h 1583"/>
                        <a:gd name="connsiteX2" fmla="*/ 1425 w 1582"/>
                        <a:gd name="connsiteY2" fmla="*/ 1271 h 1583"/>
                        <a:gd name="connsiteX3" fmla="*/ 317 w 1582"/>
                        <a:gd name="connsiteY3" fmla="*/ 1429 h 1583"/>
                        <a:gd name="connsiteX4" fmla="*/ 158 w 1582"/>
                        <a:gd name="connsiteY4" fmla="*/ 320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20"/>
                          </a:moveTo>
                          <a:cubicBezTo>
                            <a:pt x="420" y="-29"/>
                            <a:pt x="916" y="-108"/>
                            <a:pt x="1266" y="161"/>
                          </a:cubicBezTo>
                          <a:cubicBezTo>
                            <a:pt x="1615" y="431"/>
                            <a:pt x="1686" y="922"/>
                            <a:pt x="1425" y="1271"/>
                          </a:cubicBezTo>
                          <a:cubicBezTo>
                            <a:pt x="1163" y="1620"/>
                            <a:pt x="667" y="1683"/>
                            <a:pt x="317" y="1429"/>
                          </a:cubicBezTo>
                          <a:cubicBezTo>
                            <a:pt x="-34" y="1160"/>
                            <a:pt x="-103" y="668"/>
                            <a:pt x="158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03" name="Freeform: Shape 2002">
                      <a:extLst>
                        <a:ext uri="{FF2B5EF4-FFF2-40B4-BE49-F238E27FC236}">
                          <a16:creationId xmlns:a16="http://schemas.microsoft.com/office/drawing/2014/main" id="{B805C34D-37FC-A4EB-C31C-65D8C99D5A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3520" y="4344616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20 h 1583"/>
                        <a:gd name="connsiteX1" fmla="*/ 1266 w 1582"/>
                        <a:gd name="connsiteY1" fmla="*/ 161 h 1583"/>
                        <a:gd name="connsiteX2" fmla="*/ 1424 w 1582"/>
                        <a:gd name="connsiteY2" fmla="*/ 1271 h 1583"/>
                        <a:gd name="connsiteX3" fmla="*/ 316 w 1582"/>
                        <a:gd name="connsiteY3" fmla="*/ 1429 h 1583"/>
                        <a:gd name="connsiteX4" fmla="*/ 158 w 1582"/>
                        <a:gd name="connsiteY4" fmla="*/ 320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20"/>
                          </a:moveTo>
                          <a:cubicBezTo>
                            <a:pt x="419" y="-29"/>
                            <a:pt x="915" y="-108"/>
                            <a:pt x="1266" y="161"/>
                          </a:cubicBezTo>
                          <a:cubicBezTo>
                            <a:pt x="1616" y="415"/>
                            <a:pt x="1686" y="906"/>
                            <a:pt x="1424" y="1271"/>
                          </a:cubicBezTo>
                          <a:cubicBezTo>
                            <a:pt x="1161" y="1620"/>
                            <a:pt x="667" y="1683"/>
                            <a:pt x="316" y="1429"/>
                          </a:cubicBezTo>
                          <a:cubicBezTo>
                            <a:pt x="-33" y="1160"/>
                            <a:pt x="-104" y="668"/>
                            <a:pt x="158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04" name="Freeform: Shape 2003">
                      <a:extLst>
                        <a:ext uri="{FF2B5EF4-FFF2-40B4-BE49-F238E27FC236}">
                          <a16:creationId xmlns:a16="http://schemas.microsoft.com/office/drawing/2014/main" id="{01AD6F26-6424-1357-BAB3-F7C706A8F2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2737" y="4349950"/>
                      <a:ext cx="1583" cy="1583"/>
                    </a:xfrm>
                    <a:custGeom>
                      <a:avLst/>
                      <a:gdLst>
                        <a:gd name="connsiteX0" fmla="*/ 159 w 1583"/>
                        <a:gd name="connsiteY0" fmla="*/ 313 h 1583"/>
                        <a:gd name="connsiteX1" fmla="*/ 1267 w 1583"/>
                        <a:gd name="connsiteY1" fmla="*/ 154 h 1583"/>
                        <a:gd name="connsiteX2" fmla="*/ 1426 w 1583"/>
                        <a:gd name="connsiteY2" fmla="*/ 1264 h 1583"/>
                        <a:gd name="connsiteX3" fmla="*/ 317 w 1583"/>
                        <a:gd name="connsiteY3" fmla="*/ 1423 h 1583"/>
                        <a:gd name="connsiteX4" fmla="*/ 159 w 1583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3">
                          <a:moveTo>
                            <a:pt x="159" y="313"/>
                          </a:moveTo>
                          <a:cubicBezTo>
                            <a:pt x="420" y="-36"/>
                            <a:pt x="917" y="-99"/>
                            <a:pt x="1267" y="154"/>
                          </a:cubicBezTo>
                          <a:cubicBezTo>
                            <a:pt x="1617" y="424"/>
                            <a:pt x="1687" y="915"/>
                            <a:pt x="1426" y="1264"/>
                          </a:cubicBezTo>
                          <a:cubicBezTo>
                            <a:pt x="1164" y="1613"/>
                            <a:pt x="668" y="1692"/>
                            <a:pt x="317" y="1423"/>
                          </a:cubicBezTo>
                          <a:cubicBezTo>
                            <a:pt x="-33" y="1169"/>
                            <a:pt x="-104" y="662"/>
                            <a:pt x="159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05" name="Freeform: Shape 2004">
                      <a:extLst>
                        <a:ext uri="{FF2B5EF4-FFF2-40B4-BE49-F238E27FC236}">
                          <a16:creationId xmlns:a16="http://schemas.microsoft.com/office/drawing/2014/main" id="{82A0DECE-24EA-3FC8-5249-098A30A48B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7729" y="4326249"/>
                      <a:ext cx="1583" cy="1583"/>
                    </a:xfrm>
                    <a:custGeom>
                      <a:avLst/>
                      <a:gdLst>
                        <a:gd name="connsiteX0" fmla="*/ 159 w 1583"/>
                        <a:gd name="connsiteY0" fmla="*/ 313 h 1583"/>
                        <a:gd name="connsiteX1" fmla="*/ 1267 w 1583"/>
                        <a:gd name="connsiteY1" fmla="*/ 154 h 1583"/>
                        <a:gd name="connsiteX2" fmla="*/ 1426 w 1583"/>
                        <a:gd name="connsiteY2" fmla="*/ 1264 h 1583"/>
                        <a:gd name="connsiteX3" fmla="*/ 317 w 1583"/>
                        <a:gd name="connsiteY3" fmla="*/ 1422 h 1583"/>
                        <a:gd name="connsiteX4" fmla="*/ 159 w 1583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3">
                          <a:moveTo>
                            <a:pt x="159" y="313"/>
                          </a:moveTo>
                          <a:cubicBezTo>
                            <a:pt x="420" y="-36"/>
                            <a:pt x="917" y="-99"/>
                            <a:pt x="1267" y="154"/>
                          </a:cubicBezTo>
                          <a:cubicBezTo>
                            <a:pt x="1617" y="424"/>
                            <a:pt x="1687" y="915"/>
                            <a:pt x="1426" y="1264"/>
                          </a:cubicBezTo>
                          <a:cubicBezTo>
                            <a:pt x="1162" y="1613"/>
                            <a:pt x="668" y="1692"/>
                            <a:pt x="317" y="1422"/>
                          </a:cubicBezTo>
                          <a:cubicBezTo>
                            <a:pt x="-33" y="1169"/>
                            <a:pt x="-104" y="662"/>
                            <a:pt x="159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06" name="Freeform: Shape 2005">
                      <a:extLst>
                        <a:ext uri="{FF2B5EF4-FFF2-40B4-BE49-F238E27FC236}">
                          <a16:creationId xmlns:a16="http://schemas.microsoft.com/office/drawing/2014/main" id="{9403BA5F-C78E-4E36-037F-76EBE04815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1896" y="4334026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20 h 1583"/>
                        <a:gd name="connsiteX1" fmla="*/ 1266 w 1582"/>
                        <a:gd name="connsiteY1" fmla="*/ 161 h 1583"/>
                        <a:gd name="connsiteX2" fmla="*/ 1424 w 1582"/>
                        <a:gd name="connsiteY2" fmla="*/ 1271 h 1583"/>
                        <a:gd name="connsiteX3" fmla="*/ 316 w 1582"/>
                        <a:gd name="connsiteY3" fmla="*/ 1429 h 1583"/>
                        <a:gd name="connsiteX4" fmla="*/ 158 w 1582"/>
                        <a:gd name="connsiteY4" fmla="*/ 320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20"/>
                          </a:moveTo>
                          <a:cubicBezTo>
                            <a:pt x="421" y="-29"/>
                            <a:pt x="915" y="-108"/>
                            <a:pt x="1266" y="161"/>
                          </a:cubicBezTo>
                          <a:cubicBezTo>
                            <a:pt x="1615" y="415"/>
                            <a:pt x="1686" y="922"/>
                            <a:pt x="1424" y="1271"/>
                          </a:cubicBezTo>
                          <a:cubicBezTo>
                            <a:pt x="1163" y="1620"/>
                            <a:pt x="667" y="1683"/>
                            <a:pt x="316" y="1429"/>
                          </a:cubicBezTo>
                          <a:cubicBezTo>
                            <a:pt x="-33" y="1160"/>
                            <a:pt x="-104" y="668"/>
                            <a:pt x="158" y="320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07" name="Freeform: Shape 2006">
                      <a:extLst>
                        <a:ext uri="{FF2B5EF4-FFF2-40B4-BE49-F238E27FC236}">
                          <a16:creationId xmlns:a16="http://schemas.microsoft.com/office/drawing/2014/main" id="{4FDFD6A8-C2DA-773A-ACE2-171B283FB3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426" y="4330862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13 h 1583"/>
                        <a:gd name="connsiteX1" fmla="*/ 1266 w 1582"/>
                        <a:gd name="connsiteY1" fmla="*/ 154 h 1583"/>
                        <a:gd name="connsiteX2" fmla="*/ 1424 w 1582"/>
                        <a:gd name="connsiteY2" fmla="*/ 1264 h 1583"/>
                        <a:gd name="connsiteX3" fmla="*/ 316 w 1582"/>
                        <a:gd name="connsiteY3" fmla="*/ 1423 h 1583"/>
                        <a:gd name="connsiteX4" fmla="*/ 158 w 1582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13"/>
                          </a:moveTo>
                          <a:cubicBezTo>
                            <a:pt x="421" y="-36"/>
                            <a:pt x="915" y="-99"/>
                            <a:pt x="1266" y="154"/>
                          </a:cubicBezTo>
                          <a:cubicBezTo>
                            <a:pt x="1616" y="424"/>
                            <a:pt x="1686" y="915"/>
                            <a:pt x="1424" y="1264"/>
                          </a:cubicBezTo>
                          <a:cubicBezTo>
                            <a:pt x="1163" y="1613"/>
                            <a:pt x="667" y="1692"/>
                            <a:pt x="316" y="1423"/>
                          </a:cubicBezTo>
                          <a:cubicBezTo>
                            <a:pt x="-33" y="1169"/>
                            <a:pt x="-104" y="662"/>
                            <a:pt x="158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08" name="Freeform: Shape 2007">
                      <a:extLst>
                        <a:ext uri="{FF2B5EF4-FFF2-40B4-BE49-F238E27FC236}">
                          <a16:creationId xmlns:a16="http://schemas.microsoft.com/office/drawing/2014/main" id="{9E0F53BD-6EE6-1E68-65F4-33413C6BAD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1501" y="4344116"/>
                      <a:ext cx="1583" cy="1583"/>
                    </a:xfrm>
                    <a:custGeom>
                      <a:avLst/>
                      <a:gdLst>
                        <a:gd name="connsiteX0" fmla="*/ 158 w 1583"/>
                        <a:gd name="connsiteY0" fmla="*/ 313 h 1583"/>
                        <a:gd name="connsiteX1" fmla="*/ 1266 w 1583"/>
                        <a:gd name="connsiteY1" fmla="*/ 154 h 1583"/>
                        <a:gd name="connsiteX2" fmla="*/ 1425 w 1583"/>
                        <a:gd name="connsiteY2" fmla="*/ 1264 h 1583"/>
                        <a:gd name="connsiteX3" fmla="*/ 317 w 1583"/>
                        <a:gd name="connsiteY3" fmla="*/ 1423 h 1583"/>
                        <a:gd name="connsiteX4" fmla="*/ 158 w 1583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3" h="1583">
                          <a:moveTo>
                            <a:pt x="158" y="313"/>
                          </a:moveTo>
                          <a:cubicBezTo>
                            <a:pt x="420" y="-36"/>
                            <a:pt x="916" y="-99"/>
                            <a:pt x="1266" y="154"/>
                          </a:cubicBezTo>
                          <a:cubicBezTo>
                            <a:pt x="1617" y="424"/>
                            <a:pt x="1686" y="915"/>
                            <a:pt x="1425" y="1264"/>
                          </a:cubicBezTo>
                          <a:cubicBezTo>
                            <a:pt x="1162" y="1613"/>
                            <a:pt x="667" y="1692"/>
                            <a:pt x="317" y="1423"/>
                          </a:cubicBezTo>
                          <a:cubicBezTo>
                            <a:pt x="-34" y="1169"/>
                            <a:pt x="-103" y="677"/>
                            <a:pt x="158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09" name="Freeform: Shape 2008">
                      <a:extLst>
                        <a:ext uri="{FF2B5EF4-FFF2-40B4-BE49-F238E27FC236}">
                          <a16:creationId xmlns:a16="http://schemas.microsoft.com/office/drawing/2014/main" id="{ABC54EBE-6408-7C5A-C4C6-6218A25F19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7374" y="4333653"/>
                      <a:ext cx="1582" cy="1583"/>
                    </a:xfrm>
                    <a:custGeom>
                      <a:avLst/>
                      <a:gdLst>
                        <a:gd name="connsiteX0" fmla="*/ 158 w 1582"/>
                        <a:gd name="connsiteY0" fmla="*/ 313 h 1583"/>
                        <a:gd name="connsiteX1" fmla="*/ 1266 w 1582"/>
                        <a:gd name="connsiteY1" fmla="*/ 154 h 1583"/>
                        <a:gd name="connsiteX2" fmla="*/ 1425 w 1582"/>
                        <a:gd name="connsiteY2" fmla="*/ 1264 h 1583"/>
                        <a:gd name="connsiteX3" fmla="*/ 317 w 1582"/>
                        <a:gd name="connsiteY3" fmla="*/ 1423 h 1583"/>
                        <a:gd name="connsiteX4" fmla="*/ 158 w 1582"/>
                        <a:gd name="connsiteY4" fmla="*/ 313 h 1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3">
                          <a:moveTo>
                            <a:pt x="158" y="313"/>
                          </a:moveTo>
                          <a:cubicBezTo>
                            <a:pt x="420" y="-36"/>
                            <a:pt x="916" y="-99"/>
                            <a:pt x="1266" y="154"/>
                          </a:cubicBezTo>
                          <a:cubicBezTo>
                            <a:pt x="1617" y="424"/>
                            <a:pt x="1686" y="915"/>
                            <a:pt x="1425" y="1264"/>
                          </a:cubicBezTo>
                          <a:cubicBezTo>
                            <a:pt x="1162" y="1613"/>
                            <a:pt x="667" y="1692"/>
                            <a:pt x="317" y="1423"/>
                          </a:cubicBezTo>
                          <a:cubicBezTo>
                            <a:pt x="-34" y="1169"/>
                            <a:pt x="-103" y="662"/>
                            <a:pt x="158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10" name="Freeform: Shape 2009">
                      <a:extLst>
                        <a:ext uri="{FF2B5EF4-FFF2-40B4-BE49-F238E27FC236}">
                          <a16:creationId xmlns:a16="http://schemas.microsoft.com/office/drawing/2014/main" id="{1B90EAC3-AD68-9550-6804-AFA4F8B6B8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6908" y="4340676"/>
                      <a:ext cx="1582" cy="1576"/>
                    </a:xfrm>
                    <a:custGeom>
                      <a:avLst/>
                      <a:gdLst>
                        <a:gd name="connsiteX0" fmla="*/ 158 w 1582"/>
                        <a:gd name="connsiteY0" fmla="*/ 313 h 1576"/>
                        <a:gd name="connsiteX1" fmla="*/ 1266 w 1582"/>
                        <a:gd name="connsiteY1" fmla="*/ 154 h 1576"/>
                        <a:gd name="connsiteX2" fmla="*/ 1425 w 1582"/>
                        <a:gd name="connsiteY2" fmla="*/ 1264 h 1576"/>
                        <a:gd name="connsiteX3" fmla="*/ 317 w 1582"/>
                        <a:gd name="connsiteY3" fmla="*/ 1422 h 1576"/>
                        <a:gd name="connsiteX4" fmla="*/ 158 w 1582"/>
                        <a:gd name="connsiteY4" fmla="*/ 313 h 15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76">
                          <a:moveTo>
                            <a:pt x="158" y="313"/>
                          </a:moveTo>
                          <a:cubicBezTo>
                            <a:pt x="420" y="-36"/>
                            <a:pt x="916" y="-99"/>
                            <a:pt x="1266" y="154"/>
                          </a:cubicBezTo>
                          <a:cubicBezTo>
                            <a:pt x="1617" y="424"/>
                            <a:pt x="1686" y="915"/>
                            <a:pt x="1425" y="1264"/>
                          </a:cubicBezTo>
                          <a:cubicBezTo>
                            <a:pt x="1162" y="1613"/>
                            <a:pt x="667" y="1676"/>
                            <a:pt x="317" y="1422"/>
                          </a:cubicBezTo>
                          <a:cubicBezTo>
                            <a:pt x="-34" y="1153"/>
                            <a:pt x="-103" y="662"/>
                            <a:pt x="158" y="313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11" name="Freeform: Shape 2010">
                      <a:extLst>
                        <a:ext uri="{FF2B5EF4-FFF2-40B4-BE49-F238E27FC236}">
                          <a16:creationId xmlns:a16="http://schemas.microsoft.com/office/drawing/2014/main" id="{AA572912-BFD5-40EB-07C2-1F24C6EF35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377" y="4338949"/>
                      <a:ext cx="1582" cy="1582"/>
                    </a:xfrm>
                    <a:custGeom>
                      <a:avLst/>
                      <a:gdLst>
                        <a:gd name="connsiteX0" fmla="*/ 158 w 1582"/>
                        <a:gd name="connsiteY0" fmla="*/ 328 h 1582"/>
                        <a:gd name="connsiteX1" fmla="*/ 1266 w 1582"/>
                        <a:gd name="connsiteY1" fmla="*/ 153 h 1582"/>
                        <a:gd name="connsiteX2" fmla="*/ 1425 w 1582"/>
                        <a:gd name="connsiteY2" fmla="*/ 1263 h 1582"/>
                        <a:gd name="connsiteX3" fmla="*/ 317 w 1582"/>
                        <a:gd name="connsiteY3" fmla="*/ 1421 h 1582"/>
                        <a:gd name="connsiteX4" fmla="*/ 158 w 1582"/>
                        <a:gd name="connsiteY4" fmla="*/ 328 h 15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82" h="1582">
                          <a:moveTo>
                            <a:pt x="158" y="328"/>
                          </a:moveTo>
                          <a:cubicBezTo>
                            <a:pt x="421" y="-37"/>
                            <a:pt x="918" y="-100"/>
                            <a:pt x="1266" y="153"/>
                          </a:cubicBezTo>
                          <a:cubicBezTo>
                            <a:pt x="1615" y="423"/>
                            <a:pt x="1686" y="914"/>
                            <a:pt x="1425" y="1263"/>
                          </a:cubicBezTo>
                          <a:cubicBezTo>
                            <a:pt x="1163" y="1612"/>
                            <a:pt x="667" y="1691"/>
                            <a:pt x="317" y="1421"/>
                          </a:cubicBezTo>
                          <a:cubicBezTo>
                            <a:pt x="-34" y="1168"/>
                            <a:pt x="-103" y="676"/>
                            <a:pt x="158" y="328"/>
                          </a:cubicBezTo>
                          <a:close/>
                        </a:path>
                      </a:pathLst>
                    </a:custGeom>
                    <a:solidFill>
                      <a:srgbClr val="FFD786"/>
                    </a:solidFill>
                    <a:ln w="158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</p:grpSp>
          </p:grp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FFFCE14D-D9BB-0251-E069-DB00A428708D}"/>
                  </a:ext>
                </a:extLst>
              </p:cNvPr>
              <p:cNvSpPr/>
              <p:nvPr/>
            </p:nvSpPr>
            <p:spPr>
              <a:xfrm>
                <a:off x="810344" y="4324656"/>
                <a:ext cx="43526" cy="66603"/>
              </a:xfrm>
              <a:custGeom>
                <a:avLst/>
                <a:gdLst>
                  <a:gd name="connsiteX0" fmla="*/ 2447 w 43526"/>
                  <a:gd name="connsiteY0" fmla="*/ 9738 h 66603"/>
                  <a:gd name="connsiteX1" fmla="*/ 3462 w 43526"/>
                  <a:gd name="connsiteY1" fmla="*/ 11609 h 66603"/>
                  <a:gd name="connsiteX2" fmla="*/ 3795 w 43526"/>
                  <a:gd name="connsiteY2" fmla="*/ 10832 h 66603"/>
                  <a:gd name="connsiteX3" fmla="*/ 2447 w 43526"/>
                  <a:gd name="connsiteY3" fmla="*/ 9738 h 66603"/>
                  <a:gd name="connsiteX4" fmla="*/ 43266 w 43526"/>
                  <a:gd name="connsiteY4" fmla="*/ 37323 h 66603"/>
                  <a:gd name="connsiteX5" fmla="*/ 43266 w 43526"/>
                  <a:gd name="connsiteY5" fmla="*/ 37291 h 66603"/>
                  <a:gd name="connsiteX6" fmla="*/ 43024 w 43526"/>
                  <a:gd name="connsiteY6" fmla="*/ 26844 h 66603"/>
                  <a:gd name="connsiteX7" fmla="*/ 42994 w 43526"/>
                  <a:gd name="connsiteY7" fmla="*/ 25655 h 66603"/>
                  <a:gd name="connsiteX8" fmla="*/ 42978 w 43526"/>
                  <a:gd name="connsiteY8" fmla="*/ 24466 h 66603"/>
                  <a:gd name="connsiteX9" fmla="*/ 42795 w 43526"/>
                  <a:gd name="connsiteY9" fmla="*/ 16602 h 66603"/>
                  <a:gd name="connsiteX10" fmla="*/ 37538 w 43526"/>
                  <a:gd name="connsiteY10" fmla="*/ 4712 h 66603"/>
                  <a:gd name="connsiteX11" fmla="*/ 25431 w 43526"/>
                  <a:gd name="connsiteY11" fmla="*/ 4 h 66603"/>
                  <a:gd name="connsiteX12" fmla="*/ 16582 w 43526"/>
                  <a:gd name="connsiteY12" fmla="*/ 194 h 66603"/>
                  <a:gd name="connsiteX13" fmla="*/ 2111 w 43526"/>
                  <a:gd name="connsiteY13" fmla="*/ 9009 h 66603"/>
                  <a:gd name="connsiteX14" fmla="*/ 1929 w 43526"/>
                  <a:gd name="connsiteY14" fmla="*/ 9326 h 66603"/>
                  <a:gd name="connsiteX15" fmla="*/ 1398 w 43526"/>
                  <a:gd name="connsiteY15" fmla="*/ 10435 h 66603"/>
                  <a:gd name="connsiteX16" fmla="*/ 959 w 43526"/>
                  <a:gd name="connsiteY16" fmla="*/ 11577 h 66603"/>
                  <a:gd name="connsiteX17" fmla="*/ 4 w 43526"/>
                  <a:gd name="connsiteY17" fmla="*/ 17554 h 66603"/>
                  <a:gd name="connsiteX18" fmla="*/ 34 w 43526"/>
                  <a:gd name="connsiteY18" fmla="*/ 18758 h 66603"/>
                  <a:gd name="connsiteX19" fmla="*/ 473 w 43526"/>
                  <a:gd name="connsiteY19" fmla="*/ 38844 h 66603"/>
                  <a:gd name="connsiteX20" fmla="*/ 716 w 43526"/>
                  <a:gd name="connsiteY20" fmla="*/ 50005 h 66603"/>
                  <a:gd name="connsiteX21" fmla="*/ 2352 w 43526"/>
                  <a:gd name="connsiteY21" fmla="*/ 56886 h 66603"/>
                  <a:gd name="connsiteX22" fmla="*/ 2777 w 43526"/>
                  <a:gd name="connsiteY22" fmla="*/ 57726 h 66603"/>
                  <a:gd name="connsiteX23" fmla="*/ 2777 w 43526"/>
                  <a:gd name="connsiteY23" fmla="*/ 57742 h 66603"/>
                  <a:gd name="connsiteX24" fmla="*/ 5975 w 43526"/>
                  <a:gd name="connsiteY24" fmla="*/ 61879 h 66603"/>
                  <a:gd name="connsiteX25" fmla="*/ 12959 w 43526"/>
                  <a:gd name="connsiteY25" fmla="*/ 65938 h 66603"/>
                  <a:gd name="connsiteX26" fmla="*/ 17490 w 43526"/>
                  <a:gd name="connsiteY26" fmla="*/ 66604 h 66603"/>
                  <a:gd name="connsiteX27" fmla="*/ 18082 w 43526"/>
                  <a:gd name="connsiteY27" fmla="*/ 66604 h 66603"/>
                  <a:gd name="connsiteX28" fmla="*/ 26931 w 43526"/>
                  <a:gd name="connsiteY28" fmla="*/ 66397 h 66603"/>
                  <a:gd name="connsiteX29" fmla="*/ 30886 w 43526"/>
                  <a:gd name="connsiteY29" fmla="*/ 65843 h 66603"/>
                  <a:gd name="connsiteX30" fmla="*/ 30901 w 43526"/>
                  <a:gd name="connsiteY30" fmla="*/ 65843 h 66603"/>
                  <a:gd name="connsiteX31" fmla="*/ 31779 w 43526"/>
                  <a:gd name="connsiteY31" fmla="*/ 65573 h 66603"/>
                  <a:gd name="connsiteX32" fmla="*/ 40446 w 43526"/>
                  <a:gd name="connsiteY32" fmla="*/ 59153 h 66603"/>
                  <a:gd name="connsiteX33" fmla="*/ 43522 w 43526"/>
                  <a:gd name="connsiteY33" fmla="*/ 49054 h 66603"/>
                  <a:gd name="connsiteX34" fmla="*/ 43266 w 43526"/>
                  <a:gd name="connsiteY34" fmla="*/ 37323 h 66603"/>
                  <a:gd name="connsiteX35" fmla="*/ 36508 w 43526"/>
                  <a:gd name="connsiteY35" fmla="*/ 60120 h 66603"/>
                  <a:gd name="connsiteX36" fmla="*/ 31947 w 43526"/>
                  <a:gd name="connsiteY36" fmla="*/ 63021 h 66603"/>
                  <a:gd name="connsiteX37" fmla="*/ 29553 w 43526"/>
                  <a:gd name="connsiteY37" fmla="*/ 63750 h 66603"/>
                  <a:gd name="connsiteX38" fmla="*/ 26887 w 43526"/>
                  <a:gd name="connsiteY38" fmla="*/ 64051 h 66603"/>
                  <a:gd name="connsiteX39" fmla="*/ 19978 w 43526"/>
                  <a:gd name="connsiteY39" fmla="*/ 64194 h 66603"/>
                  <a:gd name="connsiteX40" fmla="*/ 19962 w 43526"/>
                  <a:gd name="connsiteY40" fmla="*/ 64194 h 66603"/>
                  <a:gd name="connsiteX41" fmla="*/ 18037 w 43526"/>
                  <a:gd name="connsiteY41" fmla="*/ 64241 h 66603"/>
                  <a:gd name="connsiteX42" fmla="*/ 7612 w 43526"/>
                  <a:gd name="connsiteY42" fmla="*/ 60183 h 66603"/>
                  <a:gd name="connsiteX43" fmla="*/ 3081 w 43526"/>
                  <a:gd name="connsiteY43" fmla="*/ 49942 h 66603"/>
                  <a:gd name="connsiteX44" fmla="*/ 2885 w 43526"/>
                  <a:gd name="connsiteY44" fmla="*/ 41429 h 66603"/>
                  <a:gd name="connsiteX45" fmla="*/ 2885 w 43526"/>
                  <a:gd name="connsiteY45" fmla="*/ 41413 h 66603"/>
                  <a:gd name="connsiteX46" fmla="*/ 2355 w 43526"/>
                  <a:gd name="connsiteY46" fmla="*/ 17506 h 66603"/>
                  <a:gd name="connsiteX47" fmla="*/ 2355 w 43526"/>
                  <a:gd name="connsiteY47" fmla="*/ 16983 h 66603"/>
                  <a:gd name="connsiteX48" fmla="*/ 2931 w 43526"/>
                  <a:gd name="connsiteY48" fmla="*/ 13130 h 66603"/>
                  <a:gd name="connsiteX49" fmla="*/ 3324 w 43526"/>
                  <a:gd name="connsiteY49" fmla="*/ 11973 h 66603"/>
                  <a:gd name="connsiteX50" fmla="*/ 3460 w 43526"/>
                  <a:gd name="connsiteY50" fmla="*/ 11609 h 66603"/>
                  <a:gd name="connsiteX51" fmla="*/ 3793 w 43526"/>
                  <a:gd name="connsiteY51" fmla="*/ 10832 h 66603"/>
                  <a:gd name="connsiteX52" fmla="*/ 16642 w 43526"/>
                  <a:gd name="connsiteY52" fmla="*/ 2556 h 66603"/>
                  <a:gd name="connsiteX53" fmla="*/ 25491 w 43526"/>
                  <a:gd name="connsiteY53" fmla="*/ 2350 h 66603"/>
                  <a:gd name="connsiteX54" fmla="*/ 26007 w 43526"/>
                  <a:gd name="connsiteY54" fmla="*/ 2350 h 66603"/>
                  <a:gd name="connsiteX55" fmla="*/ 35917 w 43526"/>
                  <a:gd name="connsiteY55" fmla="*/ 6409 h 66603"/>
                  <a:gd name="connsiteX56" fmla="*/ 40448 w 43526"/>
                  <a:gd name="connsiteY56" fmla="*/ 16634 h 66603"/>
                  <a:gd name="connsiteX57" fmla="*/ 40630 w 43526"/>
                  <a:gd name="connsiteY57" fmla="*/ 24576 h 66603"/>
                  <a:gd name="connsiteX58" fmla="*/ 40646 w 43526"/>
                  <a:gd name="connsiteY58" fmla="*/ 25765 h 66603"/>
                  <a:gd name="connsiteX59" fmla="*/ 40676 w 43526"/>
                  <a:gd name="connsiteY59" fmla="*/ 26939 h 66603"/>
                  <a:gd name="connsiteX60" fmla="*/ 41131 w 43526"/>
                  <a:gd name="connsiteY60" fmla="*/ 47358 h 66603"/>
                  <a:gd name="connsiteX61" fmla="*/ 41131 w 43526"/>
                  <a:gd name="connsiteY61" fmla="*/ 47374 h 66603"/>
                  <a:gd name="connsiteX62" fmla="*/ 41177 w 43526"/>
                  <a:gd name="connsiteY62" fmla="*/ 49102 h 66603"/>
                  <a:gd name="connsiteX63" fmla="*/ 36508 w 43526"/>
                  <a:gd name="connsiteY63" fmla="*/ 60120 h 66603"/>
                  <a:gd name="connsiteX64" fmla="*/ 2447 w 43526"/>
                  <a:gd name="connsiteY64" fmla="*/ 9738 h 66603"/>
                  <a:gd name="connsiteX65" fmla="*/ 3462 w 43526"/>
                  <a:gd name="connsiteY65" fmla="*/ 11609 h 66603"/>
                  <a:gd name="connsiteX66" fmla="*/ 3795 w 43526"/>
                  <a:gd name="connsiteY66" fmla="*/ 10832 h 66603"/>
                  <a:gd name="connsiteX67" fmla="*/ 2447 w 43526"/>
                  <a:gd name="connsiteY67" fmla="*/ 9738 h 666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43526" h="66603">
                    <a:moveTo>
                      <a:pt x="2447" y="9738"/>
                    </a:moveTo>
                    <a:cubicBezTo>
                      <a:pt x="2826" y="10546"/>
                      <a:pt x="3175" y="11149"/>
                      <a:pt x="3462" y="11609"/>
                    </a:cubicBezTo>
                    <a:cubicBezTo>
                      <a:pt x="3568" y="11355"/>
                      <a:pt x="3674" y="11085"/>
                      <a:pt x="3795" y="10832"/>
                    </a:cubicBezTo>
                    <a:cubicBezTo>
                      <a:pt x="3341" y="10467"/>
                      <a:pt x="2886" y="10102"/>
                      <a:pt x="2447" y="9738"/>
                    </a:cubicBezTo>
                    <a:close/>
                    <a:moveTo>
                      <a:pt x="43266" y="37323"/>
                    </a:moveTo>
                    <a:cubicBezTo>
                      <a:pt x="43266" y="37307"/>
                      <a:pt x="43266" y="37291"/>
                      <a:pt x="43266" y="37291"/>
                    </a:cubicBezTo>
                    <a:lnTo>
                      <a:pt x="43024" y="26844"/>
                    </a:lnTo>
                    <a:lnTo>
                      <a:pt x="42994" y="25655"/>
                    </a:lnTo>
                    <a:lnTo>
                      <a:pt x="42978" y="24466"/>
                    </a:lnTo>
                    <a:lnTo>
                      <a:pt x="42795" y="16602"/>
                    </a:lnTo>
                    <a:cubicBezTo>
                      <a:pt x="42689" y="12084"/>
                      <a:pt x="40825" y="7851"/>
                      <a:pt x="37538" y="4712"/>
                    </a:cubicBezTo>
                    <a:cubicBezTo>
                      <a:pt x="34250" y="1573"/>
                      <a:pt x="29962" y="-91"/>
                      <a:pt x="25431" y="4"/>
                    </a:cubicBezTo>
                    <a:lnTo>
                      <a:pt x="16582" y="194"/>
                    </a:lnTo>
                    <a:cubicBezTo>
                      <a:pt x="10325" y="353"/>
                      <a:pt x="4930" y="3888"/>
                      <a:pt x="2111" y="9009"/>
                    </a:cubicBezTo>
                    <a:cubicBezTo>
                      <a:pt x="2051" y="9104"/>
                      <a:pt x="1991" y="9215"/>
                      <a:pt x="1929" y="9326"/>
                    </a:cubicBezTo>
                    <a:cubicBezTo>
                      <a:pt x="1746" y="9690"/>
                      <a:pt x="1566" y="10055"/>
                      <a:pt x="1398" y="10435"/>
                    </a:cubicBezTo>
                    <a:cubicBezTo>
                      <a:pt x="1231" y="10816"/>
                      <a:pt x="1079" y="11181"/>
                      <a:pt x="959" y="11577"/>
                    </a:cubicBezTo>
                    <a:cubicBezTo>
                      <a:pt x="293" y="13448"/>
                      <a:pt x="-42" y="15461"/>
                      <a:pt x="4" y="17554"/>
                    </a:cubicBezTo>
                    <a:lnTo>
                      <a:pt x="34" y="18758"/>
                    </a:lnTo>
                    <a:lnTo>
                      <a:pt x="473" y="38844"/>
                    </a:lnTo>
                    <a:lnTo>
                      <a:pt x="716" y="50005"/>
                    </a:lnTo>
                    <a:cubicBezTo>
                      <a:pt x="776" y="52431"/>
                      <a:pt x="1337" y="54761"/>
                      <a:pt x="2352" y="56886"/>
                    </a:cubicBezTo>
                    <a:cubicBezTo>
                      <a:pt x="2488" y="57171"/>
                      <a:pt x="2625" y="57441"/>
                      <a:pt x="2777" y="57726"/>
                    </a:cubicBezTo>
                    <a:cubicBezTo>
                      <a:pt x="2777" y="57726"/>
                      <a:pt x="2793" y="57726"/>
                      <a:pt x="2777" y="57742"/>
                    </a:cubicBezTo>
                    <a:cubicBezTo>
                      <a:pt x="3611" y="59263"/>
                      <a:pt x="4671" y="60643"/>
                      <a:pt x="5975" y="61879"/>
                    </a:cubicBezTo>
                    <a:cubicBezTo>
                      <a:pt x="7989" y="63813"/>
                      <a:pt x="10383" y="65177"/>
                      <a:pt x="12959" y="65938"/>
                    </a:cubicBezTo>
                    <a:cubicBezTo>
                      <a:pt x="14413" y="66366"/>
                      <a:pt x="15945" y="66588"/>
                      <a:pt x="17490" y="66604"/>
                    </a:cubicBezTo>
                    <a:lnTo>
                      <a:pt x="18082" y="66604"/>
                    </a:lnTo>
                    <a:lnTo>
                      <a:pt x="26931" y="66397"/>
                    </a:lnTo>
                    <a:cubicBezTo>
                      <a:pt x="28294" y="66366"/>
                      <a:pt x="29613" y="66176"/>
                      <a:pt x="30886" y="65843"/>
                    </a:cubicBezTo>
                    <a:lnTo>
                      <a:pt x="30901" y="65843"/>
                    </a:lnTo>
                    <a:cubicBezTo>
                      <a:pt x="31203" y="65764"/>
                      <a:pt x="31492" y="65668"/>
                      <a:pt x="31779" y="65573"/>
                    </a:cubicBezTo>
                    <a:cubicBezTo>
                      <a:pt x="35325" y="64432"/>
                      <a:pt x="38355" y="62149"/>
                      <a:pt x="40446" y="59153"/>
                    </a:cubicBezTo>
                    <a:cubicBezTo>
                      <a:pt x="42461" y="56315"/>
                      <a:pt x="43613" y="52811"/>
                      <a:pt x="43522" y="49054"/>
                    </a:cubicBezTo>
                    <a:lnTo>
                      <a:pt x="43266" y="37323"/>
                    </a:lnTo>
                    <a:close/>
                    <a:moveTo>
                      <a:pt x="36508" y="60120"/>
                    </a:moveTo>
                    <a:cubicBezTo>
                      <a:pt x="35191" y="61356"/>
                      <a:pt x="33645" y="62339"/>
                      <a:pt x="31947" y="63021"/>
                    </a:cubicBezTo>
                    <a:cubicBezTo>
                      <a:pt x="31175" y="63322"/>
                      <a:pt x="30387" y="63560"/>
                      <a:pt x="29553" y="63750"/>
                    </a:cubicBezTo>
                    <a:cubicBezTo>
                      <a:pt x="28689" y="63924"/>
                      <a:pt x="27795" y="64035"/>
                      <a:pt x="26887" y="64051"/>
                    </a:cubicBezTo>
                    <a:lnTo>
                      <a:pt x="19978" y="64194"/>
                    </a:lnTo>
                    <a:lnTo>
                      <a:pt x="19962" y="64194"/>
                    </a:lnTo>
                    <a:lnTo>
                      <a:pt x="18037" y="64241"/>
                    </a:lnTo>
                    <a:cubicBezTo>
                      <a:pt x="14144" y="64337"/>
                      <a:pt x="10447" y="62878"/>
                      <a:pt x="7612" y="60183"/>
                    </a:cubicBezTo>
                    <a:cubicBezTo>
                      <a:pt x="4779" y="57472"/>
                      <a:pt x="3157" y="53842"/>
                      <a:pt x="3081" y="49942"/>
                    </a:cubicBezTo>
                    <a:lnTo>
                      <a:pt x="2885" y="41429"/>
                    </a:lnTo>
                    <a:cubicBezTo>
                      <a:pt x="2885" y="41413"/>
                      <a:pt x="2885" y="41413"/>
                      <a:pt x="2885" y="41413"/>
                    </a:cubicBezTo>
                    <a:lnTo>
                      <a:pt x="2355" y="17506"/>
                    </a:lnTo>
                    <a:lnTo>
                      <a:pt x="2355" y="16983"/>
                    </a:lnTo>
                    <a:cubicBezTo>
                      <a:pt x="2369" y="15651"/>
                      <a:pt x="2568" y="14351"/>
                      <a:pt x="2931" y="13130"/>
                    </a:cubicBezTo>
                    <a:cubicBezTo>
                      <a:pt x="3037" y="12734"/>
                      <a:pt x="3173" y="12354"/>
                      <a:pt x="3324" y="11973"/>
                    </a:cubicBezTo>
                    <a:cubicBezTo>
                      <a:pt x="3354" y="11862"/>
                      <a:pt x="3400" y="11735"/>
                      <a:pt x="3460" y="11609"/>
                    </a:cubicBezTo>
                    <a:cubicBezTo>
                      <a:pt x="3566" y="11355"/>
                      <a:pt x="3673" y="11101"/>
                      <a:pt x="3793" y="10832"/>
                    </a:cubicBezTo>
                    <a:cubicBezTo>
                      <a:pt x="6111" y="6044"/>
                      <a:pt x="10960" y="2683"/>
                      <a:pt x="16642" y="2556"/>
                    </a:cubicBezTo>
                    <a:lnTo>
                      <a:pt x="25491" y="2350"/>
                    </a:lnTo>
                    <a:lnTo>
                      <a:pt x="26007" y="2350"/>
                    </a:lnTo>
                    <a:cubicBezTo>
                      <a:pt x="29704" y="2398"/>
                      <a:pt x="33204" y="3825"/>
                      <a:pt x="35917" y="6409"/>
                    </a:cubicBezTo>
                    <a:cubicBezTo>
                      <a:pt x="38750" y="9120"/>
                      <a:pt x="40356" y="12766"/>
                      <a:pt x="40448" y="16634"/>
                    </a:cubicBezTo>
                    <a:lnTo>
                      <a:pt x="40630" y="24576"/>
                    </a:lnTo>
                    <a:lnTo>
                      <a:pt x="40646" y="25765"/>
                    </a:lnTo>
                    <a:lnTo>
                      <a:pt x="40676" y="26939"/>
                    </a:lnTo>
                    <a:lnTo>
                      <a:pt x="41131" y="47358"/>
                    </a:lnTo>
                    <a:lnTo>
                      <a:pt x="41131" y="47374"/>
                    </a:lnTo>
                    <a:lnTo>
                      <a:pt x="41177" y="49102"/>
                    </a:lnTo>
                    <a:cubicBezTo>
                      <a:pt x="41266" y="53430"/>
                      <a:pt x="39463" y="57361"/>
                      <a:pt x="36508" y="60120"/>
                    </a:cubicBezTo>
                    <a:close/>
                    <a:moveTo>
                      <a:pt x="2447" y="9738"/>
                    </a:moveTo>
                    <a:cubicBezTo>
                      <a:pt x="2826" y="10546"/>
                      <a:pt x="3175" y="11149"/>
                      <a:pt x="3462" y="11609"/>
                    </a:cubicBezTo>
                    <a:cubicBezTo>
                      <a:pt x="3568" y="11355"/>
                      <a:pt x="3674" y="11085"/>
                      <a:pt x="3795" y="10832"/>
                    </a:cubicBezTo>
                    <a:cubicBezTo>
                      <a:pt x="3341" y="10467"/>
                      <a:pt x="2886" y="10102"/>
                      <a:pt x="2447" y="9738"/>
                    </a:cubicBezTo>
                    <a:close/>
                  </a:path>
                </a:pathLst>
              </a:custGeom>
              <a:solidFill>
                <a:srgbClr val="31313B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B60AFF66-10C8-9918-63E6-2545A4F6A88E}"/>
                  </a:ext>
                </a:extLst>
              </p:cNvPr>
              <p:cNvSpPr/>
              <p:nvPr/>
            </p:nvSpPr>
            <p:spPr>
              <a:xfrm>
                <a:off x="713473" y="4750749"/>
                <a:ext cx="67766" cy="50841"/>
              </a:xfrm>
              <a:custGeom>
                <a:avLst/>
                <a:gdLst>
                  <a:gd name="connsiteX0" fmla="*/ 0 w 67766"/>
                  <a:gd name="connsiteY0" fmla="*/ 50842 h 50841"/>
                  <a:gd name="connsiteX1" fmla="*/ 331 w 67766"/>
                  <a:gd name="connsiteY1" fmla="*/ 47924 h 50841"/>
                  <a:gd name="connsiteX2" fmla="*/ 65525 w 67766"/>
                  <a:gd name="connsiteY2" fmla="*/ 0 h 50841"/>
                  <a:gd name="connsiteX3" fmla="*/ 67766 w 67766"/>
                  <a:gd name="connsiteY3" fmla="*/ 1427 h 50841"/>
                  <a:gd name="connsiteX4" fmla="*/ 0 w 67766"/>
                  <a:gd name="connsiteY4" fmla="*/ 50842 h 50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766" h="50841">
                    <a:moveTo>
                      <a:pt x="0" y="50842"/>
                    </a:moveTo>
                    <a:lnTo>
                      <a:pt x="331" y="47924"/>
                    </a:lnTo>
                    <a:cubicBezTo>
                      <a:pt x="42247" y="45499"/>
                      <a:pt x="65292" y="460"/>
                      <a:pt x="65525" y="0"/>
                    </a:cubicBezTo>
                    <a:lnTo>
                      <a:pt x="67766" y="1427"/>
                    </a:lnTo>
                    <a:cubicBezTo>
                      <a:pt x="67527" y="1903"/>
                      <a:pt x="43345" y="48321"/>
                      <a:pt x="0" y="50842"/>
                    </a:cubicBezTo>
                    <a:close/>
                  </a:path>
                </a:pathLst>
              </a:custGeom>
              <a:solidFill>
                <a:srgbClr val="31313B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014" name="Graphic 21">
                <a:extLst>
                  <a:ext uri="{FF2B5EF4-FFF2-40B4-BE49-F238E27FC236}">
                    <a16:creationId xmlns:a16="http://schemas.microsoft.com/office/drawing/2014/main" id="{13D6AD2D-B21D-EEC5-B5E2-7B7BF1152A4C}"/>
                  </a:ext>
                </a:extLst>
              </p:cNvPr>
              <p:cNvGrpSpPr/>
              <p:nvPr/>
            </p:nvGrpSpPr>
            <p:grpSpPr>
              <a:xfrm>
                <a:off x="741875" y="4217768"/>
                <a:ext cx="142738" cy="133838"/>
                <a:chOff x="741875" y="4217768"/>
                <a:chExt cx="142738" cy="133838"/>
              </a:xfrm>
            </p:grpSpPr>
            <p:sp>
              <p:nvSpPr>
                <p:cNvPr id="2015" name="Freeform: Shape 2014">
                  <a:extLst>
                    <a:ext uri="{FF2B5EF4-FFF2-40B4-BE49-F238E27FC236}">
                      <a16:creationId xmlns:a16="http://schemas.microsoft.com/office/drawing/2014/main" id="{6107A7F5-F846-443A-C40F-B733F51977AD}"/>
                    </a:ext>
                  </a:extLst>
                </p:cNvPr>
                <p:cNvSpPr/>
                <p:nvPr/>
              </p:nvSpPr>
              <p:spPr>
                <a:xfrm>
                  <a:off x="784505" y="4246168"/>
                  <a:ext cx="98928" cy="104265"/>
                </a:xfrm>
                <a:custGeom>
                  <a:avLst/>
                  <a:gdLst>
                    <a:gd name="connsiteX0" fmla="*/ 18575 w 98928"/>
                    <a:gd name="connsiteY0" fmla="*/ 80536 h 104265"/>
                    <a:gd name="connsiteX1" fmla="*/ 89002 w 98928"/>
                    <a:gd name="connsiteY1" fmla="*/ 95851 h 104265"/>
                    <a:gd name="connsiteX2" fmla="*/ 81580 w 98928"/>
                    <a:gd name="connsiteY2" fmla="*/ 23810 h 104265"/>
                    <a:gd name="connsiteX3" fmla="*/ 11153 w 98928"/>
                    <a:gd name="connsiteY3" fmla="*/ 8497 h 104265"/>
                    <a:gd name="connsiteX4" fmla="*/ 18575 w 98928"/>
                    <a:gd name="connsiteY4" fmla="*/ 80536 h 1042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928" h="104265">
                      <a:moveTo>
                        <a:pt x="18575" y="80536"/>
                      </a:moveTo>
                      <a:cubicBezTo>
                        <a:pt x="40072" y="104665"/>
                        <a:pt x="71605" y="111529"/>
                        <a:pt x="89002" y="95851"/>
                      </a:cubicBezTo>
                      <a:cubicBezTo>
                        <a:pt x="106399" y="80187"/>
                        <a:pt x="99021" y="44026"/>
                        <a:pt x="81580" y="23810"/>
                      </a:cubicBezTo>
                      <a:cubicBezTo>
                        <a:pt x="60472" y="-660"/>
                        <a:pt x="28550" y="-7171"/>
                        <a:pt x="11153" y="8497"/>
                      </a:cubicBezTo>
                      <a:cubicBezTo>
                        <a:pt x="-6246" y="24163"/>
                        <a:pt x="-2923" y="56423"/>
                        <a:pt x="18575" y="8053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16" name="Freeform: Shape 2015">
                  <a:extLst>
                    <a:ext uri="{FF2B5EF4-FFF2-40B4-BE49-F238E27FC236}">
                      <a16:creationId xmlns:a16="http://schemas.microsoft.com/office/drawing/2014/main" id="{D40C2A95-4432-5F4C-117B-25A4C53AB35B}"/>
                    </a:ext>
                  </a:extLst>
                </p:cNvPr>
                <p:cNvSpPr/>
                <p:nvPr/>
              </p:nvSpPr>
              <p:spPr>
                <a:xfrm>
                  <a:off x="783364" y="4244986"/>
                  <a:ext cx="101249" cy="106620"/>
                </a:xfrm>
                <a:custGeom>
                  <a:avLst/>
                  <a:gdLst>
                    <a:gd name="connsiteX0" fmla="*/ 83610 w 101249"/>
                    <a:gd name="connsiteY0" fmla="*/ 24231 h 106620"/>
                    <a:gd name="connsiteX1" fmla="*/ 77701 w 101249"/>
                    <a:gd name="connsiteY1" fmla="*/ 18094 h 106620"/>
                    <a:gd name="connsiteX2" fmla="*/ 38913 w 101249"/>
                    <a:gd name="connsiteY2" fmla="*/ 95 h 106620"/>
                    <a:gd name="connsiteX3" fmla="*/ 11503 w 101249"/>
                    <a:gd name="connsiteY3" fmla="*/ 8808 h 106620"/>
                    <a:gd name="connsiteX4" fmla="*/ 18836 w 101249"/>
                    <a:gd name="connsiteY4" fmla="*/ 82511 h 106620"/>
                    <a:gd name="connsiteX5" fmla="*/ 27942 w 101249"/>
                    <a:gd name="connsiteY5" fmla="*/ 91246 h 106620"/>
                    <a:gd name="connsiteX6" fmla="*/ 29913 w 101249"/>
                    <a:gd name="connsiteY6" fmla="*/ 92800 h 106620"/>
                    <a:gd name="connsiteX7" fmla="*/ 31126 w 101249"/>
                    <a:gd name="connsiteY7" fmla="*/ 93704 h 106620"/>
                    <a:gd name="connsiteX8" fmla="*/ 64232 w 101249"/>
                    <a:gd name="connsiteY8" fmla="*/ 106561 h 106620"/>
                    <a:gd name="connsiteX9" fmla="*/ 67657 w 101249"/>
                    <a:gd name="connsiteY9" fmla="*/ 106608 h 106620"/>
                    <a:gd name="connsiteX10" fmla="*/ 70004 w 101249"/>
                    <a:gd name="connsiteY10" fmla="*/ 106513 h 106620"/>
                    <a:gd name="connsiteX11" fmla="*/ 76428 w 101249"/>
                    <a:gd name="connsiteY11" fmla="*/ 105514 h 106620"/>
                    <a:gd name="connsiteX12" fmla="*/ 90929 w 101249"/>
                    <a:gd name="connsiteY12" fmla="*/ 97920 h 106620"/>
                    <a:gd name="connsiteX13" fmla="*/ 83610 w 101249"/>
                    <a:gd name="connsiteY13" fmla="*/ 24231 h 106620"/>
                    <a:gd name="connsiteX14" fmla="*/ 64367 w 101249"/>
                    <a:gd name="connsiteY14" fmla="*/ 104198 h 106620"/>
                    <a:gd name="connsiteX15" fmla="*/ 41381 w 101249"/>
                    <a:gd name="connsiteY15" fmla="*/ 97413 h 106620"/>
                    <a:gd name="connsiteX16" fmla="*/ 30775 w 101249"/>
                    <a:gd name="connsiteY16" fmla="*/ 90501 h 106620"/>
                    <a:gd name="connsiteX17" fmla="*/ 29426 w 101249"/>
                    <a:gd name="connsiteY17" fmla="*/ 89407 h 106620"/>
                    <a:gd name="connsiteX18" fmla="*/ 28911 w 101249"/>
                    <a:gd name="connsiteY18" fmla="*/ 88995 h 106620"/>
                    <a:gd name="connsiteX19" fmla="*/ 20593 w 101249"/>
                    <a:gd name="connsiteY19" fmla="*/ 80942 h 106620"/>
                    <a:gd name="connsiteX20" fmla="*/ 13078 w 101249"/>
                    <a:gd name="connsiteY20" fmla="*/ 10547 h 106620"/>
                    <a:gd name="connsiteX21" fmla="*/ 26730 w 101249"/>
                    <a:gd name="connsiteY21" fmla="*/ 3425 h 106620"/>
                    <a:gd name="connsiteX22" fmla="*/ 38775 w 101249"/>
                    <a:gd name="connsiteY22" fmla="*/ 2441 h 106620"/>
                    <a:gd name="connsiteX23" fmla="*/ 76064 w 101249"/>
                    <a:gd name="connsiteY23" fmla="*/ 19791 h 106620"/>
                    <a:gd name="connsiteX24" fmla="*/ 81821 w 101249"/>
                    <a:gd name="connsiteY24" fmla="*/ 25756 h 106620"/>
                    <a:gd name="connsiteX25" fmla="*/ 89352 w 101249"/>
                    <a:gd name="connsiteY25" fmla="*/ 96177 h 106620"/>
                    <a:gd name="connsiteX26" fmla="*/ 69957 w 101249"/>
                    <a:gd name="connsiteY26" fmla="*/ 104135 h 106620"/>
                    <a:gd name="connsiteX27" fmla="*/ 67609 w 101249"/>
                    <a:gd name="connsiteY27" fmla="*/ 104246 h 106620"/>
                    <a:gd name="connsiteX28" fmla="*/ 64367 w 101249"/>
                    <a:gd name="connsiteY28" fmla="*/ 104198 h 106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1249" h="106620">
                      <a:moveTo>
                        <a:pt x="83610" y="24231"/>
                      </a:moveTo>
                      <a:cubicBezTo>
                        <a:pt x="81745" y="22064"/>
                        <a:pt x="79761" y="20019"/>
                        <a:pt x="77701" y="18094"/>
                      </a:cubicBezTo>
                      <a:cubicBezTo>
                        <a:pt x="66338" y="7533"/>
                        <a:pt x="52306" y="943"/>
                        <a:pt x="38913" y="95"/>
                      </a:cubicBezTo>
                      <a:cubicBezTo>
                        <a:pt x="28065" y="-587"/>
                        <a:pt x="18594" y="2428"/>
                        <a:pt x="11503" y="8808"/>
                      </a:cubicBezTo>
                      <a:cubicBezTo>
                        <a:pt x="-6347" y="24884"/>
                        <a:pt x="-3059" y="57938"/>
                        <a:pt x="18836" y="82511"/>
                      </a:cubicBezTo>
                      <a:cubicBezTo>
                        <a:pt x="21669" y="85682"/>
                        <a:pt x="24731" y="88615"/>
                        <a:pt x="27942" y="91246"/>
                      </a:cubicBezTo>
                      <a:cubicBezTo>
                        <a:pt x="28594" y="91785"/>
                        <a:pt x="29246" y="92293"/>
                        <a:pt x="29913" y="92800"/>
                      </a:cubicBezTo>
                      <a:cubicBezTo>
                        <a:pt x="30306" y="93117"/>
                        <a:pt x="30717" y="93418"/>
                        <a:pt x="31126" y="93704"/>
                      </a:cubicBezTo>
                      <a:cubicBezTo>
                        <a:pt x="41475" y="101329"/>
                        <a:pt x="53157" y="105942"/>
                        <a:pt x="64232" y="106561"/>
                      </a:cubicBezTo>
                      <a:cubicBezTo>
                        <a:pt x="65383" y="106608"/>
                        <a:pt x="66536" y="106640"/>
                        <a:pt x="67657" y="106608"/>
                      </a:cubicBezTo>
                      <a:cubicBezTo>
                        <a:pt x="68445" y="106592"/>
                        <a:pt x="69232" y="106561"/>
                        <a:pt x="70004" y="106513"/>
                      </a:cubicBezTo>
                      <a:cubicBezTo>
                        <a:pt x="72216" y="106339"/>
                        <a:pt x="74369" y="106006"/>
                        <a:pt x="76428" y="105514"/>
                      </a:cubicBezTo>
                      <a:cubicBezTo>
                        <a:pt x="81928" y="104151"/>
                        <a:pt x="86837" y="101599"/>
                        <a:pt x="90929" y="97920"/>
                      </a:cubicBezTo>
                      <a:cubicBezTo>
                        <a:pt x="108761" y="81845"/>
                        <a:pt x="101640" y="45129"/>
                        <a:pt x="83610" y="24231"/>
                      </a:cubicBezTo>
                      <a:close/>
                      <a:moveTo>
                        <a:pt x="64367" y="104198"/>
                      </a:moveTo>
                      <a:cubicBezTo>
                        <a:pt x="56791" y="103786"/>
                        <a:pt x="48897" y="101392"/>
                        <a:pt x="41381" y="97413"/>
                      </a:cubicBezTo>
                      <a:cubicBezTo>
                        <a:pt x="37730" y="95479"/>
                        <a:pt x="34184" y="93149"/>
                        <a:pt x="30775" y="90501"/>
                      </a:cubicBezTo>
                      <a:cubicBezTo>
                        <a:pt x="30320" y="90137"/>
                        <a:pt x="29867" y="89772"/>
                        <a:pt x="29426" y="89407"/>
                      </a:cubicBezTo>
                      <a:cubicBezTo>
                        <a:pt x="29244" y="89280"/>
                        <a:pt x="29078" y="89122"/>
                        <a:pt x="28911" y="88995"/>
                      </a:cubicBezTo>
                      <a:cubicBezTo>
                        <a:pt x="25986" y="86554"/>
                        <a:pt x="23199" y="83874"/>
                        <a:pt x="20593" y="80942"/>
                      </a:cubicBezTo>
                      <a:cubicBezTo>
                        <a:pt x="-438" y="57336"/>
                        <a:pt x="-3816" y="25756"/>
                        <a:pt x="13078" y="10547"/>
                      </a:cubicBezTo>
                      <a:cubicBezTo>
                        <a:pt x="16928" y="7092"/>
                        <a:pt x="21533" y="4698"/>
                        <a:pt x="26730" y="3425"/>
                      </a:cubicBezTo>
                      <a:cubicBezTo>
                        <a:pt x="30457" y="2517"/>
                        <a:pt x="34503" y="2182"/>
                        <a:pt x="38775" y="2441"/>
                      </a:cubicBezTo>
                      <a:cubicBezTo>
                        <a:pt x="51608" y="3259"/>
                        <a:pt x="65095" y="9608"/>
                        <a:pt x="76064" y="19791"/>
                      </a:cubicBezTo>
                      <a:cubicBezTo>
                        <a:pt x="78064" y="21655"/>
                        <a:pt x="80003" y="23640"/>
                        <a:pt x="81821" y="25756"/>
                      </a:cubicBezTo>
                      <a:cubicBezTo>
                        <a:pt x="102929" y="50234"/>
                        <a:pt x="103201" y="83700"/>
                        <a:pt x="89352" y="96177"/>
                      </a:cubicBezTo>
                      <a:cubicBezTo>
                        <a:pt x="84155" y="100853"/>
                        <a:pt x="77519" y="103548"/>
                        <a:pt x="69957" y="104135"/>
                      </a:cubicBezTo>
                      <a:cubicBezTo>
                        <a:pt x="69185" y="104198"/>
                        <a:pt x="68411" y="104230"/>
                        <a:pt x="67609" y="104246"/>
                      </a:cubicBezTo>
                      <a:cubicBezTo>
                        <a:pt x="66548" y="104278"/>
                        <a:pt x="65458" y="104262"/>
                        <a:pt x="64367" y="104198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17" name="Freeform: Shape 2016">
                  <a:extLst>
                    <a:ext uri="{FF2B5EF4-FFF2-40B4-BE49-F238E27FC236}">
                      <a16:creationId xmlns:a16="http://schemas.microsoft.com/office/drawing/2014/main" id="{53226948-4858-F304-6ED7-10DB95BDBD81}"/>
                    </a:ext>
                  </a:extLst>
                </p:cNvPr>
                <p:cNvSpPr/>
                <p:nvPr/>
              </p:nvSpPr>
              <p:spPr>
                <a:xfrm>
                  <a:off x="788686" y="4262797"/>
                  <a:ext cx="33138" cy="48862"/>
                </a:xfrm>
                <a:custGeom>
                  <a:avLst/>
                  <a:gdLst>
                    <a:gd name="connsiteX0" fmla="*/ 23344 w 33138"/>
                    <a:gd name="connsiteY0" fmla="*/ 0 h 48862"/>
                    <a:gd name="connsiteX1" fmla="*/ 31378 w 33138"/>
                    <a:gd name="connsiteY1" fmla="*/ 18980 h 48862"/>
                    <a:gd name="connsiteX2" fmla="*/ 15275 w 33138"/>
                    <a:gd name="connsiteY2" fmla="*/ 20359 h 48862"/>
                    <a:gd name="connsiteX3" fmla="*/ 29216 w 33138"/>
                    <a:gd name="connsiteY3" fmla="*/ 44868 h 48862"/>
                    <a:gd name="connsiteX4" fmla="*/ 3370 w 33138"/>
                    <a:gd name="connsiteY4" fmla="*/ 37956 h 48862"/>
                    <a:gd name="connsiteX5" fmla="*/ 0 w 33138"/>
                    <a:gd name="connsiteY5" fmla="*/ 15809 h 48862"/>
                    <a:gd name="connsiteX6" fmla="*/ 23344 w 33138"/>
                    <a:gd name="connsiteY6" fmla="*/ 0 h 488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3138" h="48862">
                      <a:moveTo>
                        <a:pt x="23344" y="0"/>
                      </a:moveTo>
                      <a:cubicBezTo>
                        <a:pt x="23344" y="0"/>
                        <a:pt x="38114" y="10355"/>
                        <a:pt x="31378" y="18980"/>
                      </a:cubicBezTo>
                      <a:cubicBezTo>
                        <a:pt x="24642" y="27620"/>
                        <a:pt x="15275" y="20359"/>
                        <a:pt x="15275" y="20359"/>
                      </a:cubicBezTo>
                      <a:cubicBezTo>
                        <a:pt x="15275" y="20359"/>
                        <a:pt x="38259" y="32867"/>
                        <a:pt x="29216" y="44868"/>
                      </a:cubicBezTo>
                      <a:cubicBezTo>
                        <a:pt x="20173" y="56885"/>
                        <a:pt x="3370" y="37956"/>
                        <a:pt x="3370" y="37956"/>
                      </a:cubicBezTo>
                      <a:lnTo>
                        <a:pt x="0" y="15809"/>
                      </a:lnTo>
                      <a:lnTo>
                        <a:pt x="23344" y="0"/>
                      </a:ln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18" name="Freeform: Shape 2017">
                  <a:extLst>
                    <a:ext uri="{FF2B5EF4-FFF2-40B4-BE49-F238E27FC236}">
                      <a16:creationId xmlns:a16="http://schemas.microsoft.com/office/drawing/2014/main" id="{B4EDAEB3-812E-0B6A-1C0D-75C2EF38B511}"/>
                    </a:ext>
                  </a:extLst>
                </p:cNvPr>
                <p:cNvSpPr/>
                <p:nvPr/>
              </p:nvSpPr>
              <p:spPr>
                <a:xfrm>
                  <a:off x="741875" y="4217768"/>
                  <a:ext cx="124999" cy="125749"/>
                </a:xfrm>
                <a:custGeom>
                  <a:avLst/>
                  <a:gdLst>
                    <a:gd name="connsiteX0" fmla="*/ 71815 w 124999"/>
                    <a:gd name="connsiteY0" fmla="*/ 54528 h 125749"/>
                    <a:gd name="connsiteX1" fmla="*/ 124302 w 124999"/>
                    <a:gd name="connsiteY1" fmla="*/ 38660 h 125749"/>
                    <a:gd name="connsiteX2" fmla="*/ 94268 w 124999"/>
                    <a:gd name="connsiteY2" fmla="*/ 10489 h 125749"/>
                    <a:gd name="connsiteX3" fmla="*/ 74413 w 124999"/>
                    <a:gd name="connsiteY3" fmla="*/ 14438 h 125749"/>
                    <a:gd name="connsiteX4" fmla="*/ 75768 w 124999"/>
                    <a:gd name="connsiteY4" fmla="*/ 968 h 125749"/>
                    <a:gd name="connsiteX5" fmla="*/ 40278 w 124999"/>
                    <a:gd name="connsiteY5" fmla="*/ 22631 h 125749"/>
                    <a:gd name="connsiteX6" fmla="*/ 29632 w 124999"/>
                    <a:gd name="connsiteY6" fmla="*/ 12200 h 125749"/>
                    <a:gd name="connsiteX7" fmla="*/ 15204 w 124999"/>
                    <a:gd name="connsiteY7" fmla="*/ 49791 h 125749"/>
                    <a:gd name="connsiteX8" fmla="*/ 6594 w 124999"/>
                    <a:gd name="connsiteY8" fmla="*/ 47480 h 125749"/>
                    <a:gd name="connsiteX9" fmla="*/ 11662 w 124999"/>
                    <a:gd name="connsiteY9" fmla="*/ 55019 h 125749"/>
                    <a:gd name="connsiteX10" fmla="*/ 44 w 124999"/>
                    <a:gd name="connsiteY10" fmla="*/ 59728 h 125749"/>
                    <a:gd name="connsiteX11" fmla="*/ 11506 w 124999"/>
                    <a:gd name="connsiteY11" fmla="*/ 60774 h 125749"/>
                    <a:gd name="connsiteX12" fmla="*/ 47819 w 124999"/>
                    <a:gd name="connsiteY12" fmla="*/ 114771 h 125749"/>
                    <a:gd name="connsiteX13" fmla="*/ 62609 w 124999"/>
                    <a:gd name="connsiteY13" fmla="*/ 120430 h 125749"/>
                    <a:gd name="connsiteX14" fmla="*/ 73091 w 124999"/>
                    <a:gd name="connsiteY14" fmla="*/ 119844 h 125749"/>
                    <a:gd name="connsiteX15" fmla="*/ 66984 w 124999"/>
                    <a:gd name="connsiteY15" fmla="*/ 101913 h 125749"/>
                    <a:gd name="connsiteX16" fmla="*/ 71815 w 124999"/>
                    <a:gd name="connsiteY16" fmla="*/ 54528 h 1257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4999" h="125749">
                      <a:moveTo>
                        <a:pt x="71815" y="54528"/>
                      </a:moveTo>
                      <a:cubicBezTo>
                        <a:pt x="71815" y="54528"/>
                        <a:pt x="104368" y="69462"/>
                        <a:pt x="124302" y="38660"/>
                      </a:cubicBezTo>
                      <a:cubicBezTo>
                        <a:pt x="124302" y="38660"/>
                        <a:pt x="132282" y="12560"/>
                        <a:pt x="94268" y="10489"/>
                      </a:cubicBezTo>
                      <a:cubicBezTo>
                        <a:pt x="94268" y="10489"/>
                        <a:pt x="83193" y="9508"/>
                        <a:pt x="74413" y="14438"/>
                      </a:cubicBezTo>
                      <a:cubicBezTo>
                        <a:pt x="74413" y="14438"/>
                        <a:pt x="86251" y="5063"/>
                        <a:pt x="75768" y="968"/>
                      </a:cubicBezTo>
                      <a:cubicBezTo>
                        <a:pt x="65286" y="-3129"/>
                        <a:pt x="50662" y="6099"/>
                        <a:pt x="40278" y="22631"/>
                      </a:cubicBezTo>
                      <a:cubicBezTo>
                        <a:pt x="40278" y="22631"/>
                        <a:pt x="41714" y="8087"/>
                        <a:pt x="29632" y="12200"/>
                      </a:cubicBezTo>
                      <a:cubicBezTo>
                        <a:pt x="17550" y="16312"/>
                        <a:pt x="8921" y="29960"/>
                        <a:pt x="15204" y="49791"/>
                      </a:cubicBezTo>
                      <a:cubicBezTo>
                        <a:pt x="15204" y="49791"/>
                        <a:pt x="10989" y="45522"/>
                        <a:pt x="6594" y="47480"/>
                      </a:cubicBezTo>
                      <a:cubicBezTo>
                        <a:pt x="2200" y="49439"/>
                        <a:pt x="7017" y="54766"/>
                        <a:pt x="11662" y="55019"/>
                      </a:cubicBezTo>
                      <a:cubicBezTo>
                        <a:pt x="11662" y="55019"/>
                        <a:pt x="-828" y="54433"/>
                        <a:pt x="44" y="59728"/>
                      </a:cubicBezTo>
                      <a:cubicBezTo>
                        <a:pt x="914" y="65007"/>
                        <a:pt x="11506" y="60774"/>
                        <a:pt x="11506" y="60774"/>
                      </a:cubicBezTo>
                      <a:cubicBezTo>
                        <a:pt x="11506" y="60774"/>
                        <a:pt x="1938" y="112488"/>
                        <a:pt x="47819" y="114771"/>
                      </a:cubicBezTo>
                      <a:cubicBezTo>
                        <a:pt x="47819" y="114771"/>
                        <a:pt x="40376" y="134349"/>
                        <a:pt x="62609" y="120430"/>
                      </a:cubicBezTo>
                      <a:cubicBezTo>
                        <a:pt x="62609" y="120430"/>
                        <a:pt x="67563" y="132780"/>
                        <a:pt x="73091" y="119844"/>
                      </a:cubicBezTo>
                      <a:cubicBezTo>
                        <a:pt x="73091" y="119844"/>
                        <a:pt x="69581" y="117798"/>
                        <a:pt x="66984" y="101913"/>
                      </a:cubicBezTo>
                      <a:cubicBezTo>
                        <a:pt x="65768" y="94478"/>
                        <a:pt x="71815" y="54528"/>
                        <a:pt x="71815" y="54528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19" name="Freeform: Shape 2018">
                  <a:extLst>
                    <a:ext uri="{FF2B5EF4-FFF2-40B4-BE49-F238E27FC236}">
                      <a16:creationId xmlns:a16="http://schemas.microsoft.com/office/drawing/2014/main" id="{10C54C58-6657-0746-7F3C-A545AD98F3B9}"/>
                    </a:ext>
                  </a:extLst>
                </p:cNvPr>
                <p:cNvSpPr/>
                <p:nvPr/>
              </p:nvSpPr>
              <p:spPr>
                <a:xfrm>
                  <a:off x="826151" y="4286204"/>
                  <a:ext cx="11584" cy="7891"/>
                </a:xfrm>
                <a:custGeom>
                  <a:avLst/>
                  <a:gdLst>
                    <a:gd name="connsiteX0" fmla="*/ 11172 w 11584"/>
                    <a:gd name="connsiteY0" fmla="*/ 1787 h 7891"/>
                    <a:gd name="connsiteX1" fmla="*/ 11583 w 11584"/>
                    <a:gd name="connsiteY1" fmla="*/ 1058 h 7891"/>
                    <a:gd name="connsiteX2" fmla="*/ 10695 w 11584"/>
                    <a:gd name="connsiteY2" fmla="*/ 59 h 7891"/>
                    <a:gd name="connsiteX3" fmla="*/ 81 w 11584"/>
                    <a:gd name="connsiteY3" fmla="*/ 6559 h 7891"/>
                    <a:gd name="connsiteX4" fmla="*/ 544 w 11584"/>
                    <a:gd name="connsiteY4" fmla="*/ 7812 h 7891"/>
                    <a:gd name="connsiteX5" fmla="*/ 1789 w 11584"/>
                    <a:gd name="connsiteY5" fmla="*/ 7352 h 7891"/>
                    <a:gd name="connsiteX6" fmla="*/ 10598 w 11584"/>
                    <a:gd name="connsiteY6" fmla="*/ 1946 h 7891"/>
                    <a:gd name="connsiteX7" fmla="*/ 11172 w 11584"/>
                    <a:gd name="connsiteY7" fmla="*/ 1787 h 7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584" h="7891">
                      <a:moveTo>
                        <a:pt x="11172" y="1787"/>
                      </a:moveTo>
                      <a:cubicBezTo>
                        <a:pt x="11409" y="1629"/>
                        <a:pt x="11569" y="1359"/>
                        <a:pt x="11583" y="1058"/>
                      </a:cubicBezTo>
                      <a:cubicBezTo>
                        <a:pt x="11608" y="535"/>
                        <a:pt x="11212" y="91"/>
                        <a:pt x="10695" y="59"/>
                      </a:cubicBezTo>
                      <a:cubicBezTo>
                        <a:pt x="10391" y="43"/>
                        <a:pt x="3360" y="-1019"/>
                        <a:pt x="81" y="6559"/>
                      </a:cubicBezTo>
                      <a:cubicBezTo>
                        <a:pt x="-125" y="7035"/>
                        <a:pt x="72" y="7590"/>
                        <a:pt x="544" y="7812"/>
                      </a:cubicBezTo>
                      <a:cubicBezTo>
                        <a:pt x="1015" y="8034"/>
                        <a:pt x="1475" y="7764"/>
                        <a:pt x="1789" y="7352"/>
                      </a:cubicBezTo>
                      <a:cubicBezTo>
                        <a:pt x="4925" y="3198"/>
                        <a:pt x="10346" y="1930"/>
                        <a:pt x="10598" y="1946"/>
                      </a:cubicBezTo>
                      <a:cubicBezTo>
                        <a:pt x="10811" y="1962"/>
                        <a:pt x="11009" y="1898"/>
                        <a:pt x="11172" y="1787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20" name="Freeform: Shape 2019">
                  <a:extLst>
                    <a:ext uri="{FF2B5EF4-FFF2-40B4-BE49-F238E27FC236}">
                      <a16:creationId xmlns:a16="http://schemas.microsoft.com/office/drawing/2014/main" id="{EB201B05-B06B-47F8-91E2-D614B73371C0}"/>
                    </a:ext>
                  </a:extLst>
                </p:cNvPr>
                <p:cNvSpPr/>
                <p:nvPr/>
              </p:nvSpPr>
              <p:spPr>
                <a:xfrm>
                  <a:off x="851198" y="4271745"/>
                  <a:ext cx="11584" cy="7878"/>
                </a:xfrm>
                <a:custGeom>
                  <a:avLst/>
                  <a:gdLst>
                    <a:gd name="connsiteX0" fmla="*/ 11172 w 11584"/>
                    <a:gd name="connsiteY0" fmla="*/ 1788 h 7878"/>
                    <a:gd name="connsiteX1" fmla="*/ 11583 w 11584"/>
                    <a:gd name="connsiteY1" fmla="*/ 1058 h 7878"/>
                    <a:gd name="connsiteX2" fmla="*/ 10695 w 11584"/>
                    <a:gd name="connsiteY2" fmla="*/ 59 h 7878"/>
                    <a:gd name="connsiteX3" fmla="*/ 81 w 11584"/>
                    <a:gd name="connsiteY3" fmla="*/ 6544 h 7878"/>
                    <a:gd name="connsiteX4" fmla="*/ 544 w 11584"/>
                    <a:gd name="connsiteY4" fmla="*/ 7796 h 7878"/>
                    <a:gd name="connsiteX5" fmla="*/ 1789 w 11584"/>
                    <a:gd name="connsiteY5" fmla="*/ 7352 h 7878"/>
                    <a:gd name="connsiteX6" fmla="*/ 10599 w 11584"/>
                    <a:gd name="connsiteY6" fmla="*/ 1946 h 7878"/>
                    <a:gd name="connsiteX7" fmla="*/ 11172 w 11584"/>
                    <a:gd name="connsiteY7" fmla="*/ 1788 h 7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584" h="7878">
                      <a:moveTo>
                        <a:pt x="11172" y="1788"/>
                      </a:moveTo>
                      <a:cubicBezTo>
                        <a:pt x="11409" y="1629"/>
                        <a:pt x="11569" y="1359"/>
                        <a:pt x="11583" y="1058"/>
                      </a:cubicBezTo>
                      <a:cubicBezTo>
                        <a:pt x="11608" y="535"/>
                        <a:pt x="11212" y="91"/>
                        <a:pt x="10695" y="59"/>
                      </a:cubicBezTo>
                      <a:cubicBezTo>
                        <a:pt x="10391" y="44"/>
                        <a:pt x="3360" y="-1019"/>
                        <a:pt x="81" y="6544"/>
                      </a:cubicBezTo>
                      <a:cubicBezTo>
                        <a:pt x="-125" y="7019"/>
                        <a:pt x="72" y="7590"/>
                        <a:pt x="544" y="7796"/>
                      </a:cubicBezTo>
                      <a:cubicBezTo>
                        <a:pt x="1015" y="8018"/>
                        <a:pt x="1475" y="7764"/>
                        <a:pt x="1789" y="7352"/>
                      </a:cubicBezTo>
                      <a:cubicBezTo>
                        <a:pt x="4925" y="3198"/>
                        <a:pt x="10346" y="1930"/>
                        <a:pt x="10599" y="1946"/>
                      </a:cubicBezTo>
                      <a:cubicBezTo>
                        <a:pt x="10813" y="1962"/>
                        <a:pt x="11011" y="1899"/>
                        <a:pt x="11172" y="1788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21" name="Freeform: Shape 2020">
                  <a:extLst>
                    <a:ext uri="{FF2B5EF4-FFF2-40B4-BE49-F238E27FC236}">
                      <a16:creationId xmlns:a16="http://schemas.microsoft.com/office/drawing/2014/main" id="{E15AEAE8-C5B8-AE6E-04BA-30246CB39BD4}"/>
                    </a:ext>
                  </a:extLst>
                </p:cNvPr>
                <p:cNvSpPr/>
                <p:nvPr/>
              </p:nvSpPr>
              <p:spPr>
                <a:xfrm>
                  <a:off x="833407" y="4295363"/>
                  <a:ext cx="6112" cy="7999"/>
                </a:xfrm>
                <a:custGeom>
                  <a:avLst/>
                  <a:gdLst>
                    <a:gd name="connsiteX0" fmla="*/ 244 w 6112"/>
                    <a:gd name="connsiteY0" fmla="*/ 4851 h 7999"/>
                    <a:gd name="connsiteX1" fmla="*/ 4252 w 6112"/>
                    <a:gd name="connsiteY1" fmla="*/ 7910 h 7999"/>
                    <a:gd name="connsiteX2" fmla="*/ 5869 w 6112"/>
                    <a:gd name="connsiteY2" fmla="*/ 3139 h 7999"/>
                    <a:gd name="connsiteX3" fmla="*/ 1861 w 6112"/>
                    <a:gd name="connsiteY3" fmla="*/ 95 h 7999"/>
                    <a:gd name="connsiteX4" fmla="*/ 244 w 6112"/>
                    <a:gd name="connsiteY4" fmla="*/ 4851 h 79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12" h="7999">
                      <a:moveTo>
                        <a:pt x="244" y="4851"/>
                      </a:moveTo>
                      <a:cubicBezTo>
                        <a:pt x="905" y="7007"/>
                        <a:pt x="2698" y="8370"/>
                        <a:pt x="4252" y="7910"/>
                      </a:cubicBezTo>
                      <a:cubicBezTo>
                        <a:pt x="5805" y="7435"/>
                        <a:pt x="6528" y="5295"/>
                        <a:pt x="5869" y="3139"/>
                      </a:cubicBezTo>
                      <a:cubicBezTo>
                        <a:pt x="5209" y="982"/>
                        <a:pt x="3414" y="-381"/>
                        <a:pt x="1861" y="95"/>
                      </a:cubicBezTo>
                      <a:cubicBezTo>
                        <a:pt x="309" y="570"/>
                        <a:pt x="-416" y="2695"/>
                        <a:pt x="244" y="4851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22" name="Freeform: Shape 2021">
                  <a:extLst>
                    <a:ext uri="{FF2B5EF4-FFF2-40B4-BE49-F238E27FC236}">
                      <a16:creationId xmlns:a16="http://schemas.microsoft.com/office/drawing/2014/main" id="{7E2AF007-03ED-C21F-50C8-C91B16423D14}"/>
                    </a:ext>
                  </a:extLst>
                </p:cNvPr>
                <p:cNvSpPr/>
                <p:nvPr/>
              </p:nvSpPr>
              <p:spPr>
                <a:xfrm>
                  <a:off x="857808" y="4282950"/>
                  <a:ext cx="6112" cy="8004"/>
                </a:xfrm>
                <a:custGeom>
                  <a:avLst/>
                  <a:gdLst>
                    <a:gd name="connsiteX0" fmla="*/ 244 w 6112"/>
                    <a:gd name="connsiteY0" fmla="*/ 4866 h 8004"/>
                    <a:gd name="connsiteX1" fmla="*/ 4252 w 6112"/>
                    <a:gd name="connsiteY1" fmla="*/ 7910 h 8004"/>
                    <a:gd name="connsiteX2" fmla="*/ 5869 w 6112"/>
                    <a:gd name="connsiteY2" fmla="*/ 3154 h 8004"/>
                    <a:gd name="connsiteX3" fmla="*/ 1861 w 6112"/>
                    <a:gd name="connsiteY3" fmla="*/ 95 h 8004"/>
                    <a:gd name="connsiteX4" fmla="*/ 244 w 6112"/>
                    <a:gd name="connsiteY4" fmla="*/ 4866 h 80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12" h="8004">
                      <a:moveTo>
                        <a:pt x="244" y="4866"/>
                      </a:moveTo>
                      <a:cubicBezTo>
                        <a:pt x="905" y="7022"/>
                        <a:pt x="2700" y="8386"/>
                        <a:pt x="4252" y="7910"/>
                      </a:cubicBezTo>
                      <a:cubicBezTo>
                        <a:pt x="5805" y="7435"/>
                        <a:pt x="6528" y="5310"/>
                        <a:pt x="5869" y="3154"/>
                      </a:cubicBezTo>
                      <a:cubicBezTo>
                        <a:pt x="5209" y="982"/>
                        <a:pt x="3415" y="-381"/>
                        <a:pt x="1861" y="95"/>
                      </a:cubicBezTo>
                      <a:cubicBezTo>
                        <a:pt x="307" y="570"/>
                        <a:pt x="-415" y="2694"/>
                        <a:pt x="244" y="4866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23" name="Freeform: Shape 2022">
                  <a:extLst>
                    <a:ext uri="{FF2B5EF4-FFF2-40B4-BE49-F238E27FC236}">
                      <a16:creationId xmlns:a16="http://schemas.microsoft.com/office/drawing/2014/main" id="{84DF6FE6-59DB-CBF7-19C3-446113DF5347}"/>
                    </a:ext>
                  </a:extLst>
                </p:cNvPr>
                <p:cNvSpPr/>
                <p:nvPr/>
              </p:nvSpPr>
              <p:spPr>
                <a:xfrm>
                  <a:off x="856064" y="4301084"/>
                  <a:ext cx="6526" cy="7508"/>
                </a:xfrm>
                <a:custGeom>
                  <a:avLst/>
                  <a:gdLst>
                    <a:gd name="connsiteX0" fmla="*/ 1039 w 6526"/>
                    <a:gd name="connsiteY0" fmla="*/ 7484 h 7508"/>
                    <a:gd name="connsiteX1" fmla="*/ 79 w 6526"/>
                    <a:gd name="connsiteY1" fmla="*/ 7025 h 7508"/>
                    <a:gd name="connsiteX2" fmla="*/ 482 w 6526"/>
                    <a:gd name="connsiteY2" fmla="*/ 5899 h 7508"/>
                    <a:gd name="connsiteX3" fmla="*/ 4862 w 6526"/>
                    <a:gd name="connsiteY3" fmla="*/ 683 h 7508"/>
                    <a:gd name="connsiteX4" fmla="*/ 5847 w 6526"/>
                    <a:gd name="connsiteY4" fmla="*/ 18 h 7508"/>
                    <a:gd name="connsiteX5" fmla="*/ 6511 w 6526"/>
                    <a:gd name="connsiteY5" fmla="*/ 1001 h 7508"/>
                    <a:gd name="connsiteX6" fmla="*/ 1197 w 6526"/>
                    <a:gd name="connsiteY6" fmla="*/ 7421 h 7508"/>
                    <a:gd name="connsiteX7" fmla="*/ 1039 w 6526"/>
                    <a:gd name="connsiteY7" fmla="*/ 7484 h 7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526" h="7508">
                      <a:moveTo>
                        <a:pt x="1039" y="7484"/>
                      </a:moveTo>
                      <a:cubicBezTo>
                        <a:pt x="658" y="7580"/>
                        <a:pt x="252" y="7389"/>
                        <a:pt x="79" y="7025"/>
                      </a:cubicBezTo>
                      <a:cubicBezTo>
                        <a:pt x="-117" y="6613"/>
                        <a:pt x="64" y="6105"/>
                        <a:pt x="482" y="5899"/>
                      </a:cubicBezTo>
                      <a:cubicBezTo>
                        <a:pt x="4139" y="4187"/>
                        <a:pt x="4854" y="715"/>
                        <a:pt x="4862" y="683"/>
                      </a:cubicBezTo>
                      <a:cubicBezTo>
                        <a:pt x="4950" y="224"/>
                        <a:pt x="5390" y="-78"/>
                        <a:pt x="5847" y="18"/>
                      </a:cubicBezTo>
                      <a:cubicBezTo>
                        <a:pt x="6302" y="113"/>
                        <a:pt x="6598" y="541"/>
                        <a:pt x="6511" y="1001"/>
                      </a:cubicBezTo>
                      <a:cubicBezTo>
                        <a:pt x="6476" y="1175"/>
                        <a:pt x="5617" y="5344"/>
                        <a:pt x="1197" y="7421"/>
                      </a:cubicBezTo>
                      <a:cubicBezTo>
                        <a:pt x="1145" y="7453"/>
                        <a:pt x="1091" y="7469"/>
                        <a:pt x="1039" y="7484"/>
                      </a:cubicBezTo>
                      <a:close/>
                    </a:path>
                  </a:pathLst>
                </a:custGeom>
                <a:solidFill>
                  <a:srgbClr val="31313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24" name="Freeform: Shape 2023">
                  <a:extLst>
                    <a:ext uri="{FF2B5EF4-FFF2-40B4-BE49-F238E27FC236}">
                      <a16:creationId xmlns:a16="http://schemas.microsoft.com/office/drawing/2014/main" id="{90E4E3B2-6757-A0FB-FD32-969DEEEC5B29}"/>
                    </a:ext>
                  </a:extLst>
                </p:cNvPr>
                <p:cNvSpPr/>
                <p:nvPr/>
              </p:nvSpPr>
              <p:spPr>
                <a:xfrm>
                  <a:off x="802445" y="4310246"/>
                  <a:ext cx="20466" cy="15515"/>
                </a:xfrm>
                <a:custGeom>
                  <a:avLst/>
                  <a:gdLst>
                    <a:gd name="connsiteX0" fmla="*/ 8689 w 20466"/>
                    <a:gd name="connsiteY0" fmla="*/ 15191 h 15515"/>
                    <a:gd name="connsiteX1" fmla="*/ 20366 w 20466"/>
                    <a:gd name="connsiteY1" fmla="*/ 9975 h 15515"/>
                    <a:gd name="connsiteX2" fmla="*/ 11797 w 20466"/>
                    <a:gd name="connsiteY2" fmla="*/ 352 h 15515"/>
                    <a:gd name="connsiteX3" fmla="*/ 120 w 20466"/>
                    <a:gd name="connsiteY3" fmla="*/ 5568 h 15515"/>
                    <a:gd name="connsiteX4" fmla="*/ 8689 w 20466"/>
                    <a:gd name="connsiteY4" fmla="*/ 15191 h 15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466" h="15515">
                      <a:moveTo>
                        <a:pt x="8689" y="15191"/>
                      </a:moveTo>
                      <a:cubicBezTo>
                        <a:pt x="14280" y="16411"/>
                        <a:pt x="19508" y="14081"/>
                        <a:pt x="20366" y="9975"/>
                      </a:cubicBezTo>
                      <a:cubicBezTo>
                        <a:pt x="21225" y="5885"/>
                        <a:pt x="16401" y="1446"/>
                        <a:pt x="11797" y="352"/>
                      </a:cubicBezTo>
                      <a:cubicBezTo>
                        <a:pt x="6227" y="-948"/>
                        <a:pt x="978" y="1478"/>
                        <a:pt x="120" y="5568"/>
                      </a:cubicBezTo>
                      <a:cubicBezTo>
                        <a:pt x="-738" y="9674"/>
                        <a:pt x="3097" y="13970"/>
                        <a:pt x="8689" y="1519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4A41D2A7-7241-8FF2-641A-54BE09766622}"/>
                  </a:ext>
                </a:extLst>
              </p:cNvPr>
              <p:cNvSpPr/>
              <p:nvPr/>
            </p:nvSpPr>
            <p:spPr>
              <a:xfrm>
                <a:off x="836437" y="4406891"/>
                <a:ext cx="74943" cy="344016"/>
              </a:xfrm>
              <a:custGeom>
                <a:avLst/>
                <a:gdLst>
                  <a:gd name="connsiteX0" fmla="*/ 19506 w 74943"/>
                  <a:gd name="connsiteY0" fmla="*/ 0 h 344016"/>
                  <a:gd name="connsiteX1" fmla="*/ 74943 w 74943"/>
                  <a:gd name="connsiteY1" fmla="*/ 294665 h 344016"/>
                  <a:gd name="connsiteX2" fmla="*/ 45789 w 74943"/>
                  <a:gd name="connsiteY2" fmla="*/ 344017 h 344016"/>
                  <a:gd name="connsiteX3" fmla="*/ 12586 w 74943"/>
                  <a:gd name="connsiteY3" fmla="*/ 290607 h 344016"/>
                  <a:gd name="connsiteX4" fmla="*/ 0 w 74943"/>
                  <a:gd name="connsiteY4" fmla="*/ 4677 h 344016"/>
                  <a:gd name="connsiteX5" fmla="*/ 19506 w 74943"/>
                  <a:gd name="connsiteY5" fmla="*/ 0 h 344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943" h="344016">
                    <a:moveTo>
                      <a:pt x="19506" y="0"/>
                    </a:moveTo>
                    <a:cubicBezTo>
                      <a:pt x="19506" y="0"/>
                      <a:pt x="56536" y="125019"/>
                      <a:pt x="74943" y="294665"/>
                    </a:cubicBezTo>
                    <a:lnTo>
                      <a:pt x="45789" y="344017"/>
                    </a:lnTo>
                    <a:lnTo>
                      <a:pt x="12586" y="290607"/>
                    </a:lnTo>
                    <a:cubicBezTo>
                      <a:pt x="12586" y="290607"/>
                      <a:pt x="20172" y="140159"/>
                      <a:pt x="0" y="4677"/>
                    </a:cubicBezTo>
                    <a:lnTo>
                      <a:pt x="19506" y="0"/>
                    </a:lnTo>
                    <a:close/>
                  </a:path>
                </a:pathLst>
              </a:custGeom>
              <a:solidFill>
                <a:srgbClr val="FFD47D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DAA31909-0E9D-B09A-4AFB-F1EF26FDBC60}"/>
                  </a:ext>
                </a:extLst>
              </p:cNvPr>
              <p:cNvSpPr/>
              <p:nvPr/>
            </p:nvSpPr>
            <p:spPr>
              <a:xfrm>
                <a:off x="820608" y="4381462"/>
                <a:ext cx="39782" cy="40785"/>
              </a:xfrm>
              <a:custGeom>
                <a:avLst/>
                <a:gdLst>
                  <a:gd name="connsiteX0" fmla="*/ 39717 w 39782"/>
                  <a:gd name="connsiteY0" fmla="*/ 0 h 40785"/>
                  <a:gd name="connsiteX1" fmla="*/ 34487 w 39782"/>
                  <a:gd name="connsiteY1" fmla="*/ 38825 h 40785"/>
                  <a:gd name="connsiteX2" fmla="*/ 8339 w 39782"/>
                  <a:gd name="connsiteY2" fmla="*/ 29043 h 40785"/>
                  <a:gd name="connsiteX3" fmla="*/ 0 w 39782"/>
                  <a:gd name="connsiteY3" fmla="*/ 9797 h 40785"/>
                  <a:gd name="connsiteX4" fmla="*/ 39717 w 39782"/>
                  <a:gd name="connsiteY4" fmla="*/ 0 h 40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782" h="40785">
                    <a:moveTo>
                      <a:pt x="39717" y="0"/>
                    </a:moveTo>
                    <a:cubicBezTo>
                      <a:pt x="39717" y="0"/>
                      <a:pt x="40764" y="32705"/>
                      <a:pt x="34487" y="38825"/>
                    </a:cubicBezTo>
                    <a:cubicBezTo>
                      <a:pt x="28211" y="44944"/>
                      <a:pt x="13710" y="35353"/>
                      <a:pt x="8339" y="29043"/>
                    </a:cubicBezTo>
                    <a:cubicBezTo>
                      <a:pt x="2968" y="22749"/>
                      <a:pt x="0" y="9797"/>
                      <a:pt x="0" y="9797"/>
                    </a:cubicBezTo>
                    <a:lnTo>
                      <a:pt x="39717" y="0"/>
                    </a:lnTo>
                    <a:close/>
                  </a:path>
                </a:pathLst>
              </a:custGeom>
              <a:solidFill>
                <a:srgbClr val="FFD47D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1AD8AFA0-046B-4575-DF3C-98051935CD0C}"/>
                  </a:ext>
                </a:extLst>
              </p:cNvPr>
              <p:cNvSpPr/>
              <p:nvPr/>
            </p:nvSpPr>
            <p:spPr>
              <a:xfrm>
                <a:off x="838314" y="4359082"/>
                <a:ext cx="45114" cy="60113"/>
              </a:xfrm>
              <a:custGeom>
                <a:avLst/>
                <a:gdLst>
                  <a:gd name="connsiteX0" fmla="*/ 15556 w 45114"/>
                  <a:gd name="connsiteY0" fmla="*/ 471 h 60113"/>
                  <a:gd name="connsiteX1" fmla="*/ 3351 w 45114"/>
                  <a:gd name="connsiteY1" fmla="*/ 25060 h 60113"/>
                  <a:gd name="connsiteX2" fmla="*/ 15556 w 45114"/>
                  <a:gd name="connsiteY2" fmla="*/ 39756 h 60113"/>
                  <a:gd name="connsiteX3" fmla="*/ 31341 w 45114"/>
                  <a:gd name="connsiteY3" fmla="*/ 58130 h 60113"/>
                  <a:gd name="connsiteX4" fmla="*/ 44056 w 45114"/>
                  <a:gd name="connsiteY4" fmla="*/ 20288 h 60113"/>
                  <a:gd name="connsiteX5" fmla="*/ 15556 w 45114"/>
                  <a:gd name="connsiteY5" fmla="*/ 471 h 60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5114" h="60113">
                    <a:moveTo>
                      <a:pt x="15556" y="471"/>
                    </a:moveTo>
                    <a:cubicBezTo>
                      <a:pt x="15556" y="471"/>
                      <a:pt x="13807" y="23649"/>
                      <a:pt x="3351" y="25060"/>
                    </a:cubicBezTo>
                    <a:cubicBezTo>
                      <a:pt x="-7106" y="26471"/>
                      <a:pt x="9725" y="34017"/>
                      <a:pt x="15556" y="39756"/>
                    </a:cubicBezTo>
                    <a:cubicBezTo>
                      <a:pt x="21387" y="45510"/>
                      <a:pt x="21729" y="66611"/>
                      <a:pt x="31341" y="58130"/>
                    </a:cubicBezTo>
                    <a:cubicBezTo>
                      <a:pt x="40953" y="49648"/>
                      <a:pt x="47849" y="25979"/>
                      <a:pt x="44056" y="20288"/>
                    </a:cubicBezTo>
                    <a:cubicBezTo>
                      <a:pt x="34458" y="5909"/>
                      <a:pt x="14911" y="-2081"/>
                      <a:pt x="15556" y="471"/>
                    </a:cubicBezTo>
                    <a:close/>
                  </a:path>
                </a:pathLst>
              </a:custGeom>
              <a:solidFill>
                <a:srgbClr val="6E6E7F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028" name="Graphic 21">
                <a:extLst>
                  <a:ext uri="{FF2B5EF4-FFF2-40B4-BE49-F238E27FC236}">
                    <a16:creationId xmlns:a16="http://schemas.microsoft.com/office/drawing/2014/main" id="{6F5D75CF-0658-6440-793A-E5C987EE2CCB}"/>
                  </a:ext>
                </a:extLst>
              </p:cNvPr>
              <p:cNvGrpSpPr/>
              <p:nvPr/>
            </p:nvGrpSpPr>
            <p:grpSpPr>
              <a:xfrm>
                <a:off x="501860" y="4818103"/>
                <a:ext cx="253990" cy="220071"/>
                <a:chOff x="501860" y="4818103"/>
                <a:chExt cx="253990" cy="220071"/>
              </a:xfrm>
            </p:grpSpPr>
            <p:sp>
              <p:nvSpPr>
                <p:cNvPr id="2029" name="Freeform: Shape 2028">
                  <a:extLst>
                    <a:ext uri="{FF2B5EF4-FFF2-40B4-BE49-F238E27FC236}">
                      <a16:creationId xmlns:a16="http://schemas.microsoft.com/office/drawing/2014/main" id="{33DCCF94-0BAE-D6AE-6607-A77211BE1C38}"/>
                    </a:ext>
                  </a:extLst>
                </p:cNvPr>
                <p:cNvSpPr/>
                <p:nvPr/>
              </p:nvSpPr>
              <p:spPr>
                <a:xfrm>
                  <a:off x="515497" y="4857548"/>
                  <a:ext cx="240353" cy="180626"/>
                </a:xfrm>
                <a:custGeom>
                  <a:avLst/>
                  <a:gdLst>
                    <a:gd name="connsiteX0" fmla="*/ 237565 w 240353"/>
                    <a:gd name="connsiteY0" fmla="*/ 20851 h 180626"/>
                    <a:gd name="connsiteX1" fmla="*/ 228368 w 240353"/>
                    <a:gd name="connsiteY1" fmla="*/ 15525 h 180626"/>
                    <a:gd name="connsiteX2" fmla="*/ 163699 w 240353"/>
                    <a:gd name="connsiteY2" fmla="*/ 10452 h 180626"/>
                    <a:gd name="connsiteX3" fmla="*/ 152426 w 240353"/>
                    <a:gd name="connsiteY3" fmla="*/ 9580 h 180626"/>
                    <a:gd name="connsiteX4" fmla="*/ 93289 w 240353"/>
                    <a:gd name="connsiteY4" fmla="*/ 4950 h 180626"/>
                    <a:gd name="connsiteX5" fmla="*/ 82015 w 240353"/>
                    <a:gd name="connsiteY5" fmla="*/ 4079 h 180626"/>
                    <a:gd name="connsiteX6" fmla="*/ 30242 w 240353"/>
                    <a:gd name="connsiteY6" fmla="*/ 36 h 180626"/>
                    <a:gd name="connsiteX7" fmla="*/ 15059 w 240353"/>
                    <a:gd name="connsiteY7" fmla="*/ 14098 h 180626"/>
                    <a:gd name="connsiteX8" fmla="*/ 104 w 240353"/>
                    <a:gd name="connsiteY8" fmla="*/ 148867 h 180626"/>
                    <a:gd name="connsiteX9" fmla="*/ 2787 w 240353"/>
                    <a:gd name="connsiteY9" fmla="*/ 159758 h 180626"/>
                    <a:gd name="connsiteX10" fmla="*/ 11985 w 240353"/>
                    <a:gd name="connsiteY10" fmla="*/ 165100 h 180626"/>
                    <a:gd name="connsiteX11" fmla="*/ 210112 w 240353"/>
                    <a:gd name="connsiteY11" fmla="*/ 180589 h 180626"/>
                    <a:gd name="connsiteX12" fmla="*/ 213157 w 240353"/>
                    <a:gd name="connsiteY12" fmla="*/ 180447 h 180626"/>
                    <a:gd name="connsiteX13" fmla="*/ 225294 w 240353"/>
                    <a:gd name="connsiteY13" fmla="*/ 166527 h 180626"/>
                    <a:gd name="connsiteX14" fmla="*/ 233189 w 240353"/>
                    <a:gd name="connsiteY14" fmla="*/ 95425 h 180626"/>
                    <a:gd name="connsiteX15" fmla="*/ 233326 w 240353"/>
                    <a:gd name="connsiteY15" fmla="*/ 94252 h 180626"/>
                    <a:gd name="connsiteX16" fmla="*/ 233386 w 240353"/>
                    <a:gd name="connsiteY16" fmla="*/ 93681 h 180626"/>
                    <a:gd name="connsiteX17" fmla="*/ 240250 w 240353"/>
                    <a:gd name="connsiteY17" fmla="*/ 31743 h 180626"/>
                    <a:gd name="connsiteX18" fmla="*/ 237565 w 240353"/>
                    <a:gd name="connsiteY18" fmla="*/ 20851 h 180626"/>
                    <a:gd name="connsiteX19" fmla="*/ 12346 w 240353"/>
                    <a:gd name="connsiteY19" fmla="*/ 161438 h 180626"/>
                    <a:gd name="connsiteX20" fmla="*/ 5315 w 240353"/>
                    <a:gd name="connsiteY20" fmla="*/ 157348 h 180626"/>
                    <a:gd name="connsiteX21" fmla="*/ 3301 w 240353"/>
                    <a:gd name="connsiteY21" fmla="*/ 149168 h 180626"/>
                    <a:gd name="connsiteX22" fmla="*/ 11196 w 240353"/>
                    <a:gd name="connsiteY22" fmla="*/ 78082 h 180626"/>
                    <a:gd name="connsiteX23" fmla="*/ 11316 w 240353"/>
                    <a:gd name="connsiteY23" fmla="*/ 76909 h 180626"/>
                    <a:gd name="connsiteX24" fmla="*/ 11589 w 240353"/>
                    <a:gd name="connsiteY24" fmla="*/ 74420 h 180626"/>
                    <a:gd name="connsiteX25" fmla="*/ 18241 w 240353"/>
                    <a:gd name="connsiteY25" fmla="*/ 14399 h 180626"/>
                    <a:gd name="connsiteX26" fmla="*/ 29877 w 240353"/>
                    <a:gd name="connsiteY26" fmla="*/ 3698 h 180626"/>
                    <a:gd name="connsiteX27" fmla="*/ 12346 w 240353"/>
                    <a:gd name="connsiteY27" fmla="*/ 161438 h 180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240353" h="180626">
                      <a:moveTo>
                        <a:pt x="237565" y="20851"/>
                      </a:moveTo>
                      <a:cubicBezTo>
                        <a:pt x="235323" y="17697"/>
                        <a:pt x="232065" y="15810"/>
                        <a:pt x="228368" y="15525"/>
                      </a:cubicBezTo>
                      <a:lnTo>
                        <a:pt x="163699" y="10452"/>
                      </a:lnTo>
                      <a:lnTo>
                        <a:pt x="152426" y="9580"/>
                      </a:lnTo>
                      <a:lnTo>
                        <a:pt x="93289" y="4950"/>
                      </a:lnTo>
                      <a:lnTo>
                        <a:pt x="82015" y="4079"/>
                      </a:lnTo>
                      <a:lnTo>
                        <a:pt x="30242" y="36"/>
                      </a:lnTo>
                      <a:cubicBezTo>
                        <a:pt x="22787" y="-535"/>
                        <a:pt x="15983" y="5759"/>
                        <a:pt x="15059" y="14098"/>
                      </a:cubicBezTo>
                      <a:lnTo>
                        <a:pt x="104" y="148867"/>
                      </a:lnTo>
                      <a:cubicBezTo>
                        <a:pt x="-335" y="152862"/>
                        <a:pt x="620" y="156714"/>
                        <a:pt x="2787" y="159758"/>
                      </a:cubicBezTo>
                      <a:cubicBezTo>
                        <a:pt x="5029" y="162913"/>
                        <a:pt x="8286" y="164815"/>
                        <a:pt x="11985" y="165100"/>
                      </a:cubicBezTo>
                      <a:lnTo>
                        <a:pt x="210112" y="180589"/>
                      </a:lnTo>
                      <a:cubicBezTo>
                        <a:pt x="211142" y="180669"/>
                        <a:pt x="212157" y="180621"/>
                        <a:pt x="213157" y="180447"/>
                      </a:cubicBezTo>
                      <a:cubicBezTo>
                        <a:pt x="219340" y="179384"/>
                        <a:pt x="224506" y="173709"/>
                        <a:pt x="225294" y="166527"/>
                      </a:cubicBezTo>
                      <a:lnTo>
                        <a:pt x="233189" y="95425"/>
                      </a:lnTo>
                      <a:lnTo>
                        <a:pt x="233326" y="94252"/>
                      </a:lnTo>
                      <a:lnTo>
                        <a:pt x="233386" y="93681"/>
                      </a:lnTo>
                      <a:lnTo>
                        <a:pt x="240250" y="31743"/>
                      </a:lnTo>
                      <a:cubicBezTo>
                        <a:pt x="240686" y="27763"/>
                        <a:pt x="239732" y="23895"/>
                        <a:pt x="237565" y="20851"/>
                      </a:cubicBezTo>
                      <a:close/>
                      <a:moveTo>
                        <a:pt x="12346" y="161438"/>
                      </a:moveTo>
                      <a:cubicBezTo>
                        <a:pt x="9513" y="161201"/>
                        <a:pt x="7013" y="159758"/>
                        <a:pt x="5315" y="157348"/>
                      </a:cubicBezTo>
                      <a:cubicBezTo>
                        <a:pt x="3679" y="155065"/>
                        <a:pt x="2968" y="152164"/>
                        <a:pt x="3301" y="149168"/>
                      </a:cubicBezTo>
                      <a:lnTo>
                        <a:pt x="11196" y="78082"/>
                      </a:lnTo>
                      <a:lnTo>
                        <a:pt x="11316" y="76909"/>
                      </a:lnTo>
                      <a:lnTo>
                        <a:pt x="11589" y="74420"/>
                      </a:lnTo>
                      <a:lnTo>
                        <a:pt x="18241" y="14399"/>
                      </a:lnTo>
                      <a:cubicBezTo>
                        <a:pt x="18953" y="8058"/>
                        <a:pt x="24165" y="3254"/>
                        <a:pt x="29877" y="3698"/>
                      </a:cubicBezTo>
                      <a:lnTo>
                        <a:pt x="12346" y="161438"/>
                      </a:lnTo>
                      <a:close/>
                    </a:path>
                  </a:pathLst>
                </a:custGeom>
                <a:solidFill>
                  <a:srgbClr val="31313A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30" name="Freeform: Shape 2029">
                  <a:extLst>
                    <a:ext uri="{FF2B5EF4-FFF2-40B4-BE49-F238E27FC236}">
                      <a16:creationId xmlns:a16="http://schemas.microsoft.com/office/drawing/2014/main" id="{A912F333-3F8B-C33B-4C5F-70AFDA248981}"/>
                    </a:ext>
                  </a:extLst>
                </p:cNvPr>
                <p:cNvSpPr/>
                <p:nvPr/>
              </p:nvSpPr>
              <p:spPr>
                <a:xfrm>
                  <a:off x="503470" y="4858248"/>
                  <a:ext cx="237130" cy="176943"/>
                </a:xfrm>
                <a:custGeom>
                  <a:avLst/>
                  <a:gdLst>
                    <a:gd name="connsiteX0" fmla="*/ 208683 w 237130"/>
                    <a:gd name="connsiteY0" fmla="*/ 176909 h 176943"/>
                    <a:gd name="connsiteX1" fmla="*/ 10547 w 237130"/>
                    <a:gd name="connsiteY1" fmla="*/ 161437 h 176943"/>
                    <a:gd name="connsiteX2" fmla="*/ 92 w 237130"/>
                    <a:gd name="connsiteY2" fmla="*/ 147184 h 176943"/>
                    <a:gd name="connsiteX3" fmla="*/ 15040 w 237130"/>
                    <a:gd name="connsiteY3" fmla="*/ 12415 h 176943"/>
                    <a:gd name="connsiteX4" fmla="*/ 28447 w 237130"/>
                    <a:gd name="connsiteY4" fmla="*/ 34 h 176943"/>
                    <a:gd name="connsiteX5" fmla="*/ 226583 w 237130"/>
                    <a:gd name="connsiteY5" fmla="*/ 15507 h 176943"/>
                    <a:gd name="connsiteX6" fmla="*/ 237039 w 237130"/>
                    <a:gd name="connsiteY6" fmla="*/ 29759 h 176943"/>
                    <a:gd name="connsiteX7" fmla="*/ 222091 w 237130"/>
                    <a:gd name="connsiteY7" fmla="*/ 164528 h 176943"/>
                    <a:gd name="connsiteX8" fmla="*/ 208683 w 237130"/>
                    <a:gd name="connsiteY8" fmla="*/ 176909 h 176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37130" h="176943">
                      <a:moveTo>
                        <a:pt x="208683" y="176909"/>
                      </a:moveTo>
                      <a:lnTo>
                        <a:pt x="10547" y="161437"/>
                      </a:lnTo>
                      <a:cubicBezTo>
                        <a:pt x="3959" y="160913"/>
                        <a:pt x="-723" y="154540"/>
                        <a:pt x="92" y="147184"/>
                      </a:cubicBezTo>
                      <a:lnTo>
                        <a:pt x="15040" y="12415"/>
                      </a:lnTo>
                      <a:cubicBezTo>
                        <a:pt x="15855" y="5060"/>
                        <a:pt x="21859" y="-489"/>
                        <a:pt x="28447" y="34"/>
                      </a:cubicBezTo>
                      <a:lnTo>
                        <a:pt x="226583" y="15507"/>
                      </a:lnTo>
                      <a:cubicBezTo>
                        <a:pt x="233172" y="16030"/>
                        <a:pt x="237854" y="22403"/>
                        <a:pt x="237039" y="29759"/>
                      </a:cubicBezTo>
                      <a:lnTo>
                        <a:pt x="222091" y="164528"/>
                      </a:lnTo>
                      <a:cubicBezTo>
                        <a:pt x="221276" y="171884"/>
                        <a:pt x="215274" y="177432"/>
                        <a:pt x="208683" y="176909"/>
                      </a:cubicBezTo>
                      <a:close/>
                    </a:path>
                  </a:pathLst>
                </a:custGeom>
                <a:solidFill>
                  <a:srgbClr val="5B5B6B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31" name="Freeform: Shape 2030">
                  <a:extLst>
                    <a:ext uri="{FF2B5EF4-FFF2-40B4-BE49-F238E27FC236}">
                      <a16:creationId xmlns:a16="http://schemas.microsoft.com/office/drawing/2014/main" id="{6A4B4827-F7D5-CD5A-AEA3-1F418E280838}"/>
                    </a:ext>
                  </a:extLst>
                </p:cNvPr>
                <p:cNvSpPr/>
                <p:nvPr/>
              </p:nvSpPr>
              <p:spPr>
                <a:xfrm>
                  <a:off x="513062" y="4930826"/>
                  <a:ext cx="222359" cy="21021"/>
                </a:xfrm>
                <a:custGeom>
                  <a:avLst/>
                  <a:gdLst>
                    <a:gd name="connsiteX0" fmla="*/ 221999 w 222359"/>
                    <a:gd name="connsiteY0" fmla="*/ 21021 h 21021"/>
                    <a:gd name="connsiteX1" fmla="*/ 0 w 222359"/>
                    <a:gd name="connsiteY1" fmla="*/ 3678 h 21021"/>
                    <a:gd name="connsiteX2" fmla="*/ 361 w 222359"/>
                    <a:gd name="connsiteY2" fmla="*/ 0 h 21021"/>
                    <a:gd name="connsiteX3" fmla="*/ 222360 w 222359"/>
                    <a:gd name="connsiteY3" fmla="*/ 17344 h 21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2359" h="21021">
                      <a:moveTo>
                        <a:pt x="221999" y="21021"/>
                      </a:moveTo>
                      <a:lnTo>
                        <a:pt x="0" y="3678"/>
                      </a:lnTo>
                      <a:lnTo>
                        <a:pt x="361" y="0"/>
                      </a:lnTo>
                      <a:lnTo>
                        <a:pt x="222360" y="17344"/>
                      </a:lnTo>
                      <a:close/>
                    </a:path>
                  </a:pathLst>
                </a:custGeom>
                <a:solidFill>
                  <a:srgbClr val="31313A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32" name="Freeform: Shape 2031">
                  <a:extLst>
                    <a:ext uri="{FF2B5EF4-FFF2-40B4-BE49-F238E27FC236}">
                      <a16:creationId xmlns:a16="http://schemas.microsoft.com/office/drawing/2014/main" id="{8B635643-556B-7409-7DC7-235E31AA9ED6}"/>
                    </a:ext>
                  </a:extLst>
                </p:cNvPr>
                <p:cNvSpPr/>
                <p:nvPr/>
              </p:nvSpPr>
              <p:spPr>
                <a:xfrm>
                  <a:off x="561206" y="4923964"/>
                  <a:ext cx="10949" cy="24123"/>
                </a:xfrm>
                <a:custGeom>
                  <a:avLst/>
                  <a:gdLst>
                    <a:gd name="connsiteX0" fmla="*/ 4138 w 10949"/>
                    <a:gd name="connsiteY0" fmla="*/ 24110 h 24123"/>
                    <a:gd name="connsiteX1" fmla="*/ 4138 w 10949"/>
                    <a:gd name="connsiteY1" fmla="*/ 24110 h 24123"/>
                    <a:gd name="connsiteX2" fmla="*/ 35 w 10949"/>
                    <a:gd name="connsiteY2" fmla="*/ 18530 h 24123"/>
                    <a:gd name="connsiteX3" fmla="*/ 1551 w 10949"/>
                    <a:gd name="connsiteY3" fmla="*/ 4865 h 24123"/>
                    <a:gd name="connsiteX4" fmla="*/ 6811 w 10949"/>
                    <a:gd name="connsiteY4" fmla="*/ 13 h 24123"/>
                    <a:gd name="connsiteX5" fmla="*/ 6811 w 10949"/>
                    <a:gd name="connsiteY5" fmla="*/ 13 h 24123"/>
                    <a:gd name="connsiteX6" fmla="*/ 10914 w 10949"/>
                    <a:gd name="connsiteY6" fmla="*/ 5610 h 24123"/>
                    <a:gd name="connsiteX7" fmla="*/ 9398 w 10949"/>
                    <a:gd name="connsiteY7" fmla="*/ 19259 h 24123"/>
                    <a:gd name="connsiteX8" fmla="*/ 4138 w 10949"/>
                    <a:gd name="connsiteY8" fmla="*/ 24110 h 24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949" h="24123">
                      <a:moveTo>
                        <a:pt x="4138" y="24110"/>
                      </a:moveTo>
                      <a:lnTo>
                        <a:pt x="4138" y="24110"/>
                      </a:lnTo>
                      <a:cubicBezTo>
                        <a:pt x="1564" y="23920"/>
                        <a:pt x="-282" y="21400"/>
                        <a:pt x="35" y="18530"/>
                      </a:cubicBezTo>
                      <a:lnTo>
                        <a:pt x="1551" y="4865"/>
                      </a:lnTo>
                      <a:cubicBezTo>
                        <a:pt x="1870" y="1995"/>
                        <a:pt x="4237" y="-193"/>
                        <a:pt x="6811" y="13"/>
                      </a:cubicBezTo>
                      <a:lnTo>
                        <a:pt x="6811" y="13"/>
                      </a:lnTo>
                      <a:cubicBezTo>
                        <a:pt x="9386" y="220"/>
                        <a:pt x="11233" y="2724"/>
                        <a:pt x="10914" y="5610"/>
                      </a:cubicBezTo>
                      <a:lnTo>
                        <a:pt x="9398" y="19259"/>
                      </a:lnTo>
                      <a:cubicBezTo>
                        <a:pt x="9080" y="22129"/>
                        <a:pt x="6713" y="24316"/>
                        <a:pt x="4138" y="24110"/>
                      </a:cubicBezTo>
                      <a:close/>
                    </a:path>
                  </a:pathLst>
                </a:custGeom>
                <a:solidFill>
                  <a:srgbClr val="31313A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33" name="Freeform: Shape 2032">
                  <a:extLst>
                    <a:ext uri="{FF2B5EF4-FFF2-40B4-BE49-F238E27FC236}">
                      <a16:creationId xmlns:a16="http://schemas.microsoft.com/office/drawing/2014/main" id="{D881069C-C38C-136E-FAB7-2A9BD5AB64C2}"/>
                    </a:ext>
                  </a:extLst>
                </p:cNvPr>
                <p:cNvSpPr/>
                <p:nvPr/>
              </p:nvSpPr>
              <p:spPr>
                <a:xfrm>
                  <a:off x="666178" y="4932162"/>
                  <a:ext cx="10948" cy="24135"/>
                </a:xfrm>
                <a:custGeom>
                  <a:avLst/>
                  <a:gdLst>
                    <a:gd name="connsiteX0" fmla="*/ 4139 w 10948"/>
                    <a:gd name="connsiteY0" fmla="*/ 24124 h 24135"/>
                    <a:gd name="connsiteX1" fmla="*/ 4139 w 10948"/>
                    <a:gd name="connsiteY1" fmla="*/ 24124 h 24135"/>
                    <a:gd name="connsiteX2" fmla="*/ 36 w 10948"/>
                    <a:gd name="connsiteY2" fmla="*/ 18528 h 24135"/>
                    <a:gd name="connsiteX3" fmla="*/ 1550 w 10948"/>
                    <a:gd name="connsiteY3" fmla="*/ 4878 h 24135"/>
                    <a:gd name="connsiteX4" fmla="*/ 6810 w 10948"/>
                    <a:gd name="connsiteY4" fmla="*/ 12 h 24135"/>
                    <a:gd name="connsiteX5" fmla="*/ 6810 w 10948"/>
                    <a:gd name="connsiteY5" fmla="*/ 12 h 24135"/>
                    <a:gd name="connsiteX6" fmla="*/ 10913 w 10948"/>
                    <a:gd name="connsiteY6" fmla="*/ 5608 h 24135"/>
                    <a:gd name="connsiteX7" fmla="*/ 9399 w 10948"/>
                    <a:gd name="connsiteY7" fmla="*/ 19258 h 24135"/>
                    <a:gd name="connsiteX8" fmla="*/ 4139 w 10948"/>
                    <a:gd name="connsiteY8" fmla="*/ 24124 h 24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948" h="24135">
                      <a:moveTo>
                        <a:pt x="4139" y="24124"/>
                      </a:moveTo>
                      <a:lnTo>
                        <a:pt x="4139" y="24124"/>
                      </a:lnTo>
                      <a:cubicBezTo>
                        <a:pt x="1564" y="23918"/>
                        <a:pt x="-283" y="21398"/>
                        <a:pt x="36" y="18528"/>
                      </a:cubicBezTo>
                      <a:lnTo>
                        <a:pt x="1550" y="4878"/>
                      </a:lnTo>
                      <a:cubicBezTo>
                        <a:pt x="1868" y="1993"/>
                        <a:pt x="4235" y="-179"/>
                        <a:pt x="6810" y="12"/>
                      </a:cubicBezTo>
                      <a:lnTo>
                        <a:pt x="6810" y="12"/>
                      </a:lnTo>
                      <a:cubicBezTo>
                        <a:pt x="9384" y="218"/>
                        <a:pt x="11231" y="2738"/>
                        <a:pt x="10913" y="5608"/>
                      </a:cubicBezTo>
                      <a:lnTo>
                        <a:pt x="9399" y="19258"/>
                      </a:lnTo>
                      <a:cubicBezTo>
                        <a:pt x="9080" y="22127"/>
                        <a:pt x="6713" y="24315"/>
                        <a:pt x="4139" y="24124"/>
                      </a:cubicBezTo>
                      <a:close/>
                    </a:path>
                  </a:pathLst>
                </a:custGeom>
                <a:solidFill>
                  <a:srgbClr val="31313A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34" name="Freeform: Shape 2033">
                  <a:extLst>
                    <a:ext uri="{FF2B5EF4-FFF2-40B4-BE49-F238E27FC236}">
                      <a16:creationId xmlns:a16="http://schemas.microsoft.com/office/drawing/2014/main" id="{D862896C-E6C5-8D5E-C62D-5940F25B3FF4}"/>
                    </a:ext>
                  </a:extLst>
                </p:cNvPr>
                <p:cNvSpPr/>
                <p:nvPr/>
              </p:nvSpPr>
              <p:spPr>
                <a:xfrm>
                  <a:off x="583745" y="4818103"/>
                  <a:ext cx="83686" cy="50975"/>
                </a:xfrm>
                <a:custGeom>
                  <a:avLst/>
                  <a:gdLst>
                    <a:gd name="connsiteX0" fmla="*/ 81581 w 83686"/>
                    <a:gd name="connsiteY0" fmla="*/ 50975 h 50975"/>
                    <a:gd name="connsiteX1" fmla="*/ 70349 w 83686"/>
                    <a:gd name="connsiteY1" fmla="*/ 49818 h 50975"/>
                    <a:gd name="connsiteX2" fmla="*/ 72259 w 83686"/>
                    <a:gd name="connsiteY2" fmla="*/ 31555 h 50975"/>
                    <a:gd name="connsiteX3" fmla="*/ 68952 w 83686"/>
                    <a:gd name="connsiteY3" fmla="*/ 18000 h 50975"/>
                    <a:gd name="connsiteX4" fmla="*/ 63703 w 83686"/>
                    <a:gd name="connsiteY4" fmla="*/ 14909 h 50975"/>
                    <a:gd name="connsiteX5" fmla="*/ 25169 w 83686"/>
                    <a:gd name="connsiteY5" fmla="*/ 11532 h 50975"/>
                    <a:gd name="connsiteX6" fmla="*/ 13142 w 83686"/>
                    <a:gd name="connsiteY6" fmla="*/ 26545 h 50975"/>
                    <a:gd name="connsiteX7" fmla="*/ 11232 w 83686"/>
                    <a:gd name="connsiteY7" fmla="*/ 44808 h 50975"/>
                    <a:gd name="connsiteX8" fmla="*/ 0 w 83686"/>
                    <a:gd name="connsiteY8" fmla="*/ 43667 h 50975"/>
                    <a:gd name="connsiteX9" fmla="*/ 1910 w 83686"/>
                    <a:gd name="connsiteY9" fmla="*/ 25388 h 50975"/>
                    <a:gd name="connsiteX10" fmla="*/ 26207 w 83686"/>
                    <a:gd name="connsiteY10" fmla="*/ 70 h 50975"/>
                    <a:gd name="connsiteX11" fmla="*/ 64742 w 83686"/>
                    <a:gd name="connsiteY11" fmla="*/ 3431 h 50975"/>
                    <a:gd name="connsiteX12" fmla="*/ 77692 w 83686"/>
                    <a:gd name="connsiteY12" fmla="*/ 10644 h 50975"/>
                    <a:gd name="connsiteX13" fmla="*/ 83493 w 83686"/>
                    <a:gd name="connsiteY13" fmla="*/ 32696 h 50975"/>
                    <a:gd name="connsiteX14" fmla="*/ 81581 w 83686"/>
                    <a:gd name="connsiteY14" fmla="*/ 50975 h 50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83686" h="50975">
                      <a:moveTo>
                        <a:pt x="81581" y="50975"/>
                      </a:moveTo>
                      <a:lnTo>
                        <a:pt x="70349" y="49818"/>
                      </a:lnTo>
                      <a:lnTo>
                        <a:pt x="72259" y="31555"/>
                      </a:lnTo>
                      <a:cubicBezTo>
                        <a:pt x="72808" y="26307"/>
                        <a:pt x="71570" y="21250"/>
                        <a:pt x="68952" y="18000"/>
                      </a:cubicBezTo>
                      <a:cubicBezTo>
                        <a:pt x="67909" y="16716"/>
                        <a:pt x="66151" y="15131"/>
                        <a:pt x="63703" y="14909"/>
                      </a:cubicBezTo>
                      <a:lnTo>
                        <a:pt x="25169" y="11532"/>
                      </a:lnTo>
                      <a:cubicBezTo>
                        <a:pt x="19552" y="11041"/>
                        <a:pt x="14044" y="17921"/>
                        <a:pt x="13142" y="26545"/>
                      </a:cubicBezTo>
                      <a:lnTo>
                        <a:pt x="11232" y="44808"/>
                      </a:lnTo>
                      <a:lnTo>
                        <a:pt x="0" y="43667"/>
                      </a:lnTo>
                      <a:lnTo>
                        <a:pt x="1910" y="25388"/>
                      </a:lnTo>
                      <a:cubicBezTo>
                        <a:pt x="3505" y="10137"/>
                        <a:pt x="14176" y="-992"/>
                        <a:pt x="26207" y="70"/>
                      </a:cubicBezTo>
                      <a:lnTo>
                        <a:pt x="64742" y="3431"/>
                      </a:lnTo>
                      <a:cubicBezTo>
                        <a:pt x="69686" y="3859"/>
                        <a:pt x="74285" y="6427"/>
                        <a:pt x="77692" y="10644"/>
                      </a:cubicBezTo>
                      <a:cubicBezTo>
                        <a:pt x="82253" y="16288"/>
                        <a:pt x="84368" y="24326"/>
                        <a:pt x="83493" y="32696"/>
                      </a:cubicBezTo>
                      <a:lnTo>
                        <a:pt x="81581" y="50975"/>
                      </a:lnTo>
                      <a:close/>
                    </a:path>
                  </a:pathLst>
                </a:custGeom>
                <a:solidFill>
                  <a:srgbClr val="31313A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35" name="Freeform: Shape 2034">
                  <a:extLst>
                    <a:ext uri="{FF2B5EF4-FFF2-40B4-BE49-F238E27FC236}">
                      <a16:creationId xmlns:a16="http://schemas.microsoft.com/office/drawing/2014/main" id="{C86D4443-7474-B420-4FD3-034A027800B6}"/>
                    </a:ext>
                  </a:extLst>
                </p:cNvPr>
                <p:cNvSpPr/>
                <p:nvPr/>
              </p:nvSpPr>
              <p:spPr>
                <a:xfrm>
                  <a:off x="501860" y="4856407"/>
                  <a:ext cx="240352" cy="180626"/>
                </a:xfrm>
                <a:custGeom>
                  <a:avLst/>
                  <a:gdLst>
                    <a:gd name="connsiteX0" fmla="*/ 237565 w 240352"/>
                    <a:gd name="connsiteY0" fmla="*/ 20851 h 180626"/>
                    <a:gd name="connsiteX1" fmla="*/ 228368 w 240352"/>
                    <a:gd name="connsiteY1" fmla="*/ 15525 h 180626"/>
                    <a:gd name="connsiteX2" fmla="*/ 163699 w 240352"/>
                    <a:gd name="connsiteY2" fmla="*/ 10467 h 180626"/>
                    <a:gd name="connsiteX3" fmla="*/ 152426 w 240352"/>
                    <a:gd name="connsiteY3" fmla="*/ 9580 h 180626"/>
                    <a:gd name="connsiteX4" fmla="*/ 93289 w 240352"/>
                    <a:gd name="connsiteY4" fmla="*/ 4966 h 180626"/>
                    <a:gd name="connsiteX5" fmla="*/ 82015 w 240352"/>
                    <a:gd name="connsiteY5" fmla="*/ 4078 h 180626"/>
                    <a:gd name="connsiteX6" fmla="*/ 30242 w 240352"/>
                    <a:gd name="connsiteY6" fmla="*/ 36 h 180626"/>
                    <a:gd name="connsiteX7" fmla="*/ 15059 w 240352"/>
                    <a:gd name="connsiteY7" fmla="*/ 14098 h 180626"/>
                    <a:gd name="connsiteX8" fmla="*/ 104 w 240352"/>
                    <a:gd name="connsiteY8" fmla="*/ 148883 h 180626"/>
                    <a:gd name="connsiteX9" fmla="*/ 2787 w 240352"/>
                    <a:gd name="connsiteY9" fmla="*/ 159774 h 180626"/>
                    <a:gd name="connsiteX10" fmla="*/ 11983 w 240352"/>
                    <a:gd name="connsiteY10" fmla="*/ 165100 h 180626"/>
                    <a:gd name="connsiteX11" fmla="*/ 210110 w 240352"/>
                    <a:gd name="connsiteY11" fmla="*/ 180589 h 180626"/>
                    <a:gd name="connsiteX12" fmla="*/ 213155 w 240352"/>
                    <a:gd name="connsiteY12" fmla="*/ 180446 h 180626"/>
                    <a:gd name="connsiteX13" fmla="*/ 225293 w 240352"/>
                    <a:gd name="connsiteY13" fmla="*/ 166527 h 180626"/>
                    <a:gd name="connsiteX14" fmla="*/ 233188 w 240352"/>
                    <a:gd name="connsiteY14" fmla="*/ 95441 h 180626"/>
                    <a:gd name="connsiteX15" fmla="*/ 233324 w 240352"/>
                    <a:gd name="connsiteY15" fmla="*/ 94252 h 180626"/>
                    <a:gd name="connsiteX16" fmla="*/ 233384 w 240352"/>
                    <a:gd name="connsiteY16" fmla="*/ 93681 h 180626"/>
                    <a:gd name="connsiteX17" fmla="*/ 240249 w 240352"/>
                    <a:gd name="connsiteY17" fmla="*/ 31758 h 180626"/>
                    <a:gd name="connsiteX18" fmla="*/ 237565 w 240352"/>
                    <a:gd name="connsiteY18" fmla="*/ 20851 h 180626"/>
                    <a:gd name="connsiteX19" fmla="*/ 237050 w 240352"/>
                    <a:gd name="connsiteY19" fmla="*/ 31441 h 180626"/>
                    <a:gd name="connsiteX20" fmla="*/ 230397 w 240352"/>
                    <a:gd name="connsiteY20" fmla="*/ 91525 h 180626"/>
                    <a:gd name="connsiteX21" fmla="*/ 229988 w 240352"/>
                    <a:gd name="connsiteY21" fmla="*/ 95172 h 180626"/>
                    <a:gd name="connsiteX22" fmla="*/ 222109 w 240352"/>
                    <a:gd name="connsiteY22" fmla="*/ 166226 h 180626"/>
                    <a:gd name="connsiteX23" fmla="*/ 210473 w 240352"/>
                    <a:gd name="connsiteY23" fmla="*/ 176927 h 180626"/>
                    <a:gd name="connsiteX24" fmla="*/ 12346 w 240352"/>
                    <a:gd name="connsiteY24" fmla="*/ 161438 h 180626"/>
                    <a:gd name="connsiteX25" fmla="*/ 5315 w 240352"/>
                    <a:gd name="connsiteY25" fmla="*/ 157364 h 180626"/>
                    <a:gd name="connsiteX26" fmla="*/ 3301 w 240352"/>
                    <a:gd name="connsiteY26" fmla="*/ 149184 h 180626"/>
                    <a:gd name="connsiteX27" fmla="*/ 11194 w 240352"/>
                    <a:gd name="connsiteY27" fmla="*/ 78082 h 180626"/>
                    <a:gd name="connsiteX28" fmla="*/ 11314 w 240352"/>
                    <a:gd name="connsiteY28" fmla="*/ 76924 h 180626"/>
                    <a:gd name="connsiteX29" fmla="*/ 11587 w 240352"/>
                    <a:gd name="connsiteY29" fmla="*/ 74419 h 180626"/>
                    <a:gd name="connsiteX30" fmla="*/ 18239 w 240352"/>
                    <a:gd name="connsiteY30" fmla="*/ 14399 h 180626"/>
                    <a:gd name="connsiteX31" fmla="*/ 29875 w 240352"/>
                    <a:gd name="connsiteY31" fmla="*/ 3698 h 180626"/>
                    <a:gd name="connsiteX32" fmla="*/ 228016 w 240352"/>
                    <a:gd name="connsiteY32" fmla="*/ 19187 h 180626"/>
                    <a:gd name="connsiteX33" fmla="*/ 235047 w 240352"/>
                    <a:gd name="connsiteY33" fmla="*/ 23261 h 180626"/>
                    <a:gd name="connsiteX34" fmla="*/ 237050 w 240352"/>
                    <a:gd name="connsiteY34" fmla="*/ 31441 h 180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40352" h="180626">
                      <a:moveTo>
                        <a:pt x="237565" y="20851"/>
                      </a:moveTo>
                      <a:cubicBezTo>
                        <a:pt x="235323" y="17712"/>
                        <a:pt x="232065" y="15810"/>
                        <a:pt x="228368" y="15525"/>
                      </a:cubicBezTo>
                      <a:lnTo>
                        <a:pt x="163699" y="10467"/>
                      </a:lnTo>
                      <a:lnTo>
                        <a:pt x="152426" y="9580"/>
                      </a:lnTo>
                      <a:lnTo>
                        <a:pt x="93289" y="4966"/>
                      </a:lnTo>
                      <a:lnTo>
                        <a:pt x="82015" y="4078"/>
                      </a:lnTo>
                      <a:lnTo>
                        <a:pt x="30242" y="36"/>
                      </a:lnTo>
                      <a:cubicBezTo>
                        <a:pt x="22787" y="-535"/>
                        <a:pt x="15983" y="5775"/>
                        <a:pt x="15059" y="14098"/>
                      </a:cubicBezTo>
                      <a:lnTo>
                        <a:pt x="104" y="148883"/>
                      </a:lnTo>
                      <a:cubicBezTo>
                        <a:pt x="-335" y="152862"/>
                        <a:pt x="620" y="156730"/>
                        <a:pt x="2787" y="159774"/>
                      </a:cubicBezTo>
                      <a:cubicBezTo>
                        <a:pt x="5030" y="162929"/>
                        <a:pt x="8286" y="164815"/>
                        <a:pt x="11983" y="165100"/>
                      </a:cubicBezTo>
                      <a:lnTo>
                        <a:pt x="210110" y="180589"/>
                      </a:lnTo>
                      <a:cubicBezTo>
                        <a:pt x="211140" y="180668"/>
                        <a:pt x="212155" y="180621"/>
                        <a:pt x="213155" y="180446"/>
                      </a:cubicBezTo>
                      <a:cubicBezTo>
                        <a:pt x="219337" y="179400"/>
                        <a:pt x="224505" y="173709"/>
                        <a:pt x="225293" y="166527"/>
                      </a:cubicBezTo>
                      <a:lnTo>
                        <a:pt x="233188" y="95441"/>
                      </a:lnTo>
                      <a:lnTo>
                        <a:pt x="233324" y="94252"/>
                      </a:lnTo>
                      <a:lnTo>
                        <a:pt x="233384" y="93681"/>
                      </a:lnTo>
                      <a:lnTo>
                        <a:pt x="240249" y="31758"/>
                      </a:lnTo>
                      <a:cubicBezTo>
                        <a:pt x="240686" y="27763"/>
                        <a:pt x="239732" y="23895"/>
                        <a:pt x="237565" y="20851"/>
                      </a:cubicBezTo>
                      <a:close/>
                      <a:moveTo>
                        <a:pt x="237050" y="31441"/>
                      </a:moveTo>
                      <a:lnTo>
                        <a:pt x="230397" y="91525"/>
                      </a:lnTo>
                      <a:lnTo>
                        <a:pt x="229988" y="95172"/>
                      </a:lnTo>
                      <a:lnTo>
                        <a:pt x="222109" y="166226"/>
                      </a:lnTo>
                      <a:cubicBezTo>
                        <a:pt x="221398" y="172567"/>
                        <a:pt x="216185" y="177355"/>
                        <a:pt x="210473" y="176927"/>
                      </a:cubicBezTo>
                      <a:lnTo>
                        <a:pt x="12346" y="161438"/>
                      </a:lnTo>
                      <a:cubicBezTo>
                        <a:pt x="9513" y="161216"/>
                        <a:pt x="7013" y="159774"/>
                        <a:pt x="5315" y="157364"/>
                      </a:cubicBezTo>
                      <a:cubicBezTo>
                        <a:pt x="3679" y="155065"/>
                        <a:pt x="2968" y="152164"/>
                        <a:pt x="3301" y="149184"/>
                      </a:cubicBezTo>
                      <a:lnTo>
                        <a:pt x="11194" y="78082"/>
                      </a:lnTo>
                      <a:lnTo>
                        <a:pt x="11314" y="76924"/>
                      </a:lnTo>
                      <a:lnTo>
                        <a:pt x="11587" y="74419"/>
                      </a:lnTo>
                      <a:lnTo>
                        <a:pt x="18239" y="14399"/>
                      </a:lnTo>
                      <a:cubicBezTo>
                        <a:pt x="18951" y="8073"/>
                        <a:pt x="24164" y="3270"/>
                        <a:pt x="29875" y="3698"/>
                      </a:cubicBezTo>
                      <a:lnTo>
                        <a:pt x="228016" y="19187"/>
                      </a:lnTo>
                      <a:cubicBezTo>
                        <a:pt x="230835" y="19409"/>
                        <a:pt x="233335" y="20851"/>
                        <a:pt x="235047" y="23261"/>
                      </a:cubicBezTo>
                      <a:cubicBezTo>
                        <a:pt x="236671" y="25560"/>
                        <a:pt x="237384" y="28461"/>
                        <a:pt x="237050" y="31441"/>
                      </a:cubicBezTo>
                      <a:close/>
                    </a:path>
                  </a:pathLst>
                </a:custGeom>
                <a:solidFill>
                  <a:srgbClr val="31313A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36" name="Graphic 21">
                <a:extLst>
                  <a:ext uri="{FF2B5EF4-FFF2-40B4-BE49-F238E27FC236}">
                    <a16:creationId xmlns:a16="http://schemas.microsoft.com/office/drawing/2014/main" id="{1261D351-7D1F-B253-E03C-78B2643BFE8C}"/>
                  </a:ext>
                </a:extLst>
              </p:cNvPr>
              <p:cNvGrpSpPr/>
              <p:nvPr/>
            </p:nvGrpSpPr>
            <p:grpSpPr>
              <a:xfrm>
                <a:off x="597448" y="4769265"/>
                <a:ext cx="61951" cy="86896"/>
                <a:chOff x="597448" y="4769265"/>
                <a:chExt cx="61951" cy="86896"/>
              </a:xfrm>
            </p:grpSpPr>
            <p:grpSp>
              <p:nvGrpSpPr>
                <p:cNvPr id="2037" name="Graphic 21">
                  <a:extLst>
                    <a:ext uri="{FF2B5EF4-FFF2-40B4-BE49-F238E27FC236}">
                      <a16:creationId xmlns:a16="http://schemas.microsoft.com/office/drawing/2014/main" id="{B3A12B62-AC24-E28A-C6A3-8483E14EC874}"/>
                    </a:ext>
                  </a:extLst>
                </p:cNvPr>
                <p:cNvGrpSpPr/>
                <p:nvPr/>
              </p:nvGrpSpPr>
              <p:grpSpPr>
                <a:xfrm>
                  <a:off x="599197" y="4769265"/>
                  <a:ext cx="60203" cy="86896"/>
                  <a:chOff x="599197" y="4769265"/>
                  <a:chExt cx="60203" cy="86896"/>
                </a:xfrm>
              </p:grpSpPr>
              <p:sp>
                <p:nvSpPr>
                  <p:cNvPr id="2038" name="Freeform: Shape 2037">
                    <a:extLst>
                      <a:ext uri="{FF2B5EF4-FFF2-40B4-BE49-F238E27FC236}">
                        <a16:creationId xmlns:a16="http://schemas.microsoft.com/office/drawing/2014/main" id="{E66BE373-6948-7784-B6C6-B6FE45932139}"/>
                      </a:ext>
                    </a:extLst>
                  </p:cNvPr>
                  <p:cNvSpPr/>
                  <p:nvPr/>
                </p:nvSpPr>
                <p:spPr>
                  <a:xfrm>
                    <a:off x="599971" y="4770137"/>
                    <a:ext cx="58660" cy="85240"/>
                  </a:xfrm>
                  <a:custGeom>
                    <a:avLst/>
                    <a:gdLst>
                      <a:gd name="connsiteX0" fmla="*/ 56555 w 58660"/>
                      <a:gd name="connsiteY0" fmla="*/ 62208 h 85240"/>
                      <a:gd name="connsiteX1" fmla="*/ 42255 w 58660"/>
                      <a:gd name="connsiteY1" fmla="*/ 6722 h 85240"/>
                      <a:gd name="connsiteX2" fmla="*/ 7161 w 58660"/>
                      <a:gd name="connsiteY2" fmla="*/ 0 h 85240"/>
                      <a:gd name="connsiteX3" fmla="*/ 52 w 58660"/>
                      <a:gd name="connsiteY3" fmla="*/ 20150 h 85240"/>
                      <a:gd name="connsiteX4" fmla="*/ 7265 w 58660"/>
                      <a:gd name="connsiteY4" fmla="*/ 49526 h 85240"/>
                      <a:gd name="connsiteX5" fmla="*/ 29531 w 58660"/>
                      <a:gd name="connsiteY5" fmla="*/ 79917 h 85240"/>
                      <a:gd name="connsiteX6" fmla="*/ 56555 w 58660"/>
                      <a:gd name="connsiteY6" fmla="*/ 62208 h 852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8660" h="85240">
                        <a:moveTo>
                          <a:pt x="56555" y="62208"/>
                        </a:moveTo>
                        <a:cubicBezTo>
                          <a:pt x="65666" y="25445"/>
                          <a:pt x="42255" y="6722"/>
                          <a:pt x="42255" y="6722"/>
                        </a:cubicBezTo>
                        <a:lnTo>
                          <a:pt x="7161" y="0"/>
                        </a:lnTo>
                        <a:cubicBezTo>
                          <a:pt x="7161" y="0"/>
                          <a:pt x="-712" y="11129"/>
                          <a:pt x="52" y="20150"/>
                        </a:cubicBezTo>
                        <a:cubicBezTo>
                          <a:pt x="869" y="29757"/>
                          <a:pt x="10238" y="37620"/>
                          <a:pt x="7265" y="49526"/>
                        </a:cubicBezTo>
                        <a:cubicBezTo>
                          <a:pt x="2284" y="69469"/>
                          <a:pt x="26407" y="75303"/>
                          <a:pt x="29531" y="79917"/>
                        </a:cubicBezTo>
                        <a:cubicBezTo>
                          <a:pt x="34746" y="87605"/>
                          <a:pt x="49472" y="90792"/>
                          <a:pt x="56555" y="6220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58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39" name="Freeform: Shape 2038">
                    <a:extLst>
                      <a:ext uri="{FF2B5EF4-FFF2-40B4-BE49-F238E27FC236}">
                        <a16:creationId xmlns:a16="http://schemas.microsoft.com/office/drawing/2014/main" id="{BA3EA5E6-8AF4-612B-1DF5-03874CA1D31B}"/>
                      </a:ext>
                    </a:extLst>
                  </p:cNvPr>
                  <p:cNvSpPr/>
                  <p:nvPr/>
                </p:nvSpPr>
                <p:spPr>
                  <a:xfrm>
                    <a:off x="599197" y="4769265"/>
                    <a:ext cx="60203" cy="86896"/>
                  </a:xfrm>
                  <a:custGeom>
                    <a:avLst/>
                    <a:gdLst>
                      <a:gd name="connsiteX0" fmla="*/ 30953 w 60203"/>
                      <a:gd name="connsiteY0" fmla="*/ 80329 h 86896"/>
                      <a:gd name="connsiteX1" fmla="*/ 25511 w 60203"/>
                      <a:gd name="connsiteY1" fmla="*/ 76381 h 86896"/>
                      <a:gd name="connsiteX2" fmla="*/ 24883 w 60203"/>
                      <a:gd name="connsiteY2" fmla="*/ 76016 h 86896"/>
                      <a:gd name="connsiteX3" fmla="*/ 24812 w 60203"/>
                      <a:gd name="connsiteY3" fmla="*/ 75969 h 86896"/>
                      <a:gd name="connsiteX4" fmla="*/ 24054 w 60203"/>
                      <a:gd name="connsiteY4" fmla="*/ 75557 h 86896"/>
                      <a:gd name="connsiteX5" fmla="*/ 22540 w 60203"/>
                      <a:gd name="connsiteY5" fmla="*/ 74669 h 86896"/>
                      <a:gd name="connsiteX6" fmla="*/ 21855 w 60203"/>
                      <a:gd name="connsiteY6" fmla="*/ 74241 h 86896"/>
                      <a:gd name="connsiteX7" fmla="*/ 21183 w 60203"/>
                      <a:gd name="connsiteY7" fmla="*/ 73829 h 86896"/>
                      <a:gd name="connsiteX8" fmla="*/ 16240 w 60203"/>
                      <a:gd name="connsiteY8" fmla="*/ 70404 h 86896"/>
                      <a:gd name="connsiteX9" fmla="*/ 15612 w 60203"/>
                      <a:gd name="connsiteY9" fmla="*/ 69897 h 86896"/>
                      <a:gd name="connsiteX10" fmla="*/ 15098 w 60203"/>
                      <a:gd name="connsiteY10" fmla="*/ 69453 h 86896"/>
                      <a:gd name="connsiteX11" fmla="*/ 15041 w 60203"/>
                      <a:gd name="connsiteY11" fmla="*/ 69390 h 86896"/>
                      <a:gd name="connsiteX12" fmla="*/ 8213 w 60203"/>
                      <a:gd name="connsiteY12" fmla="*/ 56913 h 86896"/>
                      <a:gd name="connsiteX13" fmla="*/ 8798 w 60203"/>
                      <a:gd name="connsiteY13" fmla="*/ 50619 h 86896"/>
                      <a:gd name="connsiteX14" fmla="*/ 8755 w 60203"/>
                      <a:gd name="connsiteY14" fmla="*/ 50731 h 86896"/>
                      <a:gd name="connsiteX15" fmla="*/ 7555 w 60203"/>
                      <a:gd name="connsiteY15" fmla="*/ 53013 h 86896"/>
                      <a:gd name="connsiteX16" fmla="*/ 7427 w 60203"/>
                      <a:gd name="connsiteY16" fmla="*/ 56993 h 86896"/>
                      <a:gd name="connsiteX17" fmla="*/ 8242 w 60203"/>
                      <a:gd name="connsiteY17" fmla="*/ 61051 h 86896"/>
                      <a:gd name="connsiteX18" fmla="*/ 8513 w 60203"/>
                      <a:gd name="connsiteY18" fmla="*/ 61796 h 86896"/>
                      <a:gd name="connsiteX19" fmla="*/ 8869 w 60203"/>
                      <a:gd name="connsiteY19" fmla="*/ 62668 h 86896"/>
                      <a:gd name="connsiteX20" fmla="*/ 9240 w 60203"/>
                      <a:gd name="connsiteY20" fmla="*/ 63445 h 86896"/>
                      <a:gd name="connsiteX21" fmla="*/ 9283 w 60203"/>
                      <a:gd name="connsiteY21" fmla="*/ 63508 h 86896"/>
                      <a:gd name="connsiteX22" fmla="*/ 9683 w 60203"/>
                      <a:gd name="connsiteY22" fmla="*/ 64253 h 86896"/>
                      <a:gd name="connsiteX23" fmla="*/ 10555 w 60203"/>
                      <a:gd name="connsiteY23" fmla="*/ 65633 h 86896"/>
                      <a:gd name="connsiteX24" fmla="*/ 10926 w 60203"/>
                      <a:gd name="connsiteY24" fmla="*/ 66140 h 86896"/>
                      <a:gd name="connsiteX25" fmla="*/ 14455 w 60203"/>
                      <a:gd name="connsiteY25" fmla="*/ 69945 h 86896"/>
                      <a:gd name="connsiteX26" fmla="*/ 14526 w 60203"/>
                      <a:gd name="connsiteY26" fmla="*/ 69992 h 86896"/>
                      <a:gd name="connsiteX27" fmla="*/ 14997 w 60203"/>
                      <a:gd name="connsiteY27" fmla="*/ 70420 h 86896"/>
                      <a:gd name="connsiteX28" fmla="*/ 15097 w 60203"/>
                      <a:gd name="connsiteY28" fmla="*/ 70515 h 86896"/>
                      <a:gd name="connsiteX29" fmla="*/ 15724 w 60203"/>
                      <a:gd name="connsiteY29" fmla="*/ 71023 h 86896"/>
                      <a:gd name="connsiteX30" fmla="*/ 15810 w 60203"/>
                      <a:gd name="connsiteY30" fmla="*/ 71086 h 86896"/>
                      <a:gd name="connsiteX31" fmla="*/ 16767 w 60203"/>
                      <a:gd name="connsiteY31" fmla="*/ 71815 h 86896"/>
                      <a:gd name="connsiteX32" fmla="*/ 17768 w 60203"/>
                      <a:gd name="connsiteY32" fmla="*/ 72545 h 86896"/>
                      <a:gd name="connsiteX33" fmla="*/ 18782 w 60203"/>
                      <a:gd name="connsiteY33" fmla="*/ 73258 h 86896"/>
                      <a:gd name="connsiteX34" fmla="*/ 20883 w 60203"/>
                      <a:gd name="connsiteY34" fmla="*/ 74590 h 86896"/>
                      <a:gd name="connsiteX35" fmla="*/ 21569 w 60203"/>
                      <a:gd name="connsiteY35" fmla="*/ 75002 h 86896"/>
                      <a:gd name="connsiteX36" fmla="*/ 22254 w 60203"/>
                      <a:gd name="connsiteY36" fmla="*/ 75414 h 86896"/>
                      <a:gd name="connsiteX37" fmla="*/ 22040 w 60203"/>
                      <a:gd name="connsiteY37" fmla="*/ 76223 h 86896"/>
                      <a:gd name="connsiteX38" fmla="*/ 22554 w 60203"/>
                      <a:gd name="connsiteY38" fmla="*/ 76540 h 86896"/>
                      <a:gd name="connsiteX39" fmla="*/ 22568 w 60203"/>
                      <a:gd name="connsiteY39" fmla="*/ 76540 h 86896"/>
                      <a:gd name="connsiteX40" fmla="*/ 23340 w 60203"/>
                      <a:gd name="connsiteY40" fmla="*/ 76048 h 86896"/>
                      <a:gd name="connsiteX41" fmla="*/ 24112 w 60203"/>
                      <a:gd name="connsiteY41" fmla="*/ 76492 h 86896"/>
                      <a:gd name="connsiteX42" fmla="*/ 24827 w 60203"/>
                      <a:gd name="connsiteY42" fmla="*/ 76904 h 86896"/>
                      <a:gd name="connsiteX43" fmla="*/ 25956 w 60203"/>
                      <a:gd name="connsiteY43" fmla="*/ 77570 h 86896"/>
                      <a:gd name="connsiteX44" fmla="*/ 27142 w 60203"/>
                      <a:gd name="connsiteY44" fmla="*/ 78268 h 86896"/>
                      <a:gd name="connsiteX45" fmla="*/ 28599 w 60203"/>
                      <a:gd name="connsiteY45" fmla="*/ 79219 h 86896"/>
                      <a:gd name="connsiteX46" fmla="*/ 28913 w 60203"/>
                      <a:gd name="connsiteY46" fmla="*/ 79457 h 86896"/>
                      <a:gd name="connsiteX47" fmla="*/ 29999 w 60203"/>
                      <a:gd name="connsiteY47" fmla="*/ 80392 h 86896"/>
                      <a:gd name="connsiteX48" fmla="*/ 30313 w 60203"/>
                      <a:gd name="connsiteY48" fmla="*/ 80788 h 86896"/>
                      <a:gd name="connsiteX49" fmla="*/ 32098 w 60203"/>
                      <a:gd name="connsiteY49" fmla="*/ 82897 h 86896"/>
                      <a:gd name="connsiteX50" fmla="*/ 32898 w 60203"/>
                      <a:gd name="connsiteY50" fmla="*/ 82532 h 86896"/>
                      <a:gd name="connsiteX51" fmla="*/ 30953 w 60203"/>
                      <a:gd name="connsiteY51" fmla="*/ 80329 h 86896"/>
                      <a:gd name="connsiteX52" fmla="*/ 52994 w 60203"/>
                      <a:gd name="connsiteY52" fmla="*/ 18929 h 86896"/>
                      <a:gd name="connsiteX53" fmla="*/ 43509 w 60203"/>
                      <a:gd name="connsiteY53" fmla="*/ 6960 h 86896"/>
                      <a:gd name="connsiteX54" fmla="*/ 43366 w 60203"/>
                      <a:gd name="connsiteY54" fmla="*/ 6833 h 86896"/>
                      <a:gd name="connsiteX55" fmla="*/ 7596 w 60203"/>
                      <a:gd name="connsiteY55" fmla="*/ 0 h 86896"/>
                      <a:gd name="connsiteX56" fmla="*/ 7297 w 60203"/>
                      <a:gd name="connsiteY56" fmla="*/ 412 h 86896"/>
                      <a:gd name="connsiteX57" fmla="*/ 1498 w 60203"/>
                      <a:gd name="connsiteY57" fmla="*/ 11763 h 86896"/>
                      <a:gd name="connsiteX58" fmla="*/ 55 w 60203"/>
                      <a:gd name="connsiteY58" fmla="*/ 21085 h 86896"/>
                      <a:gd name="connsiteX59" fmla="*/ 3826 w 60203"/>
                      <a:gd name="connsiteY59" fmla="*/ 32341 h 86896"/>
                      <a:gd name="connsiteX60" fmla="*/ 7826 w 60203"/>
                      <a:gd name="connsiteY60" fmla="*/ 46054 h 86896"/>
                      <a:gd name="connsiteX61" fmla="*/ 7298 w 60203"/>
                      <a:gd name="connsiteY61" fmla="*/ 50144 h 86896"/>
                      <a:gd name="connsiteX62" fmla="*/ 7284 w 60203"/>
                      <a:gd name="connsiteY62" fmla="*/ 50207 h 86896"/>
                      <a:gd name="connsiteX63" fmla="*/ 6785 w 60203"/>
                      <a:gd name="connsiteY63" fmla="*/ 52760 h 86896"/>
                      <a:gd name="connsiteX64" fmla="*/ 6628 w 60203"/>
                      <a:gd name="connsiteY64" fmla="*/ 54488 h 86896"/>
                      <a:gd name="connsiteX65" fmla="*/ 6628 w 60203"/>
                      <a:gd name="connsiteY65" fmla="*/ 54504 h 86896"/>
                      <a:gd name="connsiteX66" fmla="*/ 6656 w 60203"/>
                      <a:gd name="connsiteY66" fmla="*/ 57167 h 86896"/>
                      <a:gd name="connsiteX67" fmla="*/ 13827 w 60203"/>
                      <a:gd name="connsiteY67" fmla="*/ 70404 h 86896"/>
                      <a:gd name="connsiteX68" fmla="*/ 13998 w 60203"/>
                      <a:gd name="connsiteY68" fmla="*/ 70579 h 86896"/>
                      <a:gd name="connsiteX69" fmla="*/ 14583 w 60203"/>
                      <a:gd name="connsiteY69" fmla="*/ 71070 h 86896"/>
                      <a:gd name="connsiteX70" fmla="*/ 15196 w 60203"/>
                      <a:gd name="connsiteY70" fmla="*/ 71593 h 86896"/>
                      <a:gd name="connsiteX71" fmla="*/ 20639 w 60203"/>
                      <a:gd name="connsiteY71" fmla="*/ 75382 h 86896"/>
                      <a:gd name="connsiteX72" fmla="*/ 21340 w 60203"/>
                      <a:gd name="connsiteY72" fmla="*/ 75810 h 86896"/>
                      <a:gd name="connsiteX73" fmla="*/ 22040 w 60203"/>
                      <a:gd name="connsiteY73" fmla="*/ 76223 h 86896"/>
                      <a:gd name="connsiteX74" fmla="*/ 22554 w 60203"/>
                      <a:gd name="connsiteY74" fmla="*/ 76540 h 86896"/>
                      <a:gd name="connsiteX75" fmla="*/ 22568 w 60203"/>
                      <a:gd name="connsiteY75" fmla="*/ 76540 h 86896"/>
                      <a:gd name="connsiteX76" fmla="*/ 23355 w 60203"/>
                      <a:gd name="connsiteY76" fmla="*/ 76968 h 86896"/>
                      <a:gd name="connsiteX77" fmla="*/ 24098 w 60203"/>
                      <a:gd name="connsiteY77" fmla="*/ 77412 h 86896"/>
                      <a:gd name="connsiteX78" fmla="*/ 24112 w 60203"/>
                      <a:gd name="connsiteY78" fmla="*/ 77412 h 86896"/>
                      <a:gd name="connsiteX79" fmla="*/ 29669 w 60203"/>
                      <a:gd name="connsiteY79" fmla="*/ 81248 h 86896"/>
                      <a:gd name="connsiteX80" fmla="*/ 31211 w 60203"/>
                      <a:gd name="connsiteY80" fmla="*/ 83135 h 86896"/>
                      <a:gd name="connsiteX81" fmla="*/ 31926 w 60203"/>
                      <a:gd name="connsiteY81" fmla="*/ 83801 h 86896"/>
                      <a:gd name="connsiteX82" fmla="*/ 32641 w 60203"/>
                      <a:gd name="connsiteY82" fmla="*/ 84403 h 86896"/>
                      <a:gd name="connsiteX83" fmla="*/ 41741 w 60203"/>
                      <a:gd name="connsiteY83" fmla="*/ 86717 h 86896"/>
                      <a:gd name="connsiteX84" fmla="*/ 42183 w 60203"/>
                      <a:gd name="connsiteY84" fmla="*/ 86638 h 86896"/>
                      <a:gd name="connsiteX85" fmla="*/ 53411 w 60203"/>
                      <a:gd name="connsiteY85" fmla="*/ 76128 h 86896"/>
                      <a:gd name="connsiteX86" fmla="*/ 53425 w 60203"/>
                      <a:gd name="connsiteY86" fmla="*/ 76112 h 86896"/>
                      <a:gd name="connsiteX87" fmla="*/ 58096 w 60203"/>
                      <a:gd name="connsiteY87" fmla="*/ 63270 h 86896"/>
                      <a:gd name="connsiteX88" fmla="*/ 59353 w 60203"/>
                      <a:gd name="connsiteY88" fmla="*/ 57104 h 86896"/>
                      <a:gd name="connsiteX89" fmla="*/ 59353 w 60203"/>
                      <a:gd name="connsiteY89" fmla="*/ 57088 h 86896"/>
                      <a:gd name="connsiteX90" fmla="*/ 52994 w 60203"/>
                      <a:gd name="connsiteY90" fmla="*/ 18929 h 86896"/>
                      <a:gd name="connsiteX91" fmla="*/ 58008 w 60203"/>
                      <a:gd name="connsiteY91" fmla="*/ 55407 h 86896"/>
                      <a:gd name="connsiteX92" fmla="*/ 56566 w 60203"/>
                      <a:gd name="connsiteY92" fmla="*/ 62874 h 86896"/>
                      <a:gd name="connsiteX93" fmla="*/ 53538 w 60203"/>
                      <a:gd name="connsiteY93" fmla="*/ 72259 h 86896"/>
                      <a:gd name="connsiteX94" fmla="*/ 41467 w 60203"/>
                      <a:gd name="connsiteY94" fmla="*/ 85148 h 86896"/>
                      <a:gd name="connsiteX95" fmla="*/ 34266 w 60203"/>
                      <a:gd name="connsiteY95" fmla="*/ 83594 h 86896"/>
                      <a:gd name="connsiteX96" fmla="*/ 33582 w 60203"/>
                      <a:gd name="connsiteY96" fmla="*/ 83087 h 86896"/>
                      <a:gd name="connsiteX97" fmla="*/ 32897 w 60203"/>
                      <a:gd name="connsiteY97" fmla="*/ 82532 h 86896"/>
                      <a:gd name="connsiteX98" fmla="*/ 30955 w 60203"/>
                      <a:gd name="connsiteY98" fmla="*/ 80329 h 86896"/>
                      <a:gd name="connsiteX99" fmla="*/ 25512 w 60203"/>
                      <a:gd name="connsiteY99" fmla="*/ 76381 h 86896"/>
                      <a:gd name="connsiteX100" fmla="*/ 24884 w 60203"/>
                      <a:gd name="connsiteY100" fmla="*/ 76016 h 86896"/>
                      <a:gd name="connsiteX101" fmla="*/ 24813 w 60203"/>
                      <a:gd name="connsiteY101" fmla="*/ 75969 h 86896"/>
                      <a:gd name="connsiteX102" fmla="*/ 24055 w 60203"/>
                      <a:gd name="connsiteY102" fmla="*/ 75557 h 86896"/>
                      <a:gd name="connsiteX103" fmla="*/ 22541 w 60203"/>
                      <a:gd name="connsiteY103" fmla="*/ 74669 h 86896"/>
                      <a:gd name="connsiteX104" fmla="*/ 21856 w 60203"/>
                      <a:gd name="connsiteY104" fmla="*/ 74241 h 86896"/>
                      <a:gd name="connsiteX105" fmla="*/ 21184 w 60203"/>
                      <a:gd name="connsiteY105" fmla="*/ 73829 h 86896"/>
                      <a:gd name="connsiteX106" fmla="*/ 16241 w 60203"/>
                      <a:gd name="connsiteY106" fmla="*/ 70404 h 86896"/>
                      <a:gd name="connsiteX107" fmla="*/ 15613 w 60203"/>
                      <a:gd name="connsiteY107" fmla="*/ 69897 h 86896"/>
                      <a:gd name="connsiteX108" fmla="*/ 15100 w 60203"/>
                      <a:gd name="connsiteY108" fmla="*/ 69453 h 86896"/>
                      <a:gd name="connsiteX109" fmla="*/ 15043 w 60203"/>
                      <a:gd name="connsiteY109" fmla="*/ 69390 h 86896"/>
                      <a:gd name="connsiteX110" fmla="*/ 8215 w 60203"/>
                      <a:gd name="connsiteY110" fmla="*/ 56913 h 86896"/>
                      <a:gd name="connsiteX111" fmla="*/ 8800 w 60203"/>
                      <a:gd name="connsiteY111" fmla="*/ 50619 h 86896"/>
                      <a:gd name="connsiteX112" fmla="*/ 8828 w 60203"/>
                      <a:gd name="connsiteY112" fmla="*/ 50429 h 86896"/>
                      <a:gd name="connsiteX113" fmla="*/ 9399 w 60203"/>
                      <a:gd name="connsiteY113" fmla="*/ 46070 h 86896"/>
                      <a:gd name="connsiteX114" fmla="*/ 5242 w 60203"/>
                      <a:gd name="connsiteY114" fmla="*/ 31659 h 86896"/>
                      <a:gd name="connsiteX115" fmla="*/ 1613 w 60203"/>
                      <a:gd name="connsiteY115" fmla="*/ 20942 h 86896"/>
                      <a:gd name="connsiteX116" fmla="*/ 2913 w 60203"/>
                      <a:gd name="connsiteY116" fmla="*/ 12524 h 86896"/>
                      <a:gd name="connsiteX117" fmla="*/ 8299 w 60203"/>
                      <a:gd name="connsiteY117" fmla="*/ 1760 h 86896"/>
                      <a:gd name="connsiteX118" fmla="*/ 42697 w 60203"/>
                      <a:gd name="connsiteY118" fmla="*/ 8339 h 86896"/>
                      <a:gd name="connsiteX119" fmla="*/ 51310 w 60203"/>
                      <a:gd name="connsiteY119" fmla="*/ 19103 h 86896"/>
                      <a:gd name="connsiteX120" fmla="*/ 58008 w 60203"/>
                      <a:gd name="connsiteY120" fmla="*/ 55407 h 86896"/>
                      <a:gd name="connsiteX121" fmla="*/ 30953 w 60203"/>
                      <a:gd name="connsiteY121" fmla="*/ 80329 h 86896"/>
                      <a:gd name="connsiteX122" fmla="*/ 25511 w 60203"/>
                      <a:gd name="connsiteY122" fmla="*/ 76381 h 86896"/>
                      <a:gd name="connsiteX123" fmla="*/ 24883 w 60203"/>
                      <a:gd name="connsiteY123" fmla="*/ 76016 h 86896"/>
                      <a:gd name="connsiteX124" fmla="*/ 24812 w 60203"/>
                      <a:gd name="connsiteY124" fmla="*/ 75969 h 86896"/>
                      <a:gd name="connsiteX125" fmla="*/ 24054 w 60203"/>
                      <a:gd name="connsiteY125" fmla="*/ 75557 h 86896"/>
                      <a:gd name="connsiteX126" fmla="*/ 22540 w 60203"/>
                      <a:gd name="connsiteY126" fmla="*/ 74669 h 86896"/>
                      <a:gd name="connsiteX127" fmla="*/ 21855 w 60203"/>
                      <a:gd name="connsiteY127" fmla="*/ 74241 h 86896"/>
                      <a:gd name="connsiteX128" fmla="*/ 21183 w 60203"/>
                      <a:gd name="connsiteY128" fmla="*/ 73829 h 86896"/>
                      <a:gd name="connsiteX129" fmla="*/ 16240 w 60203"/>
                      <a:gd name="connsiteY129" fmla="*/ 70404 h 86896"/>
                      <a:gd name="connsiteX130" fmla="*/ 15612 w 60203"/>
                      <a:gd name="connsiteY130" fmla="*/ 69897 h 86896"/>
                      <a:gd name="connsiteX131" fmla="*/ 15098 w 60203"/>
                      <a:gd name="connsiteY131" fmla="*/ 69453 h 86896"/>
                      <a:gd name="connsiteX132" fmla="*/ 15041 w 60203"/>
                      <a:gd name="connsiteY132" fmla="*/ 69390 h 86896"/>
                      <a:gd name="connsiteX133" fmla="*/ 8213 w 60203"/>
                      <a:gd name="connsiteY133" fmla="*/ 56913 h 86896"/>
                      <a:gd name="connsiteX134" fmla="*/ 8798 w 60203"/>
                      <a:gd name="connsiteY134" fmla="*/ 50619 h 86896"/>
                      <a:gd name="connsiteX135" fmla="*/ 8755 w 60203"/>
                      <a:gd name="connsiteY135" fmla="*/ 50731 h 86896"/>
                      <a:gd name="connsiteX136" fmla="*/ 7555 w 60203"/>
                      <a:gd name="connsiteY136" fmla="*/ 53013 h 86896"/>
                      <a:gd name="connsiteX137" fmla="*/ 7427 w 60203"/>
                      <a:gd name="connsiteY137" fmla="*/ 56993 h 86896"/>
                      <a:gd name="connsiteX138" fmla="*/ 8242 w 60203"/>
                      <a:gd name="connsiteY138" fmla="*/ 61051 h 86896"/>
                      <a:gd name="connsiteX139" fmla="*/ 8513 w 60203"/>
                      <a:gd name="connsiteY139" fmla="*/ 61796 h 86896"/>
                      <a:gd name="connsiteX140" fmla="*/ 8869 w 60203"/>
                      <a:gd name="connsiteY140" fmla="*/ 62668 h 86896"/>
                      <a:gd name="connsiteX141" fmla="*/ 9240 w 60203"/>
                      <a:gd name="connsiteY141" fmla="*/ 63445 h 86896"/>
                      <a:gd name="connsiteX142" fmla="*/ 9283 w 60203"/>
                      <a:gd name="connsiteY142" fmla="*/ 63508 h 86896"/>
                      <a:gd name="connsiteX143" fmla="*/ 9683 w 60203"/>
                      <a:gd name="connsiteY143" fmla="*/ 64253 h 86896"/>
                      <a:gd name="connsiteX144" fmla="*/ 10555 w 60203"/>
                      <a:gd name="connsiteY144" fmla="*/ 65633 h 86896"/>
                      <a:gd name="connsiteX145" fmla="*/ 10926 w 60203"/>
                      <a:gd name="connsiteY145" fmla="*/ 66140 h 86896"/>
                      <a:gd name="connsiteX146" fmla="*/ 14455 w 60203"/>
                      <a:gd name="connsiteY146" fmla="*/ 69945 h 86896"/>
                      <a:gd name="connsiteX147" fmla="*/ 14526 w 60203"/>
                      <a:gd name="connsiteY147" fmla="*/ 69992 h 86896"/>
                      <a:gd name="connsiteX148" fmla="*/ 14997 w 60203"/>
                      <a:gd name="connsiteY148" fmla="*/ 70420 h 86896"/>
                      <a:gd name="connsiteX149" fmla="*/ 15097 w 60203"/>
                      <a:gd name="connsiteY149" fmla="*/ 70515 h 86896"/>
                      <a:gd name="connsiteX150" fmla="*/ 15724 w 60203"/>
                      <a:gd name="connsiteY150" fmla="*/ 71023 h 86896"/>
                      <a:gd name="connsiteX151" fmla="*/ 15810 w 60203"/>
                      <a:gd name="connsiteY151" fmla="*/ 71086 h 86896"/>
                      <a:gd name="connsiteX152" fmla="*/ 16767 w 60203"/>
                      <a:gd name="connsiteY152" fmla="*/ 71815 h 86896"/>
                      <a:gd name="connsiteX153" fmla="*/ 17768 w 60203"/>
                      <a:gd name="connsiteY153" fmla="*/ 72545 h 86896"/>
                      <a:gd name="connsiteX154" fmla="*/ 18782 w 60203"/>
                      <a:gd name="connsiteY154" fmla="*/ 73258 h 86896"/>
                      <a:gd name="connsiteX155" fmla="*/ 20883 w 60203"/>
                      <a:gd name="connsiteY155" fmla="*/ 74590 h 86896"/>
                      <a:gd name="connsiteX156" fmla="*/ 21569 w 60203"/>
                      <a:gd name="connsiteY156" fmla="*/ 75002 h 86896"/>
                      <a:gd name="connsiteX157" fmla="*/ 22254 w 60203"/>
                      <a:gd name="connsiteY157" fmla="*/ 75414 h 86896"/>
                      <a:gd name="connsiteX158" fmla="*/ 22040 w 60203"/>
                      <a:gd name="connsiteY158" fmla="*/ 76223 h 86896"/>
                      <a:gd name="connsiteX159" fmla="*/ 22554 w 60203"/>
                      <a:gd name="connsiteY159" fmla="*/ 76540 h 86896"/>
                      <a:gd name="connsiteX160" fmla="*/ 22568 w 60203"/>
                      <a:gd name="connsiteY160" fmla="*/ 76540 h 86896"/>
                      <a:gd name="connsiteX161" fmla="*/ 23340 w 60203"/>
                      <a:gd name="connsiteY161" fmla="*/ 76048 h 86896"/>
                      <a:gd name="connsiteX162" fmla="*/ 24112 w 60203"/>
                      <a:gd name="connsiteY162" fmla="*/ 76492 h 86896"/>
                      <a:gd name="connsiteX163" fmla="*/ 24827 w 60203"/>
                      <a:gd name="connsiteY163" fmla="*/ 76904 h 86896"/>
                      <a:gd name="connsiteX164" fmla="*/ 25956 w 60203"/>
                      <a:gd name="connsiteY164" fmla="*/ 77570 h 86896"/>
                      <a:gd name="connsiteX165" fmla="*/ 27142 w 60203"/>
                      <a:gd name="connsiteY165" fmla="*/ 78268 h 86896"/>
                      <a:gd name="connsiteX166" fmla="*/ 28599 w 60203"/>
                      <a:gd name="connsiteY166" fmla="*/ 79219 h 86896"/>
                      <a:gd name="connsiteX167" fmla="*/ 28913 w 60203"/>
                      <a:gd name="connsiteY167" fmla="*/ 79457 h 86896"/>
                      <a:gd name="connsiteX168" fmla="*/ 29999 w 60203"/>
                      <a:gd name="connsiteY168" fmla="*/ 80392 h 86896"/>
                      <a:gd name="connsiteX169" fmla="*/ 30313 w 60203"/>
                      <a:gd name="connsiteY169" fmla="*/ 80788 h 86896"/>
                      <a:gd name="connsiteX170" fmla="*/ 32098 w 60203"/>
                      <a:gd name="connsiteY170" fmla="*/ 82897 h 86896"/>
                      <a:gd name="connsiteX171" fmla="*/ 32898 w 60203"/>
                      <a:gd name="connsiteY171" fmla="*/ 82532 h 86896"/>
                      <a:gd name="connsiteX172" fmla="*/ 30953 w 60203"/>
                      <a:gd name="connsiteY172" fmla="*/ 80329 h 86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</a:cxnLst>
                    <a:rect l="l" t="t" r="r" b="b"/>
                    <a:pathLst>
                      <a:path w="60203" h="86896">
                        <a:moveTo>
                          <a:pt x="30953" y="80329"/>
                        </a:moveTo>
                        <a:cubicBezTo>
                          <a:pt x="30110" y="79076"/>
                          <a:pt x="28096" y="77871"/>
                          <a:pt x="25511" y="76381"/>
                        </a:cubicBezTo>
                        <a:cubicBezTo>
                          <a:pt x="25311" y="76270"/>
                          <a:pt x="25097" y="76143"/>
                          <a:pt x="24883" y="76016"/>
                        </a:cubicBezTo>
                        <a:cubicBezTo>
                          <a:pt x="24854" y="76001"/>
                          <a:pt x="24840" y="75985"/>
                          <a:pt x="24812" y="75969"/>
                        </a:cubicBezTo>
                        <a:cubicBezTo>
                          <a:pt x="24569" y="75826"/>
                          <a:pt x="24312" y="75700"/>
                          <a:pt x="24054" y="75557"/>
                        </a:cubicBezTo>
                        <a:cubicBezTo>
                          <a:pt x="23554" y="75271"/>
                          <a:pt x="23053" y="74954"/>
                          <a:pt x="22540" y="74669"/>
                        </a:cubicBezTo>
                        <a:cubicBezTo>
                          <a:pt x="22311" y="74526"/>
                          <a:pt x="22083" y="74384"/>
                          <a:pt x="21855" y="74241"/>
                        </a:cubicBezTo>
                        <a:cubicBezTo>
                          <a:pt x="21627" y="74114"/>
                          <a:pt x="21412" y="73971"/>
                          <a:pt x="21183" y="73829"/>
                        </a:cubicBezTo>
                        <a:cubicBezTo>
                          <a:pt x="19526" y="72814"/>
                          <a:pt x="17841" y="71689"/>
                          <a:pt x="16240" y="70404"/>
                        </a:cubicBezTo>
                        <a:cubicBezTo>
                          <a:pt x="16026" y="70230"/>
                          <a:pt x="15812" y="70056"/>
                          <a:pt x="15612" y="69897"/>
                        </a:cubicBezTo>
                        <a:cubicBezTo>
                          <a:pt x="15441" y="69755"/>
                          <a:pt x="15269" y="69596"/>
                          <a:pt x="15098" y="69453"/>
                        </a:cubicBezTo>
                        <a:cubicBezTo>
                          <a:pt x="15084" y="69437"/>
                          <a:pt x="15055" y="69421"/>
                          <a:pt x="15041" y="69390"/>
                        </a:cubicBezTo>
                        <a:cubicBezTo>
                          <a:pt x="11469" y="66251"/>
                          <a:pt x="8613" y="62240"/>
                          <a:pt x="8213" y="56913"/>
                        </a:cubicBezTo>
                        <a:cubicBezTo>
                          <a:pt x="8056" y="54995"/>
                          <a:pt x="8227" y="52902"/>
                          <a:pt x="8798" y="50619"/>
                        </a:cubicBezTo>
                        <a:cubicBezTo>
                          <a:pt x="8784" y="50651"/>
                          <a:pt x="8770" y="50699"/>
                          <a:pt x="8755" y="50731"/>
                        </a:cubicBezTo>
                        <a:cubicBezTo>
                          <a:pt x="8441" y="51444"/>
                          <a:pt x="8026" y="52221"/>
                          <a:pt x="7555" y="53013"/>
                        </a:cubicBezTo>
                        <a:cubicBezTo>
                          <a:pt x="7355" y="54408"/>
                          <a:pt x="7327" y="55740"/>
                          <a:pt x="7427" y="56993"/>
                        </a:cubicBezTo>
                        <a:cubicBezTo>
                          <a:pt x="7541" y="58435"/>
                          <a:pt x="7812" y="59783"/>
                          <a:pt x="8242" y="61051"/>
                        </a:cubicBezTo>
                        <a:cubicBezTo>
                          <a:pt x="8327" y="61289"/>
                          <a:pt x="8413" y="61542"/>
                          <a:pt x="8513" y="61796"/>
                        </a:cubicBezTo>
                        <a:cubicBezTo>
                          <a:pt x="8627" y="62081"/>
                          <a:pt x="8741" y="62383"/>
                          <a:pt x="8869" y="62668"/>
                        </a:cubicBezTo>
                        <a:cubicBezTo>
                          <a:pt x="8984" y="62922"/>
                          <a:pt x="9112" y="63175"/>
                          <a:pt x="9240" y="63445"/>
                        </a:cubicBezTo>
                        <a:cubicBezTo>
                          <a:pt x="9255" y="63461"/>
                          <a:pt x="9269" y="63476"/>
                          <a:pt x="9283" y="63508"/>
                        </a:cubicBezTo>
                        <a:cubicBezTo>
                          <a:pt x="9412" y="63746"/>
                          <a:pt x="9540" y="64016"/>
                          <a:pt x="9683" y="64253"/>
                        </a:cubicBezTo>
                        <a:cubicBezTo>
                          <a:pt x="9954" y="64729"/>
                          <a:pt x="10239" y="65189"/>
                          <a:pt x="10555" y="65633"/>
                        </a:cubicBezTo>
                        <a:cubicBezTo>
                          <a:pt x="10669" y="65791"/>
                          <a:pt x="10797" y="65966"/>
                          <a:pt x="10926" y="66140"/>
                        </a:cubicBezTo>
                        <a:cubicBezTo>
                          <a:pt x="11954" y="67535"/>
                          <a:pt x="13169" y="68803"/>
                          <a:pt x="14455" y="69945"/>
                        </a:cubicBezTo>
                        <a:cubicBezTo>
                          <a:pt x="14483" y="69961"/>
                          <a:pt x="14512" y="69992"/>
                          <a:pt x="14526" y="69992"/>
                        </a:cubicBezTo>
                        <a:cubicBezTo>
                          <a:pt x="14683" y="70151"/>
                          <a:pt x="14840" y="70278"/>
                          <a:pt x="14997" y="70420"/>
                        </a:cubicBezTo>
                        <a:cubicBezTo>
                          <a:pt x="15025" y="70452"/>
                          <a:pt x="15068" y="70484"/>
                          <a:pt x="15097" y="70515"/>
                        </a:cubicBezTo>
                        <a:cubicBezTo>
                          <a:pt x="15311" y="70674"/>
                          <a:pt x="15510" y="70848"/>
                          <a:pt x="15724" y="71023"/>
                        </a:cubicBezTo>
                        <a:cubicBezTo>
                          <a:pt x="15753" y="71054"/>
                          <a:pt x="15781" y="71070"/>
                          <a:pt x="15810" y="71086"/>
                        </a:cubicBezTo>
                        <a:cubicBezTo>
                          <a:pt x="16124" y="71340"/>
                          <a:pt x="16438" y="71593"/>
                          <a:pt x="16767" y="71815"/>
                        </a:cubicBezTo>
                        <a:cubicBezTo>
                          <a:pt x="17096" y="72085"/>
                          <a:pt x="17425" y="72323"/>
                          <a:pt x="17768" y="72545"/>
                        </a:cubicBezTo>
                        <a:cubicBezTo>
                          <a:pt x="18110" y="72798"/>
                          <a:pt x="18453" y="73020"/>
                          <a:pt x="18782" y="73258"/>
                        </a:cubicBezTo>
                        <a:cubicBezTo>
                          <a:pt x="19483" y="73718"/>
                          <a:pt x="20197" y="74162"/>
                          <a:pt x="20883" y="74590"/>
                        </a:cubicBezTo>
                        <a:cubicBezTo>
                          <a:pt x="21111" y="74732"/>
                          <a:pt x="21340" y="74875"/>
                          <a:pt x="21569" y="75002"/>
                        </a:cubicBezTo>
                        <a:cubicBezTo>
                          <a:pt x="21798" y="75145"/>
                          <a:pt x="22026" y="75287"/>
                          <a:pt x="22254" y="75414"/>
                        </a:cubicBezTo>
                        <a:cubicBezTo>
                          <a:pt x="22169" y="75700"/>
                          <a:pt x="22097" y="75969"/>
                          <a:pt x="22040" y="76223"/>
                        </a:cubicBezTo>
                        <a:cubicBezTo>
                          <a:pt x="22226" y="76318"/>
                          <a:pt x="22383" y="76429"/>
                          <a:pt x="22554" y="76540"/>
                        </a:cubicBezTo>
                        <a:cubicBezTo>
                          <a:pt x="22568" y="76524"/>
                          <a:pt x="22568" y="76540"/>
                          <a:pt x="22568" y="76540"/>
                        </a:cubicBezTo>
                        <a:cubicBezTo>
                          <a:pt x="22839" y="76381"/>
                          <a:pt x="23096" y="76223"/>
                          <a:pt x="23340" y="76048"/>
                        </a:cubicBezTo>
                        <a:cubicBezTo>
                          <a:pt x="23597" y="76207"/>
                          <a:pt x="23854" y="76349"/>
                          <a:pt x="24112" y="76492"/>
                        </a:cubicBezTo>
                        <a:cubicBezTo>
                          <a:pt x="24355" y="76635"/>
                          <a:pt x="24583" y="76777"/>
                          <a:pt x="24827" y="76904"/>
                        </a:cubicBezTo>
                        <a:cubicBezTo>
                          <a:pt x="25213" y="77142"/>
                          <a:pt x="25599" y="77348"/>
                          <a:pt x="25956" y="77570"/>
                        </a:cubicBezTo>
                        <a:cubicBezTo>
                          <a:pt x="26370" y="77808"/>
                          <a:pt x="26771" y="78030"/>
                          <a:pt x="27142" y="78268"/>
                        </a:cubicBezTo>
                        <a:cubicBezTo>
                          <a:pt x="27684" y="78585"/>
                          <a:pt x="28171" y="78902"/>
                          <a:pt x="28599" y="79219"/>
                        </a:cubicBezTo>
                        <a:cubicBezTo>
                          <a:pt x="28713" y="79298"/>
                          <a:pt x="28813" y="79377"/>
                          <a:pt x="28913" y="79457"/>
                        </a:cubicBezTo>
                        <a:cubicBezTo>
                          <a:pt x="29355" y="79774"/>
                          <a:pt x="29713" y="80091"/>
                          <a:pt x="29999" y="80392"/>
                        </a:cubicBezTo>
                        <a:cubicBezTo>
                          <a:pt x="30113" y="80535"/>
                          <a:pt x="30227" y="80662"/>
                          <a:pt x="30313" y="80788"/>
                        </a:cubicBezTo>
                        <a:cubicBezTo>
                          <a:pt x="30826" y="81549"/>
                          <a:pt x="31427" y="82247"/>
                          <a:pt x="32098" y="82897"/>
                        </a:cubicBezTo>
                        <a:cubicBezTo>
                          <a:pt x="32369" y="82802"/>
                          <a:pt x="32640" y="82675"/>
                          <a:pt x="32898" y="82532"/>
                        </a:cubicBezTo>
                        <a:cubicBezTo>
                          <a:pt x="32125" y="81851"/>
                          <a:pt x="31467" y="81074"/>
                          <a:pt x="30953" y="80329"/>
                        </a:cubicBezTo>
                        <a:close/>
                        <a:moveTo>
                          <a:pt x="52994" y="18929"/>
                        </a:moveTo>
                        <a:cubicBezTo>
                          <a:pt x="48538" y="11081"/>
                          <a:pt x="43623" y="7055"/>
                          <a:pt x="43509" y="6960"/>
                        </a:cubicBezTo>
                        <a:lnTo>
                          <a:pt x="43366" y="6833"/>
                        </a:lnTo>
                        <a:lnTo>
                          <a:pt x="7596" y="0"/>
                        </a:lnTo>
                        <a:lnTo>
                          <a:pt x="7297" y="412"/>
                        </a:lnTo>
                        <a:cubicBezTo>
                          <a:pt x="7083" y="729"/>
                          <a:pt x="3568" y="5739"/>
                          <a:pt x="1498" y="11763"/>
                        </a:cubicBezTo>
                        <a:cubicBezTo>
                          <a:pt x="469" y="14759"/>
                          <a:pt x="-202" y="18025"/>
                          <a:pt x="55" y="21085"/>
                        </a:cubicBezTo>
                        <a:cubicBezTo>
                          <a:pt x="383" y="25048"/>
                          <a:pt x="2140" y="28758"/>
                          <a:pt x="3826" y="32341"/>
                        </a:cubicBezTo>
                        <a:cubicBezTo>
                          <a:pt x="5841" y="36605"/>
                          <a:pt x="7912" y="40981"/>
                          <a:pt x="7826" y="46054"/>
                        </a:cubicBezTo>
                        <a:cubicBezTo>
                          <a:pt x="7812" y="47370"/>
                          <a:pt x="7655" y="48717"/>
                          <a:pt x="7298" y="50144"/>
                        </a:cubicBezTo>
                        <a:cubicBezTo>
                          <a:pt x="7298" y="50160"/>
                          <a:pt x="7284" y="50176"/>
                          <a:pt x="7284" y="50207"/>
                        </a:cubicBezTo>
                        <a:cubicBezTo>
                          <a:pt x="7070" y="51095"/>
                          <a:pt x="6899" y="51935"/>
                          <a:pt x="6785" y="52760"/>
                        </a:cubicBezTo>
                        <a:cubicBezTo>
                          <a:pt x="6699" y="53362"/>
                          <a:pt x="6642" y="53917"/>
                          <a:pt x="6628" y="54488"/>
                        </a:cubicBezTo>
                        <a:cubicBezTo>
                          <a:pt x="6628" y="54488"/>
                          <a:pt x="6628" y="54488"/>
                          <a:pt x="6628" y="54504"/>
                        </a:cubicBezTo>
                        <a:cubicBezTo>
                          <a:pt x="6571" y="55423"/>
                          <a:pt x="6585" y="56311"/>
                          <a:pt x="6656" y="57167"/>
                        </a:cubicBezTo>
                        <a:cubicBezTo>
                          <a:pt x="7127" y="62811"/>
                          <a:pt x="10142" y="67091"/>
                          <a:pt x="13827" y="70404"/>
                        </a:cubicBezTo>
                        <a:cubicBezTo>
                          <a:pt x="13884" y="70468"/>
                          <a:pt x="13941" y="70515"/>
                          <a:pt x="13998" y="70579"/>
                        </a:cubicBezTo>
                        <a:cubicBezTo>
                          <a:pt x="14198" y="70753"/>
                          <a:pt x="14383" y="70928"/>
                          <a:pt x="14583" y="71070"/>
                        </a:cubicBezTo>
                        <a:cubicBezTo>
                          <a:pt x="14783" y="71261"/>
                          <a:pt x="14997" y="71419"/>
                          <a:pt x="15196" y="71593"/>
                        </a:cubicBezTo>
                        <a:cubicBezTo>
                          <a:pt x="16982" y="73036"/>
                          <a:pt x="18854" y="74289"/>
                          <a:pt x="20639" y="75382"/>
                        </a:cubicBezTo>
                        <a:cubicBezTo>
                          <a:pt x="20881" y="75525"/>
                          <a:pt x="21110" y="75668"/>
                          <a:pt x="21340" y="75810"/>
                        </a:cubicBezTo>
                        <a:cubicBezTo>
                          <a:pt x="21582" y="75953"/>
                          <a:pt x="21810" y="76096"/>
                          <a:pt x="22040" y="76223"/>
                        </a:cubicBezTo>
                        <a:cubicBezTo>
                          <a:pt x="22226" y="76318"/>
                          <a:pt x="22383" y="76429"/>
                          <a:pt x="22554" y="76540"/>
                        </a:cubicBezTo>
                        <a:cubicBezTo>
                          <a:pt x="22568" y="76524"/>
                          <a:pt x="22568" y="76540"/>
                          <a:pt x="22568" y="76540"/>
                        </a:cubicBezTo>
                        <a:cubicBezTo>
                          <a:pt x="22839" y="76682"/>
                          <a:pt x="23096" y="76825"/>
                          <a:pt x="23355" y="76968"/>
                        </a:cubicBezTo>
                        <a:cubicBezTo>
                          <a:pt x="23611" y="77126"/>
                          <a:pt x="23854" y="77269"/>
                          <a:pt x="24098" y="77412"/>
                        </a:cubicBezTo>
                        <a:lnTo>
                          <a:pt x="24112" y="77412"/>
                        </a:lnTo>
                        <a:cubicBezTo>
                          <a:pt x="26712" y="78902"/>
                          <a:pt x="28955" y="80186"/>
                          <a:pt x="29669" y="81248"/>
                        </a:cubicBezTo>
                        <a:cubicBezTo>
                          <a:pt x="30140" y="81930"/>
                          <a:pt x="30655" y="82564"/>
                          <a:pt x="31211" y="83135"/>
                        </a:cubicBezTo>
                        <a:cubicBezTo>
                          <a:pt x="31440" y="83372"/>
                          <a:pt x="31668" y="83594"/>
                          <a:pt x="31926" y="83801"/>
                        </a:cubicBezTo>
                        <a:cubicBezTo>
                          <a:pt x="32155" y="84022"/>
                          <a:pt x="32397" y="84213"/>
                          <a:pt x="32641" y="84403"/>
                        </a:cubicBezTo>
                        <a:cubicBezTo>
                          <a:pt x="35298" y="86432"/>
                          <a:pt x="38583" y="87304"/>
                          <a:pt x="41741" y="86717"/>
                        </a:cubicBezTo>
                        <a:cubicBezTo>
                          <a:pt x="41884" y="86686"/>
                          <a:pt x="42041" y="86654"/>
                          <a:pt x="42183" y="86638"/>
                        </a:cubicBezTo>
                        <a:cubicBezTo>
                          <a:pt x="47169" y="85481"/>
                          <a:pt x="50811" y="81137"/>
                          <a:pt x="53411" y="76128"/>
                        </a:cubicBezTo>
                        <a:cubicBezTo>
                          <a:pt x="53411" y="76128"/>
                          <a:pt x="53411" y="76112"/>
                          <a:pt x="53425" y="76112"/>
                        </a:cubicBezTo>
                        <a:cubicBezTo>
                          <a:pt x="55697" y="71768"/>
                          <a:pt x="57182" y="66933"/>
                          <a:pt x="58096" y="63270"/>
                        </a:cubicBezTo>
                        <a:cubicBezTo>
                          <a:pt x="58623" y="61162"/>
                          <a:pt x="59039" y="59101"/>
                          <a:pt x="59353" y="57104"/>
                        </a:cubicBezTo>
                        <a:lnTo>
                          <a:pt x="59353" y="57088"/>
                        </a:lnTo>
                        <a:cubicBezTo>
                          <a:pt x="62079" y="40109"/>
                          <a:pt x="57794" y="27315"/>
                          <a:pt x="52994" y="18929"/>
                        </a:cubicBezTo>
                        <a:close/>
                        <a:moveTo>
                          <a:pt x="58008" y="55407"/>
                        </a:moveTo>
                        <a:cubicBezTo>
                          <a:pt x="57680" y="57801"/>
                          <a:pt x="57208" y="60290"/>
                          <a:pt x="56566" y="62874"/>
                        </a:cubicBezTo>
                        <a:cubicBezTo>
                          <a:pt x="55651" y="66584"/>
                          <a:pt x="54624" y="69675"/>
                          <a:pt x="53538" y="72259"/>
                        </a:cubicBezTo>
                        <a:cubicBezTo>
                          <a:pt x="49424" y="82073"/>
                          <a:pt x="44438" y="84593"/>
                          <a:pt x="41467" y="85148"/>
                        </a:cubicBezTo>
                        <a:cubicBezTo>
                          <a:pt x="38696" y="85655"/>
                          <a:pt x="36224" y="84878"/>
                          <a:pt x="34266" y="83594"/>
                        </a:cubicBezTo>
                        <a:cubicBezTo>
                          <a:pt x="34024" y="83436"/>
                          <a:pt x="33796" y="83262"/>
                          <a:pt x="33582" y="83087"/>
                        </a:cubicBezTo>
                        <a:cubicBezTo>
                          <a:pt x="33339" y="82913"/>
                          <a:pt x="33111" y="82738"/>
                          <a:pt x="32897" y="82532"/>
                        </a:cubicBezTo>
                        <a:cubicBezTo>
                          <a:pt x="32125" y="81851"/>
                          <a:pt x="31468" y="81074"/>
                          <a:pt x="30955" y="80329"/>
                        </a:cubicBezTo>
                        <a:cubicBezTo>
                          <a:pt x="30111" y="79076"/>
                          <a:pt x="28098" y="77871"/>
                          <a:pt x="25512" y="76381"/>
                        </a:cubicBezTo>
                        <a:cubicBezTo>
                          <a:pt x="25312" y="76270"/>
                          <a:pt x="25098" y="76143"/>
                          <a:pt x="24884" y="76016"/>
                        </a:cubicBezTo>
                        <a:cubicBezTo>
                          <a:pt x="24856" y="76001"/>
                          <a:pt x="24842" y="75985"/>
                          <a:pt x="24813" y="75969"/>
                        </a:cubicBezTo>
                        <a:cubicBezTo>
                          <a:pt x="24570" y="75826"/>
                          <a:pt x="24314" y="75700"/>
                          <a:pt x="24055" y="75557"/>
                        </a:cubicBezTo>
                        <a:cubicBezTo>
                          <a:pt x="23556" y="75271"/>
                          <a:pt x="23055" y="74954"/>
                          <a:pt x="22541" y="74669"/>
                        </a:cubicBezTo>
                        <a:cubicBezTo>
                          <a:pt x="22313" y="74526"/>
                          <a:pt x="22085" y="74384"/>
                          <a:pt x="21856" y="74241"/>
                        </a:cubicBezTo>
                        <a:cubicBezTo>
                          <a:pt x="21628" y="74114"/>
                          <a:pt x="21414" y="73971"/>
                          <a:pt x="21184" y="73829"/>
                        </a:cubicBezTo>
                        <a:cubicBezTo>
                          <a:pt x="19528" y="72814"/>
                          <a:pt x="17842" y="71689"/>
                          <a:pt x="16241" y="70404"/>
                        </a:cubicBezTo>
                        <a:cubicBezTo>
                          <a:pt x="16027" y="70230"/>
                          <a:pt x="15813" y="70056"/>
                          <a:pt x="15613" y="69897"/>
                        </a:cubicBezTo>
                        <a:cubicBezTo>
                          <a:pt x="15442" y="69755"/>
                          <a:pt x="15271" y="69596"/>
                          <a:pt x="15100" y="69453"/>
                        </a:cubicBezTo>
                        <a:cubicBezTo>
                          <a:pt x="15085" y="69437"/>
                          <a:pt x="15057" y="69421"/>
                          <a:pt x="15043" y="69390"/>
                        </a:cubicBezTo>
                        <a:cubicBezTo>
                          <a:pt x="11471" y="66251"/>
                          <a:pt x="8614" y="62240"/>
                          <a:pt x="8215" y="56913"/>
                        </a:cubicBezTo>
                        <a:cubicBezTo>
                          <a:pt x="8058" y="54995"/>
                          <a:pt x="8229" y="52902"/>
                          <a:pt x="8800" y="50619"/>
                        </a:cubicBezTo>
                        <a:cubicBezTo>
                          <a:pt x="8814" y="50572"/>
                          <a:pt x="8814" y="50509"/>
                          <a:pt x="8828" y="50429"/>
                        </a:cubicBezTo>
                        <a:cubicBezTo>
                          <a:pt x="9213" y="48923"/>
                          <a:pt x="9386" y="47465"/>
                          <a:pt x="9399" y="46070"/>
                        </a:cubicBezTo>
                        <a:cubicBezTo>
                          <a:pt x="9513" y="40679"/>
                          <a:pt x="7341" y="36098"/>
                          <a:pt x="5242" y="31659"/>
                        </a:cubicBezTo>
                        <a:cubicBezTo>
                          <a:pt x="3528" y="28029"/>
                          <a:pt x="1929" y="24604"/>
                          <a:pt x="1613" y="20942"/>
                        </a:cubicBezTo>
                        <a:cubicBezTo>
                          <a:pt x="1385" y="18231"/>
                          <a:pt x="1984" y="15283"/>
                          <a:pt x="2913" y="12524"/>
                        </a:cubicBezTo>
                        <a:cubicBezTo>
                          <a:pt x="4613" y="7514"/>
                          <a:pt x="7398" y="3091"/>
                          <a:pt x="8299" y="1760"/>
                        </a:cubicBezTo>
                        <a:lnTo>
                          <a:pt x="42697" y="8339"/>
                        </a:lnTo>
                        <a:cubicBezTo>
                          <a:pt x="43498" y="9020"/>
                          <a:pt x="47510" y="12635"/>
                          <a:pt x="51310" y="19103"/>
                        </a:cubicBezTo>
                        <a:cubicBezTo>
                          <a:pt x="55952" y="26998"/>
                          <a:pt x="60280" y="39142"/>
                          <a:pt x="58008" y="55407"/>
                        </a:cubicBezTo>
                        <a:close/>
                        <a:moveTo>
                          <a:pt x="30953" y="80329"/>
                        </a:moveTo>
                        <a:cubicBezTo>
                          <a:pt x="30110" y="79076"/>
                          <a:pt x="28096" y="77871"/>
                          <a:pt x="25511" y="76381"/>
                        </a:cubicBezTo>
                        <a:cubicBezTo>
                          <a:pt x="25311" y="76270"/>
                          <a:pt x="25097" y="76143"/>
                          <a:pt x="24883" y="76016"/>
                        </a:cubicBezTo>
                        <a:cubicBezTo>
                          <a:pt x="24854" y="76001"/>
                          <a:pt x="24840" y="75985"/>
                          <a:pt x="24812" y="75969"/>
                        </a:cubicBezTo>
                        <a:cubicBezTo>
                          <a:pt x="24569" y="75826"/>
                          <a:pt x="24312" y="75700"/>
                          <a:pt x="24054" y="75557"/>
                        </a:cubicBezTo>
                        <a:cubicBezTo>
                          <a:pt x="23554" y="75271"/>
                          <a:pt x="23053" y="74954"/>
                          <a:pt x="22540" y="74669"/>
                        </a:cubicBezTo>
                        <a:cubicBezTo>
                          <a:pt x="22311" y="74526"/>
                          <a:pt x="22083" y="74384"/>
                          <a:pt x="21855" y="74241"/>
                        </a:cubicBezTo>
                        <a:cubicBezTo>
                          <a:pt x="21627" y="74114"/>
                          <a:pt x="21412" y="73971"/>
                          <a:pt x="21183" y="73829"/>
                        </a:cubicBezTo>
                        <a:cubicBezTo>
                          <a:pt x="19526" y="72814"/>
                          <a:pt x="17841" y="71689"/>
                          <a:pt x="16240" y="70404"/>
                        </a:cubicBezTo>
                        <a:cubicBezTo>
                          <a:pt x="16026" y="70230"/>
                          <a:pt x="15812" y="70056"/>
                          <a:pt x="15612" y="69897"/>
                        </a:cubicBezTo>
                        <a:cubicBezTo>
                          <a:pt x="15441" y="69755"/>
                          <a:pt x="15269" y="69596"/>
                          <a:pt x="15098" y="69453"/>
                        </a:cubicBezTo>
                        <a:cubicBezTo>
                          <a:pt x="15084" y="69437"/>
                          <a:pt x="15055" y="69421"/>
                          <a:pt x="15041" y="69390"/>
                        </a:cubicBezTo>
                        <a:cubicBezTo>
                          <a:pt x="11469" y="66251"/>
                          <a:pt x="8613" y="62240"/>
                          <a:pt x="8213" y="56913"/>
                        </a:cubicBezTo>
                        <a:cubicBezTo>
                          <a:pt x="8056" y="54995"/>
                          <a:pt x="8227" y="52902"/>
                          <a:pt x="8798" y="50619"/>
                        </a:cubicBezTo>
                        <a:cubicBezTo>
                          <a:pt x="8784" y="50651"/>
                          <a:pt x="8770" y="50699"/>
                          <a:pt x="8755" y="50731"/>
                        </a:cubicBezTo>
                        <a:cubicBezTo>
                          <a:pt x="8441" y="51444"/>
                          <a:pt x="8026" y="52221"/>
                          <a:pt x="7555" y="53013"/>
                        </a:cubicBezTo>
                        <a:cubicBezTo>
                          <a:pt x="7355" y="54408"/>
                          <a:pt x="7327" y="55740"/>
                          <a:pt x="7427" y="56993"/>
                        </a:cubicBezTo>
                        <a:cubicBezTo>
                          <a:pt x="7541" y="58435"/>
                          <a:pt x="7812" y="59783"/>
                          <a:pt x="8242" y="61051"/>
                        </a:cubicBezTo>
                        <a:cubicBezTo>
                          <a:pt x="8327" y="61289"/>
                          <a:pt x="8413" y="61542"/>
                          <a:pt x="8513" y="61796"/>
                        </a:cubicBezTo>
                        <a:cubicBezTo>
                          <a:pt x="8627" y="62081"/>
                          <a:pt x="8741" y="62383"/>
                          <a:pt x="8869" y="62668"/>
                        </a:cubicBezTo>
                        <a:cubicBezTo>
                          <a:pt x="8984" y="62922"/>
                          <a:pt x="9112" y="63175"/>
                          <a:pt x="9240" y="63445"/>
                        </a:cubicBezTo>
                        <a:cubicBezTo>
                          <a:pt x="9255" y="63461"/>
                          <a:pt x="9269" y="63476"/>
                          <a:pt x="9283" y="63508"/>
                        </a:cubicBezTo>
                        <a:cubicBezTo>
                          <a:pt x="9412" y="63746"/>
                          <a:pt x="9540" y="64016"/>
                          <a:pt x="9683" y="64253"/>
                        </a:cubicBezTo>
                        <a:cubicBezTo>
                          <a:pt x="9954" y="64729"/>
                          <a:pt x="10239" y="65189"/>
                          <a:pt x="10555" y="65633"/>
                        </a:cubicBezTo>
                        <a:cubicBezTo>
                          <a:pt x="10669" y="65791"/>
                          <a:pt x="10797" y="65966"/>
                          <a:pt x="10926" y="66140"/>
                        </a:cubicBezTo>
                        <a:cubicBezTo>
                          <a:pt x="11954" y="67535"/>
                          <a:pt x="13169" y="68803"/>
                          <a:pt x="14455" y="69945"/>
                        </a:cubicBezTo>
                        <a:cubicBezTo>
                          <a:pt x="14483" y="69961"/>
                          <a:pt x="14512" y="69992"/>
                          <a:pt x="14526" y="69992"/>
                        </a:cubicBezTo>
                        <a:cubicBezTo>
                          <a:pt x="14683" y="70151"/>
                          <a:pt x="14840" y="70278"/>
                          <a:pt x="14997" y="70420"/>
                        </a:cubicBezTo>
                        <a:cubicBezTo>
                          <a:pt x="15025" y="70452"/>
                          <a:pt x="15068" y="70484"/>
                          <a:pt x="15097" y="70515"/>
                        </a:cubicBezTo>
                        <a:cubicBezTo>
                          <a:pt x="15311" y="70674"/>
                          <a:pt x="15510" y="70848"/>
                          <a:pt x="15724" y="71023"/>
                        </a:cubicBezTo>
                        <a:cubicBezTo>
                          <a:pt x="15753" y="71054"/>
                          <a:pt x="15781" y="71070"/>
                          <a:pt x="15810" y="71086"/>
                        </a:cubicBezTo>
                        <a:cubicBezTo>
                          <a:pt x="16124" y="71340"/>
                          <a:pt x="16438" y="71593"/>
                          <a:pt x="16767" y="71815"/>
                        </a:cubicBezTo>
                        <a:cubicBezTo>
                          <a:pt x="17096" y="72085"/>
                          <a:pt x="17425" y="72323"/>
                          <a:pt x="17768" y="72545"/>
                        </a:cubicBezTo>
                        <a:cubicBezTo>
                          <a:pt x="18110" y="72798"/>
                          <a:pt x="18453" y="73020"/>
                          <a:pt x="18782" y="73258"/>
                        </a:cubicBezTo>
                        <a:cubicBezTo>
                          <a:pt x="19483" y="73718"/>
                          <a:pt x="20197" y="74162"/>
                          <a:pt x="20883" y="74590"/>
                        </a:cubicBezTo>
                        <a:cubicBezTo>
                          <a:pt x="21111" y="74732"/>
                          <a:pt x="21340" y="74875"/>
                          <a:pt x="21569" y="75002"/>
                        </a:cubicBezTo>
                        <a:cubicBezTo>
                          <a:pt x="21798" y="75145"/>
                          <a:pt x="22026" y="75287"/>
                          <a:pt x="22254" y="75414"/>
                        </a:cubicBezTo>
                        <a:cubicBezTo>
                          <a:pt x="22169" y="75700"/>
                          <a:pt x="22097" y="75969"/>
                          <a:pt x="22040" y="76223"/>
                        </a:cubicBezTo>
                        <a:cubicBezTo>
                          <a:pt x="22226" y="76318"/>
                          <a:pt x="22383" y="76429"/>
                          <a:pt x="22554" y="76540"/>
                        </a:cubicBezTo>
                        <a:cubicBezTo>
                          <a:pt x="22568" y="76524"/>
                          <a:pt x="22568" y="76540"/>
                          <a:pt x="22568" y="76540"/>
                        </a:cubicBezTo>
                        <a:cubicBezTo>
                          <a:pt x="22839" y="76381"/>
                          <a:pt x="23096" y="76223"/>
                          <a:pt x="23340" y="76048"/>
                        </a:cubicBezTo>
                        <a:cubicBezTo>
                          <a:pt x="23597" y="76207"/>
                          <a:pt x="23854" y="76349"/>
                          <a:pt x="24112" y="76492"/>
                        </a:cubicBezTo>
                        <a:cubicBezTo>
                          <a:pt x="24355" y="76635"/>
                          <a:pt x="24583" y="76777"/>
                          <a:pt x="24827" y="76904"/>
                        </a:cubicBezTo>
                        <a:cubicBezTo>
                          <a:pt x="25213" y="77142"/>
                          <a:pt x="25599" y="77348"/>
                          <a:pt x="25956" y="77570"/>
                        </a:cubicBezTo>
                        <a:cubicBezTo>
                          <a:pt x="26370" y="77808"/>
                          <a:pt x="26771" y="78030"/>
                          <a:pt x="27142" y="78268"/>
                        </a:cubicBezTo>
                        <a:cubicBezTo>
                          <a:pt x="27684" y="78585"/>
                          <a:pt x="28171" y="78902"/>
                          <a:pt x="28599" y="79219"/>
                        </a:cubicBezTo>
                        <a:cubicBezTo>
                          <a:pt x="28713" y="79298"/>
                          <a:pt x="28813" y="79377"/>
                          <a:pt x="28913" y="79457"/>
                        </a:cubicBezTo>
                        <a:cubicBezTo>
                          <a:pt x="29355" y="79774"/>
                          <a:pt x="29713" y="80091"/>
                          <a:pt x="29999" y="80392"/>
                        </a:cubicBezTo>
                        <a:cubicBezTo>
                          <a:pt x="30113" y="80535"/>
                          <a:pt x="30227" y="80662"/>
                          <a:pt x="30313" y="80788"/>
                        </a:cubicBezTo>
                        <a:cubicBezTo>
                          <a:pt x="30826" y="81549"/>
                          <a:pt x="31427" y="82247"/>
                          <a:pt x="32098" y="82897"/>
                        </a:cubicBezTo>
                        <a:cubicBezTo>
                          <a:pt x="32369" y="82802"/>
                          <a:pt x="32640" y="82675"/>
                          <a:pt x="32898" y="82532"/>
                        </a:cubicBezTo>
                        <a:cubicBezTo>
                          <a:pt x="32125" y="81851"/>
                          <a:pt x="31467" y="81074"/>
                          <a:pt x="30953" y="80329"/>
                        </a:cubicBezTo>
                        <a:close/>
                      </a:path>
                    </a:pathLst>
                  </a:custGeom>
                  <a:solidFill>
                    <a:srgbClr val="060633"/>
                  </a:solidFill>
                  <a:ln w="158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040" name="Graphic 21">
                  <a:extLst>
                    <a:ext uri="{FF2B5EF4-FFF2-40B4-BE49-F238E27FC236}">
                      <a16:creationId xmlns:a16="http://schemas.microsoft.com/office/drawing/2014/main" id="{9C510A0A-9003-7C83-BCDB-75D1AA28D6F4}"/>
                    </a:ext>
                  </a:extLst>
                </p:cNvPr>
                <p:cNvGrpSpPr/>
                <p:nvPr/>
              </p:nvGrpSpPr>
              <p:grpSpPr>
                <a:xfrm>
                  <a:off x="619513" y="4825461"/>
                  <a:ext cx="27487" cy="28643"/>
                  <a:chOff x="619513" y="4825461"/>
                  <a:chExt cx="27487" cy="28643"/>
                </a:xfrm>
              </p:grpSpPr>
              <p:sp>
                <p:nvSpPr>
                  <p:cNvPr id="2041" name="Freeform: Shape 2040">
                    <a:extLst>
                      <a:ext uri="{FF2B5EF4-FFF2-40B4-BE49-F238E27FC236}">
                        <a16:creationId xmlns:a16="http://schemas.microsoft.com/office/drawing/2014/main" id="{25FD444D-6D7F-2823-574B-454C8AE378E3}"/>
                      </a:ext>
                    </a:extLst>
                  </p:cNvPr>
                  <p:cNvSpPr/>
                  <p:nvPr/>
                </p:nvSpPr>
                <p:spPr>
                  <a:xfrm>
                    <a:off x="620296" y="4826274"/>
                    <a:ext cx="25920" cy="27031"/>
                  </a:xfrm>
                  <a:custGeom>
                    <a:avLst/>
                    <a:gdLst>
                      <a:gd name="connsiteX0" fmla="*/ 25920 w 25920"/>
                      <a:gd name="connsiteY0" fmla="*/ 0 h 27031"/>
                      <a:gd name="connsiteX1" fmla="*/ 8295 w 25920"/>
                      <a:gd name="connsiteY1" fmla="*/ 26966 h 27031"/>
                      <a:gd name="connsiteX2" fmla="*/ 1651 w 25920"/>
                      <a:gd name="connsiteY2" fmla="*/ 15409 h 27031"/>
                      <a:gd name="connsiteX3" fmla="*/ 25920 w 25920"/>
                      <a:gd name="connsiteY3" fmla="*/ 0 h 270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920" h="27031">
                        <a:moveTo>
                          <a:pt x="25920" y="0"/>
                        </a:moveTo>
                        <a:cubicBezTo>
                          <a:pt x="25920" y="0"/>
                          <a:pt x="19039" y="28568"/>
                          <a:pt x="8295" y="26966"/>
                        </a:cubicBezTo>
                        <a:cubicBezTo>
                          <a:pt x="-2449" y="25365"/>
                          <a:pt x="-421" y="19072"/>
                          <a:pt x="1651" y="15409"/>
                        </a:cubicBezTo>
                        <a:lnTo>
                          <a:pt x="2592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58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42" name="Freeform: Shape 2041">
                    <a:extLst>
                      <a:ext uri="{FF2B5EF4-FFF2-40B4-BE49-F238E27FC236}">
                        <a16:creationId xmlns:a16="http://schemas.microsoft.com/office/drawing/2014/main" id="{01F5522F-08BF-6D31-0A9F-5828693DDB01}"/>
                      </a:ext>
                    </a:extLst>
                  </p:cNvPr>
                  <p:cNvSpPr/>
                  <p:nvPr/>
                </p:nvSpPr>
                <p:spPr>
                  <a:xfrm>
                    <a:off x="619513" y="4825461"/>
                    <a:ext cx="27487" cy="28643"/>
                  </a:xfrm>
                  <a:custGeom>
                    <a:avLst/>
                    <a:gdLst>
                      <a:gd name="connsiteX0" fmla="*/ 11413 w 27487"/>
                      <a:gd name="connsiteY0" fmla="*/ 28476 h 28643"/>
                      <a:gd name="connsiteX1" fmla="*/ 8964 w 27487"/>
                      <a:gd name="connsiteY1" fmla="*/ 28572 h 28643"/>
                      <a:gd name="connsiteX2" fmla="*/ 554 w 27487"/>
                      <a:gd name="connsiteY2" fmla="*/ 23974 h 28643"/>
                      <a:gd name="connsiteX3" fmla="*/ 1759 w 27487"/>
                      <a:gd name="connsiteY3" fmla="*/ 15826 h 28643"/>
                      <a:gd name="connsiteX4" fmla="*/ 2827 w 27487"/>
                      <a:gd name="connsiteY4" fmla="*/ 15540 h 28643"/>
                      <a:gd name="connsiteX5" fmla="*/ 3113 w 27487"/>
                      <a:gd name="connsiteY5" fmla="*/ 16618 h 28643"/>
                      <a:gd name="connsiteX6" fmla="*/ 1963 w 27487"/>
                      <a:gd name="connsiteY6" fmla="*/ 23277 h 28643"/>
                      <a:gd name="connsiteX7" fmla="*/ 9194 w 27487"/>
                      <a:gd name="connsiteY7" fmla="*/ 26986 h 28643"/>
                      <a:gd name="connsiteX8" fmla="*/ 25946 w 27487"/>
                      <a:gd name="connsiteY8" fmla="*/ 606 h 28643"/>
                      <a:gd name="connsiteX9" fmla="*/ 26893 w 27487"/>
                      <a:gd name="connsiteY9" fmla="*/ 20 h 28643"/>
                      <a:gd name="connsiteX10" fmla="*/ 27465 w 27487"/>
                      <a:gd name="connsiteY10" fmla="*/ 987 h 28643"/>
                      <a:gd name="connsiteX11" fmla="*/ 11413 w 27487"/>
                      <a:gd name="connsiteY11" fmla="*/ 28476 h 286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7487" h="28643">
                        <a:moveTo>
                          <a:pt x="11413" y="28476"/>
                        </a:moveTo>
                        <a:cubicBezTo>
                          <a:pt x="10622" y="28651"/>
                          <a:pt x="9806" y="28698"/>
                          <a:pt x="8964" y="28572"/>
                        </a:cubicBezTo>
                        <a:cubicBezTo>
                          <a:pt x="4513" y="27906"/>
                          <a:pt x="1683" y="26368"/>
                          <a:pt x="554" y="23974"/>
                        </a:cubicBezTo>
                        <a:cubicBezTo>
                          <a:pt x="-475" y="21802"/>
                          <a:pt x="-69" y="19060"/>
                          <a:pt x="1759" y="15826"/>
                        </a:cubicBezTo>
                        <a:cubicBezTo>
                          <a:pt x="1974" y="15445"/>
                          <a:pt x="2455" y="15318"/>
                          <a:pt x="2827" y="15540"/>
                        </a:cubicBezTo>
                        <a:cubicBezTo>
                          <a:pt x="3201" y="15762"/>
                          <a:pt x="3328" y="16238"/>
                          <a:pt x="3113" y="16618"/>
                        </a:cubicBezTo>
                        <a:cubicBezTo>
                          <a:pt x="1559" y="19361"/>
                          <a:pt x="1172" y="21612"/>
                          <a:pt x="1963" y="23277"/>
                        </a:cubicBezTo>
                        <a:cubicBezTo>
                          <a:pt x="2854" y="25163"/>
                          <a:pt x="5286" y="26416"/>
                          <a:pt x="9194" y="26986"/>
                        </a:cubicBezTo>
                        <a:cubicBezTo>
                          <a:pt x="17428" y="28207"/>
                          <a:pt x="24079" y="8359"/>
                          <a:pt x="25946" y="606"/>
                        </a:cubicBezTo>
                        <a:cubicBezTo>
                          <a:pt x="26049" y="178"/>
                          <a:pt x="26473" y="-75"/>
                          <a:pt x="26893" y="20"/>
                        </a:cubicBezTo>
                        <a:cubicBezTo>
                          <a:pt x="27313" y="131"/>
                          <a:pt x="27568" y="559"/>
                          <a:pt x="27465" y="987"/>
                        </a:cubicBezTo>
                        <a:cubicBezTo>
                          <a:pt x="27197" y="2097"/>
                          <a:pt x="21269" y="26225"/>
                          <a:pt x="11413" y="28476"/>
                        </a:cubicBezTo>
                        <a:close/>
                      </a:path>
                    </a:pathLst>
                  </a:custGeom>
                  <a:solidFill>
                    <a:srgbClr val="060633"/>
                  </a:solidFill>
                  <a:ln w="158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043" name="Graphic 21">
                  <a:extLst>
                    <a:ext uri="{FF2B5EF4-FFF2-40B4-BE49-F238E27FC236}">
                      <a16:creationId xmlns:a16="http://schemas.microsoft.com/office/drawing/2014/main" id="{18D1FA22-1578-1439-D701-2EB2A2EC1BD3}"/>
                    </a:ext>
                  </a:extLst>
                </p:cNvPr>
                <p:cNvGrpSpPr/>
                <p:nvPr/>
              </p:nvGrpSpPr>
              <p:grpSpPr>
                <a:xfrm>
                  <a:off x="606383" y="4822218"/>
                  <a:ext cx="29316" cy="26437"/>
                  <a:chOff x="606383" y="4822218"/>
                  <a:chExt cx="29316" cy="26437"/>
                </a:xfrm>
              </p:grpSpPr>
              <p:sp>
                <p:nvSpPr>
                  <p:cNvPr id="2044" name="Freeform: Shape 2043">
                    <a:extLst>
                      <a:ext uri="{FF2B5EF4-FFF2-40B4-BE49-F238E27FC236}">
                        <a16:creationId xmlns:a16="http://schemas.microsoft.com/office/drawing/2014/main" id="{DA4FCE30-1D72-568A-5175-5A3E55F6E66C}"/>
                      </a:ext>
                    </a:extLst>
                  </p:cNvPr>
                  <p:cNvSpPr/>
                  <p:nvPr/>
                </p:nvSpPr>
                <p:spPr>
                  <a:xfrm>
                    <a:off x="607167" y="4823008"/>
                    <a:ext cx="27751" cy="24852"/>
                  </a:xfrm>
                  <a:custGeom>
                    <a:avLst/>
                    <a:gdLst>
                      <a:gd name="connsiteX0" fmla="*/ 27751 w 27751"/>
                      <a:gd name="connsiteY0" fmla="*/ 0 h 24852"/>
                      <a:gd name="connsiteX1" fmla="*/ 10664 w 27751"/>
                      <a:gd name="connsiteY1" fmla="*/ 24810 h 24852"/>
                      <a:gd name="connsiteX2" fmla="*/ 0 w 27751"/>
                      <a:gd name="connsiteY2" fmla="*/ 21117 h 24852"/>
                      <a:gd name="connsiteX3" fmla="*/ 27751 w 27751"/>
                      <a:gd name="connsiteY3" fmla="*/ 0 h 248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751" h="24852">
                        <a:moveTo>
                          <a:pt x="27751" y="0"/>
                        </a:moveTo>
                        <a:cubicBezTo>
                          <a:pt x="27751" y="0"/>
                          <a:pt x="23282" y="23811"/>
                          <a:pt x="10664" y="24810"/>
                        </a:cubicBezTo>
                        <a:cubicBezTo>
                          <a:pt x="4204" y="25318"/>
                          <a:pt x="0" y="21117"/>
                          <a:pt x="0" y="21117"/>
                        </a:cubicBezTo>
                        <a:lnTo>
                          <a:pt x="2775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58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45" name="Freeform: Shape 2044">
                    <a:extLst>
                      <a:ext uri="{FF2B5EF4-FFF2-40B4-BE49-F238E27FC236}">
                        <a16:creationId xmlns:a16="http://schemas.microsoft.com/office/drawing/2014/main" id="{36978D7C-E546-F396-08FF-DD9B64358ACB}"/>
                      </a:ext>
                    </a:extLst>
                  </p:cNvPr>
                  <p:cNvSpPr/>
                  <p:nvPr/>
                </p:nvSpPr>
                <p:spPr>
                  <a:xfrm>
                    <a:off x="606383" y="4822218"/>
                    <a:ext cx="29316" cy="26437"/>
                  </a:xfrm>
                  <a:custGeom>
                    <a:avLst/>
                    <a:gdLst>
                      <a:gd name="connsiteX0" fmla="*/ 13052 w 29316"/>
                      <a:gd name="connsiteY0" fmla="*/ 26155 h 26437"/>
                      <a:gd name="connsiteX1" fmla="*/ 11505 w 29316"/>
                      <a:gd name="connsiteY1" fmla="*/ 26393 h 26437"/>
                      <a:gd name="connsiteX2" fmla="*/ 235 w 29316"/>
                      <a:gd name="connsiteY2" fmla="*/ 22477 h 26437"/>
                      <a:gd name="connsiteX3" fmla="*/ 224 w 29316"/>
                      <a:gd name="connsiteY3" fmla="*/ 21352 h 26437"/>
                      <a:gd name="connsiteX4" fmla="*/ 1331 w 29316"/>
                      <a:gd name="connsiteY4" fmla="*/ 21336 h 26437"/>
                      <a:gd name="connsiteX5" fmla="*/ 11391 w 29316"/>
                      <a:gd name="connsiteY5" fmla="*/ 24792 h 26437"/>
                      <a:gd name="connsiteX6" fmla="*/ 27767 w 29316"/>
                      <a:gd name="connsiteY6" fmla="*/ 647 h 26437"/>
                      <a:gd name="connsiteX7" fmla="*/ 28682 w 29316"/>
                      <a:gd name="connsiteY7" fmla="*/ 13 h 26437"/>
                      <a:gd name="connsiteX8" fmla="*/ 29302 w 29316"/>
                      <a:gd name="connsiteY8" fmla="*/ 949 h 26437"/>
                      <a:gd name="connsiteX9" fmla="*/ 25436 w 29316"/>
                      <a:gd name="connsiteY9" fmla="*/ 13156 h 26437"/>
                      <a:gd name="connsiteX10" fmla="*/ 13052 w 29316"/>
                      <a:gd name="connsiteY10" fmla="*/ 26155 h 264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9316" h="26437">
                        <a:moveTo>
                          <a:pt x="13052" y="26155"/>
                        </a:moveTo>
                        <a:cubicBezTo>
                          <a:pt x="12544" y="26266"/>
                          <a:pt x="12027" y="26346"/>
                          <a:pt x="11505" y="26393"/>
                        </a:cubicBezTo>
                        <a:cubicBezTo>
                          <a:pt x="4769" y="26916"/>
                          <a:pt x="417" y="22668"/>
                          <a:pt x="235" y="22477"/>
                        </a:cubicBezTo>
                        <a:cubicBezTo>
                          <a:pt x="-74" y="22176"/>
                          <a:pt x="-79" y="21669"/>
                          <a:pt x="224" y="21352"/>
                        </a:cubicBezTo>
                        <a:cubicBezTo>
                          <a:pt x="525" y="21035"/>
                          <a:pt x="1021" y="21035"/>
                          <a:pt x="1331" y="21336"/>
                        </a:cubicBezTo>
                        <a:cubicBezTo>
                          <a:pt x="1369" y="21384"/>
                          <a:pt x="5380" y="25268"/>
                          <a:pt x="11391" y="24792"/>
                        </a:cubicBezTo>
                        <a:cubicBezTo>
                          <a:pt x="23259" y="23857"/>
                          <a:pt x="27723" y="885"/>
                          <a:pt x="27767" y="647"/>
                        </a:cubicBezTo>
                        <a:cubicBezTo>
                          <a:pt x="27850" y="219"/>
                          <a:pt x="28257" y="-66"/>
                          <a:pt x="28682" y="13"/>
                        </a:cubicBezTo>
                        <a:cubicBezTo>
                          <a:pt x="29105" y="93"/>
                          <a:pt x="29385" y="505"/>
                          <a:pt x="29302" y="949"/>
                        </a:cubicBezTo>
                        <a:cubicBezTo>
                          <a:pt x="29256" y="1187"/>
                          <a:pt x="28137" y="7068"/>
                          <a:pt x="25436" y="13156"/>
                        </a:cubicBezTo>
                        <a:cubicBezTo>
                          <a:pt x="22133" y="20607"/>
                          <a:pt x="17878" y="25061"/>
                          <a:pt x="13052" y="26155"/>
                        </a:cubicBezTo>
                        <a:close/>
                      </a:path>
                    </a:pathLst>
                  </a:custGeom>
                  <a:solidFill>
                    <a:srgbClr val="060633"/>
                  </a:solidFill>
                  <a:ln w="158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046" name="Graphic 21">
                  <a:extLst>
                    <a:ext uri="{FF2B5EF4-FFF2-40B4-BE49-F238E27FC236}">
                      <a16:creationId xmlns:a16="http://schemas.microsoft.com/office/drawing/2014/main" id="{634034D3-6F60-E9FA-2440-31FDCAD65FE6}"/>
                    </a:ext>
                  </a:extLst>
                </p:cNvPr>
                <p:cNvGrpSpPr/>
                <p:nvPr/>
              </p:nvGrpSpPr>
              <p:grpSpPr>
                <a:xfrm>
                  <a:off x="597448" y="4818866"/>
                  <a:ext cx="26534" cy="26237"/>
                  <a:chOff x="597448" y="4818866"/>
                  <a:chExt cx="26534" cy="26237"/>
                </a:xfrm>
              </p:grpSpPr>
              <p:sp>
                <p:nvSpPr>
                  <p:cNvPr id="2047" name="Freeform: Shape 2046">
                    <a:extLst>
                      <a:ext uri="{FF2B5EF4-FFF2-40B4-BE49-F238E27FC236}">
                        <a16:creationId xmlns:a16="http://schemas.microsoft.com/office/drawing/2014/main" id="{8C54424A-1971-8462-6E94-8CE138BD3E26}"/>
                      </a:ext>
                    </a:extLst>
                  </p:cNvPr>
                  <p:cNvSpPr/>
                  <p:nvPr/>
                </p:nvSpPr>
                <p:spPr>
                  <a:xfrm>
                    <a:off x="598232" y="4819663"/>
                    <a:ext cx="24970" cy="24641"/>
                  </a:xfrm>
                  <a:custGeom>
                    <a:avLst/>
                    <a:gdLst>
                      <a:gd name="connsiteX0" fmla="*/ 24971 w 24970"/>
                      <a:gd name="connsiteY0" fmla="*/ 840 h 24641"/>
                      <a:gd name="connsiteX1" fmla="*/ 6196 w 24970"/>
                      <a:gd name="connsiteY1" fmla="*/ 24224 h 24641"/>
                      <a:gd name="connsiteX2" fmla="*/ 1778 w 24970"/>
                      <a:gd name="connsiteY2" fmla="*/ 11525 h 24641"/>
                      <a:gd name="connsiteX3" fmla="*/ 9007 w 24970"/>
                      <a:gd name="connsiteY3" fmla="*/ 0 h 24641"/>
                      <a:gd name="connsiteX4" fmla="*/ 24971 w 24970"/>
                      <a:gd name="connsiteY4" fmla="*/ 840 h 246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4970" h="24641">
                        <a:moveTo>
                          <a:pt x="24971" y="840"/>
                        </a:moveTo>
                        <a:cubicBezTo>
                          <a:pt x="24196" y="8228"/>
                          <a:pt x="15217" y="27728"/>
                          <a:pt x="6196" y="24224"/>
                        </a:cubicBezTo>
                        <a:cubicBezTo>
                          <a:pt x="-2825" y="20720"/>
                          <a:pt x="213" y="14490"/>
                          <a:pt x="1778" y="11525"/>
                        </a:cubicBezTo>
                        <a:cubicBezTo>
                          <a:pt x="3541" y="8180"/>
                          <a:pt x="7499" y="3456"/>
                          <a:pt x="9007" y="0"/>
                        </a:cubicBezTo>
                        <a:lnTo>
                          <a:pt x="24971" y="84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58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48" name="Freeform: Shape 2047">
                    <a:extLst>
                      <a:ext uri="{FF2B5EF4-FFF2-40B4-BE49-F238E27FC236}">
                        <a16:creationId xmlns:a16="http://schemas.microsoft.com/office/drawing/2014/main" id="{A467B65C-BEC0-1351-742E-01DD4E19B483}"/>
                      </a:ext>
                    </a:extLst>
                  </p:cNvPr>
                  <p:cNvSpPr/>
                  <p:nvPr/>
                </p:nvSpPr>
                <p:spPr>
                  <a:xfrm>
                    <a:off x="597448" y="4818866"/>
                    <a:ext cx="26534" cy="26237"/>
                  </a:xfrm>
                  <a:custGeom>
                    <a:avLst/>
                    <a:gdLst>
                      <a:gd name="connsiteX0" fmla="*/ 10737 w 26534"/>
                      <a:gd name="connsiteY0" fmla="*/ 26067 h 26237"/>
                      <a:gd name="connsiteX1" fmla="*/ 6699 w 26534"/>
                      <a:gd name="connsiteY1" fmla="*/ 25765 h 26237"/>
                      <a:gd name="connsiteX2" fmla="*/ 407 w 26534"/>
                      <a:gd name="connsiteY2" fmla="*/ 20360 h 26237"/>
                      <a:gd name="connsiteX3" fmla="*/ 1871 w 26534"/>
                      <a:gd name="connsiteY3" fmla="*/ 11941 h 26237"/>
                      <a:gd name="connsiteX4" fmla="*/ 5131 w 26534"/>
                      <a:gd name="connsiteY4" fmla="*/ 6868 h 26237"/>
                      <a:gd name="connsiteX5" fmla="*/ 9073 w 26534"/>
                      <a:gd name="connsiteY5" fmla="*/ 479 h 26237"/>
                      <a:gd name="connsiteX6" fmla="*/ 10106 w 26534"/>
                      <a:gd name="connsiteY6" fmla="*/ 67 h 26237"/>
                      <a:gd name="connsiteX7" fmla="*/ 10502 w 26534"/>
                      <a:gd name="connsiteY7" fmla="*/ 1114 h 26237"/>
                      <a:gd name="connsiteX8" fmla="*/ 6407 w 26534"/>
                      <a:gd name="connsiteY8" fmla="*/ 7788 h 26237"/>
                      <a:gd name="connsiteX9" fmla="*/ 3247 w 26534"/>
                      <a:gd name="connsiteY9" fmla="*/ 12686 h 26237"/>
                      <a:gd name="connsiteX10" fmla="*/ 1871 w 26534"/>
                      <a:gd name="connsiteY10" fmla="*/ 19805 h 26237"/>
                      <a:gd name="connsiteX11" fmla="*/ 7257 w 26534"/>
                      <a:gd name="connsiteY11" fmla="*/ 24275 h 26237"/>
                      <a:gd name="connsiteX12" fmla="*/ 12813 w 26534"/>
                      <a:gd name="connsiteY12" fmla="*/ 23451 h 26237"/>
                      <a:gd name="connsiteX13" fmla="*/ 24974 w 26534"/>
                      <a:gd name="connsiteY13" fmla="*/ 1558 h 26237"/>
                      <a:gd name="connsiteX14" fmla="*/ 25835 w 26534"/>
                      <a:gd name="connsiteY14" fmla="*/ 844 h 26237"/>
                      <a:gd name="connsiteX15" fmla="*/ 26530 w 26534"/>
                      <a:gd name="connsiteY15" fmla="*/ 1732 h 26237"/>
                      <a:gd name="connsiteX16" fmla="*/ 13630 w 26534"/>
                      <a:gd name="connsiteY16" fmla="*/ 24814 h 26237"/>
                      <a:gd name="connsiteX17" fmla="*/ 10737 w 26534"/>
                      <a:gd name="connsiteY17" fmla="*/ 26067 h 262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6534" h="26237">
                        <a:moveTo>
                          <a:pt x="10737" y="26067"/>
                        </a:moveTo>
                        <a:cubicBezTo>
                          <a:pt x="9360" y="26368"/>
                          <a:pt x="8010" y="26273"/>
                          <a:pt x="6699" y="25765"/>
                        </a:cubicBezTo>
                        <a:cubicBezTo>
                          <a:pt x="3358" y="24465"/>
                          <a:pt x="1240" y="22658"/>
                          <a:pt x="407" y="20360"/>
                        </a:cubicBezTo>
                        <a:cubicBezTo>
                          <a:pt x="-808" y="17030"/>
                          <a:pt x="1003" y="13590"/>
                          <a:pt x="1871" y="11941"/>
                        </a:cubicBezTo>
                        <a:cubicBezTo>
                          <a:pt x="2670" y="10419"/>
                          <a:pt x="3866" y="8692"/>
                          <a:pt x="5131" y="6868"/>
                        </a:cubicBezTo>
                        <a:cubicBezTo>
                          <a:pt x="6670" y="4633"/>
                          <a:pt x="8262" y="2334"/>
                          <a:pt x="9073" y="479"/>
                        </a:cubicBezTo>
                        <a:cubicBezTo>
                          <a:pt x="9249" y="67"/>
                          <a:pt x="9712" y="-107"/>
                          <a:pt x="10106" y="67"/>
                        </a:cubicBezTo>
                        <a:cubicBezTo>
                          <a:pt x="10500" y="242"/>
                          <a:pt x="10678" y="717"/>
                          <a:pt x="10502" y="1114"/>
                        </a:cubicBezTo>
                        <a:cubicBezTo>
                          <a:pt x="9627" y="3127"/>
                          <a:pt x="7991" y="5489"/>
                          <a:pt x="6407" y="7788"/>
                        </a:cubicBezTo>
                        <a:cubicBezTo>
                          <a:pt x="5169" y="9579"/>
                          <a:pt x="4000" y="11260"/>
                          <a:pt x="3247" y="12686"/>
                        </a:cubicBezTo>
                        <a:cubicBezTo>
                          <a:pt x="2486" y="14129"/>
                          <a:pt x="903" y="17141"/>
                          <a:pt x="1871" y="19805"/>
                        </a:cubicBezTo>
                        <a:cubicBezTo>
                          <a:pt x="2542" y="21644"/>
                          <a:pt x="4354" y="23150"/>
                          <a:pt x="7257" y="24275"/>
                        </a:cubicBezTo>
                        <a:cubicBezTo>
                          <a:pt x="9001" y="24957"/>
                          <a:pt x="10870" y="24672"/>
                          <a:pt x="12813" y="23451"/>
                        </a:cubicBezTo>
                        <a:cubicBezTo>
                          <a:pt x="19261" y="19408"/>
                          <a:pt x="24424" y="6805"/>
                          <a:pt x="24974" y="1558"/>
                        </a:cubicBezTo>
                        <a:cubicBezTo>
                          <a:pt x="25020" y="1129"/>
                          <a:pt x="25406" y="796"/>
                          <a:pt x="25835" y="844"/>
                        </a:cubicBezTo>
                        <a:cubicBezTo>
                          <a:pt x="26265" y="892"/>
                          <a:pt x="26575" y="1288"/>
                          <a:pt x="26530" y="1732"/>
                        </a:cubicBezTo>
                        <a:cubicBezTo>
                          <a:pt x="25935" y="7376"/>
                          <a:pt x="20586" y="20455"/>
                          <a:pt x="13630" y="24814"/>
                        </a:cubicBezTo>
                        <a:cubicBezTo>
                          <a:pt x="12658" y="25433"/>
                          <a:pt x="11691" y="25845"/>
                          <a:pt x="10737" y="26067"/>
                        </a:cubicBezTo>
                        <a:close/>
                      </a:path>
                    </a:pathLst>
                  </a:custGeom>
                  <a:solidFill>
                    <a:srgbClr val="060633"/>
                  </a:solidFill>
                  <a:ln w="158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29870923-D062-DD12-7636-1B86A37BA16E}"/>
                  </a:ext>
                </a:extLst>
              </p:cNvPr>
              <p:cNvSpPr/>
              <p:nvPr/>
            </p:nvSpPr>
            <p:spPr>
              <a:xfrm>
                <a:off x="590431" y="4381525"/>
                <a:ext cx="224111" cy="416285"/>
              </a:xfrm>
              <a:custGeom>
                <a:avLst/>
                <a:gdLst>
                  <a:gd name="connsiteX0" fmla="*/ 222617 w 224111"/>
                  <a:gd name="connsiteY0" fmla="*/ 0 h 416285"/>
                  <a:gd name="connsiteX1" fmla="*/ 0 w 224111"/>
                  <a:gd name="connsiteY1" fmla="*/ 400106 h 416285"/>
                  <a:gd name="connsiteX2" fmla="*/ 74628 w 224111"/>
                  <a:gd name="connsiteY2" fmla="*/ 413946 h 416285"/>
                  <a:gd name="connsiteX3" fmla="*/ 187893 w 224111"/>
                  <a:gd name="connsiteY3" fmla="*/ 146596 h 416285"/>
                  <a:gd name="connsiteX4" fmla="*/ 222617 w 224111"/>
                  <a:gd name="connsiteY4" fmla="*/ 0 h 416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4111" h="416285">
                    <a:moveTo>
                      <a:pt x="222617" y="0"/>
                    </a:moveTo>
                    <a:cubicBezTo>
                      <a:pt x="222617" y="0"/>
                      <a:pt x="42688" y="-2282"/>
                      <a:pt x="0" y="400106"/>
                    </a:cubicBezTo>
                    <a:cubicBezTo>
                      <a:pt x="0" y="400106"/>
                      <a:pt x="16962" y="423632"/>
                      <a:pt x="74628" y="413946"/>
                    </a:cubicBezTo>
                    <a:cubicBezTo>
                      <a:pt x="74628" y="413946"/>
                      <a:pt x="126276" y="189019"/>
                      <a:pt x="187893" y="146596"/>
                    </a:cubicBezTo>
                    <a:cubicBezTo>
                      <a:pt x="235103" y="114097"/>
                      <a:pt x="222617" y="0"/>
                      <a:pt x="222617" y="0"/>
                    </a:cubicBezTo>
                    <a:close/>
                  </a:path>
                </a:pathLst>
              </a:custGeom>
              <a:solidFill>
                <a:srgbClr val="31313B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DAA1FB6F-43D8-EBDD-2A99-E3D6A4ED2D10}"/>
                  </a:ext>
                </a:extLst>
              </p:cNvPr>
              <p:cNvSpPr/>
              <p:nvPr/>
            </p:nvSpPr>
            <p:spPr>
              <a:xfrm>
                <a:off x="778072" y="4362041"/>
                <a:ext cx="64323" cy="61117"/>
              </a:xfrm>
              <a:custGeom>
                <a:avLst/>
                <a:gdLst>
                  <a:gd name="connsiteX0" fmla="*/ 32269 w 64323"/>
                  <a:gd name="connsiteY0" fmla="*/ 904 h 61117"/>
                  <a:gd name="connsiteX1" fmla="*/ 58224 w 64323"/>
                  <a:gd name="connsiteY1" fmla="*/ 20974 h 61117"/>
                  <a:gd name="connsiteX2" fmla="*/ 58224 w 64323"/>
                  <a:gd name="connsiteY2" fmla="*/ 40743 h 61117"/>
                  <a:gd name="connsiteX3" fmla="*/ 47930 w 64323"/>
                  <a:gd name="connsiteY3" fmla="*/ 61115 h 61117"/>
                  <a:gd name="connsiteX4" fmla="*/ 1 w 64323"/>
                  <a:gd name="connsiteY4" fmla="*/ 29202 h 61117"/>
                  <a:gd name="connsiteX5" fmla="*/ 32269 w 64323"/>
                  <a:gd name="connsiteY5" fmla="*/ 904 h 61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323" h="61117">
                    <a:moveTo>
                      <a:pt x="32269" y="904"/>
                    </a:moveTo>
                    <a:cubicBezTo>
                      <a:pt x="32269" y="904"/>
                      <a:pt x="48189" y="19072"/>
                      <a:pt x="58224" y="20974"/>
                    </a:cubicBezTo>
                    <a:cubicBezTo>
                      <a:pt x="70077" y="23209"/>
                      <a:pt x="61591" y="27268"/>
                      <a:pt x="58224" y="40743"/>
                    </a:cubicBezTo>
                    <a:cubicBezTo>
                      <a:pt x="54857" y="54218"/>
                      <a:pt x="54032" y="60829"/>
                      <a:pt x="47930" y="61115"/>
                    </a:cubicBezTo>
                    <a:cubicBezTo>
                      <a:pt x="41828" y="61400"/>
                      <a:pt x="194" y="42741"/>
                      <a:pt x="1" y="29202"/>
                    </a:cubicBezTo>
                    <a:cubicBezTo>
                      <a:pt x="-194" y="15663"/>
                      <a:pt x="27776" y="-4518"/>
                      <a:pt x="32269" y="904"/>
                    </a:cubicBezTo>
                    <a:close/>
                  </a:path>
                </a:pathLst>
              </a:custGeom>
              <a:solidFill>
                <a:srgbClr val="6E6E7F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78F264F-9A63-4746-298F-0D517CEC2A69}"/>
                  </a:ext>
                </a:extLst>
              </p:cNvPr>
              <p:cNvSpPr/>
              <p:nvPr/>
            </p:nvSpPr>
            <p:spPr>
              <a:xfrm>
                <a:off x="836099" y="4816930"/>
                <a:ext cx="38521" cy="75182"/>
              </a:xfrm>
              <a:custGeom>
                <a:avLst/>
                <a:gdLst>
                  <a:gd name="connsiteX0" fmla="*/ 2867 w 38521"/>
                  <a:gd name="connsiteY0" fmla="*/ 75183 h 75182"/>
                  <a:gd name="connsiteX1" fmla="*/ 2569 w 38521"/>
                  <a:gd name="connsiteY1" fmla="*/ 75167 h 75182"/>
                  <a:gd name="connsiteX2" fmla="*/ 15 w 38521"/>
                  <a:gd name="connsiteY2" fmla="*/ 72028 h 75182"/>
                  <a:gd name="connsiteX3" fmla="*/ 33670 w 38521"/>
                  <a:gd name="connsiteY3" fmla="*/ 799 h 75182"/>
                  <a:gd name="connsiteX4" fmla="*/ 37716 w 38521"/>
                  <a:gd name="connsiteY4" fmla="*/ 878 h 75182"/>
                  <a:gd name="connsiteX5" fmla="*/ 37653 w 38521"/>
                  <a:gd name="connsiteY5" fmla="*/ 4921 h 75182"/>
                  <a:gd name="connsiteX6" fmla="*/ 5711 w 38521"/>
                  <a:gd name="connsiteY6" fmla="*/ 72615 h 75182"/>
                  <a:gd name="connsiteX7" fmla="*/ 2867 w 38521"/>
                  <a:gd name="connsiteY7" fmla="*/ 75183 h 75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521" h="75182">
                    <a:moveTo>
                      <a:pt x="2867" y="75183"/>
                    </a:moveTo>
                    <a:cubicBezTo>
                      <a:pt x="2769" y="75183"/>
                      <a:pt x="2669" y="75167"/>
                      <a:pt x="2569" y="75167"/>
                    </a:cubicBezTo>
                    <a:cubicBezTo>
                      <a:pt x="997" y="75008"/>
                      <a:pt x="-146" y="73597"/>
                      <a:pt x="15" y="72028"/>
                    </a:cubicBezTo>
                    <a:cubicBezTo>
                      <a:pt x="4397" y="29557"/>
                      <a:pt x="32478" y="1956"/>
                      <a:pt x="33670" y="799"/>
                    </a:cubicBezTo>
                    <a:cubicBezTo>
                      <a:pt x="34807" y="-295"/>
                      <a:pt x="36617" y="-263"/>
                      <a:pt x="37716" y="878"/>
                    </a:cubicBezTo>
                    <a:cubicBezTo>
                      <a:pt x="38815" y="2004"/>
                      <a:pt x="38786" y="3827"/>
                      <a:pt x="37653" y="4921"/>
                    </a:cubicBezTo>
                    <a:cubicBezTo>
                      <a:pt x="37375" y="5190"/>
                      <a:pt x="9871" y="32284"/>
                      <a:pt x="5711" y="72615"/>
                    </a:cubicBezTo>
                    <a:cubicBezTo>
                      <a:pt x="5561" y="74089"/>
                      <a:pt x="4316" y="75183"/>
                      <a:pt x="2867" y="75183"/>
                    </a:cubicBezTo>
                    <a:close/>
                  </a:path>
                </a:pathLst>
              </a:custGeom>
              <a:solidFill>
                <a:srgbClr val="EFB66A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2325CA13-8DDA-0CEE-3CC9-34B93CEC2349}"/>
                  </a:ext>
                </a:extLst>
              </p:cNvPr>
              <p:cNvSpPr/>
              <p:nvPr/>
            </p:nvSpPr>
            <p:spPr>
              <a:xfrm>
                <a:off x="847549" y="4317048"/>
                <a:ext cx="23539" cy="6216"/>
              </a:xfrm>
              <a:custGeom>
                <a:avLst/>
                <a:gdLst>
                  <a:gd name="connsiteX0" fmla="*/ 8265 w 23539"/>
                  <a:gd name="connsiteY0" fmla="*/ 6216 h 6216"/>
                  <a:gd name="connsiteX1" fmla="*/ 779 w 23539"/>
                  <a:gd name="connsiteY1" fmla="*/ 5583 h 6216"/>
                  <a:gd name="connsiteX2" fmla="*/ 16 w 23539"/>
                  <a:gd name="connsiteY2" fmla="*/ 4473 h 6216"/>
                  <a:gd name="connsiteX3" fmla="*/ 1129 w 23539"/>
                  <a:gd name="connsiteY3" fmla="*/ 3712 h 6216"/>
                  <a:gd name="connsiteX4" fmla="*/ 21921 w 23539"/>
                  <a:gd name="connsiteY4" fmla="*/ 271 h 6216"/>
                  <a:gd name="connsiteX5" fmla="*/ 23270 w 23539"/>
                  <a:gd name="connsiteY5" fmla="*/ 287 h 6216"/>
                  <a:gd name="connsiteX6" fmla="*/ 23249 w 23539"/>
                  <a:gd name="connsiteY6" fmla="*/ 1635 h 6216"/>
                  <a:gd name="connsiteX7" fmla="*/ 8265 w 23539"/>
                  <a:gd name="connsiteY7" fmla="*/ 6216 h 6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539" h="6216">
                    <a:moveTo>
                      <a:pt x="8265" y="6216"/>
                    </a:moveTo>
                    <a:cubicBezTo>
                      <a:pt x="4230" y="6216"/>
                      <a:pt x="1063" y="5646"/>
                      <a:pt x="779" y="5583"/>
                    </a:cubicBezTo>
                    <a:cubicBezTo>
                      <a:pt x="261" y="5487"/>
                      <a:pt x="-80" y="4996"/>
                      <a:pt x="16" y="4473"/>
                    </a:cubicBezTo>
                    <a:cubicBezTo>
                      <a:pt x="112" y="3965"/>
                      <a:pt x="609" y="3601"/>
                      <a:pt x="1129" y="3712"/>
                    </a:cubicBezTo>
                    <a:cubicBezTo>
                      <a:pt x="1274" y="3743"/>
                      <a:pt x="15675" y="6343"/>
                      <a:pt x="21921" y="271"/>
                    </a:cubicBezTo>
                    <a:cubicBezTo>
                      <a:pt x="22298" y="-93"/>
                      <a:pt x="22902" y="-93"/>
                      <a:pt x="23270" y="287"/>
                    </a:cubicBezTo>
                    <a:cubicBezTo>
                      <a:pt x="23636" y="668"/>
                      <a:pt x="23628" y="1270"/>
                      <a:pt x="23249" y="1635"/>
                    </a:cubicBezTo>
                    <a:cubicBezTo>
                      <a:pt x="19424" y="5361"/>
                      <a:pt x="13197" y="6216"/>
                      <a:pt x="8265" y="6216"/>
                    </a:cubicBezTo>
                    <a:close/>
                  </a:path>
                </a:pathLst>
              </a:custGeom>
              <a:solidFill>
                <a:srgbClr val="31313B"/>
              </a:solidFill>
              <a:ln w="15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053" name="Graphic 21">
              <a:extLst>
                <a:ext uri="{FF2B5EF4-FFF2-40B4-BE49-F238E27FC236}">
                  <a16:creationId xmlns:a16="http://schemas.microsoft.com/office/drawing/2014/main" id="{7D417292-3619-4B50-B32C-FB68286E078F}"/>
                </a:ext>
              </a:extLst>
            </p:cNvPr>
            <p:cNvGrpSpPr/>
            <p:nvPr/>
          </p:nvGrpSpPr>
          <p:grpSpPr>
            <a:xfrm>
              <a:off x="1179401" y="3493378"/>
              <a:ext cx="1118112" cy="1108814"/>
              <a:chOff x="1179401" y="3493378"/>
              <a:chExt cx="1118112" cy="1108814"/>
            </a:xfrm>
          </p:grpSpPr>
          <p:grpSp>
            <p:nvGrpSpPr>
              <p:cNvPr id="2054" name="Graphic 21">
                <a:extLst>
                  <a:ext uri="{FF2B5EF4-FFF2-40B4-BE49-F238E27FC236}">
                    <a16:creationId xmlns:a16="http://schemas.microsoft.com/office/drawing/2014/main" id="{520820BE-B2B4-D9D1-28C3-A8B47AF84F6F}"/>
                  </a:ext>
                </a:extLst>
              </p:cNvPr>
              <p:cNvGrpSpPr/>
              <p:nvPr/>
            </p:nvGrpSpPr>
            <p:grpSpPr>
              <a:xfrm>
                <a:off x="1179401" y="3500144"/>
                <a:ext cx="1068364" cy="1102047"/>
                <a:chOff x="1179401" y="3500144"/>
                <a:chExt cx="1068364" cy="1102047"/>
              </a:xfrm>
              <a:solidFill>
                <a:srgbClr val="FFD47D"/>
              </a:solidFill>
            </p:grpSpPr>
            <p:sp>
              <p:nvSpPr>
                <p:cNvPr id="2055" name="Freeform: Shape 2054">
                  <a:extLst>
                    <a:ext uri="{FF2B5EF4-FFF2-40B4-BE49-F238E27FC236}">
                      <a16:creationId xmlns:a16="http://schemas.microsoft.com/office/drawing/2014/main" id="{9B2366C7-8995-5BB1-8B79-091A26A27114}"/>
                    </a:ext>
                  </a:extLst>
                </p:cNvPr>
                <p:cNvSpPr/>
                <p:nvPr/>
              </p:nvSpPr>
              <p:spPr>
                <a:xfrm>
                  <a:off x="1179401" y="3500144"/>
                  <a:ext cx="1068364" cy="1102047"/>
                </a:xfrm>
                <a:custGeom>
                  <a:avLst/>
                  <a:gdLst>
                    <a:gd name="connsiteX0" fmla="*/ 1057990 w 1068364"/>
                    <a:gd name="connsiteY0" fmla="*/ 426234 h 1102047"/>
                    <a:gd name="connsiteX1" fmla="*/ 1030960 w 1068364"/>
                    <a:gd name="connsiteY1" fmla="*/ 405308 h 1102047"/>
                    <a:gd name="connsiteX2" fmla="*/ 972588 w 1068364"/>
                    <a:gd name="connsiteY2" fmla="*/ 414348 h 1102047"/>
                    <a:gd name="connsiteX3" fmla="*/ 946667 w 1068364"/>
                    <a:gd name="connsiteY3" fmla="*/ 398106 h 1102047"/>
                    <a:gd name="connsiteX4" fmla="*/ 935840 w 1068364"/>
                    <a:gd name="connsiteY4" fmla="*/ 369465 h 1102047"/>
                    <a:gd name="connsiteX5" fmla="*/ 944480 w 1068364"/>
                    <a:gd name="connsiteY5" fmla="*/ 338875 h 1102047"/>
                    <a:gd name="connsiteX6" fmla="*/ 992927 w 1068364"/>
                    <a:gd name="connsiteY6" fmla="*/ 304191 h 1102047"/>
                    <a:gd name="connsiteX7" fmla="*/ 999618 w 1068364"/>
                    <a:gd name="connsiteY7" fmla="*/ 269423 h 1102047"/>
                    <a:gd name="connsiteX8" fmla="*/ 953532 w 1068364"/>
                    <a:gd name="connsiteY8" fmla="*/ 199670 h 1102047"/>
                    <a:gd name="connsiteX9" fmla="*/ 920050 w 1068364"/>
                    <a:gd name="connsiteY9" fmla="*/ 193703 h 1102047"/>
                    <a:gd name="connsiteX10" fmla="*/ 870952 w 1068364"/>
                    <a:gd name="connsiteY10" fmla="*/ 228810 h 1102047"/>
                    <a:gd name="connsiteX11" fmla="*/ 840641 w 1068364"/>
                    <a:gd name="connsiteY11" fmla="*/ 226760 h 1102047"/>
                    <a:gd name="connsiteX12" fmla="*/ 800548 w 1068364"/>
                    <a:gd name="connsiteY12" fmla="*/ 191585 h 1102047"/>
                    <a:gd name="connsiteX13" fmla="*/ 793889 w 1068364"/>
                    <a:gd name="connsiteY13" fmla="*/ 161025 h 1102047"/>
                    <a:gd name="connsiteX14" fmla="*/ 821173 w 1068364"/>
                    <a:gd name="connsiteY14" fmla="*/ 104351 h 1102047"/>
                    <a:gd name="connsiteX15" fmla="*/ 810345 w 1068364"/>
                    <a:gd name="connsiteY15" fmla="*/ 71173 h 1102047"/>
                    <a:gd name="connsiteX16" fmla="*/ 736342 w 1068364"/>
                    <a:gd name="connsiteY16" fmla="*/ 34839 h 1102047"/>
                    <a:gd name="connsiteX17" fmla="*/ 703858 w 1068364"/>
                    <a:gd name="connsiteY17" fmla="*/ 46730 h 1102047"/>
                    <a:gd name="connsiteX18" fmla="*/ 676575 w 1068364"/>
                    <a:gd name="connsiteY18" fmla="*/ 103420 h 1102047"/>
                    <a:gd name="connsiteX19" fmla="*/ 648625 w 1068364"/>
                    <a:gd name="connsiteY19" fmla="*/ 116987 h 1102047"/>
                    <a:gd name="connsiteX20" fmla="*/ 583342 w 1068364"/>
                    <a:gd name="connsiteY20" fmla="*/ 105411 h 1102047"/>
                    <a:gd name="connsiteX21" fmla="*/ 562162 w 1068364"/>
                    <a:gd name="connsiteY21" fmla="*/ 83223 h 1102047"/>
                    <a:gd name="connsiteX22" fmla="*/ 557453 w 1068364"/>
                    <a:gd name="connsiteY22" fmla="*/ 22249 h 1102047"/>
                    <a:gd name="connsiteX23" fmla="*/ 531470 w 1068364"/>
                    <a:gd name="connsiteY23" fmla="*/ 150 h 1102047"/>
                    <a:gd name="connsiteX24" fmla="*/ 448906 w 1068364"/>
                    <a:gd name="connsiteY24" fmla="*/ 9085 h 1102047"/>
                    <a:gd name="connsiteX25" fmla="*/ 426664 w 1068364"/>
                    <a:gd name="connsiteY25" fmla="*/ 36506 h 1102047"/>
                    <a:gd name="connsiteX26" fmla="*/ 431372 w 1068364"/>
                    <a:gd name="connsiteY26" fmla="*/ 96701 h 1102047"/>
                    <a:gd name="connsiteX27" fmla="*/ 413838 w 1068364"/>
                    <a:gd name="connsiteY27" fmla="*/ 123146 h 1102047"/>
                    <a:gd name="connsiteX28" fmla="*/ 361855 w 1068364"/>
                    <a:gd name="connsiteY28" fmla="*/ 143034 h 1102047"/>
                    <a:gd name="connsiteX29" fmla="*/ 332748 w 1068364"/>
                    <a:gd name="connsiteY29" fmla="*/ 134699 h 1102047"/>
                    <a:gd name="connsiteX30" fmla="*/ 299472 w 1068364"/>
                    <a:gd name="connsiteY30" fmla="*/ 85195 h 1102047"/>
                    <a:gd name="connsiteX31" fmla="*/ 265895 w 1068364"/>
                    <a:gd name="connsiteY31" fmla="*/ 79583 h 1102047"/>
                    <a:gd name="connsiteX32" fmla="*/ 197393 w 1068364"/>
                    <a:gd name="connsiteY32" fmla="*/ 129418 h 1102047"/>
                    <a:gd name="connsiteX33" fmla="*/ 190988 w 1068364"/>
                    <a:gd name="connsiteY33" fmla="*/ 164143 h 1102047"/>
                    <a:gd name="connsiteX34" fmla="*/ 223377 w 1068364"/>
                    <a:gd name="connsiteY34" fmla="*/ 212354 h 1102047"/>
                    <a:gd name="connsiteX35" fmla="*/ 220539 w 1068364"/>
                    <a:gd name="connsiteY35" fmla="*/ 244007 h 1102047"/>
                    <a:gd name="connsiteX36" fmla="*/ 186962 w 1068364"/>
                    <a:gd name="connsiteY36" fmla="*/ 283716 h 1102047"/>
                    <a:gd name="connsiteX37" fmla="*/ 157268 w 1068364"/>
                    <a:gd name="connsiteY37" fmla="*/ 291049 h 1102047"/>
                    <a:gd name="connsiteX38" fmla="*/ 108313 w 1068364"/>
                    <a:gd name="connsiteY38" fmla="*/ 267012 h 1102047"/>
                    <a:gd name="connsiteX39" fmla="*/ 75862 w 1068364"/>
                    <a:gd name="connsiteY39" fmla="*/ 279016 h 1102047"/>
                    <a:gd name="connsiteX40" fmla="*/ 38670 w 1068364"/>
                    <a:gd name="connsiteY40" fmla="*/ 356328 h 1102047"/>
                    <a:gd name="connsiteX41" fmla="*/ 49418 w 1068364"/>
                    <a:gd name="connsiteY41" fmla="*/ 389479 h 1102047"/>
                    <a:gd name="connsiteX42" fmla="*/ 96471 w 1068364"/>
                    <a:gd name="connsiteY42" fmla="*/ 412578 h 1102047"/>
                    <a:gd name="connsiteX43" fmla="*/ 108868 w 1068364"/>
                    <a:gd name="connsiteY43" fmla="*/ 441325 h 1102047"/>
                    <a:gd name="connsiteX44" fmla="*/ 92825 w 1068364"/>
                    <a:gd name="connsiteY44" fmla="*/ 530345 h 1102047"/>
                    <a:gd name="connsiteX45" fmla="*/ 71771 w 1068364"/>
                    <a:gd name="connsiteY45" fmla="*/ 553435 h 1102047"/>
                    <a:gd name="connsiteX46" fmla="*/ 21168 w 1068364"/>
                    <a:gd name="connsiteY46" fmla="*/ 561175 h 1102047"/>
                    <a:gd name="connsiteX47" fmla="*/ 194 w 1068364"/>
                    <a:gd name="connsiteY47" fmla="*/ 589590 h 1102047"/>
                    <a:gd name="connsiteX48" fmla="*/ 10419 w 1068364"/>
                    <a:gd name="connsiteY48" fmla="*/ 674039 h 1102047"/>
                    <a:gd name="connsiteX49" fmla="*/ 37322 w 1068364"/>
                    <a:gd name="connsiteY49" fmla="*/ 694994 h 1102047"/>
                    <a:gd name="connsiteX50" fmla="*/ 85802 w 1068364"/>
                    <a:gd name="connsiteY50" fmla="*/ 687546 h 1102047"/>
                    <a:gd name="connsiteX51" fmla="*/ 111769 w 1068364"/>
                    <a:gd name="connsiteY51" fmla="*/ 703883 h 1102047"/>
                    <a:gd name="connsiteX52" fmla="*/ 124293 w 1068364"/>
                    <a:gd name="connsiteY52" fmla="*/ 739193 h 1102047"/>
                    <a:gd name="connsiteX53" fmla="*/ 115241 w 1068364"/>
                    <a:gd name="connsiteY53" fmla="*/ 769439 h 1102047"/>
                    <a:gd name="connsiteX54" fmla="*/ 74070 w 1068364"/>
                    <a:gd name="connsiteY54" fmla="*/ 798785 h 1102047"/>
                    <a:gd name="connsiteX55" fmla="*/ 67380 w 1068364"/>
                    <a:gd name="connsiteY55" fmla="*/ 833568 h 1102047"/>
                    <a:gd name="connsiteX56" fmla="*/ 113450 w 1068364"/>
                    <a:gd name="connsiteY56" fmla="*/ 903338 h 1102047"/>
                    <a:gd name="connsiteX57" fmla="*/ 147027 w 1068364"/>
                    <a:gd name="connsiteY57" fmla="*/ 909330 h 1102047"/>
                    <a:gd name="connsiteX58" fmla="*/ 187152 w 1068364"/>
                    <a:gd name="connsiteY58" fmla="*/ 880668 h 1102047"/>
                    <a:gd name="connsiteX59" fmla="*/ 217653 w 1068364"/>
                    <a:gd name="connsiteY59" fmla="*/ 882887 h 1102047"/>
                    <a:gd name="connsiteX60" fmla="*/ 261329 w 1068364"/>
                    <a:gd name="connsiteY60" fmla="*/ 921712 h 1102047"/>
                    <a:gd name="connsiteX61" fmla="*/ 268241 w 1068364"/>
                    <a:gd name="connsiteY61" fmla="*/ 952245 h 1102047"/>
                    <a:gd name="connsiteX62" fmla="*/ 247236 w 1068364"/>
                    <a:gd name="connsiteY62" fmla="*/ 995921 h 1102047"/>
                    <a:gd name="connsiteX63" fmla="*/ 258032 w 1068364"/>
                    <a:gd name="connsiteY63" fmla="*/ 1029166 h 1102047"/>
                    <a:gd name="connsiteX64" fmla="*/ 332003 w 1068364"/>
                    <a:gd name="connsiteY64" fmla="*/ 1065517 h 1102047"/>
                    <a:gd name="connsiteX65" fmla="*/ 364566 w 1068364"/>
                    <a:gd name="connsiteY65" fmla="*/ 1053532 h 1102047"/>
                    <a:gd name="connsiteX66" fmla="*/ 385461 w 1068364"/>
                    <a:gd name="connsiteY66" fmla="*/ 1010062 h 1102047"/>
                    <a:gd name="connsiteX67" fmla="*/ 413410 w 1068364"/>
                    <a:gd name="connsiteY67" fmla="*/ 996413 h 1102047"/>
                    <a:gd name="connsiteX68" fmla="*/ 482388 w 1068364"/>
                    <a:gd name="connsiteY68" fmla="*/ 1008382 h 1102047"/>
                    <a:gd name="connsiteX69" fmla="*/ 503615 w 1068364"/>
                    <a:gd name="connsiteY69" fmla="*/ 1030592 h 1102047"/>
                    <a:gd name="connsiteX70" fmla="*/ 507420 w 1068364"/>
                    <a:gd name="connsiteY70" fmla="*/ 1079690 h 1102047"/>
                    <a:gd name="connsiteX71" fmla="*/ 533451 w 1068364"/>
                    <a:gd name="connsiteY71" fmla="*/ 1101916 h 1102047"/>
                    <a:gd name="connsiteX72" fmla="*/ 616047 w 1068364"/>
                    <a:gd name="connsiteY72" fmla="*/ 1092896 h 1102047"/>
                    <a:gd name="connsiteX73" fmla="*/ 638178 w 1068364"/>
                    <a:gd name="connsiteY73" fmla="*/ 1065517 h 1102047"/>
                    <a:gd name="connsiteX74" fmla="*/ 634389 w 1068364"/>
                    <a:gd name="connsiteY74" fmla="*/ 1015674 h 1102047"/>
                    <a:gd name="connsiteX75" fmla="*/ 651749 w 1068364"/>
                    <a:gd name="connsiteY75" fmla="*/ 989152 h 1102047"/>
                    <a:gd name="connsiteX76" fmla="*/ 706982 w 1068364"/>
                    <a:gd name="connsiteY76" fmla="*/ 967274 h 1102047"/>
                    <a:gd name="connsiteX77" fmla="*/ 736374 w 1068364"/>
                    <a:gd name="connsiteY77" fmla="*/ 975375 h 1102047"/>
                    <a:gd name="connsiteX78" fmla="*/ 763657 w 1068364"/>
                    <a:gd name="connsiteY78" fmla="*/ 1015896 h 1102047"/>
                    <a:gd name="connsiteX79" fmla="*/ 797187 w 1068364"/>
                    <a:gd name="connsiteY79" fmla="*/ 1021588 h 1102047"/>
                    <a:gd name="connsiteX80" fmla="*/ 865705 w 1068364"/>
                    <a:gd name="connsiteY80" fmla="*/ 971729 h 1102047"/>
                    <a:gd name="connsiteX81" fmla="*/ 872141 w 1068364"/>
                    <a:gd name="connsiteY81" fmla="*/ 936947 h 1102047"/>
                    <a:gd name="connsiteX82" fmla="*/ 844144 w 1068364"/>
                    <a:gd name="connsiteY82" fmla="*/ 895237 h 1102047"/>
                    <a:gd name="connsiteX83" fmla="*/ 846617 w 1068364"/>
                    <a:gd name="connsiteY83" fmla="*/ 863958 h 1102047"/>
                    <a:gd name="connsiteX84" fmla="*/ 881669 w 1068364"/>
                    <a:gd name="connsiteY84" fmla="*/ 820806 h 1102047"/>
                    <a:gd name="connsiteX85" fmla="*/ 911695 w 1068364"/>
                    <a:gd name="connsiteY85" fmla="*/ 812927 h 1102047"/>
                    <a:gd name="connsiteX86" fmla="*/ 958764 w 1068364"/>
                    <a:gd name="connsiteY86" fmla="*/ 836009 h 1102047"/>
                    <a:gd name="connsiteX87" fmla="*/ 991184 w 1068364"/>
                    <a:gd name="connsiteY87" fmla="*/ 824087 h 1102047"/>
                    <a:gd name="connsiteX88" fmla="*/ 1028391 w 1068364"/>
                    <a:gd name="connsiteY88" fmla="*/ 746769 h 1102047"/>
                    <a:gd name="connsiteX89" fmla="*/ 1017674 w 1068364"/>
                    <a:gd name="connsiteY89" fmla="*/ 713564 h 1102047"/>
                    <a:gd name="connsiteX90" fmla="*/ 968640 w 1068364"/>
                    <a:gd name="connsiteY90" fmla="*/ 689486 h 1102047"/>
                    <a:gd name="connsiteX91" fmla="*/ 956084 w 1068364"/>
                    <a:gd name="connsiteY91" fmla="*/ 661417 h 1102047"/>
                    <a:gd name="connsiteX92" fmla="*/ 970035 w 1068364"/>
                    <a:gd name="connsiteY92" fmla="*/ 571460 h 1102047"/>
                    <a:gd name="connsiteX93" fmla="*/ 991136 w 1068364"/>
                    <a:gd name="connsiteY93" fmla="*/ 547720 h 1102047"/>
                    <a:gd name="connsiteX94" fmla="*/ 1047146 w 1068364"/>
                    <a:gd name="connsiteY94" fmla="*/ 539058 h 1102047"/>
                    <a:gd name="connsiteX95" fmla="*/ 1068183 w 1068364"/>
                    <a:gd name="connsiteY95" fmla="*/ 510753 h 1102047"/>
                    <a:gd name="connsiteX96" fmla="*/ 1057990 w 1068364"/>
                    <a:gd name="connsiteY96" fmla="*/ 426234 h 1102047"/>
                    <a:gd name="connsiteX97" fmla="*/ 389757 w 1068364"/>
                    <a:gd name="connsiteY97" fmla="*/ 850309 h 1102047"/>
                    <a:gd name="connsiteX98" fmla="*/ 246570 w 1068364"/>
                    <a:gd name="connsiteY98" fmla="*/ 408954 h 1102047"/>
                    <a:gd name="connsiteX99" fmla="*/ 678572 w 1068364"/>
                    <a:gd name="connsiteY99" fmla="*/ 249935 h 1102047"/>
                    <a:gd name="connsiteX100" fmla="*/ 821759 w 1068364"/>
                    <a:gd name="connsiteY100" fmla="*/ 691394 h 1102047"/>
                    <a:gd name="connsiteX101" fmla="*/ 389757 w 1068364"/>
                    <a:gd name="connsiteY101" fmla="*/ 850309 h 11020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</a:cxnLst>
                  <a:rect l="l" t="t" r="r" b="b"/>
                  <a:pathLst>
                    <a:path w="1068364" h="1102047">
                      <a:moveTo>
                        <a:pt x="1057990" y="426234"/>
                      </a:moveTo>
                      <a:cubicBezTo>
                        <a:pt x="1056293" y="412661"/>
                        <a:pt x="1044260" y="403255"/>
                        <a:pt x="1030960" y="405308"/>
                      </a:cubicBezTo>
                      <a:lnTo>
                        <a:pt x="972588" y="414348"/>
                      </a:lnTo>
                      <a:cubicBezTo>
                        <a:pt x="961173" y="416096"/>
                        <a:pt x="950409" y="409308"/>
                        <a:pt x="946667" y="398106"/>
                      </a:cubicBezTo>
                      <a:cubicBezTo>
                        <a:pt x="943338" y="388440"/>
                        <a:pt x="939803" y="378874"/>
                        <a:pt x="935840" y="369465"/>
                      </a:cubicBezTo>
                      <a:cubicBezTo>
                        <a:pt x="931385" y="358576"/>
                        <a:pt x="934857" y="345742"/>
                        <a:pt x="944480" y="338875"/>
                      </a:cubicBezTo>
                      <a:lnTo>
                        <a:pt x="992927" y="304191"/>
                      </a:lnTo>
                      <a:cubicBezTo>
                        <a:pt x="1004072" y="296258"/>
                        <a:pt x="1007021" y="280722"/>
                        <a:pt x="999618" y="269423"/>
                      </a:cubicBezTo>
                      <a:lnTo>
                        <a:pt x="953532" y="199670"/>
                      </a:lnTo>
                      <a:cubicBezTo>
                        <a:pt x="946160" y="188484"/>
                        <a:pt x="931115" y="185727"/>
                        <a:pt x="920050" y="193703"/>
                      </a:cubicBezTo>
                      <a:lnTo>
                        <a:pt x="870952" y="228810"/>
                      </a:lnTo>
                      <a:cubicBezTo>
                        <a:pt x="861409" y="235638"/>
                        <a:pt x="848710" y="234787"/>
                        <a:pt x="840641" y="226760"/>
                      </a:cubicBezTo>
                      <a:cubicBezTo>
                        <a:pt x="828085" y="214271"/>
                        <a:pt x="814673" y="202490"/>
                        <a:pt x="800548" y="191585"/>
                      </a:cubicBezTo>
                      <a:cubicBezTo>
                        <a:pt x="791448" y="184562"/>
                        <a:pt x="788737" y="171725"/>
                        <a:pt x="793889" y="161025"/>
                      </a:cubicBezTo>
                      <a:lnTo>
                        <a:pt x="821173" y="104351"/>
                      </a:lnTo>
                      <a:cubicBezTo>
                        <a:pt x="827165" y="91901"/>
                        <a:pt x="822267" y="77029"/>
                        <a:pt x="810345" y="71173"/>
                      </a:cubicBezTo>
                      <a:lnTo>
                        <a:pt x="736342" y="34839"/>
                      </a:lnTo>
                      <a:cubicBezTo>
                        <a:pt x="724341" y="28940"/>
                        <a:pt x="709851" y="34281"/>
                        <a:pt x="703858" y="46730"/>
                      </a:cubicBezTo>
                      <a:lnTo>
                        <a:pt x="676575" y="103420"/>
                      </a:lnTo>
                      <a:cubicBezTo>
                        <a:pt x="671422" y="114121"/>
                        <a:pt x="659691" y="119888"/>
                        <a:pt x="648625" y="116987"/>
                      </a:cubicBezTo>
                      <a:cubicBezTo>
                        <a:pt x="626986" y="111367"/>
                        <a:pt x="605219" y="107482"/>
                        <a:pt x="583342" y="105411"/>
                      </a:cubicBezTo>
                      <a:cubicBezTo>
                        <a:pt x="571943" y="104260"/>
                        <a:pt x="563097" y="95011"/>
                        <a:pt x="562162" y="83223"/>
                      </a:cubicBezTo>
                      <a:lnTo>
                        <a:pt x="557453" y="22249"/>
                      </a:lnTo>
                      <a:cubicBezTo>
                        <a:pt x="556423" y="8633"/>
                        <a:pt x="544771" y="-1354"/>
                        <a:pt x="531470" y="150"/>
                      </a:cubicBezTo>
                      <a:lnTo>
                        <a:pt x="448906" y="9085"/>
                      </a:lnTo>
                      <a:cubicBezTo>
                        <a:pt x="435541" y="10548"/>
                        <a:pt x="425649" y="22789"/>
                        <a:pt x="426664" y="36506"/>
                      </a:cubicBezTo>
                      <a:lnTo>
                        <a:pt x="431372" y="96701"/>
                      </a:lnTo>
                      <a:cubicBezTo>
                        <a:pt x="432244" y="108577"/>
                        <a:pt x="424951" y="119638"/>
                        <a:pt x="413838" y="123146"/>
                      </a:cubicBezTo>
                      <a:cubicBezTo>
                        <a:pt x="396193" y="128624"/>
                        <a:pt x="378786" y="135304"/>
                        <a:pt x="361855" y="143034"/>
                      </a:cubicBezTo>
                      <a:cubicBezTo>
                        <a:pt x="351344" y="147781"/>
                        <a:pt x="339185" y="144280"/>
                        <a:pt x="332748" y="134699"/>
                      </a:cubicBezTo>
                      <a:lnTo>
                        <a:pt x="299472" y="85195"/>
                      </a:lnTo>
                      <a:cubicBezTo>
                        <a:pt x="291974" y="74053"/>
                        <a:pt x="276929" y="71493"/>
                        <a:pt x="265895" y="79583"/>
                      </a:cubicBezTo>
                      <a:lnTo>
                        <a:pt x="197393" y="129418"/>
                      </a:lnTo>
                      <a:cubicBezTo>
                        <a:pt x="186407" y="137436"/>
                        <a:pt x="183506" y="153015"/>
                        <a:pt x="190988" y="164143"/>
                      </a:cubicBezTo>
                      <a:lnTo>
                        <a:pt x="223377" y="212354"/>
                      </a:lnTo>
                      <a:cubicBezTo>
                        <a:pt x="229908" y="222076"/>
                        <a:pt x="228783" y="235310"/>
                        <a:pt x="220539" y="244007"/>
                      </a:cubicBezTo>
                      <a:cubicBezTo>
                        <a:pt x="208760" y="256452"/>
                        <a:pt x="197504" y="269712"/>
                        <a:pt x="186962" y="283716"/>
                      </a:cubicBezTo>
                      <a:cubicBezTo>
                        <a:pt x="179828" y="293057"/>
                        <a:pt x="167446" y="296052"/>
                        <a:pt x="157268" y="291049"/>
                      </a:cubicBezTo>
                      <a:lnTo>
                        <a:pt x="108313" y="267012"/>
                      </a:lnTo>
                      <a:cubicBezTo>
                        <a:pt x="96392" y="261140"/>
                        <a:pt x="81838" y="266566"/>
                        <a:pt x="75862" y="279016"/>
                      </a:cubicBezTo>
                      <a:lnTo>
                        <a:pt x="38670" y="356328"/>
                      </a:lnTo>
                      <a:cubicBezTo>
                        <a:pt x="32677" y="368777"/>
                        <a:pt x="37481" y="383608"/>
                        <a:pt x="49418" y="389479"/>
                      </a:cubicBezTo>
                      <a:lnTo>
                        <a:pt x="96471" y="412578"/>
                      </a:lnTo>
                      <a:cubicBezTo>
                        <a:pt x="106871" y="417678"/>
                        <a:pt x="112071" y="429790"/>
                        <a:pt x="108868" y="441325"/>
                      </a:cubicBezTo>
                      <a:cubicBezTo>
                        <a:pt x="100545" y="470861"/>
                        <a:pt x="95250" y="500667"/>
                        <a:pt x="92825" y="530345"/>
                      </a:cubicBezTo>
                      <a:cubicBezTo>
                        <a:pt x="91905" y="542086"/>
                        <a:pt x="83027" y="551685"/>
                        <a:pt x="71771" y="553435"/>
                      </a:cubicBezTo>
                      <a:lnTo>
                        <a:pt x="21168" y="561175"/>
                      </a:lnTo>
                      <a:cubicBezTo>
                        <a:pt x="7946" y="563285"/>
                        <a:pt x="-1487" y="575931"/>
                        <a:pt x="194" y="589590"/>
                      </a:cubicBezTo>
                      <a:lnTo>
                        <a:pt x="10419" y="674039"/>
                      </a:lnTo>
                      <a:cubicBezTo>
                        <a:pt x="12005" y="687671"/>
                        <a:pt x="24148" y="697018"/>
                        <a:pt x="37322" y="694994"/>
                      </a:cubicBezTo>
                      <a:lnTo>
                        <a:pt x="85802" y="687546"/>
                      </a:lnTo>
                      <a:cubicBezTo>
                        <a:pt x="97264" y="685712"/>
                        <a:pt x="108234" y="692613"/>
                        <a:pt x="111769" y="703883"/>
                      </a:cubicBezTo>
                      <a:cubicBezTo>
                        <a:pt x="115416" y="715873"/>
                        <a:pt x="119601" y="727647"/>
                        <a:pt x="124293" y="739193"/>
                      </a:cubicBezTo>
                      <a:cubicBezTo>
                        <a:pt x="128574" y="750013"/>
                        <a:pt x="124674" y="762638"/>
                        <a:pt x="115241" y="769439"/>
                      </a:cubicBezTo>
                      <a:lnTo>
                        <a:pt x="74070" y="798785"/>
                      </a:lnTo>
                      <a:cubicBezTo>
                        <a:pt x="63005" y="806775"/>
                        <a:pt x="60056" y="822327"/>
                        <a:pt x="67380" y="833568"/>
                      </a:cubicBezTo>
                      <a:lnTo>
                        <a:pt x="113450" y="903338"/>
                      </a:lnTo>
                      <a:cubicBezTo>
                        <a:pt x="120869" y="914610"/>
                        <a:pt x="135882" y="917257"/>
                        <a:pt x="147027" y="909330"/>
                      </a:cubicBezTo>
                      <a:lnTo>
                        <a:pt x="187152" y="880668"/>
                      </a:lnTo>
                      <a:cubicBezTo>
                        <a:pt x="196711" y="873756"/>
                        <a:pt x="209600" y="874596"/>
                        <a:pt x="217653" y="882887"/>
                      </a:cubicBezTo>
                      <a:cubicBezTo>
                        <a:pt x="231176" y="896711"/>
                        <a:pt x="245841" y="909679"/>
                        <a:pt x="261329" y="921712"/>
                      </a:cubicBezTo>
                      <a:cubicBezTo>
                        <a:pt x="270429" y="928735"/>
                        <a:pt x="273425" y="941449"/>
                        <a:pt x="268241" y="952245"/>
                      </a:cubicBezTo>
                      <a:lnTo>
                        <a:pt x="247236" y="995921"/>
                      </a:lnTo>
                      <a:cubicBezTo>
                        <a:pt x="241259" y="1008366"/>
                        <a:pt x="246015" y="1023284"/>
                        <a:pt x="258032" y="1029166"/>
                      </a:cubicBezTo>
                      <a:lnTo>
                        <a:pt x="332003" y="1065517"/>
                      </a:lnTo>
                      <a:cubicBezTo>
                        <a:pt x="343941" y="1071367"/>
                        <a:pt x="358574" y="1065977"/>
                        <a:pt x="364566" y="1053532"/>
                      </a:cubicBezTo>
                      <a:lnTo>
                        <a:pt x="385461" y="1010062"/>
                      </a:lnTo>
                      <a:cubicBezTo>
                        <a:pt x="390629" y="999298"/>
                        <a:pt x="402297" y="993512"/>
                        <a:pt x="413410" y="996413"/>
                      </a:cubicBezTo>
                      <a:cubicBezTo>
                        <a:pt x="436207" y="1002405"/>
                        <a:pt x="459258" y="1006369"/>
                        <a:pt x="482388" y="1008382"/>
                      </a:cubicBezTo>
                      <a:cubicBezTo>
                        <a:pt x="493834" y="1009365"/>
                        <a:pt x="502712" y="1018734"/>
                        <a:pt x="503615" y="1030592"/>
                      </a:cubicBezTo>
                      <a:lnTo>
                        <a:pt x="507420" y="1079690"/>
                      </a:lnTo>
                      <a:cubicBezTo>
                        <a:pt x="508482" y="1093435"/>
                        <a:pt x="520119" y="1103311"/>
                        <a:pt x="533451" y="1101916"/>
                      </a:cubicBezTo>
                      <a:lnTo>
                        <a:pt x="616047" y="1092896"/>
                      </a:lnTo>
                      <a:cubicBezTo>
                        <a:pt x="629300" y="1091469"/>
                        <a:pt x="639304" y="1079199"/>
                        <a:pt x="638178" y="1065517"/>
                      </a:cubicBezTo>
                      <a:lnTo>
                        <a:pt x="634389" y="1015674"/>
                      </a:lnTo>
                      <a:cubicBezTo>
                        <a:pt x="633438" y="1003879"/>
                        <a:pt x="640651" y="992687"/>
                        <a:pt x="651749" y="989152"/>
                      </a:cubicBezTo>
                      <a:cubicBezTo>
                        <a:pt x="670598" y="983128"/>
                        <a:pt x="689051" y="975756"/>
                        <a:pt x="706982" y="967274"/>
                      </a:cubicBezTo>
                      <a:cubicBezTo>
                        <a:pt x="717572" y="962185"/>
                        <a:pt x="729905" y="965689"/>
                        <a:pt x="736374" y="975375"/>
                      </a:cubicBezTo>
                      <a:lnTo>
                        <a:pt x="763657" y="1015896"/>
                      </a:lnTo>
                      <a:cubicBezTo>
                        <a:pt x="771124" y="1027105"/>
                        <a:pt x="786200" y="1029594"/>
                        <a:pt x="797187" y="1021588"/>
                      </a:cubicBezTo>
                      <a:lnTo>
                        <a:pt x="865705" y="971729"/>
                      </a:lnTo>
                      <a:cubicBezTo>
                        <a:pt x="876818" y="963676"/>
                        <a:pt x="879624" y="948060"/>
                        <a:pt x="872141" y="936947"/>
                      </a:cubicBezTo>
                      <a:lnTo>
                        <a:pt x="844144" y="895237"/>
                      </a:lnTo>
                      <a:cubicBezTo>
                        <a:pt x="837676" y="885725"/>
                        <a:pt x="838643" y="872630"/>
                        <a:pt x="846617" y="863958"/>
                      </a:cubicBezTo>
                      <a:cubicBezTo>
                        <a:pt x="859015" y="850388"/>
                        <a:pt x="870714" y="836041"/>
                        <a:pt x="881669" y="820806"/>
                      </a:cubicBezTo>
                      <a:cubicBezTo>
                        <a:pt x="888708" y="811072"/>
                        <a:pt x="901295" y="807806"/>
                        <a:pt x="911695" y="812927"/>
                      </a:cubicBezTo>
                      <a:lnTo>
                        <a:pt x="958764" y="836009"/>
                      </a:lnTo>
                      <a:cubicBezTo>
                        <a:pt x="970685" y="841875"/>
                        <a:pt x="985207" y="836532"/>
                        <a:pt x="991184" y="824087"/>
                      </a:cubicBezTo>
                      <a:lnTo>
                        <a:pt x="1028391" y="746769"/>
                      </a:lnTo>
                      <a:cubicBezTo>
                        <a:pt x="1034384" y="734320"/>
                        <a:pt x="1029580" y="719405"/>
                        <a:pt x="1017674" y="713564"/>
                      </a:cubicBezTo>
                      <a:lnTo>
                        <a:pt x="968640" y="689486"/>
                      </a:lnTo>
                      <a:cubicBezTo>
                        <a:pt x="958478" y="684480"/>
                        <a:pt x="953120" y="672796"/>
                        <a:pt x="956084" y="661417"/>
                      </a:cubicBezTo>
                      <a:cubicBezTo>
                        <a:pt x="963742" y="631562"/>
                        <a:pt x="968307" y="601391"/>
                        <a:pt x="970035" y="571460"/>
                      </a:cubicBezTo>
                      <a:cubicBezTo>
                        <a:pt x="970638" y="559483"/>
                        <a:pt x="979579" y="549514"/>
                        <a:pt x="991136" y="547720"/>
                      </a:cubicBezTo>
                      <a:lnTo>
                        <a:pt x="1047146" y="539058"/>
                      </a:lnTo>
                      <a:cubicBezTo>
                        <a:pt x="1060415" y="537076"/>
                        <a:pt x="1069800" y="524301"/>
                        <a:pt x="1068183" y="510753"/>
                      </a:cubicBezTo>
                      <a:lnTo>
                        <a:pt x="1057990" y="426234"/>
                      </a:lnTo>
                      <a:close/>
                      <a:moveTo>
                        <a:pt x="389757" y="850309"/>
                      </a:moveTo>
                      <a:cubicBezTo>
                        <a:pt x="230939" y="772326"/>
                        <a:pt x="166844" y="574726"/>
                        <a:pt x="246570" y="408954"/>
                      </a:cubicBezTo>
                      <a:cubicBezTo>
                        <a:pt x="326328" y="243180"/>
                        <a:pt x="519738" y="171938"/>
                        <a:pt x="678572" y="249935"/>
                      </a:cubicBezTo>
                      <a:cubicBezTo>
                        <a:pt x="837454" y="327944"/>
                        <a:pt x="901501" y="525620"/>
                        <a:pt x="821759" y="691394"/>
                      </a:cubicBezTo>
                      <a:cubicBezTo>
                        <a:pt x="742017" y="857173"/>
                        <a:pt x="548639" y="928338"/>
                        <a:pt x="389757" y="850309"/>
                      </a:cubicBezTo>
                      <a:close/>
                    </a:path>
                  </a:pathLst>
                </a:custGeom>
                <a:solidFill>
                  <a:srgbClr val="FFD47D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56" name="Freeform: Shape 2055">
                  <a:extLst>
                    <a:ext uri="{FF2B5EF4-FFF2-40B4-BE49-F238E27FC236}">
                      <a16:creationId xmlns:a16="http://schemas.microsoft.com/office/drawing/2014/main" id="{15F20956-1C27-C27B-BD43-6EC75CDE6F55}"/>
                    </a:ext>
                  </a:extLst>
                </p:cNvPr>
                <p:cNvSpPr/>
                <p:nvPr/>
              </p:nvSpPr>
              <p:spPr>
                <a:xfrm>
                  <a:off x="1315073" y="3639532"/>
                  <a:ext cx="796771" cy="821386"/>
                </a:xfrm>
                <a:custGeom>
                  <a:avLst/>
                  <a:gdLst>
                    <a:gd name="connsiteX0" fmla="*/ 539746 w 796771"/>
                    <a:gd name="connsiteY0" fmla="*/ 23237 h 821386"/>
                    <a:gd name="connsiteX1" fmla="*/ 26036 w 796771"/>
                    <a:gd name="connsiteY1" fmla="*/ 274835 h 821386"/>
                    <a:gd name="connsiteX2" fmla="*/ 257018 w 796771"/>
                    <a:gd name="connsiteY2" fmla="*/ 798146 h 821386"/>
                    <a:gd name="connsiteX3" fmla="*/ 770745 w 796771"/>
                    <a:gd name="connsiteY3" fmla="*/ 546557 h 821386"/>
                    <a:gd name="connsiteX4" fmla="*/ 539746 w 796771"/>
                    <a:gd name="connsiteY4" fmla="*/ 23237 h 821386"/>
                    <a:gd name="connsiteX5" fmla="*/ 686088 w 796771"/>
                    <a:gd name="connsiteY5" fmla="*/ 552006 h 821386"/>
                    <a:gd name="connsiteX6" fmla="*/ 254086 w 796771"/>
                    <a:gd name="connsiteY6" fmla="*/ 710921 h 821386"/>
                    <a:gd name="connsiteX7" fmla="*/ 110898 w 796771"/>
                    <a:gd name="connsiteY7" fmla="*/ 269567 h 821386"/>
                    <a:gd name="connsiteX8" fmla="*/ 542901 w 796771"/>
                    <a:gd name="connsiteY8" fmla="*/ 110547 h 821386"/>
                    <a:gd name="connsiteX9" fmla="*/ 686088 w 796771"/>
                    <a:gd name="connsiteY9" fmla="*/ 552006 h 821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96771" h="821386">
                      <a:moveTo>
                        <a:pt x="539746" y="23237"/>
                      </a:moveTo>
                      <a:cubicBezTo>
                        <a:pt x="334113" y="-51786"/>
                        <a:pt x="104113" y="60846"/>
                        <a:pt x="26036" y="274835"/>
                      </a:cubicBezTo>
                      <a:cubicBezTo>
                        <a:pt x="-52026" y="488809"/>
                        <a:pt x="51369" y="723097"/>
                        <a:pt x="257018" y="798146"/>
                      </a:cubicBezTo>
                      <a:cubicBezTo>
                        <a:pt x="462651" y="873180"/>
                        <a:pt x="692651" y="760526"/>
                        <a:pt x="770745" y="546557"/>
                      </a:cubicBezTo>
                      <a:cubicBezTo>
                        <a:pt x="848790" y="332568"/>
                        <a:pt x="745395" y="98275"/>
                        <a:pt x="539746" y="23237"/>
                      </a:cubicBezTo>
                      <a:close/>
                      <a:moveTo>
                        <a:pt x="686088" y="552006"/>
                      </a:moveTo>
                      <a:cubicBezTo>
                        <a:pt x="606346" y="717786"/>
                        <a:pt x="412967" y="788951"/>
                        <a:pt x="254086" y="710921"/>
                      </a:cubicBezTo>
                      <a:cubicBezTo>
                        <a:pt x="95267" y="632939"/>
                        <a:pt x="31172" y="435339"/>
                        <a:pt x="110898" y="269567"/>
                      </a:cubicBezTo>
                      <a:cubicBezTo>
                        <a:pt x="190656" y="103792"/>
                        <a:pt x="384067" y="32551"/>
                        <a:pt x="542901" y="110547"/>
                      </a:cubicBezTo>
                      <a:cubicBezTo>
                        <a:pt x="701783" y="188555"/>
                        <a:pt x="765830" y="386231"/>
                        <a:pt x="686088" y="552006"/>
                      </a:cubicBezTo>
                      <a:close/>
                    </a:path>
                  </a:pathLst>
                </a:custGeom>
                <a:solidFill>
                  <a:srgbClr val="FFD47D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57" name="Graphic 21">
                <a:extLst>
                  <a:ext uri="{FF2B5EF4-FFF2-40B4-BE49-F238E27FC236}">
                    <a16:creationId xmlns:a16="http://schemas.microsoft.com/office/drawing/2014/main" id="{3996ACF5-1FDB-38CD-FA81-B2F6C579F2CA}"/>
                  </a:ext>
                </a:extLst>
              </p:cNvPr>
              <p:cNvGrpSpPr/>
              <p:nvPr/>
            </p:nvGrpSpPr>
            <p:grpSpPr>
              <a:xfrm>
                <a:off x="1224204" y="3493378"/>
                <a:ext cx="1073309" cy="1106986"/>
                <a:chOff x="1224204" y="3493378"/>
                <a:chExt cx="1073309" cy="1106986"/>
              </a:xfrm>
            </p:grpSpPr>
            <p:sp>
              <p:nvSpPr>
                <p:cNvPr id="2058" name="Freeform: Shape 2057">
                  <a:extLst>
                    <a:ext uri="{FF2B5EF4-FFF2-40B4-BE49-F238E27FC236}">
                      <a16:creationId xmlns:a16="http://schemas.microsoft.com/office/drawing/2014/main" id="{CC55EE97-2467-269A-4BEE-702CD18B90F7}"/>
                    </a:ext>
                  </a:extLst>
                </p:cNvPr>
                <p:cNvSpPr/>
                <p:nvPr/>
              </p:nvSpPr>
              <p:spPr>
                <a:xfrm>
                  <a:off x="1226679" y="3495851"/>
                  <a:ext cx="1068373" cy="1102044"/>
                </a:xfrm>
                <a:custGeom>
                  <a:avLst/>
                  <a:gdLst>
                    <a:gd name="connsiteX0" fmla="*/ 1057986 w 1068373"/>
                    <a:gd name="connsiteY0" fmla="*/ 426236 h 1102044"/>
                    <a:gd name="connsiteX1" fmla="*/ 1030956 w 1068373"/>
                    <a:gd name="connsiteY1" fmla="*/ 405310 h 1102044"/>
                    <a:gd name="connsiteX2" fmla="*/ 972600 w 1068373"/>
                    <a:gd name="connsiteY2" fmla="*/ 414349 h 1102044"/>
                    <a:gd name="connsiteX3" fmla="*/ 946664 w 1068373"/>
                    <a:gd name="connsiteY3" fmla="*/ 398107 h 1102044"/>
                    <a:gd name="connsiteX4" fmla="*/ 935837 w 1068373"/>
                    <a:gd name="connsiteY4" fmla="*/ 369467 h 1102044"/>
                    <a:gd name="connsiteX5" fmla="*/ 944477 w 1068373"/>
                    <a:gd name="connsiteY5" fmla="*/ 338876 h 1102044"/>
                    <a:gd name="connsiteX6" fmla="*/ 992924 w 1068373"/>
                    <a:gd name="connsiteY6" fmla="*/ 304193 h 1102044"/>
                    <a:gd name="connsiteX7" fmla="*/ 999614 w 1068373"/>
                    <a:gd name="connsiteY7" fmla="*/ 269425 h 1102044"/>
                    <a:gd name="connsiteX8" fmla="*/ 953545 w 1068373"/>
                    <a:gd name="connsiteY8" fmla="*/ 199672 h 1102044"/>
                    <a:gd name="connsiteX9" fmla="*/ 920047 w 1068373"/>
                    <a:gd name="connsiteY9" fmla="*/ 193704 h 1102044"/>
                    <a:gd name="connsiteX10" fmla="*/ 870965 w 1068373"/>
                    <a:gd name="connsiteY10" fmla="*/ 228812 h 1102044"/>
                    <a:gd name="connsiteX11" fmla="*/ 840637 w 1068373"/>
                    <a:gd name="connsiteY11" fmla="*/ 226762 h 1102044"/>
                    <a:gd name="connsiteX12" fmla="*/ 800544 w 1068373"/>
                    <a:gd name="connsiteY12" fmla="*/ 191586 h 1102044"/>
                    <a:gd name="connsiteX13" fmla="*/ 793902 w 1068373"/>
                    <a:gd name="connsiteY13" fmla="*/ 161026 h 1102044"/>
                    <a:gd name="connsiteX14" fmla="*/ 821169 w 1068373"/>
                    <a:gd name="connsiteY14" fmla="*/ 104352 h 1102044"/>
                    <a:gd name="connsiteX15" fmla="*/ 810342 w 1068373"/>
                    <a:gd name="connsiteY15" fmla="*/ 71174 h 1102044"/>
                    <a:gd name="connsiteX16" fmla="*/ 736338 w 1068373"/>
                    <a:gd name="connsiteY16" fmla="*/ 34840 h 1102044"/>
                    <a:gd name="connsiteX17" fmla="*/ 703855 w 1068373"/>
                    <a:gd name="connsiteY17" fmla="*/ 46732 h 1102044"/>
                    <a:gd name="connsiteX18" fmla="*/ 676587 w 1068373"/>
                    <a:gd name="connsiteY18" fmla="*/ 103422 h 1102044"/>
                    <a:gd name="connsiteX19" fmla="*/ 648622 w 1068373"/>
                    <a:gd name="connsiteY19" fmla="*/ 116987 h 1102044"/>
                    <a:gd name="connsiteX20" fmla="*/ 583338 w 1068373"/>
                    <a:gd name="connsiteY20" fmla="*/ 105411 h 1102044"/>
                    <a:gd name="connsiteX21" fmla="*/ 562158 w 1068373"/>
                    <a:gd name="connsiteY21" fmla="*/ 83223 h 1102044"/>
                    <a:gd name="connsiteX22" fmla="*/ 557466 w 1068373"/>
                    <a:gd name="connsiteY22" fmla="*/ 22249 h 1102044"/>
                    <a:gd name="connsiteX23" fmla="*/ 531482 w 1068373"/>
                    <a:gd name="connsiteY23" fmla="*/ 150 h 1102044"/>
                    <a:gd name="connsiteX24" fmla="*/ 448918 w 1068373"/>
                    <a:gd name="connsiteY24" fmla="*/ 9085 h 1102044"/>
                    <a:gd name="connsiteX25" fmla="*/ 426660 w 1068373"/>
                    <a:gd name="connsiteY25" fmla="*/ 36506 h 1102044"/>
                    <a:gd name="connsiteX26" fmla="*/ 431369 w 1068373"/>
                    <a:gd name="connsiteY26" fmla="*/ 96701 h 1102044"/>
                    <a:gd name="connsiteX27" fmla="*/ 413851 w 1068373"/>
                    <a:gd name="connsiteY27" fmla="*/ 123146 h 1102044"/>
                    <a:gd name="connsiteX28" fmla="*/ 361852 w 1068373"/>
                    <a:gd name="connsiteY28" fmla="*/ 143034 h 1102044"/>
                    <a:gd name="connsiteX29" fmla="*/ 332745 w 1068373"/>
                    <a:gd name="connsiteY29" fmla="*/ 134699 h 1102044"/>
                    <a:gd name="connsiteX30" fmla="*/ 299469 w 1068373"/>
                    <a:gd name="connsiteY30" fmla="*/ 85195 h 1102044"/>
                    <a:gd name="connsiteX31" fmla="*/ 265892 w 1068373"/>
                    <a:gd name="connsiteY31" fmla="*/ 79583 h 1102044"/>
                    <a:gd name="connsiteX32" fmla="*/ 197390 w 1068373"/>
                    <a:gd name="connsiteY32" fmla="*/ 129418 h 1102044"/>
                    <a:gd name="connsiteX33" fmla="*/ 191001 w 1068373"/>
                    <a:gd name="connsiteY33" fmla="*/ 164143 h 1102044"/>
                    <a:gd name="connsiteX34" fmla="*/ 223373 w 1068373"/>
                    <a:gd name="connsiteY34" fmla="*/ 212354 h 1102044"/>
                    <a:gd name="connsiteX35" fmla="*/ 220535 w 1068373"/>
                    <a:gd name="connsiteY35" fmla="*/ 244007 h 1102044"/>
                    <a:gd name="connsiteX36" fmla="*/ 186958 w 1068373"/>
                    <a:gd name="connsiteY36" fmla="*/ 283716 h 1102044"/>
                    <a:gd name="connsiteX37" fmla="*/ 157281 w 1068373"/>
                    <a:gd name="connsiteY37" fmla="*/ 291049 h 1102044"/>
                    <a:gd name="connsiteX38" fmla="*/ 108310 w 1068373"/>
                    <a:gd name="connsiteY38" fmla="*/ 267012 h 1102044"/>
                    <a:gd name="connsiteX39" fmla="*/ 75858 w 1068373"/>
                    <a:gd name="connsiteY39" fmla="*/ 279016 h 1102044"/>
                    <a:gd name="connsiteX40" fmla="*/ 38666 w 1068373"/>
                    <a:gd name="connsiteY40" fmla="*/ 356328 h 1102044"/>
                    <a:gd name="connsiteX41" fmla="*/ 49431 w 1068373"/>
                    <a:gd name="connsiteY41" fmla="*/ 389479 h 1102044"/>
                    <a:gd name="connsiteX42" fmla="*/ 96483 w 1068373"/>
                    <a:gd name="connsiteY42" fmla="*/ 412578 h 1102044"/>
                    <a:gd name="connsiteX43" fmla="*/ 108881 w 1068373"/>
                    <a:gd name="connsiteY43" fmla="*/ 441325 h 1102044"/>
                    <a:gd name="connsiteX44" fmla="*/ 92821 w 1068373"/>
                    <a:gd name="connsiteY44" fmla="*/ 530345 h 1102044"/>
                    <a:gd name="connsiteX45" fmla="*/ 71768 w 1068373"/>
                    <a:gd name="connsiteY45" fmla="*/ 553435 h 1102044"/>
                    <a:gd name="connsiteX46" fmla="*/ 21180 w 1068373"/>
                    <a:gd name="connsiteY46" fmla="*/ 561175 h 1102044"/>
                    <a:gd name="connsiteX47" fmla="*/ 190 w 1068373"/>
                    <a:gd name="connsiteY47" fmla="*/ 589590 h 1102044"/>
                    <a:gd name="connsiteX48" fmla="*/ 10432 w 1068373"/>
                    <a:gd name="connsiteY48" fmla="*/ 674039 h 1102044"/>
                    <a:gd name="connsiteX49" fmla="*/ 37335 w 1068373"/>
                    <a:gd name="connsiteY49" fmla="*/ 694994 h 1102044"/>
                    <a:gd name="connsiteX50" fmla="*/ 85798 w 1068373"/>
                    <a:gd name="connsiteY50" fmla="*/ 687546 h 1102044"/>
                    <a:gd name="connsiteX51" fmla="*/ 111782 w 1068373"/>
                    <a:gd name="connsiteY51" fmla="*/ 703883 h 1102044"/>
                    <a:gd name="connsiteX52" fmla="*/ 124290 w 1068373"/>
                    <a:gd name="connsiteY52" fmla="*/ 739193 h 1102044"/>
                    <a:gd name="connsiteX53" fmla="*/ 115254 w 1068373"/>
                    <a:gd name="connsiteY53" fmla="*/ 769439 h 1102044"/>
                    <a:gd name="connsiteX54" fmla="*/ 74083 w 1068373"/>
                    <a:gd name="connsiteY54" fmla="*/ 798798 h 1102044"/>
                    <a:gd name="connsiteX55" fmla="*/ 67377 w 1068373"/>
                    <a:gd name="connsiteY55" fmla="*/ 833564 h 1102044"/>
                    <a:gd name="connsiteX56" fmla="*/ 113462 w 1068373"/>
                    <a:gd name="connsiteY56" fmla="*/ 903335 h 1102044"/>
                    <a:gd name="connsiteX57" fmla="*/ 147040 w 1068373"/>
                    <a:gd name="connsiteY57" fmla="*/ 909327 h 1102044"/>
                    <a:gd name="connsiteX58" fmla="*/ 187164 w 1068373"/>
                    <a:gd name="connsiteY58" fmla="*/ 880665 h 1102044"/>
                    <a:gd name="connsiteX59" fmla="*/ 217666 w 1068373"/>
                    <a:gd name="connsiteY59" fmla="*/ 882900 h 1102044"/>
                    <a:gd name="connsiteX60" fmla="*/ 261326 w 1068373"/>
                    <a:gd name="connsiteY60" fmla="*/ 921724 h 1102044"/>
                    <a:gd name="connsiteX61" fmla="*/ 268254 w 1068373"/>
                    <a:gd name="connsiteY61" fmla="*/ 952242 h 1102044"/>
                    <a:gd name="connsiteX62" fmla="*/ 247248 w 1068373"/>
                    <a:gd name="connsiteY62" fmla="*/ 995918 h 1102044"/>
                    <a:gd name="connsiteX63" fmla="*/ 258029 w 1068373"/>
                    <a:gd name="connsiteY63" fmla="*/ 1029162 h 1102044"/>
                    <a:gd name="connsiteX64" fmla="*/ 332000 w 1068373"/>
                    <a:gd name="connsiteY64" fmla="*/ 1065530 h 1102044"/>
                    <a:gd name="connsiteX65" fmla="*/ 364563 w 1068373"/>
                    <a:gd name="connsiteY65" fmla="*/ 1053529 h 1102044"/>
                    <a:gd name="connsiteX66" fmla="*/ 385473 w 1068373"/>
                    <a:gd name="connsiteY66" fmla="*/ 1010075 h 1102044"/>
                    <a:gd name="connsiteX67" fmla="*/ 413407 w 1068373"/>
                    <a:gd name="connsiteY67" fmla="*/ 996410 h 1102044"/>
                    <a:gd name="connsiteX68" fmla="*/ 482385 w 1068373"/>
                    <a:gd name="connsiteY68" fmla="*/ 1008379 h 1102044"/>
                    <a:gd name="connsiteX69" fmla="*/ 503628 w 1068373"/>
                    <a:gd name="connsiteY69" fmla="*/ 1030589 h 1102044"/>
                    <a:gd name="connsiteX70" fmla="*/ 507417 w 1068373"/>
                    <a:gd name="connsiteY70" fmla="*/ 1079687 h 1102044"/>
                    <a:gd name="connsiteX71" fmla="*/ 533448 w 1068373"/>
                    <a:gd name="connsiteY71" fmla="*/ 1101913 h 1102044"/>
                    <a:gd name="connsiteX72" fmla="*/ 616059 w 1068373"/>
                    <a:gd name="connsiteY72" fmla="*/ 1092893 h 1102044"/>
                    <a:gd name="connsiteX73" fmla="*/ 638175 w 1068373"/>
                    <a:gd name="connsiteY73" fmla="*/ 1065514 h 1102044"/>
                    <a:gd name="connsiteX74" fmla="*/ 634402 w 1068373"/>
                    <a:gd name="connsiteY74" fmla="*/ 1015671 h 1102044"/>
                    <a:gd name="connsiteX75" fmla="*/ 651745 w 1068373"/>
                    <a:gd name="connsiteY75" fmla="*/ 989149 h 1102044"/>
                    <a:gd name="connsiteX76" fmla="*/ 706994 w 1068373"/>
                    <a:gd name="connsiteY76" fmla="*/ 967271 h 1102044"/>
                    <a:gd name="connsiteX77" fmla="*/ 736370 w 1068373"/>
                    <a:gd name="connsiteY77" fmla="*/ 975388 h 1102044"/>
                    <a:gd name="connsiteX78" fmla="*/ 763654 w 1068373"/>
                    <a:gd name="connsiteY78" fmla="*/ 1015893 h 1102044"/>
                    <a:gd name="connsiteX79" fmla="*/ 797199 w 1068373"/>
                    <a:gd name="connsiteY79" fmla="*/ 1021585 h 1102044"/>
                    <a:gd name="connsiteX80" fmla="*/ 865717 w 1068373"/>
                    <a:gd name="connsiteY80" fmla="*/ 971742 h 1102044"/>
                    <a:gd name="connsiteX81" fmla="*/ 872138 w 1068373"/>
                    <a:gd name="connsiteY81" fmla="*/ 936944 h 1102044"/>
                    <a:gd name="connsiteX82" fmla="*/ 844141 w 1068373"/>
                    <a:gd name="connsiteY82" fmla="*/ 895234 h 1102044"/>
                    <a:gd name="connsiteX83" fmla="*/ 846630 w 1068373"/>
                    <a:gd name="connsiteY83" fmla="*/ 863971 h 1102044"/>
                    <a:gd name="connsiteX84" fmla="*/ 881666 w 1068373"/>
                    <a:gd name="connsiteY84" fmla="*/ 820818 h 1102044"/>
                    <a:gd name="connsiteX85" fmla="*/ 911692 w 1068373"/>
                    <a:gd name="connsiteY85" fmla="*/ 812923 h 1102044"/>
                    <a:gd name="connsiteX86" fmla="*/ 958776 w 1068373"/>
                    <a:gd name="connsiteY86" fmla="*/ 836022 h 1102044"/>
                    <a:gd name="connsiteX87" fmla="*/ 991180 w 1068373"/>
                    <a:gd name="connsiteY87" fmla="*/ 824084 h 1102044"/>
                    <a:gd name="connsiteX88" fmla="*/ 1028404 w 1068373"/>
                    <a:gd name="connsiteY88" fmla="*/ 746769 h 1102044"/>
                    <a:gd name="connsiteX89" fmla="*/ 1017687 w 1068373"/>
                    <a:gd name="connsiteY89" fmla="*/ 713564 h 1102044"/>
                    <a:gd name="connsiteX90" fmla="*/ 968637 w 1068373"/>
                    <a:gd name="connsiteY90" fmla="*/ 689486 h 1102044"/>
                    <a:gd name="connsiteX91" fmla="*/ 956081 w 1068373"/>
                    <a:gd name="connsiteY91" fmla="*/ 661415 h 1102044"/>
                    <a:gd name="connsiteX92" fmla="*/ 970048 w 1068373"/>
                    <a:gd name="connsiteY92" fmla="*/ 571459 h 1102044"/>
                    <a:gd name="connsiteX93" fmla="*/ 991133 w 1068373"/>
                    <a:gd name="connsiteY93" fmla="*/ 547720 h 1102044"/>
                    <a:gd name="connsiteX94" fmla="*/ 1047142 w 1068373"/>
                    <a:gd name="connsiteY94" fmla="*/ 539058 h 1102044"/>
                    <a:gd name="connsiteX95" fmla="*/ 1068196 w 1068373"/>
                    <a:gd name="connsiteY95" fmla="*/ 510753 h 1102044"/>
                    <a:gd name="connsiteX96" fmla="*/ 1057986 w 1068373"/>
                    <a:gd name="connsiteY96" fmla="*/ 426236 h 1102044"/>
                    <a:gd name="connsiteX97" fmla="*/ 389754 w 1068373"/>
                    <a:gd name="connsiteY97" fmla="*/ 850321 h 1102044"/>
                    <a:gd name="connsiteX98" fmla="*/ 246583 w 1068373"/>
                    <a:gd name="connsiteY98" fmla="*/ 408954 h 1102044"/>
                    <a:gd name="connsiteX99" fmla="*/ 678569 w 1068373"/>
                    <a:gd name="connsiteY99" fmla="*/ 249935 h 1102044"/>
                    <a:gd name="connsiteX100" fmla="*/ 821756 w 1068373"/>
                    <a:gd name="connsiteY100" fmla="*/ 691394 h 1102044"/>
                    <a:gd name="connsiteX101" fmla="*/ 389754 w 1068373"/>
                    <a:gd name="connsiteY101" fmla="*/ 850321 h 11020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</a:cxnLst>
                  <a:rect l="l" t="t" r="r" b="b"/>
                  <a:pathLst>
                    <a:path w="1068373" h="1102044">
                      <a:moveTo>
                        <a:pt x="1057986" y="426236"/>
                      </a:moveTo>
                      <a:cubicBezTo>
                        <a:pt x="1056290" y="412662"/>
                        <a:pt x="1044257" y="403257"/>
                        <a:pt x="1030956" y="405310"/>
                      </a:cubicBezTo>
                      <a:lnTo>
                        <a:pt x="972600" y="414349"/>
                      </a:lnTo>
                      <a:cubicBezTo>
                        <a:pt x="961186" y="416098"/>
                        <a:pt x="950406" y="409309"/>
                        <a:pt x="946664" y="398107"/>
                      </a:cubicBezTo>
                      <a:cubicBezTo>
                        <a:pt x="943335" y="388442"/>
                        <a:pt x="939800" y="378876"/>
                        <a:pt x="935837" y="369467"/>
                      </a:cubicBezTo>
                      <a:cubicBezTo>
                        <a:pt x="931382" y="358577"/>
                        <a:pt x="934854" y="345744"/>
                        <a:pt x="944477" y="338876"/>
                      </a:cubicBezTo>
                      <a:lnTo>
                        <a:pt x="992924" y="304193"/>
                      </a:lnTo>
                      <a:cubicBezTo>
                        <a:pt x="1004069" y="296260"/>
                        <a:pt x="1007034" y="280723"/>
                        <a:pt x="999614" y="269425"/>
                      </a:cubicBezTo>
                      <a:lnTo>
                        <a:pt x="953545" y="199672"/>
                      </a:lnTo>
                      <a:cubicBezTo>
                        <a:pt x="946173" y="188486"/>
                        <a:pt x="931112" y="185729"/>
                        <a:pt x="920047" y="193704"/>
                      </a:cubicBezTo>
                      <a:lnTo>
                        <a:pt x="870965" y="228812"/>
                      </a:lnTo>
                      <a:cubicBezTo>
                        <a:pt x="861405" y="235640"/>
                        <a:pt x="848707" y="234788"/>
                        <a:pt x="840637" y="226762"/>
                      </a:cubicBezTo>
                      <a:cubicBezTo>
                        <a:pt x="828097" y="214273"/>
                        <a:pt x="814670" y="202492"/>
                        <a:pt x="800544" y="191586"/>
                      </a:cubicBezTo>
                      <a:cubicBezTo>
                        <a:pt x="791445" y="184563"/>
                        <a:pt x="788750" y="171727"/>
                        <a:pt x="793902" y="161026"/>
                      </a:cubicBezTo>
                      <a:lnTo>
                        <a:pt x="821169" y="104352"/>
                      </a:lnTo>
                      <a:cubicBezTo>
                        <a:pt x="827162" y="91903"/>
                        <a:pt x="822279" y="77029"/>
                        <a:pt x="810342" y="71174"/>
                      </a:cubicBezTo>
                      <a:lnTo>
                        <a:pt x="736338" y="34840"/>
                      </a:lnTo>
                      <a:cubicBezTo>
                        <a:pt x="724353" y="28941"/>
                        <a:pt x="709848" y="34282"/>
                        <a:pt x="703855" y="46732"/>
                      </a:cubicBezTo>
                      <a:lnTo>
                        <a:pt x="676587" y="103422"/>
                      </a:lnTo>
                      <a:cubicBezTo>
                        <a:pt x="671435" y="114123"/>
                        <a:pt x="659704" y="119890"/>
                        <a:pt x="648622" y="116987"/>
                      </a:cubicBezTo>
                      <a:cubicBezTo>
                        <a:pt x="626982" y="111367"/>
                        <a:pt x="605216" y="107482"/>
                        <a:pt x="583338" y="105411"/>
                      </a:cubicBezTo>
                      <a:cubicBezTo>
                        <a:pt x="571940" y="104260"/>
                        <a:pt x="563109" y="95011"/>
                        <a:pt x="562158" y="83223"/>
                      </a:cubicBezTo>
                      <a:lnTo>
                        <a:pt x="557466" y="22249"/>
                      </a:lnTo>
                      <a:cubicBezTo>
                        <a:pt x="556419" y="8633"/>
                        <a:pt x="544767" y="-1354"/>
                        <a:pt x="531482" y="150"/>
                      </a:cubicBezTo>
                      <a:lnTo>
                        <a:pt x="448918" y="9085"/>
                      </a:lnTo>
                      <a:cubicBezTo>
                        <a:pt x="435538" y="10548"/>
                        <a:pt x="425646" y="22789"/>
                        <a:pt x="426660" y="36506"/>
                      </a:cubicBezTo>
                      <a:lnTo>
                        <a:pt x="431369" y="96701"/>
                      </a:lnTo>
                      <a:cubicBezTo>
                        <a:pt x="432241" y="108577"/>
                        <a:pt x="424948" y="119638"/>
                        <a:pt x="413851" y="123146"/>
                      </a:cubicBezTo>
                      <a:cubicBezTo>
                        <a:pt x="396190" y="128624"/>
                        <a:pt x="378783" y="135304"/>
                        <a:pt x="361852" y="143034"/>
                      </a:cubicBezTo>
                      <a:cubicBezTo>
                        <a:pt x="351341" y="147781"/>
                        <a:pt x="339182" y="144280"/>
                        <a:pt x="332745" y="134699"/>
                      </a:cubicBezTo>
                      <a:lnTo>
                        <a:pt x="299469" y="85195"/>
                      </a:lnTo>
                      <a:cubicBezTo>
                        <a:pt x="291971" y="74053"/>
                        <a:pt x="276942" y="71493"/>
                        <a:pt x="265892" y="79583"/>
                      </a:cubicBezTo>
                      <a:lnTo>
                        <a:pt x="197390" y="129418"/>
                      </a:lnTo>
                      <a:cubicBezTo>
                        <a:pt x="186403" y="137436"/>
                        <a:pt x="183502" y="153015"/>
                        <a:pt x="191001" y="164143"/>
                      </a:cubicBezTo>
                      <a:lnTo>
                        <a:pt x="223373" y="212354"/>
                      </a:lnTo>
                      <a:cubicBezTo>
                        <a:pt x="229921" y="222076"/>
                        <a:pt x="228779" y="235310"/>
                        <a:pt x="220535" y="244007"/>
                      </a:cubicBezTo>
                      <a:cubicBezTo>
                        <a:pt x="208757" y="256452"/>
                        <a:pt x="197501" y="269712"/>
                        <a:pt x="186958" y="283716"/>
                      </a:cubicBezTo>
                      <a:cubicBezTo>
                        <a:pt x="179824" y="293057"/>
                        <a:pt x="167443" y="296052"/>
                        <a:pt x="157281" y="291049"/>
                      </a:cubicBezTo>
                      <a:lnTo>
                        <a:pt x="108310" y="267012"/>
                      </a:lnTo>
                      <a:cubicBezTo>
                        <a:pt x="96388" y="261140"/>
                        <a:pt x="81851" y="266566"/>
                        <a:pt x="75858" y="279016"/>
                      </a:cubicBezTo>
                      <a:lnTo>
                        <a:pt x="38666" y="356328"/>
                      </a:lnTo>
                      <a:cubicBezTo>
                        <a:pt x="32674" y="368777"/>
                        <a:pt x="37477" y="383608"/>
                        <a:pt x="49431" y="389479"/>
                      </a:cubicBezTo>
                      <a:lnTo>
                        <a:pt x="96483" y="412578"/>
                      </a:lnTo>
                      <a:cubicBezTo>
                        <a:pt x="106883" y="417678"/>
                        <a:pt x="112083" y="429790"/>
                        <a:pt x="108881" y="441325"/>
                      </a:cubicBezTo>
                      <a:cubicBezTo>
                        <a:pt x="100542" y="470860"/>
                        <a:pt x="95247" y="500667"/>
                        <a:pt x="92821" y="530345"/>
                      </a:cubicBezTo>
                      <a:cubicBezTo>
                        <a:pt x="91902" y="542086"/>
                        <a:pt x="83024" y="551685"/>
                        <a:pt x="71768" y="553435"/>
                      </a:cubicBezTo>
                      <a:lnTo>
                        <a:pt x="21180" y="561175"/>
                      </a:lnTo>
                      <a:cubicBezTo>
                        <a:pt x="7959" y="563286"/>
                        <a:pt x="-1474" y="575932"/>
                        <a:pt x="190" y="589590"/>
                      </a:cubicBezTo>
                      <a:lnTo>
                        <a:pt x="10432" y="674039"/>
                      </a:lnTo>
                      <a:cubicBezTo>
                        <a:pt x="12017" y="687671"/>
                        <a:pt x="24161" y="697018"/>
                        <a:pt x="37335" y="694994"/>
                      </a:cubicBezTo>
                      <a:lnTo>
                        <a:pt x="85798" y="687546"/>
                      </a:lnTo>
                      <a:cubicBezTo>
                        <a:pt x="97260" y="685712"/>
                        <a:pt x="108247" y="692613"/>
                        <a:pt x="111782" y="703883"/>
                      </a:cubicBezTo>
                      <a:cubicBezTo>
                        <a:pt x="115412" y="715873"/>
                        <a:pt x="119598" y="727647"/>
                        <a:pt x="124290" y="739193"/>
                      </a:cubicBezTo>
                      <a:cubicBezTo>
                        <a:pt x="128586" y="750013"/>
                        <a:pt x="124687" y="762638"/>
                        <a:pt x="115254" y="769439"/>
                      </a:cubicBezTo>
                      <a:lnTo>
                        <a:pt x="74083" y="798798"/>
                      </a:lnTo>
                      <a:cubicBezTo>
                        <a:pt x="63017" y="806772"/>
                        <a:pt x="60053" y="822324"/>
                        <a:pt x="67377" y="833564"/>
                      </a:cubicBezTo>
                      <a:lnTo>
                        <a:pt x="113462" y="903335"/>
                      </a:lnTo>
                      <a:cubicBezTo>
                        <a:pt x="120882" y="914606"/>
                        <a:pt x="135879" y="917254"/>
                        <a:pt x="147040" y="909327"/>
                      </a:cubicBezTo>
                      <a:lnTo>
                        <a:pt x="187164" y="880665"/>
                      </a:lnTo>
                      <a:cubicBezTo>
                        <a:pt x="196708" y="873753"/>
                        <a:pt x="209613" y="874593"/>
                        <a:pt x="217666" y="882900"/>
                      </a:cubicBezTo>
                      <a:cubicBezTo>
                        <a:pt x="231189" y="896724"/>
                        <a:pt x="245837" y="909676"/>
                        <a:pt x="261326" y="921724"/>
                      </a:cubicBezTo>
                      <a:cubicBezTo>
                        <a:pt x="270426" y="928748"/>
                        <a:pt x="273438" y="941446"/>
                        <a:pt x="268254" y="952242"/>
                      </a:cubicBezTo>
                      <a:lnTo>
                        <a:pt x="247248" y="995918"/>
                      </a:lnTo>
                      <a:cubicBezTo>
                        <a:pt x="241256" y="1008379"/>
                        <a:pt x="246028" y="1023297"/>
                        <a:pt x="258029" y="1029162"/>
                      </a:cubicBezTo>
                      <a:lnTo>
                        <a:pt x="332000" y="1065530"/>
                      </a:lnTo>
                      <a:cubicBezTo>
                        <a:pt x="343938" y="1071364"/>
                        <a:pt x="358570" y="1065974"/>
                        <a:pt x="364563" y="1053529"/>
                      </a:cubicBezTo>
                      <a:lnTo>
                        <a:pt x="385473" y="1010075"/>
                      </a:lnTo>
                      <a:cubicBezTo>
                        <a:pt x="390641" y="999295"/>
                        <a:pt x="402294" y="993508"/>
                        <a:pt x="413407" y="996410"/>
                      </a:cubicBezTo>
                      <a:cubicBezTo>
                        <a:pt x="436204" y="1002402"/>
                        <a:pt x="459270" y="1006365"/>
                        <a:pt x="482385" y="1008379"/>
                      </a:cubicBezTo>
                      <a:cubicBezTo>
                        <a:pt x="493831" y="1009377"/>
                        <a:pt x="502708" y="1018731"/>
                        <a:pt x="503628" y="1030589"/>
                      </a:cubicBezTo>
                      <a:lnTo>
                        <a:pt x="507417" y="1079687"/>
                      </a:lnTo>
                      <a:cubicBezTo>
                        <a:pt x="508495" y="1093432"/>
                        <a:pt x="520115" y="1103308"/>
                        <a:pt x="533448" y="1101913"/>
                      </a:cubicBezTo>
                      <a:lnTo>
                        <a:pt x="616059" y="1092893"/>
                      </a:lnTo>
                      <a:cubicBezTo>
                        <a:pt x="629313" y="1091482"/>
                        <a:pt x="639300" y="1079195"/>
                        <a:pt x="638175" y="1065514"/>
                      </a:cubicBezTo>
                      <a:lnTo>
                        <a:pt x="634402" y="1015671"/>
                      </a:lnTo>
                      <a:cubicBezTo>
                        <a:pt x="633451" y="1003892"/>
                        <a:pt x="640664" y="992684"/>
                        <a:pt x="651745" y="989149"/>
                      </a:cubicBezTo>
                      <a:cubicBezTo>
                        <a:pt x="670611" y="983124"/>
                        <a:pt x="689064" y="975753"/>
                        <a:pt x="706994" y="967271"/>
                      </a:cubicBezTo>
                      <a:cubicBezTo>
                        <a:pt x="717568" y="962182"/>
                        <a:pt x="729918" y="965686"/>
                        <a:pt x="736370" y="975388"/>
                      </a:cubicBezTo>
                      <a:lnTo>
                        <a:pt x="763654" y="1015893"/>
                      </a:lnTo>
                      <a:cubicBezTo>
                        <a:pt x="771137" y="1027101"/>
                        <a:pt x="786197" y="1029590"/>
                        <a:pt x="797199" y="1021585"/>
                      </a:cubicBezTo>
                      <a:lnTo>
                        <a:pt x="865717" y="971742"/>
                      </a:lnTo>
                      <a:cubicBezTo>
                        <a:pt x="876815" y="963672"/>
                        <a:pt x="879621" y="948057"/>
                        <a:pt x="872138" y="936944"/>
                      </a:cubicBezTo>
                      <a:lnTo>
                        <a:pt x="844141" y="895234"/>
                      </a:lnTo>
                      <a:cubicBezTo>
                        <a:pt x="837689" y="885722"/>
                        <a:pt x="838640" y="872627"/>
                        <a:pt x="846630" y="863971"/>
                      </a:cubicBezTo>
                      <a:cubicBezTo>
                        <a:pt x="859011" y="850385"/>
                        <a:pt x="870711" y="836053"/>
                        <a:pt x="881666" y="820818"/>
                      </a:cubicBezTo>
                      <a:cubicBezTo>
                        <a:pt x="888720" y="811069"/>
                        <a:pt x="901308" y="807803"/>
                        <a:pt x="911692" y="812923"/>
                      </a:cubicBezTo>
                      <a:lnTo>
                        <a:pt x="958776" y="836022"/>
                      </a:lnTo>
                      <a:cubicBezTo>
                        <a:pt x="970698" y="841871"/>
                        <a:pt x="985219" y="836529"/>
                        <a:pt x="991180" y="824084"/>
                      </a:cubicBezTo>
                      <a:lnTo>
                        <a:pt x="1028404" y="746769"/>
                      </a:lnTo>
                      <a:cubicBezTo>
                        <a:pt x="1034381" y="734320"/>
                        <a:pt x="1029593" y="719405"/>
                        <a:pt x="1017687" y="713564"/>
                      </a:cubicBezTo>
                      <a:lnTo>
                        <a:pt x="968637" y="689486"/>
                      </a:lnTo>
                      <a:cubicBezTo>
                        <a:pt x="958475" y="684480"/>
                        <a:pt x="953132" y="672796"/>
                        <a:pt x="956081" y="661415"/>
                      </a:cubicBezTo>
                      <a:cubicBezTo>
                        <a:pt x="963738" y="631560"/>
                        <a:pt x="968304" y="601390"/>
                        <a:pt x="970048" y="571459"/>
                      </a:cubicBezTo>
                      <a:cubicBezTo>
                        <a:pt x="970650" y="559481"/>
                        <a:pt x="979592" y="549513"/>
                        <a:pt x="991133" y="547720"/>
                      </a:cubicBezTo>
                      <a:lnTo>
                        <a:pt x="1047142" y="539058"/>
                      </a:lnTo>
                      <a:cubicBezTo>
                        <a:pt x="1060412" y="537076"/>
                        <a:pt x="1069797" y="524301"/>
                        <a:pt x="1068196" y="510753"/>
                      </a:cubicBezTo>
                      <a:lnTo>
                        <a:pt x="1057986" y="426236"/>
                      </a:lnTo>
                      <a:close/>
                      <a:moveTo>
                        <a:pt x="389754" y="850321"/>
                      </a:moveTo>
                      <a:cubicBezTo>
                        <a:pt x="230935" y="772334"/>
                        <a:pt x="166840" y="574726"/>
                        <a:pt x="246583" y="408954"/>
                      </a:cubicBezTo>
                      <a:cubicBezTo>
                        <a:pt x="326325" y="243179"/>
                        <a:pt x="519751" y="171938"/>
                        <a:pt x="678569" y="249935"/>
                      </a:cubicBezTo>
                      <a:cubicBezTo>
                        <a:pt x="837451" y="327944"/>
                        <a:pt x="901514" y="525620"/>
                        <a:pt x="821756" y="691394"/>
                      </a:cubicBezTo>
                      <a:cubicBezTo>
                        <a:pt x="742030" y="857170"/>
                        <a:pt x="548635" y="928335"/>
                        <a:pt x="389754" y="8503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59" name="Freeform: Shape 2058">
                  <a:extLst>
                    <a:ext uri="{FF2B5EF4-FFF2-40B4-BE49-F238E27FC236}">
                      <a16:creationId xmlns:a16="http://schemas.microsoft.com/office/drawing/2014/main" id="{CCB96F76-FD0D-4717-2AAC-F33E7DA7D32A}"/>
                    </a:ext>
                  </a:extLst>
                </p:cNvPr>
                <p:cNvSpPr/>
                <p:nvPr/>
              </p:nvSpPr>
              <p:spPr>
                <a:xfrm>
                  <a:off x="1224204" y="3493378"/>
                  <a:ext cx="1073309" cy="1106986"/>
                </a:xfrm>
                <a:custGeom>
                  <a:avLst/>
                  <a:gdLst>
                    <a:gd name="connsiteX0" fmla="*/ 533402 w 1073309"/>
                    <a:gd name="connsiteY0" fmla="*/ 1106986 h 1106986"/>
                    <a:gd name="connsiteX1" fmla="*/ 516915 w 1073309"/>
                    <a:gd name="connsiteY1" fmla="*/ 1101026 h 1106986"/>
                    <a:gd name="connsiteX2" fmla="*/ 507419 w 1073309"/>
                    <a:gd name="connsiteY2" fmla="*/ 1082350 h 1106986"/>
                    <a:gd name="connsiteX3" fmla="*/ 503630 w 1073309"/>
                    <a:gd name="connsiteY3" fmla="*/ 1033253 h 1106986"/>
                    <a:gd name="connsiteX4" fmla="*/ 484638 w 1073309"/>
                    <a:gd name="connsiteY4" fmla="*/ 1013309 h 1106986"/>
                    <a:gd name="connsiteX5" fmla="*/ 415248 w 1073309"/>
                    <a:gd name="connsiteY5" fmla="*/ 1001277 h 1106986"/>
                    <a:gd name="connsiteX6" fmla="*/ 390168 w 1073309"/>
                    <a:gd name="connsiteY6" fmla="*/ 1013610 h 1106986"/>
                    <a:gd name="connsiteX7" fmla="*/ 369257 w 1073309"/>
                    <a:gd name="connsiteY7" fmla="*/ 1057080 h 1106986"/>
                    <a:gd name="connsiteX8" fmla="*/ 353340 w 1073309"/>
                    <a:gd name="connsiteY8" fmla="*/ 1071348 h 1106986"/>
                    <a:gd name="connsiteX9" fmla="*/ 333381 w 1073309"/>
                    <a:gd name="connsiteY9" fmla="*/ 1070223 h 1106986"/>
                    <a:gd name="connsiteX10" fmla="*/ 259410 w 1073309"/>
                    <a:gd name="connsiteY10" fmla="*/ 1033855 h 1106986"/>
                    <a:gd name="connsiteX11" fmla="*/ 247488 w 1073309"/>
                    <a:gd name="connsiteY11" fmla="*/ 997313 h 1106986"/>
                    <a:gd name="connsiteX12" fmla="*/ 268494 w 1073309"/>
                    <a:gd name="connsiteY12" fmla="*/ 953637 h 1106986"/>
                    <a:gd name="connsiteX13" fmla="*/ 262279 w 1073309"/>
                    <a:gd name="connsiteY13" fmla="*/ 926148 h 1106986"/>
                    <a:gd name="connsiteX14" fmla="*/ 218366 w 1073309"/>
                    <a:gd name="connsiteY14" fmla="*/ 887101 h 1106986"/>
                    <a:gd name="connsiteX15" fmla="*/ 191082 w 1073309"/>
                    <a:gd name="connsiteY15" fmla="*/ 885135 h 1106986"/>
                    <a:gd name="connsiteX16" fmla="*/ 150942 w 1073309"/>
                    <a:gd name="connsiteY16" fmla="*/ 913814 h 1106986"/>
                    <a:gd name="connsiteX17" fmla="*/ 130633 w 1073309"/>
                    <a:gd name="connsiteY17" fmla="*/ 918396 h 1106986"/>
                    <a:gd name="connsiteX18" fmla="*/ 113861 w 1073309"/>
                    <a:gd name="connsiteY18" fmla="*/ 907155 h 1106986"/>
                    <a:gd name="connsiteX19" fmla="*/ 67791 w 1073309"/>
                    <a:gd name="connsiteY19" fmla="*/ 837401 h 1106986"/>
                    <a:gd name="connsiteX20" fmla="*/ 75099 w 1073309"/>
                    <a:gd name="connsiteY20" fmla="*/ 799258 h 1106986"/>
                    <a:gd name="connsiteX21" fmla="*/ 116286 w 1073309"/>
                    <a:gd name="connsiteY21" fmla="*/ 769898 h 1106986"/>
                    <a:gd name="connsiteX22" fmla="*/ 124451 w 1073309"/>
                    <a:gd name="connsiteY22" fmla="*/ 742578 h 1106986"/>
                    <a:gd name="connsiteX23" fmla="*/ 111879 w 1073309"/>
                    <a:gd name="connsiteY23" fmla="*/ 707073 h 1106986"/>
                    <a:gd name="connsiteX24" fmla="*/ 88670 w 1073309"/>
                    <a:gd name="connsiteY24" fmla="*/ 692461 h 1106986"/>
                    <a:gd name="connsiteX25" fmla="*/ 40175 w 1073309"/>
                    <a:gd name="connsiteY25" fmla="*/ 699910 h 1106986"/>
                    <a:gd name="connsiteX26" fmla="*/ 20659 w 1073309"/>
                    <a:gd name="connsiteY26" fmla="*/ 694950 h 1106986"/>
                    <a:gd name="connsiteX27" fmla="*/ 10434 w 1073309"/>
                    <a:gd name="connsiteY27" fmla="*/ 676794 h 1106986"/>
                    <a:gd name="connsiteX28" fmla="*/ 208 w 1073309"/>
                    <a:gd name="connsiteY28" fmla="*/ 592358 h 1106986"/>
                    <a:gd name="connsiteX29" fmla="*/ 23259 w 1073309"/>
                    <a:gd name="connsiteY29" fmla="*/ 561203 h 1106986"/>
                    <a:gd name="connsiteX30" fmla="*/ 73879 w 1073309"/>
                    <a:gd name="connsiteY30" fmla="*/ 553462 h 1106986"/>
                    <a:gd name="connsiteX31" fmla="*/ 92823 w 1073309"/>
                    <a:gd name="connsiteY31" fmla="*/ 532625 h 1106986"/>
                    <a:gd name="connsiteX32" fmla="*/ 108962 w 1073309"/>
                    <a:gd name="connsiteY32" fmla="*/ 443126 h 1106986"/>
                    <a:gd name="connsiteX33" fmla="*/ 97865 w 1073309"/>
                    <a:gd name="connsiteY33" fmla="*/ 417271 h 1106986"/>
                    <a:gd name="connsiteX34" fmla="*/ 50796 w 1073309"/>
                    <a:gd name="connsiteY34" fmla="*/ 394171 h 1106986"/>
                    <a:gd name="connsiteX35" fmla="*/ 38906 w 1073309"/>
                    <a:gd name="connsiteY35" fmla="*/ 357728 h 1106986"/>
                    <a:gd name="connsiteX36" fmla="*/ 76098 w 1073309"/>
                    <a:gd name="connsiteY36" fmla="*/ 280416 h 1106986"/>
                    <a:gd name="connsiteX37" fmla="*/ 92046 w 1073309"/>
                    <a:gd name="connsiteY37" fmla="*/ 266091 h 1106986"/>
                    <a:gd name="connsiteX38" fmla="*/ 111879 w 1073309"/>
                    <a:gd name="connsiteY38" fmla="*/ 267266 h 1106986"/>
                    <a:gd name="connsiteX39" fmla="*/ 160834 w 1073309"/>
                    <a:gd name="connsiteY39" fmla="*/ 291301 h 1106986"/>
                    <a:gd name="connsiteX40" fmla="*/ 187468 w 1073309"/>
                    <a:gd name="connsiteY40" fmla="*/ 284688 h 1106986"/>
                    <a:gd name="connsiteX41" fmla="*/ 221203 w 1073309"/>
                    <a:gd name="connsiteY41" fmla="*/ 244781 h 1106986"/>
                    <a:gd name="connsiteX42" fmla="*/ 223787 w 1073309"/>
                    <a:gd name="connsiteY42" fmla="*/ 216208 h 1106986"/>
                    <a:gd name="connsiteX43" fmla="*/ 191415 w 1073309"/>
                    <a:gd name="connsiteY43" fmla="*/ 167995 h 1106986"/>
                    <a:gd name="connsiteX44" fmla="*/ 198406 w 1073309"/>
                    <a:gd name="connsiteY44" fmla="*/ 129892 h 1106986"/>
                    <a:gd name="connsiteX45" fmla="*/ 266908 w 1073309"/>
                    <a:gd name="connsiteY45" fmla="*/ 80057 h 1106986"/>
                    <a:gd name="connsiteX46" fmla="*/ 287058 w 1073309"/>
                    <a:gd name="connsiteY46" fmla="*/ 75239 h 1106986"/>
                    <a:gd name="connsiteX47" fmla="*/ 304005 w 1073309"/>
                    <a:gd name="connsiteY47" fmla="*/ 86288 h 1106986"/>
                    <a:gd name="connsiteX48" fmla="*/ 337281 w 1073309"/>
                    <a:gd name="connsiteY48" fmla="*/ 135793 h 1106986"/>
                    <a:gd name="connsiteX49" fmla="*/ 363312 w 1073309"/>
                    <a:gd name="connsiteY49" fmla="*/ 143255 h 1106986"/>
                    <a:gd name="connsiteX50" fmla="*/ 415581 w 1073309"/>
                    <a:gd name="connsiteY50" fmla="*/ 123259 h 1106986"/>
                    <a:gd name="connsiteX51" fmla="*/ 431371 w 1073309"/>
                    <a:gd name="connsiteY51" fmla="*/ 99359 h 1106986"/>
                    <a:gd name="connsiteX52" fmla="*/ 426662 w 1073309"/>
                    <a:gd name="connsiteY52" fmla="*/ 39173 h 1106986"/>
                    <a:gd name="connsiteX53" fmla="*/ 451108 w 1073309"/>
                    <a:gd name="connsiteY53" fmla="*/ 9101 h 1106986"/>
                    <a:gd name="connsiteX54" fmla="*/ 533688 w 1073309"/>
                    <a:gd name="connsiteY54" fmla="*/ 164 h 1106986"/>
                    <a:gd name="connsiteX55" fmla="*/ 552839 w 1073309"/>
                    <a:gd name="connsiteY55" fmla="*/ 5870 h 1106986"/>
                    <a:gd name="connsiteX56" fmla="*/ 562398 w 1073309"/>
                    <a:gd name="connsiteY56" fmla="*/ 24534 h 1106986"/>
                    <a:gd name="connsiteX57" fmla="*/ 567107 w 1073309"/>
                    <a:gd name="connsiteY57" fmla="*/ 85504 h 1106986"/>
                    <a:gd name="connsiteX58" fmla="*/ 586051 w 1073309"/>
                    <a:gd name="connsiteY58" fmla="*/ 105421 h 1106986"/>
                    <a:gd name="connsiteX59" fmla="*/ 651716 w 1073309"/>
                    <a:gd name="connsiteY59" fmla="*/ 117063 h 1106986"/>
                    <a:gd name="connsiteX60" fmla="*/ 676827 w 1073309"/>
                    <a:gd name="connsiteY60" fmla="*/ 104818 h 1106986"/>
                    <a:gd name="connsiteX61" fmla="*/ 704095 w 1073309"/>
                    <a:gd name="connsiteY61" fmla="*/ 48129 h 1106986"/>
                    <a:gd name="connsiteX62" fmla="*/ 719948 w 1073309"/>
                    <a:gd name="connsiteY62" fmla="*/ 33883 h 1106986"/>
                    <a:gd name="connsiteX63" fmla="*/ 739908 w 1073309"/>
                    <a:gd name="connsiteY63" fmla="*/ 35091 h 1106986"/>
                    <a:gd name="connsiteX64" fmla="*/ 813911 w 1073309"/>
                    <a:gd name="connsiteY64" fmla="*/ 71425 h 1106986"/>
                    <a:gd name="connsiteX65" fmla="*/ 825880 w 1073309"/>
                    <a:gd name="connsiteY65" fmla="*/ 107896 h 1106986"/>
                    <a:gd name="connsiteX66" fmla="*/ 798596 w 1073309"/>
                    <a:gd name="connsiteY66" fmla="*/ 164569 h 1106986"/>
                    <a:gd name="connsiteX67" fmla="*/ 804526 w 1073309"/>
                    <a:gd name="connsiteY67" fmla="*/ 192099 h 1106986"/>
                    <a:gd name="connsiteX68" fmla="*/ 844856 w 1073309"/>
                    <a:gd name="connsiteY68" fmla="*/ 227480 h 1106986"/>
                    <a:gd name="connsiteX69" fmla="*/ 871981 w 1073309"/>
                    <a:gd name="connsiteY69" fmla="*/ 229270 h 1106986"/>
                    <a:gd name="connsiteX70" fmla="*/ 921079 w 1073309"/>
                    <a:gd name="connsiteY70" fmla="*/ 194163 h 1106986"/>
                    <a:gd name="connsiteX71" fmla="*/ 941181 w 1073309"/>
                    <a:gd name="connsiteY71" fmla="*/ 189556 h 1106986"/>
                    <a:gd name="connsiteX72" fmla="*/ 958081 w 1073309"/>
                    <a:gd name="connsiteY72" fmla="*/ 200782 h 1106986"/>
                    <a:gd name="connsiteX73" fmla="*/ 1004150 w 1073309"/>
                    <a:gd name="connsiteY73" fmla="*/ 270531 h 1106986"/>
                    <a:gd name="connsiteX74" fmla="*/ 996842 w 1073309"/>
                    <a:gd name="connsiteY74" fmla="*/ 308676 h 1106986"/>
                    <a:gd name="connsiteX75" fmla="*/ 948394 w 1073309"/>
                    <a:gd name="connsiteY75" fmla="*/ 343358 h 1106986"/>
                    <a:gd name="connsiteX76" fmla="*/ 940594 w 1073309"/>
                    <a:gd name="connsiteY76" fmla="*/ 371002 h 1106986"/>
                    <a:gd name="connsiteX77" fmla="*/ 951470 w 1073309"/>
                    <a:gd name="connsiteY77" fmla="*/ 399774 h 1106986"/>
                    <a:gd name="connsiteX78" fmla="*/ 974695 w 1073309"/>
                    <a:gd name="connsiteY78" fmla="*/ 414375 h 1106986"/>
                    <a:gd name="connsiteX79" fmla="*/ 1033051 w 1073309"/>
                    <a:gd name="connsiteY79" fmla="*/ 405335 h 1106986"/>
                    <a:gd name="connsiteX80" fmla="*/ 1052535 w 1073309"/>
                    <a:gd name="connsiteY80" fmla="*/ 410216 h 1106986"/>
                    <a:gd name="connsiteX81" fmla="*/ 1062919 w 1073309"/>
                    <a:gd name="connsiteY81" fmla="*/ 428399 h 1106986"/>
                    <a:gd name="connsiteX82" fmla="*/ 1062919 w 1073309"/>
                    <a:gd name="connsiteY82" fmla="*/ 428410 h 1106986"/>
                    <a:gd name="connsiteX83" fmla="*/ 1073112 w 1073309"/>
                    <a:gd name="connsiteY83" fmla="*/ 512930 h 1106986"/>
                    <a:gd name="connsiteX84" fmla="*/ 1049982 w 1073309"/>
                    <a:gd name="connsiteY84" fmla="*/ 543977 h 1106986"/>
                    <a:gd name="connsiteX85" fmla="*/ 993988 w 1073309"/>
                    <a:gd name="connsiteY85" fmla="*/ 552636 h 1106986"/>
                    <a:gd name="connsiteX86" fmla="*/ 974980 w 1073309"/>
                    <a:gd name="connsiteY86" fmla="*/ 574055 h 1106986"/>
                    <a:gd name="connsiteX87" fmla="*/ 960950 w 1073309"/>
                    <a:gd name="connsiteY87" fmla="*/ 664502 h 1106986"/>
                    <a:gd name="connsiteX88" fmla="*/ 972190 w 1073309"/>
                    <a:gd name="connsiteY88" fmla="*/ 689740 h 1106986"/>
                    <a:gd name="connsiteX89" fmla="*/ 1021240 w 1073309"/>
                    <a:gd name="connsiteY89" fmla="*/ 713817 h 1106986"/>
                    <a:gd name="connsiteX90" fmla="*/ 1033098 w 1073309"/>
                    <a:gd name="connsiteY90" fmla="*/ 750314 h 1106986"/>
                    <a:gd name="connsiteX91" fmla="*/ 995875 w 1073309"/>
                    <a:gd name="connsiteY91" fmla="*/ 827635 h 1106986"/>
                    <a:gd name="connsiteX92" fmla="*/ 980037 w 1073309"/>
                    <a:gd name="connsiteY92" fmla="*/ 841888 h 1106986"/>
                    <a:gd name="connsiteX93" fmla="*/ 960141 w 1073309"/>
                    <a:gd name="connsiteY93" fmla="*/ 840714 h 1106986"/>
                    <a:gd name="connsiteX94" fmla="*/ 913073 w 1073309"/>
                    <a:gd name="connsiteY94" fmla="*/ 817616 h 1106986"/>
                    <a:gd name="connsiteX95" fmla="*/ 886138 w 1073309"/>
                    <a:gd name="connsiteY95" fmla="*/ 824734 h 1106986"/>
                    <a:gd name="connsiteX96" fmla="*/ 850912 w 1073309"/>
                    <a:gd name="connsiteY96" fmla="*/ 868109 h 1106986"/>
                    <a:gd name="connsiteX97" fmla="*/ 848661 w 1073309"/>
                    <a:gd name="connsiteY97" fmla="*/ 896312 h 1106986"/>
                    <a:gd name="connsiteX98" fmla="*/ 876658 w 1073309"/>
                    <a:gd name="connsiteY98" fmla="*/ 938038 h 1106986"/>
                    <a:gd name="connsiteX99" fmla="*/ 869635 w 1073309"/>
                    <a:gd name="connsiteY99" fmla="*/ 976213 h 1106986"/>
                    <a:gd name="connsiteX100" fmla="*/ 801117 w 1073309"/>
                    <a:gd name="connsiteY100" fmla="*/ 1026055 h 1106986"/>
                    <a:gd name="connsiteX101" fmla="*/ 780920 w 1073309"/>
                    <a:gd name="connsiteY101" fmla="*/ 1030811 h 1106986"/>
                    <a:gd name="connsiteX102" fmla="*/ 764068 w 1073309"/>
                    <a:gd name="connsiteY102" fmla="*/ 1019730 h 1106986"/>
                    <a:gd name="connsiteX103" fmla="*/ 736784 w 1073309"/>
                    <a:gd name="connsiteY103" fmla="*/ 979241 h 1106986"/>
                    <a:gd name="connsiteX104" fmla="*/ 710531 w 1073309"/>
                    <a:gd name="connsiteY104" fmla="*/ 971964 h 1106986"/>
                    <a:gd name="connsiteX105" fmla="*/ 654965 w 1073309"/>
                    <a:gd name="connsiteY105" fmla="*/ 993984 h 1106986"/>
                    <a:gd name="connsiteX106" fmla="*/ 639334 w 1073309"/>
                    <a:gd name="connsiteY106" fmla="*/ 1017938 h 1106986"/>
                    <a:gd name="connsiteX107" fmla="*/ 643107 w 1073309"/>
                    <a:gd name="connsiteY107" fmla="*/ 1067797 h 1106986"/>
                    <a:gd name="connsiteX108" fmla="*/ 618788 w 1073309"/>
                    <a:gd name="connsiteY108" fmla="*/ 1097823 h 1106986"/>
                    <a:gd name="connsiteX109" fmla="*/ 536193 w 1073309"/>
                    <a:gd name="connsiteY109" fmla="*/ 1106844 h 1106986"/>
                    <a:gd name="connsiteX110" fmla="*/ 533402 w 1073309"/>
                    <a:gd name="connsiteY110" fmla="*/ 1106986 h 1106986"/>
                    <a:gd name="connsiteX111" fmla="*/ 410143 w 1073309"/>
                    <a:gd name="connsiteY111" fmla="*/ 995665 h 1106986"/>
                    <a:gd name="connsiteX112" fmla="*/ 416500 w 1073309"/>
                    <a:gd name="connsiteY112" fmla="*/ 996489 h 1106986"/>
                    <a:gd name="connsiteX113" fmla="*/ 485066 w 1073309"/>
                    <a:gd name="connsiteY113" fmla="*/ 1008379 h 1106986"/>
                    <a:gd name="connsiteX114" fmla="*/ 508560 w 1073309"/>
                    <a:gd name="connsiteY114" fmla="*/ 1032872 h 1106986"/>
                    <a:gd name="connsiteX115" fmla="*/ 512365 w 1073309"/>
                    <a:gd name="connsiteY115" fmla="*/ 1081970 h 1106986"/>
                    <a:gd name="connsiteX116" fmla="*/ 520086 w 1073309"/>
                    <a:gd name="connsiteY116" fmla="*/ 1097221 h 1106986"/>
                    <a:gd name="connsiteX117" fmla="*/ 535669 w 1073309"/>
                    <a:gd name="connsiteY117" fmla="*/ 1101929 h 1106986"/>
                    <a:gd name="connsiteX118" fmla="*/ 618249 w 1073309"/>
                    <a:gd name="connsiteY118" fmla="*/ 1092909 h 1106986"/>
                    <a:gd name="connsiteX119" fmla="*/ 638177 w 1073309"/>
                    <a:gd name="connsiteY119" fmla="*/ 1068193 h 1106986"/>
                    <a:gd name="connsiteX120" fmla="*/ 634404 w 1073309"/>
                    <a:gd name="connsiteY120" fmla="*/ 1018335 h 1106986"/>
                    <a:gd name="connsiteX121" fmla="*/ 653459 w 1073309"/>
                    <a:gd name="connsiteY121" fmla="*/ 989276 h 1106986"/>
                    <a:gd name="connsiteX122" fmla="*/ 708391 w 1073309"/>
                    <a:gd name="connsiteY122" fmla="*/ 967509 h 1106986"/>
                    <a:gd name="connsiteX123" fmla="*/ 740890 w 1073309"/>
                    <a:gd name="connsiteY123" fmla="*/ 976482 h 1106986"/>
                    <a:gd name="connsiteX124" fmla="*/ 768174 w 1073309"/>
                    <a:gd name="connsiteY124" fmla="*/ 1016971 h 1106986"/>
                    <a:gd name="connsiteX125" fmla="*/ 781792 w 1073309"/>
                    <a:gd name="connsiteY125" fmla="*/ 1025944 h 1106986"/>
                    <a:gd name="connsiteX126" fmla="*/ 798216 w 1073309"/>
                    <a:gd name="connsiteY126" fmla="*/ 1022060 h 1106986"/>
                    <a:gd name="connsiteX127" fmla="*/ 866718 w 1073309"/>
                    <a:gd name="connsiteY127" fmla="*/ 972202 h 1106986"/>
                    <a:gd name="connsiteX128" fmla="*/ 872552 w 1073309"/>
                    <a:gd name="connsiteY128" fmla="*/ 940796 h 1106986"/>
                    <a:gd name="connsiteX129" fmla="*/ 844555 w 1073309"/>
                    <a:gd name="connsiteY129" fmla="*/ 899086 h 1106986"/>
                    <a:gd name="connsiteX130" fmla="*/ 847266 w 1073309"/>
                    <a:gd name="connsiteY130" fmla="*/ 864764 h 1106986"/>
                    <a:gd name="connsiteX131" fmla="*/ 882127 w 1073309"/>
                    <a:gd name="connsiteY131" fmla="*/ 821833 h 1106986"/>
                    <a:gd name="connsiteX132" fmla="*/ 915261 w 1073309"/>
                    <a:gd name="connsiteY132" fmla="*/ 813177 h 1106986"/>
                    <a:gd name="connsiteX133" fmla="*/ 962329 w 1073309"/>
                    <a:gd name="connsiteY133" fmla="*/ 836260 h 1106986"/>
                    <a:gd name="connsiteX134" fmla="*/ 978420 w 1073309"/>
                    <a:gd name="connsiteY134" fmla="*/ 837211 h 1106986"/>
                    <a:gd name="connsiteX135" fmla="*/ 991420 w 1073309"/>
                    <a:gd name="connsiteY135" fmla="*/ 825479 h 1106986"/>
                    <a:gd name="connsiteX136" fmla="*/ 1028644 w 1073309"/>
                    <a:gd name="connsiteY136" fmla="*/ 748168 h 1106986"/>
                    <a:gd name="connsiteX137" fmla="*/ 1019052 w 1073309"/>
                    <a:gd name="connsiteY137" fmla="*/ 718257 h 1106986"/>
                    <a:gd name="connsiteX138" fmla="*/ 970018 w 1073309"/>
                    <a:gd name="connsiteY138" fmla="*/ 694179 h 1106986"/>
                    <a:gd name="connsiteX139" fmla="*/ 956162 w 1073309"/>
                    <a:gd name="connsiteY139" fmla="*/ 663267 h 1106986"/>
                    <a:gd name="connsiteX140" fmla="*/ 970034 w 1073309"/>
                    <a:gd name="connsiteY140" fmla="*/ 573789 h 1106986"/>
                    <a:gd name="connsiteX141" fmla="*/ 993227 w 1073309"/>
                    <a:gd name="connsiteY141" fmla="*/ 547749 h 1106986"/>
                    <a:gd name="connsiteX142" fmla="*/ 1049237 w 1073309"/>
                    <a:gd name="connsiteY142" fmla="*/ 539088 h 1106986"/>
                    <a:gd name="connsiteX143" fmla="*/ 1068198 w 1073309"/>
                    <a:gd name="connsiteY143" fmla="*/ 513520 h 1106986"/>
                    <a:gd name="connsiteX144" fmla="*/ 1058020 w 1073309"/>
                    <a:gd name="connsiteY144" fmla="*/ 429015 h 1106986"/>
                    <a:gd name="connsiteX145" fmla="*/ 1049570 w 1073309"/>
                    <a:gd name="connsiteY145" fmla="*/ 414169 h 1106986"/>
                    <a:gd name="connsiteX146" fmla="*/ 1033812 w 1073309"/>
                    <a:gd name="connsiteY146" fmla="*/ 410228 h 1106986"/>
                    <a:gd name="connsiteX147" fmla="*/ 975456 w 1073309"/>
                    <a:gd name="connsiteY147" fmla="*/ 419267 h 1106986"/>
                    <a:gd name="connsiteX148" fmla="*/ 946793 w 1073309"/>
                    <a:gd name="connsiteY148" fmla="*/ 401365 h 1106986"/>
                    <a:gd name="connsiteX149" fmla="*/ 936029 w 1073309"/>
                    <a:gd name="connsiteY149" fmla="*/ 372899 h 1106986"/>
                    <a:gd name="connsiteX150" fmla="*/ 945525 w 1073309"/>
                    <a:gd name="connsiteY150" fmla="*/ 339335 h 1106986"/>
                    <a:gd name="connsiteX151" fmla="*/ 993973 w 1073309"/>
                    <a:gd name="connsiteY151" fmla="*/ 304652 h 1106986"/>
                    <a:gd name="connsiteX152" fmla="*/ 1000013 w 1073309"/>
                    <a:gd name="connsiteY152" fmla="*/ 273255 h 1106986"/>
                    <a:gd name="connsiteX153" fmla="*/ 953943 w 1073309"/>
                    <a:gd name="connsiteY153" fmla="*/ 203508 h 1106986"/>
                    <a:gd name="connsiteX154" fmla="*/ 940293 w 1073309"/>
                    <a:gd name="connsiteY154" fmla="*/ 194424 h 1106986"/>
                    <a:gd name="connsiteX155" fmla="*/ 923964 w 1073309"/>
                    <a:gd name="connsiteY155" fmla="*/ 198183 h 1106986"/>
                    <a:gd name="connsiteX156" fmla="*/ 874867 w 1073309"/>
                    <a:gd name="connsiteY156" fmla="*/ 233295 h 1106986"/>
                    <a:gd name="connsiteX157" fmla="*/ 841369 w 1073309"/>
                    <a:gd name="connsiteY157" fmla="*/ 230988 h 1106986"/>
                    <a:gd name="connsiteX158" fmla="*/ 801513 w 1073309"/>
                    <a:gd name="connsiteY158" fmla="*/ 196016 h 1106986"/>
                    <a:gd name="connsiteX159" fmla="*/ 794142 w 1073309"/>
                    <a:gd name="connsiteY159" fmla="*/ 162425 h 1106986"/>
                    <a:gd name="connsiteX160" fmla="*/ 821425 w 1073309"/>
                    <a:gd name="connsiteY160" fmla="*/ 105752 h 1106986"/>
                    <a:gd name="connsiteX161" fmla="*/ 811723 w 1073309"/>
                    <a:gd name="connsiteY161" fmla="*/ 75867 h 1106986"/>
                    <a:gd name="connsiteX162" fmla="*/ 737720 w 1073309"/>
                    <a:gd name="connsiteY162" fmla="*/ 39531 h 1106986"/>
                    <a:gd name="connsiteX163" fmla="*/ 721565 w 1073309"/>
                    <a:gd name="connsiteY163" fmla="*/ 38560 h 1106986"/>
                    <a:gd name="connsiteX164" fmla="*/ 708565 w 1073309"/>
                    <a:gd name="connsiteY164" fmla="*/ 50275 h 1106986"/>
                    <a:gd name="connsiteX165" fmla="*/ 681282 w 1073309"/>
                    <a:gd name="connsiteY165" fmla="*/ 106965 h 1106986"/>
                    <a:gd name="connsiteX166" fmla="*/ 650463 w 1073309"/>
                    <a:gd name="connsiteY166" fmla="*/ 121851 h 1106986"/>
                    <a:gd name="connsiteX167" fmla="*/ 585576 w 1073309"/>
                    <a:gd name="connsiteY167" fmla="*/ 110345 h 1106986"/>
                    <a:gd name="connsiteX168" fmla="*/ 562176 w 1073309"/>
                    <a:gd name="connsiteY168" fmla="*/ 85891 h 1106986"/>
                    <a:gd name="connsiteX169" fmla="*/ 557468 w 1073309"/>
                    <a:gd name="connsiteY169" fmla="*/ 24911 h 1106986"/>
                    <a:gd name="connsiteX170" fmla="*/ 549684 w 1073309"/>
                    <a:gd name="connsiteY170" fmla="*/ 9681 h 1106986"/>
                    <a:gd name="connsiteX171" fmla="*/ 534227 w 1073309"/>
                    <a:gd name="connsiteY171" fmla="*/ 5081 h 1106986"/>
                    <a:gd name="connsiteX172" fmla="*/ 451647 w 1073309"/>
                    <a:gd name="connsiteY172" fmla="*/ 14019 h 1106986"/>
                    <a:gd name="connsiteX173" fmla="*/ 431608 w 1073309"/>
                    <a:gd name="connsiteY173" fmla="*/ 38797 h 1106986"/>
                    <a:gd name="connsiteX174" fmla="*/ 436301 w 1073309"/>
                    <a:gd name="connsiteY174" fmla="*/ 98981 h 1106986"/>
                    <a:gd name="connsiteX175" fmla="*/ 417071 w 1073309"/>
                    <a:gd name="connsiteY175" fmla="*/ 127978 h 1106986"/>
                    <a:gd name="connsiteX176" fmla="*/ 365357 w 1073309"/>
                    <a:gd name="connsiteY176" fmla="*/ 147757 h 1106986"/>
                    <a:gd name="connsiteX177" fmla="*/ 333159 w 1073309"/>
                    <a:gd name="connsiteY177" fmla="*/ 138550 h 1106986"/>
                    <a:gd name="connsiteX178" fmla="*/ 299899 w 1073309"/>
                    <a:gd name="connsiteY178" fmla="*/ 89046 h 1106986"/>
                    <a:gd name="connsiteX179" fmla="*/ 286202 w 1073309"/>
                    <a:gd name="connsiteY179" fmla="*/ 80109 h 1106986"/>
                    <a:gd name="connsiteX180" fmla="*/ 269825 w 1073309"/>
                    <a:gd name="connsiteY180" fmla="*/ 84049 h 1106986"/>
                    <a:gd name="connsiteX181" fmla="*/ 201323 w 1073309"/>
                    <a:gd name="connsiteY181" fmla="*/ 133889 h 1106986"/>
                    <a:gd name="connsiteX182" fmla="*/ 195521 w 1073309"/>
                    <a:gd name="connsiteY182" fmla="*/ 165234 h 1106986"/>
                    <a:gd name="connsiteX183" fmla="*/ 227893 w 1073309"/>
                    <a:gd name="connsiteY183" fmla="*/ 213447 h 1106986"/>
                    <a:gd name="connsiteX184" fmla="*/ 224802 w 1073309"/>
                    <a:gd name="connsiteY184" fmla="*/ 248181 h 1106986"/>
                    <a:gd name="connsiteX185" fmla="*/ 191415 w 1073309"/>
                    <a:gd name="connsiteY185" fmla="*/ 287674 h 1106986"/>
                    <a:gd name="connsiteX186" fmla="*/ 158662 w 1073309"/>
                    <a:gd name="connsiteY186" fmla="*/ 295738 h 1106986"/>
                    <a:gd name="connsiteX187" fmla="*/ 109691 w 1073309"/>
                    <a:gd name="connsiteY187" fmla="*/ 271703 h 1106986"/>
                    <a:gd name="connsiteX188" fmla="*/ 93664 w 1073309"/>
                    <a:gd name="connsiteY188" fmla="*/ 270764 h 1106986"/>
                    <a:gd name="connsiteX189" fmla="*/ 80553 w 1073309"/>
                    <a:gd name="connsiteY189" fmla="*/ 282559 h 1106986"/>
                    <a:gd name="connsiteX190" fmla="*/ 43361 w 1073309"/>
                    <a:gd name="connsiteY190" fmla="*/ 359871 h 1106986"/>
                    <a:gd name="connsiteX191" fmla="*/ 52984 w 1073309"/>
                    <a:gd name="connsiteY191" fmla="*/ 389731 h 1106986"/>
                    <a:gd name="connsiteX192" fmla="*/ 100037 w 1073309"/>
                    <a:gd name="connsiteY192" fmla="*/ 412829 h 1106986"/>
                    <a:gd name="connsiteX193" fmla="*/ 113734 w 1073309"/>
                    <a:gd name="connsiteY193" fmla="*/ 444459 h 1106986"/>
                    <a:gd name="connsiteX194" fmla="*/ 97769 w 1073309"/>
                    <a:gd name="connsiteY194" fmla="*/ 533018 h 1106986"/>
                    <a:gd name="connsiteX195" fmla="*/ 74624 w 1073309"/>
                    <a:gd name="connsiteY195" fmla="*/ 558350 h 1106986"/>
                    <a:gd name="connsiteX196" fmla="*/ 24020 w 1073309"/>
                    <a:gd name="connsiteY196" fmla="*/ 566089 h 1106986"/>
                    <a:gd name="connsiteX197" fmla="*/ 5123 w 1073309"/>
                    <a:gd name="connsiteY197" fmla="*/ 591759 h 1106986"/>
                    <a:gd name="connsiteX198" fmla="*/ 15348 w 1073309"/>
                    <a:gd name="connsiteY198" fmla="*/ 676211 h 1106986"/>
                    <a:gd name="connsiteX199" fmla="*/ 23655 w 1073309"/>
                    <a:gd name="connsiteY199" fmla="*/ 691013 h 1106986"/>
                    <a:gd name="connsiteX200" fmla="*/ 39429 w 1073309"/>
                    <a:gd name="connsiteY200" fmla="*/ 695018 h 1106986"/>
                    <a:gd name="connsiteX201" fmla="*/ 87893 w 1073309"/>
                    <a:gd name="connsiteY201" fmla="*/ 687571 h 1106986"/>
                    <a:gd name="connsiteX202" fmla="*/ 116603 w 1073309"/>
                    <a:gd name="connsiteY202" fmla="*/ 705613 h 1106986"/>
                    <a:gd name="connsiteX203" fmla="*/ 129048 w 1073309"/>
                    <a:gd name="connsiteY203" fmla="*/ 740734 h 1106986"/>
                    <a:gd name="connsiteX204" fmla="*/ 119156 w 1073309"/>
                    <a:gd name="connsiteY204" fmla="*/ 773918 h 1106986"/>
                    <a:gd name="connsiteX205" fmla="*/ 77985 w 1073309"/>
                    <a:gd name="connsiteY205" fmla="*/ 803285 h 1106986"/>
                    <a:gd name="connsiteX206" fmla="*/ 71929 w 1073309"/>
                    <a:gd name="connsiteY206" fmla="*/ 834690 h 1106986"/>
                    <a:gd name="connsiteX207" fmla="*/ 117982 w 1073309"/>
                    <a:gd name="connsiteY207" fmla="*/ 904445 h 1106986"/>
                    <a:gd name="connsiteX208" fmla="*/ 131553 w 1073309"/>
                    <a:gd name="connsiteY208" fmla="*/ 913528 h 1106986"/>
                    <a:gd name="connsiteX209" fmla="*/ 148072 w 1073309"/>
                    <a:gd name="connsiteY209" fmla="*/ 909771 h 1106986"/>
                    <a:gd name="connsiteX210" fmla="*/ 188181 w 1073309"/>
                    <a:gd name="connsiteY210" fmla="*/ 881124 h 1106986"/>
                    <a:gd name="connsiteX211" fmla="*/ 221901 w 1073309"/>
                    <a:gd name="connsiteY211" fmla="*/ 883645 h 1106986"/>
                    <a:gd name="connsiteX212" fmla="*/ 265307 w 1073309"/>
                    <a:gd name="connsiteY212" fmla="*/ 922232 h 1106986"/>
                    <a:gd name="connsiteX213" fmla="*/ 272948 w 1073309"/>
                    <a:gd name="connsiteY213" fmla="*/ 955778 h 1106986"/>
                    <a:gd name="connsiteX214" fmla="*/ 251943 w 1073309"/>
                    <a:gd name="connsiteY214" fmla="*/ 999469 h 1106986"/>
                    <a:gd name="connsiteX215" fmla="*/ 261582 w 1073309"/>
                    <a:gd name="connsiteY215" fmla="*/ 1029416 h 1106986"/>
                    <a:gd name="connsiteX216" fmla="*/ 335553 w 1073309"/>
                    <a:gd name="connsiteY216" fmla="*/ 1065768 h 1106986"/>
                    <a:gd name="connsiteX217" fmla="*/ 351724 w 1073309"/>
                    <a:gd name="connsiteY217" fmla="*/ 1066672 h 1106986"/>
                    <a:gd name="connsiteX218" fmla="*/ 364803 w 1073309"/>
                    <a:gd name="connsiteY218" fmla="*/ 1054924 h 1106986"/>
                    <a:gd name="connsiteX219" fmla="*/ 385713 w 1073309"/>
                    <a:gd name="connsiteY219" fmla="*/ 1011470 h 1106986"/>
                    <a:gd name="connsiteX220" fmla="*/ 410143 w 1073309"/>
                    <a:gd name="connsiteY220" fmla="*/ 995665 h 1106986"/>
                    <a:gd name="connsiteX221" fmla="*/ 528282 w 1073309"/>
                    <a:gd name="connsiteY221" fmla="*/ 886958 h 1106986"/>
                    <a:gd name="connsiteX222" fmla="*/ 391151 w 1073309"/>
                    <a:gd name="connsiteY222" fmla="*/ 855014 h 1106986"/>
                    <a:gd name="connsiteX223" fmla="*/ 391151 w 1073309"/>
                    <a:gd name="connsiteY223" fmla="*/ 855014 h 1106986"/>
                    <a:gd name="connsiteX224" fmla="*/ 246822 w 1073309"/>
                    <a:gd name="connsiteY224" fmla="*/ 410356 h 1106986"/>
                    <a:gd name="connsiteX225" fmla="*/ 440661 w 1073309"/>
                    <a:gd name="connsiteY225" fmla="*/ 236001 h 1106986"/>
                    <a:gd name="connsiteX226" fmla="*/ 682138 w 1073309"/>
                    <a:gd name="connsiteY226" fmla="*/ 250188 h 1106986"/>
                    <a:gd name="connsiteX227" fmla="*/ 826466 w 1073309"/>
                    <a:gd name="connsiteY227" fmla="*/ 694942 h 1106986"/>
                    <a:gd name="connsiteX228" fmla="*/ 632739 w 1073309"/>
                    <a:gd name="connsiteY228" fmla="*/ 869234 h 1106986"/>
                    <a:gd name="connsiteX229" fmla="*/ 528282 w 1073309"/>
                    <a:gd name="connsiteY229" fmla="*/ 886958 h 1106986"/>
                    <a:gd name="connsiteX230" fmla="*/ 545102 w 1073309"/>
                    <a:gd name="connsiteY230" fmla="*/ 223214 h 1106986"/>
                    <a:gd name="connsiteX231" fmla="*/ 442278 w 1073309"/>
                    <a:gd name="connsiteY231" fmla="*/ 240676 h 1106986"/>
                    <a:gd name="connsiteX232" fmla="*/ 251277 w 1073309"/>
                    <a:gd name="connsiteY232" fmla="*/ 412499 h 1106986"/>
                    <a:gd name="connsiteX233" fmla="*/ 393323 w 1073309"/>
                    <a:gd name="connsiteY233" fmla="*/ 850559 h 1106986"/>
                    <a:gd name="connsiteX234" fmla="*/ 393323 w 1073309"/>
                    <a:gd name="connsiteY234" fmla="*/ 850559 h 1106986"/>
                    <a:gd name="connsiteX235" fmla="*/ 631122 w 1073309"/>
                    <a:gd name="connsiteY235" fmla="*/ 864542 h 1106986"/>
                    <a:gd name="connsiteX236" fmla="*/ 822012 w 1073309"/>
                    <a:gd name="connsiteY236" fmla="*/ 692795 h 1106986"/>
                    <a:gd name="connsiteX237" fmla="*/ 679950 w 1073309"/>
                    <a:gd name="connsiteY237" fmla="*/ 254627 h 1106986"/>
                    <a:gd name="connsiteX238" fmla="*/ 545102 w 1073309"/>
                    <a:gd name="connsiteY238" fmla="*/ 223214 h 11069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</a:cxnLst>
                  <a:rect l="l" t="t" r="r" b="b"/>
                  <a:pathLst>
                    <a:path w="1073309" h="1106986">
                      <a:moveTo>
                        <a:pt x="533402" y="1106986"/>
                      </a:moveTo>
                      <a:cubicBezTo>
                        <a:pt x="527362" y="1106986"/>
                        <a:pt x="521592" y="1104925"/>
                        <a:pt x="516915" y="1101026"/>
                      </a:cubicBezTo>
                      <a:cubicBezTo>
                        <a:pt x="511366" y="1096396"/>
                        <a:pt x="508005" y="1089770"/>
                        <a:pt x="507419" y="1082350"/>
                      </a:cubicBezTo>
                      <a:lnTo>
                        <a:pt x="503630" y="1033253"/>
                      </a:lnTo>
                      <a:cubicBezTo>
                        <a:pt x="502805" y="1022583"/>
                        <a:pt x="494831" y="1014197"/>
                        <a:pt x="484638" y="1013309"/>
                      </a:cubicBezTo>
                      <a:cubicBezTo>
                        <a:pt x="461254" y="1011280"/>
                        <a:pt x="437918" y="1007222"/>
                        <a:pt x="415248" y="1001277"/>
                      </a:cubicBezTo>
                      <a:cubicBezTo>
                        <a:pt x="405387" y="998693"/>
                        <a:pt x="394829" y="1003876"/>
                        <a:pt x="390168" y="1013610"/>
                      </a:cubicBezTo>
                      <a:lnTo>
                        <a:pt x="369257" y="1057080"/>
                      </a:lnTo>
                      <a:cubicBezTo>
                        <a:pt x="365992" y="1063850"/>
                        <a:pt x="360348" y="1068923"/>
                        <a:pt x="353340" y="1071348"/>
                      </a:cubicBezTo>
                      <a:cubicBezTo>
                        <a:pt x="346698" y="1073663"/>
                        <a:pt x="339596" y="1073266"/>
                        <a:pt x="333381" y="1070223"/>
                      </a:cubicBezTo>
                      <a:lnTo>
                        <a:pt x="259410" y="1033855"/>
                      </a:lnTo>
                      <a:cubicBezTo>
                        <a:pt x="246236" y="1027419"/>
                        <a:pt x="240893" y="1011026"/>
                        <a:pt x="247488" y="997313"/>
                      </a:cubicBezTo>
                      <a:lnTo>
                        <a:pt x="268494" y="953637"/>
                      </a:lnTo>
                      <a:cubicBezTo>
                        <a:pt x="273091" y="944046"/>
                        <a:pt x="270491" y="932489"/>
                        <a:pt x="262279" y="926148"/>
                      </a:cubicBezTo>
                      <a:cubicBezTo>
                        <a:pt x="246442" y="913830"/>
                        <a:pt x="231666" y="900687"/>
                        <a:pt x="218366" y="887101"/>
                      </a:cubicBezTo>
                      <a:cubicBezTo>
                        <a:pt x="211184" y="879713"/>
                        <a:pt x="199722" y="878889"/>
                        <a:pt x="191082" y="885135"/>
                      </a:cubicBezTo>
                      <a:lnTo>
                        <a:pt x="150942" y="913814"/>
                      </a:lnTo>
                      <a:cubicBezTo>
                        <a:pt x="144917" y="918094"/>
                        <a:pt x="137704" y="919727"/>
                        <a:pt x="130633" y="918396"/>
                      </a:cubicBezTo>
                      <a:cubicBezTo>
                        <a:pt x="123721" y="917095"/>
                        <a:pt x="117776" y="913100"/>
                        <a:pt x="113861" y="907155"/>
                      </a:cubicBezTo>
                      <a:lnTo>
                        <a:pt x="67791" y="837401"/>
                      </a:lnTo>
                      <a:cubicBezTo>
                        <a:pt x="59737" y="825067"/>
                        <a:pt x="63035" y="807961"/>
                        <a:pt x="75099" y="799258"/>
                      </a:cubicBezTo>
                      <a:lnTo>
                        <a:pt x="116286" y="769898"/>
                      </a:lnTo>
                      <a:cubicBezTo>
                        <a:pt x="124847" y="763721"/>
                        <a:pt x="128287" y="752229"/>
                        <a:pt x="124451" y="742578"/>
                      </a:cubicBezTo>
                      <a:cubicBezTo>
                        <a:pt x="119726" y="730940"/>
                        <a:pt x="115494" y="718988"/>
                        <a:pt x="111879" y="707073"/>
                      </a:cubicBezTo>
                      <a:cubicBezTo>
                        <a:pt x="108708" y="696969"/>
                        <a:pt x="98958" y="690804"/>
                        <a:pt x="88670" y="692461"/>
                      </a:cubicBezTo>
                      <a:lnTo>
                        <a:pt x="40175" y="699910"/>
                      </a:lnTo>
                      <a:cubicBezTo>
                        <a:pt x="33199" y="700982"/>
                        <a:pt x="26271" y="699220"/>
                        <a:pt x="20659" y="694950"/>
                      </a:cubicBezTo>
                      <a:cubicBezTo>
                        <a:pt x="14920" y="690574"/>
                        <a:pt x="11290" y="684127"/>
                        <a:pt x="10434" y="676794"/>
                      </a:cubicBezTo>
                      <a:lnTo>
                        <a:pt x="208" y="592358"/>
                      </a:lnTo>
                      <a:cubicBezTo>
                        <a:pt x="-1615" y="577500"/>
                        <a:pt x="8737" y="563523"/>
                        <a:pt x="23259" y="561203"/>
                      </a:cubicBezTo>
                      <a:lnTo>
                        <a:pt x="73879" y="553462"/>
                      </a:lnTo>
                      <a:cubicBezTo>
                        <a:pt x="84025" y="551881"/>
                        <a:pt x="92015" y="543118"/>
                        <a:pt x="92823" y="532625"/>
                      </a:cubicBezTo>
                      <a:cubicBezTo>
                        <a:pt x="95296" y="502456"/>
                        <a:pt x="100718" y="472347"/>
                        <a:pt x="108962" y="443126"/>
                      </a:cubicBezTo>
                      <a:cubicBezTo>
                        <a:pt x="111847" y="432725"/>
                        <a:pt x="107186" y="421846"/>
                        <a:pt x="97865" y="417271"/>
                      </a:cubicBezTo>
                      <a:lnTo>
                        <a:pt x="50796" y="394171"/>
                      </a:lnTo>
                      <a:cubicBezTo>
                        <a:pt x="37670" y="387719"/>
                        <a:pt x="32343" y="371369"/>
                        <a:pt x="38906" y="357728"/>
                      </a:cubicBezTo>
                      <a:lnTo>
                        <a:pt x="76098" y="280416"/>
                      </a:lnTo>
                      <a:cubicBezTo>
                        <a:pt x="79380" y="273594"/>
                        <a:pt x="85039" y="268507"/>
                        <a:pt x="92046" y="266091"/>
                      </a:cubicBezTo>
                      <a:cubicBezTo>
                        <a:pt x="98657" y="263808"/>
                        <a:pt x="105712" y="264228"/>
                        <a:pt x="111879" y="267266"/>
                      </a:cubicBezTo>
                      <a:lnTo>
                        <a:pt x="160834" y="291301"/>
                      </a:lnTo>
                      <a:cubicBezTo>
                        <a:pt x="169918" y="295771"/>
                        <a:pt x="181126" y="292994"/>
                        <a:pt x="187468" y="284688"/>
                      </a:cubicBezTo>
                      <a:cubicBezTo>
                        <a:pt x="197788" y="270963"/>
                        <a:pt x="209139" y="257532"/>
                        <a:pt x="221203" y="244781"/>
                      </a:cubicBezTo>
                      <a:cubicBezTo>
                        <a:pt x="228607" y="236984"/>
                        <a:pt x="229685" y="224969"/>
                        <a:pt x="223787" y="216208"/>
                      </a:cubicBezTo>
                      <a:lnTo>
                        <a:pt x="191415" y="167995"/>
                      </a:lnTo>
                      <a:cubicBezTo>
                        <a:pt x="183203" y="155790"/>
                        <a:pt x="186342" y="138695"/>
                        <a:pt x="198406" y="129892"/>
                      </a:cubicBezTo>
                      <a:lnTo>
                        <a:pt x="266908" y="80057"/>
                      </a:lnTo>
                      <a:cubicBezTo>
                        <a:pt x="272838" y="75718"/>
                        <a:pt x="279987" y="74008"/>
                        <a:pt x="287058" y="75239"/>
                      </a:cubicBezTo>
                      <a:cubicBezTo>
                        <a:pt x="294002" y="76452"/>
                        <a:pt x="300010" y="80376"/>
                        <a:pt x="304005" y="86288"/>
                      </a:cubicBezTo>
                      <a:lnTo>
                        <a:pt x="337281" y="135793"/>
                      </a:lnTo>
                      <a:cubicBezTo>
                        <a:pt x="343004" y="144338"/>
                        <a:pt x="353959" y="147473"/>
                        <a:pt x="363312" y="143255"/>
                      </a:cubicBezTo>
                      <a:cubicBezTo>
                        <a:pt x="380434" y="135439"/>
                        <a:pt x="398015" y="128709"/>
                        <a:pt x="415581" y="123259"/>
                      </a:cubicBezTo>
                      <a:cubicBezTo>
                        <a:pt x="425521" y="120120"/>
                        <a:pt x="432163" y="110067"/>
                        <a:pt x="431371" y="99359"/>
                      </a:cubicBezTo>
                      <a:lnTo>
                        <a:pt x="426662" y="39173"/>
                      </a:lnTo>
                      <a:cubicBezTo>
                        <a:pt x="425568" y="24181"/>
                        <a:pt x="436539" y="10696"/>
                        <a:pt x="451108" y="9101"/>
                      </a:cubicBezTo>
                      <a:lnTo>
                        <a:pt x="533688" y="164"/>
                      </a:lnTo>
                      <a:cubicBezTo>
                        <a:pt x="540631" y="-617"/>
                        <a:pt x="547448" y="1404"/>
                        <a:pt x="552839" y="5870"/>
                      </a:cubicBezTo>
                      <a:cubicBezTo>
                        <a:pt x="558435" y="10501"/>
                        <a:pt x="561827" y="17129"/>
                        <a:pt x="562398" y="24534"/>
                      </a:cubicBezTo>
                      <a:lnTo>
                        <a:pt x="567107" y="85504"/>
                      </a:lnTo>
                      <a:cubicBezTo>
                        <a:pt x="567947" y="96018"/>
                        <a:pt x="575905" y="104397"/>
                        <a:pt x="586051" y="105421"/>
                      </a:cubicBezTo>
                      <a:cubicBezTo>
                        <a:pt x="607786" y="107477"/>
                        <a:pt x="629886" y="111394"/>
                        <a:pt x="651716" y="117063"/>
                      </a:cubicBezTo>
                      <a:cubicBezTo>
                        <a:pt x="661608" y="119657"/>
                        <a:pt x="672166" y="114503"/>
                        <a:pt x="676827" y="104818"/>
                      </a:cubicBezTo>
                      <a:lnTo>
                        <a:pt x="704095" y="48129"/>
                      </a:lnTo>
                      <a:cubicBezTo>
                        <a:pt x="707361" y="41345"/>
                        <a:pt x="712989" y="36285"/>
                        <a:pt x="719948" y="33883"/>
                      </a:cubicBezTo>
                      <a:cubicBezTo>
                        <a:pt x="726575" y="31594"/>
                        <a:pt x="733661" y="32022"/>
                        <a:pt x="739908" y="35091"/>
                      </a:cubicBezTo>
                      <a:lnTo>
                        <a:pt x="813911" y="71425"/>
                      </a:lnTo>
                      <a:cubicBezTo>
                        <a:pt x="827069" y="77890"/>
                        <a:pt x="832443" y="94251"/>
                        <a:pt x="825880" y="107896"/>
                      </a:cubicBezTo>
                      <a:lnTo>
                        <a:pt x="798596" y="164569"/>
                      </a:lnTo>
                      <a:cubicBezTo>
                        <a:pt x="793935" y="174264"/>
                        <a:pt x="796425" y="185841"/>
                        <a:pt x="804526" y="192099"/>
                      </a:cubicBezTo>
                      <a:cubicBezTo>
                        <a:pt x="818682" y="203030"/>
                        <a:pt x="832253" y="214934"/>
                        <a:pt x="844856" y="227480"/>
                      </a:cubicBezTo>
                      <a:cubicBezTo>
                        <a:pt x="852038" y="234619"/>
                        <a:pt x="863452" y="235375"/>
                        <a:pt x="871981" y="229270"/>
                      </a:cubicBezTo>
                      <a:lnTo>
                        <a:pt x="921079" y="194163"/>
                      </a:lnTo>
                      <a:cubicBezTo>
                        <a:pt x="926992" y="189900"/>
                        <a:pt x="934142" y="188264"/>
                        <a:pt x="941181" y="189556"/>
                      </a:cubicBezTo>
                      <a:cubicBezTo>
                        <a:pt x="948156" y="190835"/>
                        <a:pt x="954149" y="194822"/>
                        <a:pt x="958081" y="200782"/>
                      </a:cubicBezTo>
                      <a:lnTo>
                        <a:pt x="1004150" y="270531"/>
                      </a:lnTo>
                      <a:cubicBezTo>
                        <a:pt x="1012267" y="282910"/>
                        <a:pt x="1009001" y="300019"/>
                        <a:pt x="996842" y="308676"/>
                      </a:cubicBezTo>
                      <a:lnTo>
                        <a:pt x="948394" y="343358"/>
                      </a:lnTo>
                      <a:cubicBezTo>
                        <a:pt x="939833" y="349471"/>
                        <a:pt x="936552" y="361097"/>
                        <a:pt x="940594" y="371002"/>
                      </a:cubicBezTo>
                      <a:cubicBezTo>
                        <a:pt x="944161" y="379461"/>
                        <a:pt x="947728" y="388879"/>
                        <a:pt x="951470" y="399774"/>
                      </a:cubicBezTo>
                      <a:cubicBezTo>
                        <a:pt x="954878" y="409950"/>
                        <a:pt x="964438" y="415952"/>
                        <a:pt x="974695" y="414375"/>
                      </a:cubicBezTo>
                      <a:lnTo>
                        <a:pt x="1033051" y="405335"/>
                      </a:lnTo>
                      <a:cubicBezTo>
                        <a:pt x="1040026" y="404254"/>
                        <a:pt x="1046954" y="405993"/>
                        <a:pt x="1052535" y="410216"/>
                      </a:cubicBezTo>
                      <a:cubicBezTo>
                        <a:pt x="1058321" y="414575"/>
                        <a:pt x="1061999" y="421033"/>
                        <a:pt x="1062919" y="428399"/>
                      </a:cubicBezTo>
                      <a:lnTo>
                        <a:pt x="1062919" y="428410"/>
                      </a:lnTo>
                      <a:lnTo>
                        <a:pt x="1073112" y="512930"/>
                      </a:lnTo>
                      <a:cubicBezTo>
                        <a:pt x="1074888" y="527880"/>
                        <a:pt x="1064520" y="541805"/>
                        <a:pt x="1049982" y="543977"/>
                      </a:cubicBezTo>
                      <a:lnTo>
                        <a:pt x="993988" y="552636"/>
                      </a:lnTo>
                      <a:cubicBezTo>
                        <a:pt x="983509" y="554263"/>
                        <a:pt x="975519" y="563271"/>
                        <a:pt x="974980" y="574055"/>
                      </a:cubicBezTo>
                      <a:cubicBezTo>
                        <a:pt x="973205" y="604709"/>
                        <a:pt x="968480" y="635132"/>
                        <a:pt x="960950" y="664502"/>
                      </a:cubicBezTo>
                      <a:cubicBezTo>
                        <a:pt x="958318" y="674621"/>
                        <a:pt x="963059" y="685231"/>
                        <a:pt x="972190" y="689740"/>
                      </a:cubicBezTo>
                      <a:lnTo>
                        <a:pt x="1021240" y="713817"/>
                      </a:lnTo>
                      <a:cubicBezTo>
                        <a:pt x="1034367" y="720253"/>
                        <a:pt x="1039677" y="736626"/>
                        <a:pt x="1033098" y="750314"/>
                      </a:cubicBezTo>
                      <a:lnTo>
                        <a:pt x="995875" y="827635"/>
                      </a:lnTo>
                      <a:cubicBezTo>
                        <a:pt x="992625" y="834405"/>
                        <a:pt x="986997" y="839478"/>
                        <a:pt x="980037" y="841888"/>
                      </a:cubicBezTo>
                      <a:cubicBezTo>
                        <a:pt x="973426" y="844170"/>
                        <a:pt x="966356" y="843758"/>
                        <a:pt x="960141" y="840714"/>
                      </a:cubicBezTo>
                      <a:lnTo>
                        <a:pt x="913073" y="817616"/>
                      </a:lnTo>
                      <a:cubicBezTo>
                        <a:pt x="903751" y="813034"/>
                        <a:pt x="892432" y="816031"/>
                        <a:pt x="886138" y="824734"/>
                      </a:cubicBezTo>
                      <a:cubicBezTo>
                        <a:pt x="875390" y="839684"/>
                        <a:pt x="863532" y="854285"/>
                        <a:pt x="850912" y="868109"/>
                      </a:cubicBezTo>
                      <a:cubicBezTo>
                        <a:pt x="843762" y="875861"/>
                        <a:pt x="842827" y="887719"/>
                        <a:pt x="848661" y="896312"/>
                      </a:cubicBezTo>
                      <a:lnTo>
                        <a:pt x="876658" y="938038"/>
                      </a:lnTo>
                      <a:cubicBezTo>
                        <a:pt x="884902" y="950277"/>
                        <a:pt x="881763" y="967414"/>
                        <a:pt x="869635" y="976213"/>
                      </a:cubicBezTo>
                      <a:lnTo>
                        <a:pt x="801117" y="1026055"/>
                      </a:lnTo>
                      <a:cubicBezTo>
                        <a:pt x="795172" y="1030399"/>
                        <a:pt x="787990" y="1032080"/>
                        <a:pt x="780920" y="1030811"/>
                      </a:cubicBezTo>
                      <a:cubicBezTo>
                        <a:pt x="773992" y="1029575"/>
                        <a:pt x="768015" y="1025643"/>
                        <a:pt x="764068" y="1019730"/>
                      </a:cubicBezTo>
                      <a:lnTo>
                        <a:pt x="736784" y="979241"/>
                      </a:lnTo>
                      <a:cubicBezTo>
                        <a:pt x="730966" y="970505"/>
                        <a:pt x="719932" y="967446"/>
                        <a:pt x="710531" y="971964"/>
                      </a:cubicBezTo>
                      <a:cubicBezTo>
                        <a:pt x="692173" y="980652"/>
                        <a:pt x="673482" y="988055"/>
                        <a:pt x="654965" y="993984"/>
                      </a:cubicBezTo>
                      <a:cubicBezTo>
                        <a:pt x="645041" y="997139"/>
                        <a:pt x="638462" y="1007222"/>
                        <a:pt x="639334" y="1017938"/>
                      </a:cubicBezTo>
                      <a:lnTo>
                        <a:pt x="643107" y="1067797"/>
                      </a:lnTo>
                      <a:cubicBezTo>
                        <a:pt x="644344" y="1082778"/>
                        <a:pt x="633437" y="1096254"/>
                        <a:pt x="618788" y="1097823"/>
                      </a:cubicBezTo>
                      <a:lnTo>
                        <a:pt x="536193" y="1106844"/>
                      </a:lnTo>
                      <a:cubicBezTo>
                        <a:pt x="535257" y="1106939"/>
                        <a:pt x="534322" y="1106986"/>
                        <a:pt x="533402" y="1106986"/>
                      </a:cubicBezTo>
                      <a:close/>
                      <a:moveTo>
                        <a:pt x="410143" y="995665"/>
                      </a:moveTo>
                      <a:cubicBezTo>
                        <a:pt x="412251" y="995665"/>
                        <a:pt x="414392" y="995934"/>
                        <a:pt x="416500" y="996489"/>
                      </a:cubicBezTo>
                      <a:cubicBezTo>
                        <a:pt x="438901" y="1002370"/>
                        <a:pt x="461967" y="1006381"/>
                        <a:pt x="485066" y="1008379"/>
                      </a:cubicBezTo>
                      <a:cubicBezTo>
                        <a:pt x="497685" y="1009473"/>
                        <a:pt x="507561" y="1019777"/>
                        <a:pt x="508560" y="1032872"/>
                      </a:cubicBezTo>
                      <a:lnTo>
                        <a:pt x="512365" y="1081970"/>
                      </a:lnTo>
                      <a:cubicBezTo>
                        <a:pt x="512825" y="1088042"/>
                        <a:pt x="515583" y="1093463"/>
                        <a:pt x="520086" y="1097221"/>
                      </a:cubicBezTo>
                      <a:cubicBezTo>
                        <a:pt x="524445" y="1100851"/>
                        <a:pt x="529978" y="1102516"/>
                        <a:pt x="535669" y="1101929"/>
                      </a:cubicBezTo>
                      <a:lnTo>
                        <a:pt x="618249" y="1092909"/>
                      </a:lnTo>
                      <a:cubicBezTo>
                        <a:pt x="630266" y="1091625"/>
                        <a:pt x="639191" y="1080543"/>
                        <a:pt x="638177" y="1068193"/>
                      </a:cubicBezTo>
                      <a:lnTo>
                        <a:pt x="634404" y="1018335"/>
                      </a:lnTo>
                      <a:cubicBezTo>
                        <a:pt x="633342" y="1005335"/>
                        <a:pt x="641363" y="993112"/>
                        <a:pt x="653459" y="989276"/>
                      </a:cubicBezTo>
                      <a:cubicBezTo>
                        <a:pt x="671770" y="983410"/>
                        <a:pt x="690255" y="976086"/>
                        <a:pt x="708391" y="967509"/>
                      </a:cubicBezTo>
                      <a:cubicBezTo>
                        <a:pt x="720027" y="961913"/>
                        <a:pt x="733709" y="965686"/>
                        <a:pt x="740890" y="976482"/>
                      </a:cubicBezTo>
                      <a:lnTo>
                        <a:pt x="768174" y="1016971"/>
                      </a:lnTo>
                      <a:cubicBezTo>
                        <a:pt x="771376" y="1021759"/>
                        <a:pt x="776196" y="1024946"/>
                        <a:pt x="781792" y="1025944"/>
                      </a:cubicBezTo>
                      <a:cubicBezTo>
                        <a:pt x="787515" y="1026975"/>
                        <a:pt x="793365" y="1025596"/>
                        <a:pt x="798216" y="1022060"/>
                      </a:cubicBezTo>
                      <a:lnTo>
                        <a:pt x="866718" y="972202"/>
                      </a:lnTo>
                      <a:cubicBezTo>
                        <a:pt x="876721" y="964957"/>
                        <a:pt x="879337" y="950863"/>
                        <a:pt x="872552" y="940796"/>
                      </a:cubicBezTo>
                      <a:lnTo>
                        <a:pt x="844555" y="899086"/>
                      </a:lnTo>
                      <a:cubicBezTo>
                        <a:pt x="837453" y="888623"/>
                        <a:pt x="838594" y="874181"/>
                        <a:pt x="847266" y="864764"/>
                      </a:cubicBezTo>
                      <a:cubicBezTo>
                        <a:pt x="859743" y="851082"/>
                        <a:pt x="871474" y="836640"/>
                        <a:pt x="882127" y="821833"/>
                      </a:cubicBezTo>
                      <a:cubicBezTo>
                        <a:pt x="889848" y="811164"/>
                        <a:pt x="903783" y="807518"/>
                        <a:pt x="915261" y="813177"/>
                      </a:cubicBezTo>
                      <a:lnTo>
                        <a:pt x="962329" y="836260"/>
                      </a:lnTo>
                      <a:cubicBezTo>
                        <a:pt x="967339" y="838733"/>
                        <a:pt x="973062" y="839066"/>
                        <a:pt x="978420" y="837211"/>
                      </a:cubicBezTo>
                      <a:cubicBezTo>
                        <a:pt x="984127" y="835229"/>
                        <a:pt x="988741" y="831060"/>
                        <a:pt x="991420" y="825479"/>
                      </a:cubicBezTo>
                      <a:lnTo>
                        <a:pt x="1028644" y="748168"/>
                      </a:lnTo>
                      <a:cubicBezTo>
                        <a:pt x="1034049" y="736920"/>
                        <a:pt x="1029753" y="723501"/>
                        <a:pt x="1019052" y="718257"/>
                      </a:cubicBezTo>
                      <a:lnTo>
                        <a:pt x="970018" y="694179"/>
                      </a:lnTo>
                      <a:cubicBezTo>
                        <a:pt x="958762" y="688638"/>
                        <a:pt x="952944" y="675637"/>
                        <a:pt x="956162" y="663267"/>
                      </a:cubicBezTo>
                      <a:cubicBezTo>
                        <a:pt x="963613" y="634214"/>
                        <a:pt x="968274" y="604107"/>
                        <a:pt x="970034" y="573789"/>
                      </a:cubicBezTo>
                      <a:cubicBezTo>
                        <a:pt x="970700" y="560693"/>
                        <a:pt x="980450" y="549733"/>
                        <a:pt x="993227" y="547749"/>
                      </a:cubicBezTo>
                      <a:lnTo>
                        <a:pt x="1049237" y="539088"/>
                      </a:lnTo>
                      <a:cubicBezTo>
                        <a:pt x="1061159" y="537304"/>
                        <a:pt x="1069672" y="525836"/>
                        <a:pt x="1068198" y="513520"/>
                      </a:cubicBezTo>
                      <a:lnTo>
                        <a:pt x="1058020" y="429015"/>
                      </a:lnTo>
                      <a:cubicBezTo>
                        <a:pt x="1057259" y="422988"/>
                        <a:pt x="1054262" y="417713"/>
                        <a:pt x="1049570" y="414169"/>
                      </a:cubicBezTo>
                      <a:cubicBezTo>
                        <a:pt x="1045052" y="410759"/>
                        <a:pt x="1039456" y="409359"/>
                        <a:pt x="1033812" y="410228"/>
                      </a:cubicBezTo>
                      <a:lnTo>
                        <a:pt x="975456" y="419267"/>
                      </a:lnTo>
                      <a:cubicBezTo>
                        <a:pt x="962932" y="421177"/>
                        <a:pt x="950915" y="413650"/>
                        <a:pt x="946793" y="401365"/>
                      </a:cubicBezTo>
                      <a:cubicBezTo>
                        <a:pt x="943083" y="390598"/>
                        <a:pt x="939564" y="381281"/>
                        <a:pt x="936029" y="372899"/>
                      </a:cubicBezTo>
                      <a:cubicBezTo>
                        <a:pt x="931114" y="360868"/>
                        <a:pt x="935109" y="346764"/>
                        <a:pt x="945525" y="339335"/>
                      </a:cubicBezTo>
                      <a:lnTo>
                        <a:pt x="993973" y="304652"/>
                      </a:lnTo>
                      <a:cubicBezTo>
                        <a:pt x="1003992" y="297515"/>
                        <a:pt x="1006703" y="283431"/>
                        <a:pt x="1000013" y="273255"/>
                      </a:cubicBezTo>
                      <a:lnTo>
                        <a:pt x="953943" y="203508"/>
                      </a:lnTo>
                      <a:cubicBezTo>
                        <a:pt x="950772" y="198683"/>
                        <a:pt x="945921" y="195458"/>
                        <a:pt x="940293" y="194424"/>
                      </a:cubicBezTo>
                      <a:cubicBezTo>
                        <a:pt x="934570" y="193373"/>
                        <a:pt x="928784" y="194710"/>
                        <a:pt x="923964" y="198183"/>
                      </a:cubicBezTo>
                      <a:lnTo>
                        <a:pt x="874867" y="233295"/>
                      </a:lnTo>
                      <a:cubicBezTo>
                        <a:pt x="864356" y="240808"/>
                        <a:pt x="850278" y="239838"/>
                        <a:pt x="841369" y="230988"/>
                      </a:cubicBezTo>
                      <a:cubicBezTo>
                        <a:pt x="828908" y="218586"/>
                        <a:pt x="815496" y="206820"/>
                        <a:pt x="801513" y="196016"/>
                      </a:cubicBezTo>
                      <a:cubicBezTo>
                        <a:pt x="791557" y="188338"/>
                        <a:pt x="788466" y="174212"/>
                        <a:pt x="794142" y="162425"/>
                      </a:cubicBezTo>
                      <a:lnTo>
                        <a:pt x="821425" y="105752"/>
                      </a:lnTo>
                      <a:cubicBezTo>
                        <a:pt x="826815" y="94545"/>
                        <a:pt x="822471" y="81140"/>
                        <a:pt x="811723" y="75867"/>
                      </a:cubicBezTo>
                      <a:lnTo>
                        <a:pt x="737720" y="39531"/>
                      </a:lnTo>
                      <a:cubicBezTo>
                        <a:pt x="732678" y="37049"/>
                        <a:pt x="726939" y="36705"/>
                        <a:pt x="721565" y="38560"/>
                      </a:cubicBezTo>
                      <a:cubicBezTo>
                        <a:pt x="715858" y="40529"/>
                        <a:pt x="711245" y="44688"/>
                        <a:pt x="708565" y="50275"/>
                      </a:cubicBezTo>
                      <a:lnTo>
                        <a:pt x="681282" y="106965"/>
                      </a:lnTo>
                      <a:cubicBezTo>
                        <a:pt x="675591" y="118780"/>
                        <a:pt x="662623" y="125041"/>
                        <a:pt x="650463" y="121851"/>
                      </a:cubicBezTo>
                      <a:cubicBezTo>
                        <a:pt x="628903" y="116250"/>
                        <a:pt x="607057" y="112379"/>
                        <a:pt x="585576" y="110345"/>
                      </a:cubicBezTo>
                      <a:cubicBezTo>
                        <a:pt x="573036" y="109078"/>
                        <a:pt x="563191" y="98794"/>
                        <a:pt x="562176" y="85891"/>
                      </a:cubicBezTo>
                      <a:lnTo>
                        <a:pt x="557468" y="24911"/>
                      </a:lnTo>
                      <a:cubicBezTo>
                        <a:pt x="557008" y="18855"/>
                        <a:pt x="554250" y="13446"/>
                        <a:pt x="549684" y="9681"/>
                      </a:cubicBezTo>
                      <a:cubicBezTo>
                        <a:pt x="545340" y="6079"/>
                        <a:pt x="539839" y="4438"/>
                        <a:pt x="534227" y="5081"/>
                      </a:cubicBezTo>
                      <a:lnTo>
                        <a:pt x="451647" y="14019"/>
                      </a:lnTo>
                      <a:cubicBezTo>
                        <a:pt x="439678" y="15326"/>
                        <a:pt x="430689" y="26443"/>
                        <a:pt x="431608" y="38797"/>
                      </a:cubicBezTo>
                      <a:lnTo>
                        <a:pt x="436301" y="98981"/>
                      </a:lnTo>
                      <a:cubicBezTo>
                        <a:pt x="437268" y="111962"/>
                        <a:pt x="429183" y="124153"/>
                        <a:pt x="417071" y="127978"/>
                      </a:cubicBezTo>
                      <a:cubicBezTo>
                        <a:pt x="399680" y="133370"/>
                        <a:pt x="382289" y="140024"/>
                        <a:pt x="365357" y="147757"/>
                      </a:cubicBezTo>
                      <a:cubicBezTo>
                        <a:pt x="353784" y="152979"/>
                        <a:pt x="340262" y="149106"/>
                        <a:pt x="333159" y="138550"/>
                      </a:cubicBezTo>
                      <a:lnTo>
                        <a:pt x="299899" y="89046"/>
                      </a:lnTo>
                      <a:cubicBezTo>
                        <a:pt x="296665" y="84263"/>
                        <a:pt x="291814" y="81089"/>
                        <a:pt x="286202" y="80109"/>
                      </a:cubicBezTo>
                      <a:cubicBezTo>
                        <a:pt x="280479" y="79107"/>
                        <a:pt x="274661" y="80507"/>
                        <a:pt x="269825" y="84049"/>
                      </a:cubicBezTo>
                      <a:lnTo>
                        <a:pt x="201323" y="133889"/>
                      </a:lnTo>
                      <a:cubicBezTo>
                        <a:pt x="191383" y="141143"/>
                        <a:pt x="188767" y="155203"/>
                        <a:pt x="195521" y="165234"/>
                      </a:cubicBezTo>
                      <a:lnTo>
                        <a:pt x="227893" y="213447"/>
                      </a:lnTo>
                      <a:cubicBezTo>
                        <a:pt x="235075" y="224111"/>
                        <a:pt x="233775" y="238720"/>
                        <a:pt x="224802" y="248181"/>
                      </a:cubicBezTo>
                      <a:cubicBezTo>
                        <a:pt x="212864" y="260794"/>
                        <a:pt x="201640" y="274082"/>
                        <a:pt x="191415" y="287674"/>
                      </a:cubicBezTo>
                      <a:cubicBezTo>
                        <a:pt x="183631" y="297862"/>
                        <a:pt x="169854" y="301249"/>
                        <a:pt x="158662" y="295738"/>
                      </a:cubicBezTo>
                      <a:lnTo>
                        <a:pt x="109691" y="271703"/>
                      </a:lnTo>
                      <a:cubicBezTo>
                        <a:pt x="104713" y="269250"/>
                        <a:pt x="99022" y="268917"/>
                        <a:pt x="93664" y="270764"/>
                      </a:cubicBezTo>
                      <a:cubicBezTo>
                        <a:pt x="87909" y="272746"/>
                        <a:pt x="83264" y="276936"/>
                        <a:pt x="80553" y="282559"/>
                      </a:cubicBezTo>
                      <a:lnTo>
                        <a:pt x="43361" y="359871"/>
                      </a:lnTo>
                      <a:cubicBezTo>
                        <a:pt x="37971" y="371076"/>
                        <a:pt x="42283" y="384471"/>
                        <a:pt x="52984" y="389731"/>
                      </a:cubicBezTo>
                      <a:lnTo>
                        <a:pt x="100037" y="412829"/>
                      </a:lnTo>
                      <a:cubicBezTo>
                        <a:pt x="111498" y="418452"/>
                        <a:pt x="117269" y="431756"/>
                        <a:pt x="113734" y="444459"/>
                      </a:cubicBezTo>
                      <a:cubicBezTo>
                        <a:pt x="105569" y="473381"/>
                        <a:pt x="100195" y="503172"/>
                        <a:pt x="97769" y="533018"/>
                      </a:cubicBezTo>
                      <a:cubicBezTo>
                        <a:pt x="96755" y="545764"/>
                        <a:pt x="87037" y="556422"/>
                        <a:pt x="74624" y="558350"/>
                      </a:cubicBezTo>
                      <a:lnTo>
                        <a:pt x="24020" y="566089"/>
                      </a:lnTo>
                      <a:cubicBezTo>
                        <a:pt x="12114" y="567992"/>
                        <a:pt x="3617" y="579507"/>
                        <a:pt x="5123" y="591759"/>
                      </a:cubicBezTo>
                      <a:lnTo>
                        <a:pt x="15348" y="676211"/>
                      </a:lnTo>
                      <a:cubicBezTo>
                        <a:pt x="16046" y="682207"/>
                        <a:pt x="18995" y="687460"/>
                        <a:pt x="23655" y="691013"/>
                      </a:cubicBezTo>
                      <a:cubicBezTo>
                        <a:pt x="28189" y="694461"/>
                        <a:pt x="33786" y="695882"/>
                        <a:pt x="39429" y="695018"/>
                      </a:cubicBezTo>
                      <a:lnTo>
                        <a:pt x="87893" y="687571"/>
                      </a:lnTo>
                      <a:cubicBezTo>
                        <a:pt x="100591" y="685534"/>
                        <a:pt x="112687" y="693123"/>
                        <a:pt x="116603" y="705613"/>
                      </a:cubicBezTo>
                      <a:cubicBezTo>
                        <a:pt x="120186" y="717407"/>
                        <a:pt x="124371" y="729216"/>
                        <a:pt x="129048" y="740734"/>
                      </a:cubicBezTo>
                      <a:cubicBezTo>
                        <a:pt x="133709" y="752480"/>
                        <a:pt x="129555" y="766427"/>
                        <a:pt x="119156" y="773918"/>
                      </a:cubicBezTo>
                      <a:lnTo>
                        <a:pt x="77985" y="803285"/>
                      </a:lnTo>
                      <a:cubicBezTo>
                        <a:pt x="68029" y="810450"/>
                        <a:pt x="65318" y="824544"/>
                        <a:pt x="71929" y="834690"/>
                      </a:cubicBezTo>
                      <a:lnTo>
                        <a:pt x="117982" y="904445"/>
                      </a:lnTo>
                      <a:cubicBezTo>
                        <a:pt x="121153" y="909264"/>
                        <a:pt x="125973" y="912482"/>
                        <a:pt x="131553" y="913528"/>
                      </a:cubicBezTo>
                      <a:cubicBezTo>
                        <a:pt x="137292" y="914607"/>
                        <a:pt x="143157" y="913275"/>
                        <a:pt x="148072" y="909771"/>
                      </a:cubicBezTo>
                      <a:lnTo>
                        <a:pt x="188181" y="881124"/>
                      </a:lnTo>
                      <a:cubicBezTo>
                        <a:pt x="198818" y="873420"/>
                        <a:pt x="213007" y="874482"/>
                        <a:pt x="221901" y="883645"/>
                      </a:cubicBezTo>
                      <a:cubicBezTo>
                        <a:pt x="235043" y="897073"/>
                        <a:pt x="249644" y="910057"/>
                        <a:pt x="265307" y="922232"/>
                      </a:cubicBezTo>
                      <a:cubicBezTo>
                        <a:pt x="275342" y="929984"/>
                        <a:pt x="278561" y="944094"/>
                        <a:pt x="272948" y="955778"/>
                      </a:cubicBezTo>
                      <a:lnTo>
                        <a:pt x="251943" y="999469"/>
                      </a:lnTo>
                      <a:cubicBezTo>
                        <a:pt x="246521" y="1010725"/>
                        <a:pt x="250849" y="1024169"/>
                        <a:pt x="261582" y="1029416"/>
                      </a:cubicBezTo>
                      <a:lnTo>
                        <a:pt x="335553" y="1065768"/>
                      </a:lnTo>
                      <a:cubicBezTo>
                        <a:pt x="340579" y="1068225"/>
                        <a:pt x="346318" y="1068542"/>
                        <a:pt x="351724" y="1066672"/>
                      </a:cubicBezTo>
                      <a:cubicBezTo>
                        <a:pt x="357462" y="1064690"/>
                        <a:pt x="362107" y="1060505"/>
                        <a:pt x="364803" y="1054924"/>
                      </a:cubicBezTo>
                      <a:lnTo>
                        <a:pt x="385713" y="1011470"/>
                      </a:lnTo>
                      <a:cubicBezTo>
                        <a:pt x="390406" y="1001673"/>
                        <a:pt x="400076" y="995665"/>
                        <a:pt x="410143" y="995665"/>
                      </a:cubicBezTo>
                      <a:close/>
                      <a:moveTo>
                        <a:pt x="528282" y="886958"/>
                      </a:moveTo>
                      <a:cubicBezTo>
                        <a:pt x="481102" y="886958"/>
                        <a:pt x="434398" y="876257"/>
                        <a:pt x="391151" y="855014"/>
                      </a:cubicBezTo>
                      <a:lnTo>
                        <a:pt x="391151" y="855014"/>
                      </a:lnTo>
                      <a:cubicBezTo>
                        <a:pt x="231365" y="776562"/>
                        <a:pt x="166636" y="577091"/>
                        <a:pt x="246822" y="410356"/>
                      </a:cubicBezTo>
                      <a:cubicBezTo>
                        <a:pt x="286757" y="327335"/>
                        <a:pt x="355608" y="265414"/>
                        <a:pt x="440661" y="236001"/>
                      </a:cubicBezTo>
                      <a:cubicBezTo>
                        <a:pt x="521100" y="208180"/>
                        <a:pt x="606851" y="213219"/>
                        <a:pt x="682138" y="250188"/>
                      </a:cubicBezTo>
                      <a:cubicBezTo>
                        <a:pt x="841939" y="328656"/>
                        <a:pt x="906684" y="528171"/>
                        <a:pt x="826466" y="694942"/>
                      </a:cubicBezTo>
                      <a:cubicBezTo>
                        <a:pt x="786548" y="777935"/>
                        <a:pt x="717745" y="839827"/>
                        <a:pt x="632739" y="869234"/>
                      </a:cubicBezTo>
                      <a:cubicBezTo>
                        <a:pt x="598480" y="881077"/>
                        <a:pt x="563254" y="886958"/>
                        <a:pt x="528282" y="886958"/>
                      </a:cubicBezTo>
                      <a:close/>
                      <a:moveTo>
                        <a:pt x="545102" y="223214"/>
                      </a:moveTo>
                      <a:cubicBezTo>
                        <a:pt x="510684" y="223214"/>
                        <a:pt x="475998" y="229012"/>
                        <a:pt x="442278" y="240676"/>
                      </a:cubicBezTo>
                      <a:cubicBezTo>
                        <a:pt x="358477" y="269655"/>
                        <a:pt x="290641" y="330677"/>
                        <a:pt x="251277" y="412499"/>
                      </a:cubicBezTo>
                      <a:cubicBezTo>
                        <a:pt x="172264" y="576797"/>
                        <a:pt x="235979" y="773314"/>
                        <a:pt x="393323" y="850559"/>
                      </a:cubicBezTo>
                      <a:lnTo>
                        <a:pt x="393323" y="850559"/>
                      </a:lnTo>
                      <a:cubicBezTo>
                        <a:pt x="467469" y="886974"/>
                        <a:pt x="551919" y="891936"/>
                        <a:pt x="631122" y="864542"/>
                      </a:cubicBezTo>
                      <a:cubicBezTo>
                        <a:pt x="714875" y="835578"/>
                        <a:pt x="782664" y="774586"/>
                        <a:pt x="822012" y="692795"/>
                      </a:cubicBezTo>
                      <a:cubicBezTo>
                        <a:pt x="901056" y="528463"/>
                        <a:pt x="837342" y="331903"/>
                        <a:pt x="679950" y="254627"/>
                      </a:cubicBezTo>
                      <a:cubicBezTo>
                        <a:pt x="637432" y="233744"/>
                        <a:pt x="591489" y="223214"/>
                        <a:pt x="545102" y="223214"/>
                      </a:cubicBezTo>
                      <a:close/>
                    </a:path>
                  </a:pathLst>
                </a:custGeom>
                <a:solidFill>
                  <a:srgbClr val="31313C"/>
                </a:solidFill>
                <a:ln w="15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2060" name="Freeform: Shape 2059">
              <a:extLst>
                <a:ext uri="{FF2B5EF4-FFF2-40B4-BE49-F238E27FC236}">
                  <a16:creationId xmlns:a16="http://schemas.microsoft.com/office/drawing/2014/main" id="{84878329-F341-A36E-0029-7AA2E775E32F}"/>
                </a:ext>
              </a:extLst>
            </p:cNvPr>
            <p:cNvSpPr/>
            <p:nvPr/>
          </p:nvSpPr>
          <p:spPr>
            <a:xfrm rot="-4846898">
              <a:off x="1404963" y="4021099"/>
              <a:ext cx="55351" cy="55351"/>
            </a:xfrm>
            <a:custGeom>
              <a:avLst/>
              <a:gdLst>
                <a:gd name="connsiteX0" fmla="*/ 55351 w 55351"/>
                <a:gd name="connsiteY0" fmla="*/ 27676 h 55351"/>
                <a:gd name="connsiteX1" fmla="*/ 27676 w 55351"/>
                <a:gd name="connsiteY1" fmla="*/ 55351 h 55351"/>
                <a:gd name="connsiteX2" fmla="*/ 0 w 55351"/>
                <a:gd name="connsiteY2" fmla="*/ 27676 h 55351"/>
                <a:gd name="connsiteX3" fmla="*/ 27676 w 55351"/>
                <a:gd name="connsiteY3" fmla="*/ 0 h 55351"/>
                <a:gd name="connsiteX4" fmla="*/ 55351 w 55351"/>
                <a:gd name="connsiteY4" fmla="*/ 27676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51" h="55351">
                  <a:moveTo>
                    <a:pt x="55351" y="27676"/>
                  </a:moveTo>
                  <a:cubicBezTo>
                    <a:pt x="55351" y="42960"/>
                    <a:pt x="42960" y="55351"/>
                    <a:pt x="27676" y="55351"/>
                  </a:cubicBezTo>
                  <a:cubicBezTo>
                    <a:pt x="12391" y="55351"/>
                    <a:pt x="0" y="42960"/>
                    <a:pt x="0" y="27676"/>
                  </a:cubicBezTo>
                  <a:cubicBezTo>
                    <a:pt x="0" y="12391"/>
                    <a:pt x="12391" y="0"/>
                    <a:pt x="27676" y="0"/>
                  </a:cubicBezTo>
                  <a:cubicBezTo>
                    <a:pt x="42960" y="0"/>
                    <a:pt x="55351" y="12391"/>
                    <a:pt x="55351" y="27676"/>
                  </a:cubicBezTo>
                  <a:close/>
                </a:path>
              </a:pathLst>
            </a:custGeom>
            <a:solidFill>
              <a:srgbClr val="ECEFF2"/>
            </a:solidFill>
            <a:ln w="15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6922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DEB63D">
                <a:alpha val="10000"/>
              </a:srgbClr>
            </a:gs>
            <a:gs pos="1000">
              <a:srgbClr val="F2F3CC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976C3A-0D79-6C28-ED43-B4D18D124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4981244-CA83-8DF3-5E91-2422BBAC37E0}"/>
              </a:ext>
            </a:extLst>
          </p:cNvPr>
          <p:cNvGrpSpPr/>
          <p:nvPr/>
        </p:nvGrpSpPr>
        <p:grpSpPr>
          <a:xfrm>
            <a:off x="14310602" y="762648"/>
            <a:ext cx="490221" cy="3694958"/>
            <a:chOff x="11020425" y="1733550"/>
            <a:chExt cx="871504" cy="255804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C3BB606-CA49-FD75-D96B-F34856FBF5A8}"/>
                </a:ext>
              </a:extLst>
            </p:cNvPr>
            <p:cNvSpPr/>
            <p:nvPr/>
          </p:nvSpPr>
          <p:spPr>
            <a:xfrm>
              <a:off x="11020425" y="1733550"/>
              <a:ext cx="871504" cy="790808"/>
            </a:xfrm>
            <a:prstGeom prst="roundRect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CA0A2F8-1053-A9EB-3C01-2412F94B2825}"/>
                </a:ext>
              </a:extLst>
            </p:cNvPr>
            <p:cNvSpPr/>
            <p:nvPr/>
          </p:nvSpPr>
          <p:spPr>
            <a:xfrm>
              <a:off x="11020425" y="2617170"/>
              <a:ext cx="871504" cy="790808"/>
            </a:xfrm>
            <a:prstGeom prst="roundRect">
              <a:avLst/>
            </a:prstGeom>
            <a:solidFill>
              <a:srgbClr val="DEB6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1B00FED-67DF-8751-7BB4-6FC8FC80D942}"/>
                </a:ext>
              </a:extLst>
            </p:cNvPr>
            <p:cNvSpPr/>
            <p:nvPr/>
          </p:nvSpPr>
          <p:spPr>
            <a:xfrm>
              <a:off x="11020425" y="3500790"/>
              <a:ext cx="871504" cy="790808"/>
            </a:xfrm>
            <a:prstGeom prst="roundRect">
              <a:avLst/>
            </a:prstGeom>
            <a:solidFill>
              <a:srgbClr val="F2F3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pic>
        <p:nvPicPr>
          <p:cNvPr id="33" name="صورة 6">
            <a:extLst>
              <a:ext uri="{FF2B5EF4-FFF2-40B4-BE49-F238E27FC236}">
                <a16:creationId xmlns:a16="http://schemas.microsoft.com/office/drawing/2014/main" id="{D00868A7-8C8D-D7FE-BB7A-B2F6A0A232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52" y="256083"/>
            <a:ext cx="705344" cy="7057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8FC0D9-4E55-93E9-740D-08C99BF1AEF3}"/>
              </a:ext>
            </a:extLst>
          </p:cNvPr>
          <p:cNvSpPr txBox="1"/>
          <p:nvPr/>
        </p:nvSpPr>
        <p:spPr>
          <a:xfrm>
            <a:off x="2210486" y="1589455"/>
            <a:ext cx="877025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>
              <a:lnSpc>
                <a:spcPct val="200000"/>
              </a:lnSpc>
            </a:pPr>
            <a:r>
              <a:rPr lang="ar-SA" sz="2000" b="1" dirty="0">
                <a:latin typeface="Tajawal" panose="00000500000000000000" pitchFamily="2" charset="-78"/>
                <a:cs typeface="Tajawal" panose="00000500000000000000" pitchFamily="2" charset="-78"/>
              </a:rPr>
              <a:t>لوحة المؤشرات تُظهر جميع الإدارات والمؤشرات بشك</a:t>
            </a:r>
            <a:r>
              <a:rPr lang="ar-EG" sz="2000" b="1" dirty="0">
                <a:latin typeface="Tajawal" panose="00000500000000000000" pitchFamily="2" charset="-78"/>
                <a:cs typeface="Tajawal" panose="00000500000000000000" pitchFamily="2" charset="-78"/>
              </a:rPr>
              <a:t>ـــــ</a:t>
            </a:r>
            <a:r>
              <a:rPr lang="ar-SA" sz="2000" b="1" dirty="0">
                <a:latin typeface="Tajawal" panose="00000500000000000000" pitchFamily="2" charset="-78"/>
                <a:cs typeface="Tajawal" panose="00000500000000000000" pitchFamily="2" charset="-78"/>
              </a:rPr>
              <a:t>ل بصري واض</a:t>
            </a:r>
            <a:r>
              <a:rPr lang="ar-EG" sz="2000" b="1" dirty="0">
                <a:latin typeface="Tajawal" panose="00000500000000000000" pitchFamily="2" charset="-78"/>
                <a:cs typeface="Tajawal" panose="00000500000000000000" pitchFamily="2" charset="-78"/>
              </a:rPr>
              <a:t>ـــــــــــــــــــــــــ</a:t>
            </a:r>
            <a:r>
              <a:rPr lang="ar-SA" sz="2000" b="1" dirty="0">
                <a:latin typeface="Tajawal" panose="00000500000000000000" pitchFamily="2" charset="-78"/>
                <a:cs typeface="Tajawal" panose="00000500000000000000" pitchFamily="2" charset="-78"/>
              </a:rPr>
              <a:t>ح:</a:t>
            </a:r>
            <a:endParaRPr lang="en-US" sz="2000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5EE828-A6F4-7B8B-1FA1-C053F5711AD6}"/>
              </a:ext>
            </a:extLst>
          </p:cNvPr>
          <p:cNvSpPr txBox="1"/>
          <p:nvPr/>
        </p:nvSpPr>
        <p:spPr>
          <a:xfrm>
            <a:off x="2310581" y="5079491"/>
            <a:ext cx="9252154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24000" algn="ctr" rtl="1">
              <a:lnSpc>
                <a:spcPct val="130000"/>
              </a:lnSpc>
              <a:buClr>
                <a:srgbClr val="DEB63D"/>
              </a:buClr>
            </a:pPr>
            <a:r>
              <a:rPr lang="ar-SA" sz="2000" dirty="0">
                <a:solidFill>
                  <a:schemeClr val="bg2">
                    <a:lumMod val="25000"/>
                  </a:schemeClr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بهذه الطريقة، يمكن لأي مسؤول أن يحدد بسرعة مكان الخلل دون انتظار التق</a:t>
            </a:r>
            <a:r>
              <a:rPr lang="ar-EG" sz="2000" dirty="0">
                <a:solidFill>
                  <a:schemeClr val="bg2">
                    <a:lumMod val="25000"/>
                  </a:schemeClr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ــــــــــــــ</a:t>
            </a:r>
            <a:r>
              <a:rPr lang="ar-SA" sz="2000" dirty="0">
                <a:solidFill>
                  <a:schemeClr val="bg2">
                    <a:lumMod val="25000"/>
                  </a:schemeClr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ارير الشهرية أو الزيارات الميدانية المتكررة.</a:t>
            </a:r>
            <a:endParaRPr lang="en-US" sz="2000" dirty="0">
              <a:solidFill>
                <a:schemeClr val="bg2">
                  <a:lumMod val="25000"/>
                </a:schemeClr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BA4396A-312E-4383-2C50-29415E35B34E}"/>
              </a:ext>
            </a:extLst>
          </p:cNvPr>
          <p:cNvSpPr/>
          <p:nvPr/>
        </p:nvSpPr>
        <p:spPr>
          <a:xfrm>
            <a:off x="8800147" y="2865795"/>
            <a:ext cx="2180040" cy="1705694"/>
          </a:xfrm>
          <a:prstGeom prst="roundRect">
            <a:avLst/>
          </a:prstGeom>
          <a:solidFill>
            <a:sysClr val="window" lastClr="FFFFFF"/>
          </a:solidFill>
          <a:ln w="15875" cap="flat" cmpd="sng" algn="ctr">
            <a:noFill/>
            <a:prstDash val="solid"/>
          </a:ln>
          <a:effectLst>
            <a:outerShdw blurRad="901700" dist="419100" dir="8100000" sx="95000" sy="95000" algn="tl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algn="justLow" defTabSz="457200" rtl="1">
              <a:lnSpc>
                <a:spcPct val="130000"/>
              </a:lnSpc>
            </a:pPr>
            <a:endParaRPr lang="en-US" kern="0" dirty="0"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8663FFE-5277-2D5C-F07F-F0E87902BB4D}"/>
              </a:ext>
            </a:extLst>
          </p:cNvPr>
          <p:cNvSpPr/>
          <p:nvPr/>
        </p:nvSpPr>
        <p:spPr>
          <a:xfrm>
            <a:off x="5617030" y="2865795"/>
            <a:ext cx="2180040" cy="1705694"/>
          </a:xfrm>
          <a:prstGeom prst="roundRect">
            <a:avLst/>
          </a:prstGeom>
          <a:solidFill>
            <a:sysClr val="window" lastClr="FFFFFF"/>
          </a:solidFill>
          <a:ln w="15875" cap="flat" cmpd="sng" algn="ctr">
            <a:noFill/>
            <a:prstDash val="solid"/>
          </a:ln>
          <a:effectLst>
            <a:outerShdw blurRad="901700" dist="419100" dir="8100000" sx="95000" sy="95000" algn="tl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algn="justLow" defTabSz="457200" rtl="1">
              <a:lnSpc>
                <a:spcPct val="130000"/>
              </a:lnSpc>
            </a:pPr>
            <a:endParaRPr lang="en-US" kern="0" dirty="0"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93D64C7-7A01-6B28-E059-16BA49153061}"/>
              </a:ext>
            </a:extLst>
          </p:cNvPr>
          <p:cNvSpPr/>
          <p:nvPr/>
        </p:nvSpPr>
        <p:spPr>
          <a:xfrm>
            <a:off x="2139317" y="2865795"/>
            <a:ext cx="2180040" cy="1705694"/>
          </a:xfrm>
          <a:prstGeom prst="roundRect">
            <a:avLst/>
          </a:prstGeom>
          <a:solidFill>
            <a:sysClr val="window" lastClr="FFFFFF"/>
          </a:solidFill>
          <a:ln w="15875" cap="flat" cmpd="sng" algn="ctr">
            <a:noFill/>
            <a:prstDash val="solid"/>
          </a:ln>
          <a:effectLst>
            <a:outerShdw blurRad="901700" dist="419100" dir="8100000" sx="95000" sy="95000" algn="tl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algn="justLow" defTabSz="457200" rtl="1">
              <a:lnSpc>
                <a:spcPct val="130000"/>
              </a:lnSpc>
            </a:pPr>
            <a:endParaRPr lang="en-US" kern="0" dirty="0"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869467-22F8-8EFA-1237-7BF1643958B1}"/>
              </a:ext>
            </a:extLst>
          </p:cNvPr>
          <p:cNvSpPr txBox="1"/>
          <p:nvPr/>
        </p:nvSpPr>
        <p:spPr>
          <a:xfrm>
            <a:off x="8871316" y="3129764"/>
            <a:ext cx="2037701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defTabSz="457200" rtl="1">
              <a:lnSpc>
                <a:spcPct val="130000"/>
              </a:lnSpc>
            </a:pPr>
            <a:r>
              <a:rPr lang="ar-SA" kern="0" dirty="0">
                <a:latin typeface="Tajawal Medium" panose="00000600000000000000" pitchFamily="2" charset="-78"/>
                <a:cs typeface="Tajawal Medium" panose="00000600000000000000" pitchFamily="2" charset="-78"/>
              </a:rPr>
              <a:t>اللون الأخضر </a:t>
            </a:r>
            <a:br>
              <a:rPr lang="en-US" kern="0" dirty="0">
                <a:latin typeface="Tajawal Medium" panose="00000600000000000000" pitchFamily="2" charset="-78"/>
                <a:cs typeface="Tajawal Medium" panose="00000600000000000000" pitchFamily="2" charset="-78"/>
              </a:rPr>
            </a:br>
            <a:r>
              <a:rPr lang="ar-SA" kern="0" dirty="0">
                <a:latin typeface="Tajawal Medium" panose="00000600000000000000" pitchFamily="2" charset="-78"/>
                <a:cs typeface="Tajawal Medium" panose="00000600000000000000" pitchFamily="2" charset="-78"/>
              </a:rPr>
              <a:t>يعني أن </a:t>
            </a:r>
            <a:br>
              <a:rPr lang="en-US" kern="0" dirty="0">
                <a:latin typeface="Tajawal Medium" panose="00000600000000000000" pitchFamily="2" charset="-78"/>
                <a:cs typeface="Tajawal Medium" panose="00000600000000000000" pitchFamily="2" charset="-78"/>
              </a:rPr>
            </a:br>
            <a:r>
              <a:rPr lang="ar-SA" kern="0" dirty="0">
                <a:latin typeface="Tajawal Medium" panose="00000600000000000000" pitchFamily="2" charset="-78"/>
                <a:cs typeface="Tajawal Medium" panose="00000600000000000000" pitchFamily="2" charset="-78"/>
              </a:rPr>
              <a:t>الوضع طبيعي.</a:t>
            </a:r>
            <a:br>
              <a:rPr lang="en-US" kern="0" dirty="0">
                <a:latin typeface="Tajawal Medium" panose="00000600000000000000" pitchFamily="2" charset="-78"/>
                <a:cs typeface="Tajawal Medium" panose="00000600000000000000" pitchFamily="2" charset="-78"/>
              </a:rPr>
            </a:br>
            <a:endParaRPr lang="ar-SA" kern="0" dirty="0"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8E1583-FE1A-DA3E-4543-78E7F59D4506}"/>
              </a:ext>
            </a:extLst>
          </p:cNvPr>
          <p:cNvSpPr txBox="1"/>
          <p:nvPr/>
        </p:nvSpPr>
        <p:spPr>
          <a:xfrm>
            <a:off x="5708011" y="3129764"/>
            <a:ext cx="2037701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defTabSz="457200" rtl="1">
              <a:lnSpc>
                <a:spcPct val="130000"/>
              </a:lnSpc>
            </a:pPr>
            <a:r>
              <a:rPr lang="ar-SA" kern="0" dirty="0">
                <a:latin typeface="Tajawal Medium" panose="00000600000000000000" pitchFamily="2" charset="-78"/>
                <a:cs typeface="Tajawal Medium" panose="00000600000000000000" pitchFamily="2" charset="-78"/>
              </a:rPr>
              <a:t>اللون الأصفر </a:t>
            </a:r>
            <a:br>
              <a:rPr lang="en-US" kern="0" dirty="0">
                <a:latin typeface="Tajawal Medium" panose="00000600000000000000" pitchFamily="2" charset="-78"/>
                <a:cs typeface="Tajawal Medium" panose="00000600000000000000" pitchFamily="2" charset="-78"/>
              </a:rPr>
            </a:br>
            <a:r>
              <a:rPr lang="ar-SA" kern="0" dirty="0">
                <a:latin typeface="Tajawal Medium" panose="00000600000000000000" pitchFamily="2" charset="-78"/>
                <a:cs typeface="Tajawal Medium" panose="00000600000000000000" pitchFamily="2" charset="-78"/>
              </a:rPr>
              <a:t>يعني وجود </a:t>
            </a:r>
            <a:br>
              <a:rPr lang="en-US" kern="0" dirty="0">
                <a:latin typeface="Tajawal Medium" panose="00000600000000000000" pitchFamily="2" charset="-78"/>
                <a:cs typeface="Tajawal Medium" panose="00000600000000000000" pitchFamily="2" charset="-78"/>
              </a:rPr>
            </a:br>
            <a:r>
              <a:rPr lang="ar-SA" kern="0" dirty="0">
                <a:latin typeface="Tajawal Medium" panose="00000600000000000000" pitchFamily="2" charset="-78"/>
                <a:cs typeface="Tajawal Medium" panose="00000600000000000000" pitchFamily="2" charset="-78"/>
              </a:rPr>
              <a:t>تنبيه مبكر.</a:t>
            </a:r>
            <a:br>
              <a:rPr lang="en-US" kern="0" dirty="0">
                <a:latin typeface="Tajawal Medium" panose="00000600000000000000" pitchFamily="2" charset="-78"/>
                <a:cs typeface="Tajawal Medium" panose="00000600000000000000" pitchFamily="2" charset="-78"/>
              </a:rPr>
            </a:br>
            <a:endParaRPr lang="ar-SA" kern="0" dirty="0"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536C79-7664-0B4A-80F8-F2C948D4DBB3}"/>
              </a:ext>
            </a:extLst>
          </p:cNvPr>
          <p:cNvSpPr txBox="1"/>
          <p:nvPr/>
        </p:nvSpPr>
        <p:spPr>
          <a:xfrm>
            <a:off x="2210486" y="3113529"/>
            <a:ext cx="2037701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defTabSz="457200" rtl="1">
              <a:lnSpc>
                <a:spcPct val="130000"/>
              </a:lnSpc>
            </a:pPr>
            <a:r>
              <a:rPr lang="ar-SA" kern="0" dirty="0">
                <a:latin typeface="Tajawal Medium" panose="00000600000000000000" pitchFamily="2" charset="-78"/>
                <a:cs typeface="Tajawal Medium" panose="00000600000000000000" pitchFamily="2" charset="-78"/>
              </a:rPr>
              <a:t>اللون الأحمر يعني وجود خطر فعلي يحتاج لتدخل عاجل.</a:t>
            </a:r>
            <a:br>
              <a:rPr lang="en-US" kern="0" dirty="0">
                <a:latin typeface="Tajawal Medium" panose="00000600000000000000" pitchFamily="2" charset="-78"/>
                <a:cs typeface="Tajawal Medium" panose="00000600000000000000" pitchFamily="2" charset="-78"/>
              </a:rPr>
            </a:br>
            <a:endParaRPr lang="en-US" kern="0" dirty="0"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3D4485E-AE4E-3654-5037-80597EF7AB4A}"/>
              </a:ext>
            </a:extLst>
          </p:cNvPr>
          <p:cNvSpPr/>
          <p:nvPr/>
        </p:nvSpPr>
        <p:spPr>
          <a:xfrm>
            <a:off x="2608033" y="2800841"/>
            <a:ext cx="1242608" cy="129907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833EFAD-4E6C-C32E-2269-9D9099712AF1}"/>
              </a:ext>
            </a:extLst>
          </p:cNvPr>
          <p:cNvSpPr/>
          <p:nvPr/>
        </p:nvSpPr>
        <p:spPr>
          <a:xfrm>
            <a:off x="6108337" y="2800841"/>
            <a:ext cx="1242608" cy="129907"/>
          </a:xfrm>
          <a:prstGeom prst="roundRect">
            <a:avLst>
              <a:gd name="adj" fmla="val 50000"/>
            </a:avLst>
          </a:prstGeom>
          <a:solidFill>
            <a:srgbClr val="DEB6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415F83B-E9D9-09D4-4AE4-BB7F0FC8533E}"/>
              </a:ext>
            </a:extLst>
          </p:cNvPr>
          <p:cNvSpPr/>
          <p:nvPr/>
        </p:nvSpPr>
        <p:spPr>
          <a:xfrm>
            <a:off x="9268862" y="2800841"/>
            <a:ext cx="1242608" cy="129907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4CC8C6F-BCBF-1B3C-9786-DB57F58E2079}"/>
              </a:ext>
            </a:extLst>
          </p:cNvPr>
          <p:cNvGrpSpPr/>
          <p:nvPr/>
        </p:nvGrpSpPr>
        <p:grpSpPr>
          <a:xfrm>
            <a:off x="10777652" y="413233"/>
            <a:ext cx="548640" cy="548640"/>
            <a:chOff x="9052560" y="274320"/>
            <a:chExt cx="548640" cy="54864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024E6E2-EFEE-C72C-141C-3972FBB8E0E6}"/>
                </a:ext>
              </a:extLst>
            </p:cNvPr>
            <p:cNvSpPr/>
            <p:nvPr/>
          </p:nvSpPr>
          <p:spPr>
            <a:xfrm>
              <a:off x="9052560" y="274320"/>
              <a:ext cx="548640" cy="5486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1000" dist="1524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78970E5-C1EF-9E0F-55C3-C802B27123DD}"/>
                </a:ext>
              </a:extLst>
            </p:cNvPr>
            <p:cNvSpPr/>
            <p:nvPr/>
          </p:nvSpPr>
          <p:spPr>
            <a:xfrm>
              <a:off x="9178766" y="400526"/>
              <a:ext cx="296228" cy="296228"/>
            </a:xfrm>
            <a:prstGeom prst="ellipse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4" name="مربع نص 12">
            <a:extLst>
              <a:ext uri="{FF2B5EF4-FFF2-40B4-BE49-F238E27FC236}">
                <a16:creationId xmlns:a16="http://schemas.microsoft.com/office/drawing/2014/main" id="{2237B463-668A-0BF4-C502-2DB521C238EF}"/>
              </a:ext>
            </a:extLst>
          </p:cNvPr>
          <p:cNvSpPr txBox="1"/>
          <p:nvPr/>
        </p:nvSpPr>
        <p:spPr>
          <a:xfrm>
            <a:off x="2698964" y="434022"/>
            <a:ext cx="7986404" cy="544765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pPr marR="0" lvl="0" indent="0" algn="r" rtl="1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EG" sz="2400" dirty="0">
                <a:gradFill flip="none" rotWithShape="1">
                  <a:gsLst>
                    <a:gs pos="20000">
                      <a:srgbClr val="3B3F1E"/>
                    </a:gs>
                    <a:gs pos="100000">
                      <a:srgbClr val="DEB63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Tajawal Black" panose="00000500000000000000" pitchFamily="2" charset="-78"/>
                <a:cs typeface="Tajawal Black" panose="00000500000000000000" pitchFamily="2" charset="-78"/>
              </a:rPr>
              <a:t>لوحة المؤشرات ((</a:t>
            </a:r>
            <a:r>
              <a:rPr lang="en-US" sz="2400" dirty="0">
                <a:gradFill flip="none" rotWithShape="1">
                  <a:gsLst>
                    <a:gs pos="20000">
                      <a:srgbClr val="3B3F1E"/>
                    </a:gs>
                    <a:gs pos="100000">
                      <a:srgbClr val="DEB63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Tajawal Black" panose="00000500000000000000" pitchFamily="2" charset="-78"/>
                <a:cs typeface="Tajawal Black" panose="00000500000000000000" pitchFamily="2" charset="-78"/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3158815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DEB63D">
                <a:alpha val="10000"/>
              </a:srgbClr>
            </a:gs>
            <a:gs pos="1000">
              <a:srgbClr val="F2F3CC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4680DA-D5B2-8028-4754-E4B4CA7D8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5EFD315-F1F1-35FD-CB7B-18D521A59E93}"/>
              </a:ext>
            </a:extLst>
          </p:cNvPr>
          <p:cNvGrpSpPr/>
          <p:nvPr/>
        </p:nvGrpSpPr>
        <p:grpSpPr>
          <a:xfrm>
            <a:off x="14310602" y="762648"/>
            <a:ext cx="490221" cy="3694958"/>
            <a:chOff x="11020425" y="1733550"/>
            <a:chExt cx="871504" cy="255804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6E28877-E3D8-F675-27A4-715CAF34422F}"/>
                </a:ext>
              </a:extLst>
            </p:cNvPr>
            <p:cNvSpPr/>
            <p:nvPr/>
          </p:nvSpPr>
          <p:spPr>
            <a:xfrm>
              <a:off x="11020425" y="1733550"/>
              <a:ext cx="871504" cy="790808"/>
            </a:xfrm>
            <a:prstGeom prst="roundRect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AED7285-61C2-2589-3917-6E433AFB1491}"/>
                </a:ext>
              </a:extLst>
            </p:cNvPr>
            <p:cNvSpPr/>
            <p:nvPr/>
          </p:nvSpPr>
          <p:spPr>
            <a:xfrm>
              <a:off x="11020425" y="2617170"/>
              <a:ext cx="871504" cy="790808"/>
            </a:xfrm>
            <a:prstGeom prst="roundRect">
              <a:avLst/>
            </a:prstGeom>
            <a:solidFill>
              <a:srgbClr val="DEB6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DADB1E2-1D3E-092D-6A30-CF86A0F0CD02}"/>
                </a:ext>
              </a:extLst>
            </p:cNvPr>
            <p:cNvSpPr/>
            <p:nvPr/>
          </p:nvSpPr>
          <p:spPr>
            <a:xfrm>
              <a:off x="11020425" y="3500790"/>
              <a:ext cx="871504" cy="790808"/>
            </a:xfrm>
            <a:prstGeom prst="roundRect">
              <a:avLst/>
            </a:prstGeom>
            <a:solidFill>
              <a:srgbClr val="F2F3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pic>
        <p:nvPicPr>
          <p:cNvPr id="33" name="صورة 6">
            <a:extLst>
              <a:ext uri="{FF2B5EF4-FFF2-40B4-BE49-F238E27FC236}">
                <a16:creationId xmlns:a16="http://schemas.microsoft.com/office/drawing/2014/main" id="{BE73B047-BECA-6227-715A-4209C2922E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52" y="256083"/>
            <a:ext cx="705344" cy="7057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2E9426-1D28-580D-754A-0B65DB6DD127}"/>
              </a:ext>
            </a:extLst>
          </p:cNvPr>
          <p:cNvSpPr txBox="1"/>
          <p:nvPr/>
        </p:nvSpPr>
        <p:spPr>
          <a:xfrm>
            <a:off x="2603241" y="1460974"/>
            <a:ext cx="8300617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>
              <a:lnSpc>
                <a:spcPct val="200000"/>
              </a:lnSpc>
            </a:pPr>
            <a:r>
              <a:rPr lang="ar-SA" sz="2000" b="1" dirty="0">
                <a:solidFill>
                  <a:srgbClr val="DEB63D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•  في الإدارة المالية: </a:t>
            </a:r>
            <a:r>
              <a:rPr lang="ar-SA" sz="2000" dirty="0">
                <a:latin typeface="Tajawal" panose="00000500000000000000" pitchFamily="2" charset="-78"/>
                <a:cs typeface="Tajawal" panose="00000500000000000000" pitchFamily="2" charset="-78"/>
              </a:rPr>
              <a:t>إذا تأخر رفع التقارير الدورية بنسبة أكثر من 10% عن الوقت المحدد، يظهر النظام تنبيه أصفر.</a:t>
            </a:r>
            <a:endParaRPr lang="en-US" sz="2000" dirty="0">
              <a:latin typeface="Tajawal" panose="00000500000000000000" pitchFamily="2" charset="-78"/>
              <a:cs typeface="Tajawal" panose="00000500000000000000" pitchFamily="2" charset="-78"/>
            </a:endParaRPr>
          </a:p>
          <a:p>
            <a:pPr algn="justLow" rtl="1">
              <a:lnSpc>
                <a:spcPct val="200000"/>
              </a:lnSpc>
            </a:pPr>
            <a:r>
              <a:rPr lang="ar-SA" sz="2000" b="1" dirty="0">
                <a:solidFill>
                  <a:srgbClr val="DEB63D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• في الأمن: </a:t>
            </a:r>
            <a:r>
              <a:rPr lang="ar-SA" sz="2000" dirty="0">
                <a:latin typeface="Tajawal" panose="00000500000000000000" pitchFamily="2" charset="-78"/>
                <a:cs typeface="Tajawal" panose="00000500000000000000" pitchFamily="2" charset="-78"/>
              </a:rPr>
              <a:t>إذا حدثت أكثر من حالتين أمنيّتين خلال شهر، يتحول المؤشر إلى أحمر.</a:t>
            </a:r>
            <a:endParaRPr lang="en-US" sz="2000" dirty="0">
              <a:latin typeface="Tajawal" panose="00000500000000000000" pitchFamily="2" charset="-78"/>
              <a:cs typeface="Tajawal" panose="00000500000000000000" pitchFamily="2" charset="-78"/>
            </a:endParaRPr>
          </a:p>
          <a:p>
            <a:pPr algn="justLow" rtl="1">
              <a:lnSpc>
                <a:spcPct val="200000"/>
              </a:lnSpc>
            </a:pPr>
            <a:r>
              <a:rPr lang="ar-SA" sz="2000" b="1" dirty="0">
                <a:solidFill>
                  <a:srgbClr val="DEB63D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• في الموارد البشرية: </a:t>
            </a:r>
            <a:r>
              <a:rPr lang="ar-SA" sz="2000" dirty="0">
                <a:latin typeface="Tajawal" panose="00000500000000000000" pitchFamily="2" charset="-78"/>
                <a:cs typeface="Tajawal" panose="00000500000000000000" pitchFamily="2" charset="-78"/>
              </a:rPr>
              <a:t>ارتفاع نسبة الغياب عن 5% يعطي إشارة إنذار.</a:t>
            </a:r>
            <a:endParaRPr lang="en-US" sz="2000" dirty="0">
              <a:latin typeface="Tajawal" panose="00000500000000000000" pitchFamily="2" charset="-78"/>
              <a:cs typeface="Tajawal" panose="00000500000000000000" pitchFamily="2" charset="-78"/>
            </a:endParaRPr>
          </a:p>
          <a:p>
            <a:pPr algn="justLow" rtl="1">
              <a:lnSpc>
                <a:spcPct val="200000"/>
              </a:lnSpc>
            </a:pPr>
            <a:r>
              <a:rPr lang="ar-SA" sz="2000" b="1" dirty="0">
                <a:solidFill>
                  <a:srgbClr val="DEB63D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• في الصحة أو التغذية: </a:t>
            </a:r>
            <a:r>
              <a:rPr lang="ar-SA" sz="2000" dirty="0">
                <a:latin typeface="Tajawal" panose="00000500000000000000" pitchFamily="2" charset="-78"/>
                <a:cs typeface="Tajawal" panose="00000500000000000000" pitchFamily="2" charset="-78"/>
              </a:rPr>
              <a:t>تكرار الشكاوى في موقع </a:t>
            </a:r>
            <a:br>
              <a:rPr lang="ar-EG" sz="2000" dirty="0">
                <a:latin typeface="Tajawal" panose="00000500000000000000" pitchFamily="2" charset="-78"/>
                <a:cs typeface="Tajawal" panose="00000500000000000000" pitchFamily="2" charset="-78"/>
              </a:rPr>
            </a:br>
            <a:r>
              <a:rPr lang="ar-SA" sz="2000" dirty="0">
                <a:latin typeface="Tajawal" panose="00000500000000000000" pitchFamily="2" charset="-78"/>
                <a:cs typeface="Tajawal" panose="00000500000000000000" pitchFamily="2" charset="-78"/>
              </a:rPr>
              <a:t>معين</a:t>
            </a:r>
            <a:r>
              <a:rPr lang="ar-EG" sz="2000" dirty="0">
                <a:latin typeface="Tajawal" panose="00000500000000000000" pitchFamily="2" charset="-78"/>
                <a:cs typeface="Tajawal" panose="00000500000000000000" pitchFamily="2" charset="-78"/>
              </a:rPr>
              <a:t> </a:t>
            </a:r>
            <a:r>
              <a:rPr lang="ar-SA" sz="2000" dirty="0">
                <a:latin typeface="Tajawal" panose="00000500000000000000" pitchFamily="2" charset="-78"/>
                <a:cs typeface="Tajawal" panose="00000500000000000000" pitchFamily="2" charset="-78"/>
              </a:rPr>
              <a:t>يعني ضرورة التدخل السريع.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EEF7E2F-278D-5845-03F1-1F4E0B9D6330}"/>
              </a:ext>
            </a:extLst>
          </p:cNvPr>
          <p:cNvGrpSpPr/>
          <p:nvPr/>
        </p:nvGrpSpPr>
        <p:grpSpPr>
          <a:xfrm>
            <a:off x="10777652" y="413233"/>
            <a:ext cx="548640" cy="548640"/>
            <a:chOff x="9052560" y="274320"/>
            <a:chExt cx="548640" cy="54864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410C7B6-A2DD-C71B-AED6-EAF5EE7AB5C9}"/>
                </a:ext>
              </a:extLst>
            </p:cNvPr>
            <p:cNvSpPr/>
            <p:nvPr/>
          </p:nvSpPr>
          <p:spPr>
            <a:xfrm>
              <a:off x="9052560" y="274320"/>
              <a:ext cx="548640" cy="5486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1000" dist="1524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2ED68ED-73F2-8FB5-65A7-499503079AF5}"/>
                </a:ext>
              </a:extLst>
            </p:cNvPr>
            <p:cNvSpPr/>
            <p:nvPr/>
          </p:nvSpPr>
          <p:spPr>
            <a:xfrm>
              <a:off x="9178766" y="400526"/>
              <a:ext cx="296228" cy="296228"/>
            </a:xfrm>
            <a:prstGeom prst="ellipse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مربع نص 12">
            <a:extLst>
              <a:ext uri="{FF2B5EF4-FFF2-40B4-BE49-F238E27FC236}">
                <a16:creationId xmlns:a16="http://schemas.microsoft.com/office/drawing/2014/main" id="{023295D7-890D-39AF-DF7C-E04EB5EA0006}"/>
              </a:ext>
            </a:extLst>
          </p:cNvPr>
          <p:cNvSpPr txBox="1"/>
          <p:nvPr/>
        </p:nvSpPr>
        <p:spPr>
          <a:xfrm>
            <a:off x="2698964" y="434022"/>
            <a:ext cx="7986404" cy="544765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pPr marR="0" lvl="0" indent="0" algn="r" rtl="1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EG" sz="2400" dirty="0">
                <a:gradFill flip="none" rotWithShape="1">
                  <a:gsLst>
                    <a:gs pos="20000">
                      <a:srgbClr val="3B3F1E"/>
                    </a:gs>
                    <a:gs pos="100000">
                      <a:srgbClr val="DEB63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Tajawal Black" panose="00000500000000000000" pitchFamily="2" charset="-78"/>
                <a:cs typeface="Tajawal Black" panose="00000500000000000000" pitchFamily="2" charset="-78"/>
              </a:rPr>
              <a:t> أمثلة على مؤشرات ذكية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663A64-7721-1C69-1306-36BC6912D457}"/>
              </a:ext>
            </a:extLst>
          </p:cNvPr>
          <p:cNvSpPr txBox="1"/>
          <p:nvPr/>
        </p:nvSpPr>
        <p:spPr>
          <a:xfrm>
            <a:off x="2899469" y="5397026"/>
            <a:ext cx="830061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66900" indent="-342900" algn="r" rtl="1">
              <a:lnSpc>
                <a:spcPct val="200000"/>
              </a:lnSpc>
              <a:buClr>
                <a:srgbClr val="DEB63D"/>
              </a:buClr>
              <a:buFont typeface="Wingdings" panose="05000000000000000000" pitchFamily="2" charset="2"/>
              <a:buChar char="ü"/>
            </a:pPr>
            <a:r>
              <a:rPr lang="ar-SA" sz="2000" b="1" dirty="0">
                <a:latin typeface="Tajawal" panose="00000500000000000000" pitchFamily="2" charset="-78"/>
                <a:cs typeface="Tajawal" panose="00000500000000000000" pitchFamily="2" charset="-78"/>
              </a:rPr>
              <a:t>كل هذه المؤشرات يتم ربطها بأنظمة العمل الحالية لتحديثها تلقائياً.</a:t>
            </a:r>
            <a:endParaRPr lang="en-US" sz="2000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7647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DEB63D">
                <a:alpha val="10000"/>
              </a:srgbClr>
            </a:gs>
            <a:gs pos="1000">
              <a:srgbClr val="F2F3CC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47DEB-8BBB-AF2A-AA83-C6E928A4F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51AB13E-2E68-756C-1DB3-7592E6E771C2}"/>
              </a:ext>
            </a:extLst>
          </p:cNvPr>
          <p:cNvGrpSpPr/>
          <p:nvPr/>
        </p:nvGrpSpPr>
        <p:grpSpPr>
          <a:xfrm>
            <a:off x="14310602" y="762648"/>
            <a:ext cx="490221" cy="3694958"/>
            <a:chOff x="11020425" y="1733550"/>
            <a:chExt cx="871504" cy="255804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D9FB792-57A3-433B-F321-FEA4D1D41CC9}"/>
                </a:ext>
              </a:extLst>
            </p:cNvPr>
            <p:cNvSpPr/>
            <p:nvPr/>
          </p:nvSpPr>
          <p:spPr>
            <a:xfrm>
              <a:off x="11020425" y="1733550"/>
              <a:ext cx="871504" cy="790808"/>
            </a:xfrm>
            <a:prstGeom prst="roundRect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413655B-0DD5-643B-3368-5F5EEC68CA92}"/>
                </a:ext>
              </a:extLst>
            </p:cNvPr>
            <p:cNvSpPr/>
            <p:nvPr/>
          </p:nvSpPr>
          <p:spPr>
            <a:xfrm>
              <a:off x="11020425" y="2617170"/>
              <a:ext cx="871504" cy="790808"/>
            </a:xfrm>
            <a:prstGeom prst="roundRect">
              <a:avLst/>
            </a:prstGeom>
            <a:solidFill>
              <a:srgbClr val="DEB6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E1F890B-0F22-F2F7-DB04-54891772654B}"/>
                </a:ext>
              </a:extLst>
            </p:cNvPr>
            <p:cNvSpPr/>
            <p:nvPr/>
          </p:nvSpPr>
          <p:spPr>
            <a:xfrm>
              <a:off x="11020425" y="3500790"/>
              <a:ext cx="871504" cy="790808"/>
            </a:xfrm>
            <a:prstGeom prst="roundRect">
              <a:avLst/>
            </a:prstGeom>
            <a:solidFill>
              <a:srgbClr val="F2F3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pic>
        <p:nvPicPr>
          <p:cNvPr id="33" name="صورة 6">
            <a:extLst>
              <a:ext uri="{FF2B5EF4-FFF2-40B4-BE49-F238E27FC236}">
                <a16:creationId xmlns:a16="http://schemas.microsoft.com/office/drawing/2014/main" id="{E32D19CC-4AB8-4DD3-A0FC-BD520E4F67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52" y="256083"/>
            <a:ext cx="705344" cy="70579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07DFBA-1DDD-F24B-0D7E-0927917CF89A}"/>
              </a:ext>
            </a:extLst>
          </p:cNvPr>
          <p:cNvSpPr/>
          <p:nvPr/>
        </p:nvSpPr>
        <p:spPr>
          <a:xfrm>
            <a:off x="865708" y="2164614"/>
            <a:ext cx="10460584" cy="3443706"/>
          </a:xfrm>
          <a:prstGeom prst="roundRect">
            <a:avLst>
              <a:gd name="adj" fmla="val 11223"/>
            </a:avLst>
          </a:prstGeom>
          <a:solidFill>
            <a:sysClr val="window" lastClr="FFFFFF"/>
          </a:solidFill>
          <a:ln w="15875" cap="flat" cmpd="sng" algn="ctr">
            <a:noFill/>
            <a:prstDash val="solid"/>
          </a:ln>
          <a:effectLst>
            <a:outerShdw blurRad="762000" dist="736600" dir="2700000" sx="97000" sy="97000" algn="tl" rotWithShape="0">
              <a:schemeClr val="tx1">
                <a:lumMod val="95000"/>
                <a:lumOff val="5000"/>
                <a:alpha val="10000"/>
              </a:scheme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Tw Cen MT" panose="020B0602020104020603"/>
            </a:endParaRPr>
          </a:p>
        </p:txBody>
      </p:sp>
      <p:sp>
        <p:nvSpPr>
          <p:cNvPr id="10" name="مربع نص 24">
            <a:extLst>
              <a:ext uri="{FF2B5EF4-FFF2-40B4-BE49-F238E27FC236}">
                <a16:creationId xmlns:a16="http://schemas.microsoft.com/office/drawing/2014/main" id="{B302AE34-3397-DC0B-E354-29E3A0A6E44F}"/>
              </a:ext>
            </a:extLst>
          </p:cNvPr>
          <p:cNvSpPr txBox="1"/>
          <p:nvPr/>
        </p:nvSpPr>
        <p:spPr>
          <a:xfrm>
            <a:off x="1117600" y="2196117"/>
            <a:ext cx="9956800" cy="3093154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2000" b="1" i="0" u="none" strike="noStrike" kern="1200" cap="none" spc="0" normalizeH="0" baseline="0" noProof="0" dirty="0">
                <a:ln>
                  <a:noFill/>
                </a:ln>
                <a:solidFill>
                  <a:srgbClr val="DEB63D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السلام عليكم ورحمة الله وبركاته</a:t>
            </a:r>
          </a:p>
          <a:p>
            <a:pPr marL="0" marR="0" lvl="0" indent="0" algn="ctr" defTabSz="4572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لنفترض أن النظام لاحظ تأخر تقارير الزيارات الميدانية بنسبة 10%.</a:t>
            </a:r>
          </a:p>
          <a:p>
            <a:pPr marL="0" marR="0" lvl="0" indent="0" algn="ctr" defTabSz="4572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يقوم تلقائياً بتغيير لون المؤشر إلى الأصفر، ويرسل بلاغ ذكي داخلي إلى الجهة المسؤولة،</a:t>
            </a:r>
          </a:p>
          <a:p>
            <a:pPr marL="0" marR="0" lvl="0" indent="0" algn="ctr" defTabSz="4572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مما يمكّن الإدارة من معالجة المشكلة قبل أن تتفاقم أو تؤثر على جودة العمل.</a:t>
            </a:r>
          </a:p>
          <a:p>
            <a:pPr marL="0" marR="0" lvl="0" indent="0" algn="ctr" defTabSz="4572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بهذه الطريقة نكسب الوقت، والوضوح، والمصداقية في المتابعة.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FD8EBF7-5192-DD60-BA5C-680A094B9A7D}"/>
              </a:ext>
            </a:extLst>
          </p:cNvPr>
          <p:cNvGrpSpPr/>
          <p:nvPr/>
        </p:nvGrpSpPr>
        <p:grpSpPr>
          <a:xfrm>
            <a:off x="10777652" y="413233"/>
            <a:ext cx="548640" cy="548640"/>
            <a:chOff x="9052560" y="274320"/>
            <a:chExt cx="548640" cy="54864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1F695A1-2188-35BC-5417-A4A9B17461BE}"/>
                </a:ext>
              </a:extLst>
            </p:cNvPr>
            <p:cNvSpPr/>
            <p:nvPr/>
          </p:nvSpPr>
          <p:spPr>
            <a:xfrm>
              <a:off x="9052560" y="274320"/>
              <a:ext cx="548640" cy="5486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1000" dist="1524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FFEB48C-922C-649A-D6B1-D0FEB48BA90B}"/>
                </a:ext>
              </a:extLst>
            </p:cNvPr>
            <p:cNvSpPr/>
            <p:nvPr/>
          </p:nvSpPr>
          <p:spPr>
            <a:xfrm>
              <a:off x="9178766" y="400526"/>
              <a:ext cx="296228" cy="296228"/>
            </a:xfrm>
            <a:prstGeom prst="ellipse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مربع نص 12">
            <a:extLst>
              <a:ext uri="{FF2B5EF4-FFF2-40B4-BE49-F238E27FC236}">
                <a16:creationId xmlns:a16="http://schemas.microsoft.com/office/drawing/2014/main" id="{80AEEA45-9928-9E63-2201-C1DE73F4E0AD}"/>
              </a:ext>
            </a:extLst>
          </p:cNvPr>
          <p:cNvSpPr txBox="1"/>
          <p:nvPr/>
        </p:nvSpPr>
        <p:spPr>
          <a:xfrm>
            <a:off x="2698964" y="434022"/>
            <a:ext cx="7986404" cy="544765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pPr marR="0" lvl="0" indent="0" algn="r" rtl="1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EG" sz="2400" dirty="0">
                <a:gradFill flip="none" rotWithShape="1">
                  <a:gsLst>
                    <a:gs pos="20000">
                      <a:srgbClr val="3B3F1E"/>
                    </a:gs>
                    <a:gs pos="100000">
                      <a:srgbClr val="DEB63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Tajawal Black" panose="00000500000000000000" pitchFamily="2" charset="-78"/>
                <a:cs typeface="Tajawal Black" panose="00000500000000000000" pitchFamily="2" charset="-78"/>
              </a:rPr>
              <a:t>سيناريو عملي</a:t>
            </a:r>
          </a:p>
        </p:txBody>
      </p:sp>
    </p:spTree>
    <p:extLst>
      <p:ext uri="{BB962C8B-B14F-4D97-AF65-F5344CB8AC3E}">
        <p14:creationId xmlns:p14="http://schemas.microsoft.com/office/powerpoint/2010/main" val="3620379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DEB63D">
                <a:alpha val="10000"/>
              </a:srgbClr>
            </a:gs>
            <a:gs pos="1000">
              <a:srgbClr val="F2F3CC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B4155B-C592-FD33-9F5F-FB64770EF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29F0FD2-83BA-B05F-C4EA-0415EF30F456}"/>
              </a:ext>
            </a:extLst>
          </p:cNvPr>
          <p:cNvGrpSpPr/>
          <p:nvPr/>
        </p:nvGrpSpPr>
        <p:grpSpPr>
          <a:xfrm>
            <a:off x="14310602" y="762648"/>
            <a:ext cx="490221" cy="3694958"/>
            <a:chOff x="11020425" y="1733550"/>
            <a:chExt cx="871504" cy="255804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2A48A07-4945-9944-1988-B2FD509BE9E0}"/>
                </a:ext>
              </a:extLst>
            </p:cNvPr>
            <p:cNvSpPr/>
            <p:nvPr/>
          </p:nvSpPr>
          <p:spPr>
            <a:xfrm>
              <a:off x="11020425" y="1733550"/>
              <a:ext cx="871504" cy="790808"/>
            </a:xfrm>
            <a:prstGeom prst="roundRect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7EF2C43-2DAE-F788-5313-BD38108F3B34}"/>
                </a:ext>
              </a:extLst>
            </p:cNvPr>
            <p:cNvSpPr/>
            <p:nvPr/>
          </p:nvSpPr>
          <p:spPr>
            <a:xfrm>
              <a:off x="11020425" y="2617170"/>
              <a:ext cx="871504" cy="790808"/>
            </a:xfrm>
            <a:prstGeom prst="roundRect">
              <a:avLst/>
            </a:prstGeom>
            <a:solidFill>
              <a:srgbClr val="DEB6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277CAD8-C8A6-D7E2-BDA4-D893FC623B75}"/>
                </a:ext>
              </a:extLst>
            </p:cNvPr>
            <p:cNvSpPr/>
            <p:nvPr/>
          </p:nvSpPr>
          <p:spPr>
            <a:xfrm>
              <a:off x="11020425" y="3500790"/>
              <a:ext cx="871504" cy="790808"/>
            </a:xfrm>
            <a:prstGeom prst="roundRect">
              <a:avLst/>
            </a:prstGeom>
            <a:solidFill>
              <a:srgbClr val="F2F3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pic>
        <p:nvPicPr>
          <p:cNvPr id="33" name="صورة 6">
            <a:extLst>
              <a:ext uri="{FF2B5EF4-FFF2-40B4-BE49-F238E27FC236}">
                <a16:creationId xmlns:a16="http://schemas.microsoft.com/office/drawing/2014/main" id="{0AA017DF-58A0-433D-25E3-C9A1F1F96F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52" y="256083"/>
            <a:ext cx="705344" cy="7057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1CC6920-60E9-7B94-DBFD-62BBCAF9F7D2}"/>
              </a:ext>
            </a:extLst>
          </p:cNvPr>
          <p:cNvGrpSpPr/>
          <p:nvPr/>
        </p:nvGrpSpPr>
        <p:grpSpPr>
          <a:xfrm>
            <a:off x="178722" y="1591621"/>
            <a:ext cx="12111600" cy="4327799"/>
            <a:chOff x="-159653" y="6090864"/>
            <a:chExt cx="6979504" cy="249396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B2C8ABD-9111-0945-44A7-03F4EB8AE875}"/>
                </a:ext>
              </a:extLst>
            </p:cNvPr>
            <p:cNvSpPr/>
            <p:nvPr/>
          </p:nvSpPr>
          <p:spPr>
            <a:xfrm>
              <a:off x="291433" y="6605756"/>
              <a:ext cx="6198368" cy="1618295"/>
            </a:xfrm>
            <a:prstGeom prst="roundRect">
              <a:avLst>
                <a:gd name="adj" fmla="val 11504"/>
              </a:avLst>
            </a:prstGeom>
            <a:solidFill>
              <a:sysClr val="window" lastClr="FFFFFF"/>
            </a:solidFill>
            <a:ln w="15875" cap="flat" cmpd="sng" algn="ctr">
              <a:noFill/>
              <a:prstDash val="solid"/>
            </a:ln>
            <a:effectLst>
              <a:outerShdw blurRad="800100" dist="381000" dir="8100000" sx="95000" sy="95000" algn="tr" rotWithShape="0">
                <a:prstClr val="black">
                  <a:alpha val="5000"/>
                </a:prstClr>
              </a:outerShdw>
            </a:effectLst>
          </p:spPr>
          <p:txBody>
            <a:bodyPr rtlCol="0" anchor="ctr"/>
            <a:lstStyle/>
            <a:p>
              <a:pPr algn="ctr" defTabSz="457200"/>
              <a:endParaRPr lang="en-US" kern="0">
                <a:solidFill>
                  <a:prstClr val="white"/>
                </a:solidFill>
                <a:latin typeface="Tw Cen MT" panose="020B0602020104020603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81E3A9E-A72C-95A2-3D55-2A24CE16A4F0}"/>
                </a:ext>
              </a:extLst>
            </p:cNvPr>
            <p:cNvSpPr/>
            <p:nvPr/>
          </p:nvSpPr>
          <p:spPr>
            <a:xfrm>
              <a:off x="5522839" y="6709226"/>
              <a:ext cx="466148" cy="224056"/>
            </a:xfrm>
            <a:prstGeom prst="roundRect">
              <a:avLst>
                <a:gd name="adj" fmla="val 50000"/>
              </a:avLst>
            </a:prstGeom>
            <a:solidFill>
              <a:srgbClr val="DEB63D"/>
            </a:solidFill>
            <a:ln w="15875" cap="flat" cmpd="sng" algn="ctr">
              <a:noFill/>
              <a:prstDash val="solid"/>
            </a:ln>
            <a:effectLst>
              <a:outerShdw blurRad="342900" dist="76200" dir="8100000" sx="97000" sy="97000" algn="t" rotWithShape="0">
                <a:srgbClr val="DEB63D">
                  <a:alpha val="39000"/>
                </a:srgbClr>
              </a:outerShdw>
            </a:effectLst>
          </p:spPr>
          <p:txBody>
            <a:bodyPr rtlCol="0" anchor="ctr"/>
            <a:lstStyle/>
            <a:p>
              <a:pPr algn="ctr" defTabSz="457200">
                <a:lnSpc>
                  <a:spcPct val="130000"/>
                </a:lnSpc>
              </a:pPr>
              <a:r>
                <a:rPr lang="ar-EG" sz="1200" b="1" kern="0" dirty="0">
                  <a:solidFill>
                    <a:prstClr val="white"/>
                  </a:solidFill>
                  <a:latin typeface="RB" panose="00000500000000000000" pitchFamily="2" charset="-78"/>
                  <a:cs typeface="RB" panose="00000500000000000000" pitchFamily="2" charset="-78"/>
                </a:rPr>
                <a:t>1</a:t>
              </a:r>
              <a:endParaRPr lang="en-US" sz="1200" b="1" kern="0" dirty="0">
                <a:solidFill>
                  <a:prstClr val="white"/>
                </a:solidFill>
                <a:latin typeface="RB" panose="00000500000000000000" pitchFamily="2" charset="-78"/>
                <a:cs typeface="RB" panose="00000500000000000000" pitchFamily="2" charset="-78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4B11115-92F8-8531-1AB6-0BEF19838D7C}"/>
                </a:ext>
              </a:extLst>
            </p:cNvPr>
            <p:cNvCxnSpPr>
              <a:cxnSpLocks/>
              <a:stCxn id="15" idx="1"/>
            </p:cNvCxnSpPr>
            <p:nvPr/>
          </p:nvCxnSpPr>
          <p:spPr>
            <a:xfrm flipH="1">
              <a:off x="1076324" y="6821254"/>
              <a:ext cx="4446515" cy="0"/>
            </a:xfrm>
            <a:prstGeom prst="line">
              <a:avLst/>
            </a:prstGeom>
            <a:noFill/>
            <a:ln>
              <a:solidFill>
                <a:srgbClr val="0A9995">
                  <a:alpha val="13000"/>
                </a:srgbClr>
              </a:solidFill>
            </a:ln>
          </p:spPr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2F3A8A0-4762-62C4-E561-FB04E2E1A9E4}"/>
                </a:ext>
              </a:extLst>
            </p:cNvPr>
            <p:cNvSpPr txBox="1"/>
            <p:nvPr/>
          </p:nvSpPr>
          <p:spPr>
            <a:xfrm>
              <a:off x="5053236" y="6975120"/>
              <a:ext cx="1389398" cy="1373241"/>
            </a:xfrm>
            <a:prstGeom prst="roundRect">
              <a:avLst>
                <a:gd name="adj" fmla="val 18474"/>
              </a:avLst>
            </a:prstGeom>
            <a:noFill/>
            <a:ln w="6350"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Low" rtl="1">
                <a:lnSpc>
                  <a:spcPct val="150000"/>
                </a:lnSpc>
                <a:defRPr sz="1000">
                  <a:latin typeface="Tajawal" panose="00000500000000000000" pitchFamily="2" charset="-78"/>
                  <a:cs typeface="Tajawal" panose="00000500000000000000" pitchFamily="2" charset="-78"/>
                </a:defRPr>
              </a:lvl1pPr>
            </a:lstStyle>
            <a:p>
              <a:r>
                <a:rPr lang="ar-SA" sz="1800" dirty="0"/>
                <a:t> </a:t>
              </a:r>
              <a:r>
                <a:rPr lang="ar-SA" sz="1800" b="1" dirty="0"/>
                <a:t>المرحلة الأولى:</a:t>
              </a:r>
              <a:br>
                <a:rPr lang="en-US" sz="1800" b="1" dirty="0"/>
              </a:br>
              <a:r>
                <a:rPr lang="ar-SA" sz="1800" dirty="0"/>
                <a:t> تحديد المؤشرات وجمع البيانات اللازمة (شهر واحد).</a:t>
              </a:r>
              <a:br>
                <a:rPr lang="en-US" sz="1800" dirty="0"/>
              </a:br>
              <a:endParaRPr lang="ar-SA" sz="18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598FC3E-7912-2E10-1A16-3531155C1FB9}"/>
                </a:ext>
              </a:extLst>
            </p:cNvPr>
            <p:cNvSpPr txBox="1"/>
            <p:nvPr/>
          </p:nvSpPr>
          <p:spPr>
            <a:xfrm>
              <a:off x="368199" y="6975116"/>
              <a:ext cx="1426838" cy="1373241"/>
            </a:xfrm>
            <a:prstGeom prst="roundRect">
              <a:avLst>
                <a:gd name="adj" fmla="val 18474"/>
              </a:avLst>
            </a:prstGeom>
            <a:noFill/>
            <a:ln w="6350">
              <a:noFill/>
            </a:ln>
          </p:spPr>
          <p:txBody>
            <a:bodyPr wrap="square" rtlCol="0">
              <a:spAutoFit/>
            </a:bodyPr>
            <a:lstStyle/>
            <a:p>
              <a:pPr algn="justLow" rtl="1">
                <a:lnSpc>
                  <a:spcPct val="150000"/>
                </a:lnSpc>
              </a:pPr>
              <a:r>
                <a:rPr lang="ar-SA" b="1" dirty="0">
                  <a:latin typeface="Tajawal" panose="00000500000000000000" pitchFamily="2" charset="-78"/>
                  <a:cs typeface="Tajawal" panose="00000500000000000000" pitchFamily="2" charset="-78"/>
                </a:rPr>
                <a:t>المرحلة الرابعة: </a:t>
              </a:r>
              <a:br>
                <a:rPr lang="en-US" b="1" dirty="0">
                  <a:latin typeface="Tajawal" panose="00000500000000000000" pitchFamily="2" charset="-78"/>
                  <a:cs typeface="Tajawal" panose="00000500000000000000" pitchFamily="2" charset="-78"/>
                </a:rPr>
              </a:br>
              <a:r>
                <a:rPr lang="ar-SA" dirty="0">
                  <a:latin typeface="Tajawal" panose="00000500000000000000" pitchFamily="2" charset="-78"/>
                  <a:cs typeface="Tajawal" panose="00000500000000000000" pitchFamily="2" charset="-78"/>
                </a:rPr>
                <a:t>التدريب والتحسين المستمر بناءً على النتائج.</a:t>
              </a:r>
              <a:br>
                <a:rPr lang="en-US" dirty="0">
                  <a:latin typeface="Tajawal" panose="00000500000000000000" pitchFamily="2" charset="-78"/>
                  <a:cs typeface="Tajawal" panose="00000500000000000000" pitchFamily="2" charset="-78"/>
                </a:rPr>
              </a:br>
              <a:endParaRPr lang="ar-SA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72FEC9D-3696-F5D6-515E-15207BF56ED2}"/>
                </a:ext>
              </a:extLst>
            </p:cNvPr>
            <p:cNvSpPr txBox="1"/>
            <p:nvPr/>
          </p:nvSpPr>
          <p:spPr>
            <a:xfrm>
              <a:off x="1954579" y="6975119"/>
              <a:ext cx="1497157" cy="1373241"/>
            </a:xfrm>
            <a:prstGeom prst="roundRect">
              <a:avLst>
                <a:gd name="adj" fmla="val 18474"/>
              </a:avLst>
            </a:prstGeom>
            <a:noFill/>
            <a:ln w="6350"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Low" rtl="1">
                <a:lnSpc>
                  <a:spcPct val="150000"/>
                </a:lnSpc>
                <a:defRPr sz="1000">
                  <a:latin typeface="Tajawal" panose="00000500000000000000" pitchFamily="2" charset="-78"/>
                  <a:cs typeface="Tajawal" panose="00000500000000000000" pitchFamily="2" charset="-78"/>
                </a:defRPr>
              </a:lvl1pPr>
            </a:lstStyle>
            <a:p>
              <a:r>
                <a:rPr lang="ar-SA" sz="1800" b="1" dirty="0"/>
                <a:t>المرحلة الثالثة: </a:t>
              </a:r>
              <a:br>
                <a:rPr lang="en-US" sz="1800" b="1" dirty="0"/>
              </a:br>
              <a:r>
                <a:rPr lang="ar-SA" sz="1800" dirty="0"/>
                <a:t>التوسع لبقية الإدارات </a:t>
              </a:r>
              <a:br>
                <a:rPr lang="en-US" sz="1800" dirty="0"/>
              </a:br>
              <a:r>
                <a:rPr lang="ar-SA" sz="1800" dirty="0"/>
                <a:t>وربط النظام</a:t>
              </a:r>
              <a:br>
                <a:rPr lang="en-US" sz="1800" dirty="0"/>
              </a:br>
              <a:r>
                <a:rPr lang="ar-SA" sz="1800" dirty="0"/>
                <a:t> بلوحة مركزية.</a:t>
              </a:r>
              <a:br>
                <a:rPr lang="en-US" sz="1800" dirty="0"/>
              </a:br>
              <a:endParaRPr lang="ar-SA" sz="18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5EC3799-1A05-5837-D4E9-B7D5621087CA}"/>
                </a:ext>
              </a:extLst>
            </p:cNvPr>
            <p:cNvSpPr txBox="1"/>
            <p:nvPr/>
          </p:nvSpPr>
          <p:spPr>
            <a:xfrm>
              <a:off x="3564794" y="6975119"/>
              <a:ext cx="1380327" cy="1373241"/>
            </a:xfrm>
            <a:prstGeom prst="roundRect">
              <a:avLst>
                <a:gd name="adj" fmla="val 18474"/>
              </a:avLst>
            </a:prstGeom>
            <a:noFill/>
            <a:ln w="6350"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Low" rtl="1">
                <a:lnSpc>
                  <a:spcPct val="150000"/>
                </a:lnSpc>
                <a:defRPr sz="1000">
                  <a:latin typeface="Tajawal" panose="00000500000000000000" pitchFamily="2" charset="-78"/>
                  <a:cs typeface="Tajawal" panose="00000500000000000000" pitchFamily="2" charset="-78"/>
                </a:defRPr>
              </a:lvl1pPr>
            </a:lstStyle>
            <a:p>
              <a:r>
                <a:rPr lang="ar-SA" sz="1800" b="1" dirty="0"/>
                <a:t>المرحلة الثانية: </a:t>
              </a:r>
              <a:br>
                <a:rPr lang="en-US" sz="1800" b="1" dirty="0"/>
              </a:br>
              <a:r>
                <a:rPr lang="ar-SA" sz="1800" dirty="0"/>
                <a:t>تجربة النموذج في إدارة واحدة كمشروع تجريبي (3 أشهر).</a:t>
              </a:r>
              <a:br>
                <a:rPr lang="en-US" sz="1800" dirty="0"/>
              </a:br>
              <a:endParaRPr lang="en-US" sz="1800" dirty="0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A269D095-47FE-BFE5-B843-DB55481744E8}"/>
                </a:ext>
              </a:extLst>
            </p:cNvPr>
            <p:cNvSpPr/>
            <p:nvPr/>
          </p:nvSpPr>
          <p:spPr>
            <a:xfrm>
              <a:off x="4019562" y="6709226"/>
              <a:ext cx="466148" cy="224056"/>
            </a:xfrm>
            <a:prstGeom prst="roundRect">
              <a:avLst>
                <a:gd name="adj" fmla="val 50000"/>
              </a:avLst>
            </a:prstGeom>
            <a:solidFill>
              <a:srgbClr val="DEB63D"/>
            </a:solidFill>
            <a:ln w="15875" cap="flat" cmpd="sng" algn="ctr">
              <a:noFill/>
              <a:prstDash val="solid"/>
            </a:ln>
            <a:effectLst>
              <a:outerShdw blurRad="342900" dist="76200" dir="8100000" sx="97000" sy="97000" algn="t" rotWithShape="0">
                <a:srgbClr val="DEB63D">
                  <a:alpha val="39000"/>
                </a:srgbClr>
              </a:outerShdw>
            </a:effectLst>
          </p:spPr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ar-EG" sz="1200" b="1" kern="0">
                  <a:solidFill>
                    <a:prstClr val="white"/>
                  </a:solidFill>
                  <a:latin typeface="RB" panose="00000500000000000000" pitchFamily="2" charset="-78"/>
                  <a:cs typeface="RB" panose="00000500000000000000" pitchFamily="2" charset="-78"/>
                </a:rPr>
                <a:t>2</a:t>
              </a:r>
              <a:endParaRPr lang="en-US" sz="1200" b="1" kern="0" dirty="0">
                <a:solidFill>
                  <a:prstClr val="white"/>
                </a:solidFill>
                <a:latin typeface="RB" panose="00000500000000000000" pitchFamily="2" charset="-78"/>
                <a:cs typeface="RB" panose="00000500000000000000" pitchFamily="2" charset="-78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F7E8E045-6DC8-D052-96DE-3526ACA70E64}"/>
                </a:ext>
              </a:extLst>
            </p:cNvPr>
            <p:cNvSpPr/>
            <p:nvPr/>
          </p:nvSpPr>
          <p:spPr>
            <a:xfrm>
              <a:off x="2473544" y="6709226"/>
              <a:ext cx="466148" cy="224056"/>
            </a:xfrm>
            <a:prstGeom prst="roundRect">
              <a:avLst>
                <a:gd name="adj" fmla="val 50000"/>
              </a:avLst>
            </a:prstGeom>
            <a:solidFill>
              <a:srgbClr val="DEB63D"/>
            </a:solidFill>
            <a:ln w="15875" cap="flat" cmpd="sng" algn="ctr">
              <a:noFill/>
              <a:prstDash val="solid"/>
            </a:ln>
            <a:effectLst>
              <a:outerShdw blurRad="342900" dist="76200" dir="8100000" sx="97000" sy="97000" algn="t" rotWithShape="0">
                <a:srgbClr val="DEB63D">
                  <a:alpha val="39000"/>
                </a:srgbClr>
              </a:outerShdw>
            </a:effectLst>
          </p:spPr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ar-EG" sz="1200" b="1" kern="0">
                  <a:solidFill>
                    <a:prstClr val="white"/>
                  </a:solidFill>
                  <a:latin typeface="RB" panose="00000500000000000000" pitchFamily="2" charset="-78"/>
                  <a:cs typeface="RB" panose="00000500000000000000" pitchFamily="2" charset="-78"/>
                </a:rPr>
                <a:t>3</a:t>
              </a:r>
              <a:endParaRPr lang="en-US" sz="1200" b="1" kern="0" dirty="0">
                <a:solidFill>
                  <a:prstClr val="white"/>
                </a:solidFill>
                <a:latin typeface="RB" panose="00000500000000000000" pitchFamily="2" charset="-78"/>
                <a:cs typeface="RB" panose="00000500000000000000" pitchFamily="2" charset="-78"/>
              </a:endParaRP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5DEA1E46-2B05-F7C8-0655-A0D7D7C27A57}"/>
                </a:ext>
              </a:extLst>
            </p:cNvPr>
            <p:cNvSpPr/>
            <p:nvPr/>
          </p:nvSpPr>
          <p:spPr>
            <a:xfrm>
              <a:off x="820702" y="6709226"/>
              <a:ext cx="466148" cy="224056"/>
            </a:xfrm>
            <a:prstGeom prst="roundRect">
              <a:avLst>
                <a:gd name="adj" fmla="val 50000"/>
              </a:avLst>
            </a:prstGeom>
            <a:solidFill>
              <a:srgbClr val="DEB63D"/>
            </a:solidFill>
            <a:ln w="15875" cap="flat" cmpd="sng" algn="ctr">
              <a:noFill/>
              <a:prstDash val="solid"/>
            </a:ln>
            <a:effectLst>
              <a:outerShdw blurRad="342900" dist="76200" dir="8100000" sx="97000" sy="97000" algn="t" rotWithShape="0">
                <a:srgbClr val="DEB63D">
                  <a:alpha val="39000"/>
                </a:srgbClr>
              </a:outerShdw>
            </a:effectLst>
          </p:spPr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ar-EG" sz="1200" b="1" kern="0">
                  <a:solidFill>
                    <a:prstClr val="white"/>
                  </a:solidFill>
                  <a:latin typeface="RB" panose="00000500000000000000" pitchFamily="2" charset="-78"/>
                  <a:cs typeface="RB" panose="00000500000000000000" pitchFamily="2" charset="-78"/>
                </a:rPr>
                <a:t>4</a:t>
              </a:r>
              <a:endParaRPr lang="en-US" sz="1200" b="1" kern="0" dirty="0">
                <a:solidFill>
                  <a:prstClr val="white"/>
                </a:solidFill>
                <a:latin typeface="RB" panose="00000500000000000000" pitchFamily="2" charset="-78"/>
                <a:cs typeface="RB" panose="00000500000000000000" pitchFamily="2" charset="-78"/>
              </a:endParaRPr>
            </a:p>
          </p:txBody>
        </p:sp>
        <p:sp>
          <p:nvSpPr>
            <p:cNvPr id="24" name="مربع نص 12">
              <a:extLst>
                <a:ext uri="{FF2B5EF4-FFF2-40B4-BE49-F238E27FC236}">
                  <a16:creationId xmlns:a16="http://schemas.microsoft.com/office/drawing/2014/main" id="{90191E44-6401-4748-347A-D28A20A4CF7E}"/>
                </a:ext>
              </a:extLst>
            </p:cNvPr>
            <p:cNvSpPr txBox="1"/>
            <p:nvPr/>
          </p:nvSpPr>
          <p:spPr>
            <a:xfrm>
              <a:off x="-2" y="6090864"/>
              <a:ext cx="6819853" cy="270476"/>
            </a:xfrm>
            <a:prstGeom prst="rect">
              <a:avLst/>
            </a:prstGeom>
            <a:noFill/>
          </p:spPr>
          <p:txBody>
            <a:bodyPr wrap="square" lIns="91440" tIns="45720" rIns="91440" bIns="45720" rtlCol="1" anchor="t">
              <a:spAutoFit/>
            </a:bodyPr>
            <a:lstStyle/>
            <a:p>
              <a:pPr marR="0" lvl="0" indent="0" algn="ctr" rtl="1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r-EG" sz="2000" dirty="0">
                  <a:solidFill>
                    <a:srgbClr val="DEB63D"/>
                  </a:solidFill>
                  <a:latin typeface="Tajawal Black" panose="00000500000000000000" pitchFamily="2" charset="-78"/>
                  <a:cs typeface="Tajawal Black" panose="00000500000000000000" pitchFamily="2" charset="-78"/>
                </a:rPr>
                <a:t>نقترح تنفيذ المشروع على مراحل:</a:t>
              </a:r>
            </a:p>
          </p:txBody>
        </p:sp>
        <p:sp>
          <p:nvSpPr>
            <p:cNvPr id="25" name="مربع نص 12">
              <a:extLst>
                <a:ext uri="{FF2B5EF4-FFF2-40B4-BE49-F238E27FC236}">
                  <a16:creationId xmlns:a16="http://schemas.microsoft.com/office/drawing/2014/main" id="{7AF48F83-030C-528E-2697-51913D6CAAC9}"/>
                </a:ext>
              </a:extLst>
            </p:cNvPr>
            <p:cNvSpPr txBox="1"/>
            <p:nvPr/>
          </p:nvSpPr>
          <p:spPr>
            <a:xfrm>
              <a:off x="-159653" y="8336079"/>
              <a:ext cx="6819853" cy="248749"/>
            </a:xfrm>
            <a:prstGeom prst="rect">
              <a:avLst/>
            </a:prstGeom>
            <a:noFill/>
          </p:spPr>
          <p:txBody>
            <a:bodyPr wrap="square" lIns="91440" tIns="45720" rIns="91440" bIns="45720" rtlCol="1" anchor="t">
              <a:spAutoFit/>
            </a:bodyPr>
            <a:lstStyle/>
            <a:p>
              <a:pPr marR="0" lvl="0" indent="0" algn="ctr" rtl="1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r-EG" b="1" dirty="0">
                  <a:gradFill flip="none" rotWithShape="1">
                    <a:gsLst>
                      <a:gs pos="32000">
                        <a:srgbClr val="3B3F1E"/>
                      </a:gs>
                      <a:gs pos="100000">
                        <a:srgbClr val="DEB63D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  <a:latin typeface="Tajawal" panose="00000500000000000000" pitchFamily="2" charset="-78"/>
                  <a:cs typeface="Tajawal" panose="00000500000000000000" pitchFamily="2" charset="-78"/>
                </a:rPr>
                <a:t>الهدف هو التطبيق التدريجي حتى نصل إلى نظام متكامل ومستدام.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B52F1F9-6029-FC3B-4322-F6884859BAD1}"/>
              </a:ext>
            </a:extLst>
          </p:cNvPr>
          <p:cNvGrpSpPr/>
          <p:nvPr/>
        </p:nvGrpSpPr>
        <p:grpSpPr>
          <a:xfrm>
            <a:off x="10777652" y="413233"/>
            <a:ext cx="548640" cy="548640"/>
            <a:chOff x="9052560" y="274320"/>
            <a:chExt cx="548640" cy="54864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8E6A6C5-6868-E605-B6FF-129C9A8225DF}"/>
                </a:ext>
              </a:extLst>
            </p:cNvPr>
            <p:cNvSpPr/>
            <p:nvPr/>
          </p:nvSpPr>
          <p:spPr>
            <a:xfrm>
              <a:off x="9052560" y="274320"/>
              <a:ext cx="548640" cy="5486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1000" dist="1524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C31D005-6D9B-38BE-2A16-FC56CA41079F}"/>
                </a:ext>
              </a:extLst>
            </p:cNvPr>
            <p:cNvSpPr/>
            <p:nvPr/>
          </p:nvSpPr>
          <p:spPr>
            <a:xfrm>
              <a:off x="9178766" y="400526"/>
              <a:ext cx="296228" cy="296228"/>
            </a:xfrm>
            <a:prstGeom prst="ellipse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6" name="مربع نص 12">
            <a:extLst>
              <a:ext uri="{FF2B5EF4-FFF2-40B4-BE49-F238E27FC236}">
                <a16:creationId xmlns:a16="http://schemas.microsoft.com/office/drawing/2014/main" id="{8F597E41-720F-CCCC-F93D-AFC70FAE915E}"/>
              </a:ext>
            </a:extLst>
          </p:cNvPr>
          <p:cNvSpPr txBox="1"/>
          <p:nvPr/>
        </p:nvSpPr>
        <p:spPr>
          <a:xfrm>
            <a:off x="2698964" y="434022"/>
            <a:ext cx="7986404" cy="544765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pPr marR="0" lvl="0" indent="0" algn="r" rtl="1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EG" sz="2400" dirty="0">
                <a:gradFill flip="none" rotWithShape="1">
                  <a:gsLst>
                    <a:gs pos="20000">
                      <a:srgbClr val="3B3F1E"/>
                    </a:gs>
                    <a:gs pos="100000">
                      <a:srgbClr val="DEB63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Tajawal Black" panose="00000500000000000000" pitchFamily="2" charset="-78"/>
                <a:cs typeface="Tajawal Black" panose="00000500000000000000" pitchFamily="2" charset="-78"/>
              </a:rPr>
              <a:t>خطة التنفيذ المقترحة</a:t>
            </a:r>
          </a:p>
        </p:txBody>
      </p:sp>
    </p:spTree>
    <p:extLst>
      <p:ext uri="{BB962C8B-B14F-4D97-AF65-F5344CB8AC3E}">
        <p14:creationId xmlns:p14="http://schemas.microsoft.com/office/powerpoint/2010/main" val="1310062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DEB63D">
                <a:alpha val="10000"/>
              </a:srgbClr>
            </a:gs>
            <a:gs pos="1000">
              <a:srgbClr val="F2F3CC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D87263-4CA6-2105-91E6-41F4038E7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0C1E359-FEF5-6FB9-A05D-C36C7AE3B131}"/>
              </a:ext>
            </a:extLst>
          </p:cNvPr>
          <p:cNvGrpSpPr/>
          <p:nvPr/>
        </p:nvGrpSpPr>
        <p:grpSpPr>
          <a:xfrm>
            <a:off x="14310602" y="762648"/>
            <a:ext cx="490221" cy="3694958"/>
            <a:chOff x="11020425" y="1733550"/>
            <a:chExt cx="871504" cy="255804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A2846D7-BCB4-FE08-9216-F169BDEA6E01}"/>
                </a:ext>
              </a:extLst>
            </p:cNvPr>
            <p:cNvSpPr/>
            <p:nvPr/>
          </p:nvSpPr>
          <p:spPr>
            <a:xfrm>
              <a:off x="11020425" y="1733550"/>
              <a:ext cx="871504" cy="790808"/>
            </a:xfrm>
            <a:prstGeom prst="roundRect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34B94D7-405C-6C14-101E-F1D928C84C6D}"/>
                </a:ext>
              </a:extLst>
            </p:cNvPr>
            <p:cNvSpPr/>
            <p:nvPr/>
          </p:nvSpPr>
          <p:spPr>
            <a:xfrm>
              <a:off x="11020425" y="2617170"/>
              <a:ext cx="871504" cy="790808"/>
            </a:xfrm>
            <a:prstGeom prst="roundRect">
              <a:avLst/>
            </a:prstGeom>
            <a:solidFill>
              <a:srgbClr val="DEB6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40DAB272-0A13-A944-4AEB-B4BC2E99FAB2}"/>
                </a:ext>
              </a:extLst>
            </p:cNvPr>
            <p:cNvSpPr/>
            <p:nvPr/>
          </p:nvSpPr>
          <p:spPr>
            <a:xfrm>
              <a:off x="11020425" y="3500790"/>
              <a:ext cx="871504" cy="790808"/>
            </a:xfrm>
            <a:prstGeom prst="roundRect">
              <a:avLst/>
            </a:prstGeom>
            <a:solidFill>
              <a:srgbClr val="F2F3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pic>
        <p:nvPicPr>
          <p:cNvPr id="33" name="صورة 6">
            <a:extLst>
              <a:ext uri="{FF2B5EF4-FFF2-40B4-BE49-F238E27FC236}">
                <a16:creationId xmlns:a16="http://schemas.microsoft.com/office/drawing/2014/main" id="{EEEBE461-B152-B103-6B21-0FE3709B8D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52" y="256083"/>
            <a:ext cx="705344" cy="7057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1B1F78C-88B0-D13C-914F-8436F8565A46}"/>
              </a:ext>
            </a:extLst>
          </p:cNvPr>
          <p:cNvGrpSpPr/>
          <p:nvPr/>
        </p:nvGrpSpPr>
        <p:grpSpPr>
          <a:xfrm>
            <a:off x="10777652" y="413233"/>
            <a:ext cx="548640" cy="548640"/>
            <a:chOff x="9052560" y="274320"/>
            <a:chExt cx="548640" cy="5486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31230B7-67C6-F68A-D7DB-F126E2BE5669}"/>
                </a:ext>
              </a:extLst>
            </p:cNvPr>
            <p:cNvSpPr/>
            <p:nvPr/>
          </p:nvSpPr>
          <p:spPr>
            <a:xfrm>
              <a:off x="9052560" y="274320"/>
              <a:ext cx="548640" cy="5486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1000" dist="1524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1AE3519-DD2A-0FDA-1CA7-5B1A72E49DF8}"/>
                </a:ext>
              </a:extLst>
            </p:cNvPr>
            <p:cNvSpPr/>
            <p:nvPr/>
          </p:nvSpPr>
          <p:spPr>
            <a:xfrm>
              <a:off x="9178766" y="400526"/>
              <a:ext cx="296228" cy="296228"/>
            </a:xfrm>
            <a:prstGeom prst="ellipse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مربع نص 12">
            <a:extLst>
              <a:ext uri="{FF2B5EF4-FFF2-40B4-BE49-F238E27FC236}">
                <a16:creationId xmlns:a16="http://schemas.microsoft.com/office/drawing/2014/main" id="{6836F57B-BDD7-A605-CBE9-447276516136}"/>
              </a:ext>
            </a:extLst>
          </p:cNvPr>
          <p:cNvSpPr txBox="1"/>
          <p:nvPr/>
        </p:nvSpPr>
        <p:spPr>
          <a:xfrm>
            <a:off x="2698964" y="434022"/>
            <a:ext cx="7986404" cy="544765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pPr marR="0" lvl="0" indent="0" algn="r" rtl="1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EG" sz="2400" dirty="0">
                <a:gradFill flip="none" rotWithShape="1">
                  <a:gsLst>
                    <a:gs pos="20000">
                      <a:srgbClr val="3B3F1E"/>
                    </a:gs>
                    <a:gs pos="100000">
                      <a:srgbClr val="DEB63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Tajawal Black" panose="00000500000000000000" pitchFamily="2" charset="-78"/>
                <a:cs typeface="Tajawal Black" panose="00000500000000000000" pitchFamily="2" charset="-78"/>
              </a:rPr>
              <a:t>متطلبات النجاح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98D63BA-B635-7C20-B5FC-7FF9F98372B1}"/>
              </a:ext>
            </a:extLst>
          </p:cNvPr>
          <p:cNvGrpSpPr/>
          <p:nvPr/>
        </p:nvGrpSpPr>
        <p:grpSpPr>
          <a:xfrm>
            <a:off x="2214882" y="1656766"/>
            <a:ext cx="7762238" cy="4812103"/>
            <a:chOff x="2429918" y="1609881"/>
            <a:chExt cx="7296981" cy="4523675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2477EA6-3276-0F4D-F9C7-59657FE15E22}"/>
                </a:ext>
              </a:extLst>
            </p:cNvPr>
            <p:cNvSpPr/>
            <p:nvPr/>
          </p:nvSpPr>
          <p:spPr>
            <a:xfrm>
              <a:off x="2429918" y="1609881"/>
              <a:ext cx="3564617" cy="2101393"/>
            </a:xfrm>
            <a:custGeom>
              <a:avLst/>
              <a:gdLst>
                <a:gd name="connsiteX0" fmla="*/ 3564617 w 3564617"/>
                <a:gd name="connsiteY0" fmla="*/ 384048 h 2101393"/>
                <a:gd name="connsiteX1" fmla="*/ 3564617 w 3564617"/>
                <a:gd name="connsiteY1" fmla="*/ 1717346 h 2101393"/>
                <a:gd name="connsiteX2" fmla="*/ 3180638 w 3564617"/>
                <a:gd name="connsiteY2" fmla="*/ 2101394 h 2101393"/>
                <a:gd name="connsiteX3" fmla="*/ 384048 w 3564617"/>
                <a:gd name="connsiteY3" fmla="*/ 2101394 h 2101393"/>
                <a:gd name="connsiteX4" fmla="*/ 0 w 3564617"/>
                <a:gd name="connsiteY4" fmla="*/ 1717346 h 2101393"/>
                <a:gd name="connsiteX5" fmla="*/ 0 w 3564617"/>
                <a:gd name="connsiteY5" fmla="*/ 384048 h 2101393"/>
                <a:gd name="connsiteX6" fmla="*/ 384048 w 3564617"/>
                <a:gd name="connsiteY6" fmla="*/ 0 h 2101393"/>
                <a:gd name="connsiteX7" fmla="*/ 3180638 w 3564617"/>
                <a:gd name="connsiteY7" fmla="*/ 0 h 2101393"/>
                <a:gd name="connsiteX8" fmla="*/ 3564617 w 3564617"/>
                <a:gd name="connsiteY8" fmla="*/ 384048 h 2101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4617" h="2101393">
                  <a:moveTo>
                    <a:pt x="3564617" y="384048"/>
                  </a:moveTo>
                  <a:lnTo>
                    <a:pt x="3564617" y="1717346"/>
                  </a:lnTo>
                  <a:cubicBezTo>
                    <a:pt x="3564617" y="1929464"/>
                    <a:pt x="3392687" y="2101394"/>
                    <a:pt x="3180638" y="2101394"/>
                  </a:cubicBezTo>
                  <a:lnTo>
                    <a:pt x="384048" y="2101394"/>
                  </a:lnTo>
                  <a:cubicBezTo>
                    <a:pt x="171930" y="2101394"/>
                    <a:pt x="0" y="1929464"/>
                    <a:pt x="0" y="1717346"/>
                  </a:cubicBezTo>
                  <a:lnTo>
                    <a:pt x="0" y="384048"/>
                  </a:lnTo>
                  <a:cubicBezTo>
                    <a:pt x="0" y="171930"/>
                    <a:pt x="171930" y="0"/>
                    <a:pt x="384048" y="0"/>
                  </a:cubicBezTo>
                  <a:lnTo>
                    <a:pt x="3180638" y="0"/>
                  </a:lnTo>
                  <a:cubicBezTo>
                    <a:pt x="3392687" y="0"/>
                    <a:pt x="3564617" y="171930"/>
                    <a:pt x="3564617" y="384048"/>
                  </a:cubicBezTo>
                  <a:close/>
                </a:path>
              </a:pathLst>
            </a:custGeom>
            <a:solidFill>
              <a:srgbClr val="F9F9F9"/>
            </a:solidFill>
            <a:ln w="3429" cap="flat">
              <a:noFill/>
              <a:prstDash val="solid"/>
              <a:miter/>
            </a:ln>
            <a:effectLst>
              <a:outerShdw blurRad="825500" dist="266700" dir="6000000" sx="98000" sy="98000" algn="tr" rotWithShape="0">
                <a:prstClr val="black">
                  <a:alpha val="14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8B2E9CA-4111-9218-E14F-E9C8CAFCD8A7}"/>
                </a:ext>
              </a:extLst>
            </p:cNvPr>
            <p:cNvSpPr/>
            <p:nvPr/>
          </p:nvSpPr>
          <p:spPr>
            <a:xfrm>
              <a:off x="2518421" y="1609915"/>
              <a:ext cx="3476114" cy="2012823"/>
            </a:xfrm>
            <a:custGeom>
              <a:avLst/>
              <a:gdLst>
                <a:gd name="connsiteX0" fmla="*/ 3092101 w 3476114"/>
                <a:gd name="connsiteY0" fmla="*/ 0 h 2012823"/>
                <a:gd name="connsiteX1" fmla="*/ 295511 w 3476114"/>
                <a:gd name="connsiteY1" fmla="*/ 0 h 2012823"/>
                <a:gd name="connsiteX2" fmla="*/ 0 w 3476114"/>
                <a:gd name="connsiteY2" fmla="*/ 138806 h 2012823"/>
                <a:gd name="connsiteX3" fmla="*/ 245208 w 3476114"/>
                <a:gd name="connsiteY3" fmla="*/ 50303 h 2012823"/>
                <a:gd name="connsiteX4" fmla="*/ 3041797 w 3476114"/>
                <a:gd name="connsiteY4" fmla="*/ 50303 h 2012823"/>
                <a:gd name="connsiteX5" fmla="*/ 3425811 w 3476114"/>
                <a:gd name="connsiteY5" fmla="*/ 434317 h 2012823"/>
                <a:gd name="connsiteX6" fmla="*/ 3425811 w 3476114"/>
                <a:gd name="connsiteY6" fmla="*/ 1767615 h 2012823"/>
                <a:gd name="connsiteX7" fmla="*/ 3337309 w 3476114"/>
                <a:gd name="connsiteY7" fmla="*/ 2012823 h 2012823"/>
                <a:gd name="connsiteX8" fmla="*/ 3476115 w 3476114"/>
                <a:gd name="connsiteY8" fmla="*/ 1717312 h 2012823"/>
                <a:gd name="connsiteX9" fmla="*/ 3476115 w 3476114"/>
                <a:gd name="connsiteY9" fmla="*/ 384014 h 2012823"/>
                <a:gd name="connsiteX10" fmla="*/ 3092101 w 3476114"/>
                <a:gd name="connsiteY10" fmla="*/ 0 h 201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76114" h="2012823">
                  <a:moveTo>
                    <a:pt x="3092101" y="0"/>
                  </a:moveTo>
                  <a:lnTo>
                    <a:pt x="295511" y="0"/>
                  </a:lnTo>
                  <a:cubicBezTo>
                    <a:pt x="176662" y="0"/>
                    <a:pt x="70432" y="54007"/>
                    <a:pt x="0" y="138806"/>
                  </a:cubicBezTo>
                  <a:cubicBezTo>
                    <a:pt x="66523" y="83530"/>
                    <a:pt x="151973" y="50303"/>
                    <a:pt x="245208" y="50303"/>
                  </a:cubicBezTo>
                  <a:lnTo>
                    <a:pt x="3041797" y="50303"/>
                  </a:lnTo>
                  <a:cubicBezTo>
                    <a:pt x="3253881" y="50303"/>
                    <a:pt x="3425811" y="222233"/>
                    <a:pt x="3425811" y="434317"/>
                  </a:cubicBezTo>
                  <a:lnTo>
                    <a:pt x="3425811" y="1767615"/>
                  </a:lnTo>
                  <a:cubicBezTo>
                    <a:pt x="3425811" y="1860850"/>
                    <a:pt x="3392584" y="1946335"/>
                    <a:pt x="3337309" y="2012823"/>
                  </a:cubicBezTo>
                  <a:cubicBezTo>
                    <a:pt x="3422108" y="1942391"/>
                    <a:pt x="3476115" y="1836161"/>
                    <a:pt x="3476115" y="1717312"/>
                  </a:cubicBezTo>
                  <a:lnTo>
                    <a:pt x="3476115" y="384014"/>
                  </a:lnTo>
                  <a:cubicBezTo>
                    <a:pt x="3476115" y="171930"/>
                    <a:pt x="3304185" y="0"/>
                    <a:pt x="3092101" y="0"/>
                  </a:cubicBezTo>
                  <a:close/>
                </a:path>
              </a:pathLst>
            </a:custGeom>
            <a:solidFill>
              <a:srgbClr val="FFFFFF"/>
            </a:solidFill>
            <a:ln w="34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DC3AF62-9999-7A3D-2DBE-F0ADD06489BB}"/>
                </a:ext>
              </a:extLst>
            </p:cNvPr>
            <p:cNvSpPr/>
            <p:nvPr/>
          </p:nvSpPr>
          <p:spPr>
            <a:xfrm>
              <a:off x="5084959" y="2791308"/>
              <a:ext cx="909576" cy="919966"/>
            </a:xfrm>
            <a:custGeom>
              <a:avLst/>
              <a:gdLst>
                <a:gd name="connsiteX0" fmla="*/ 909577 w 909576"/>
                <a:gd name="connsiteY0" fmla="*/ 168364 h 919966"/>
                <a:gd name="connsiteX1" fmla="*/ 909577 w 909576"/>
                <a:gd name="connsiteY1" fmla="*/ 0 h 919966"/>
                <a:gd name="connsiteX2" fmla="*/ 0 w 909576"/>
                <a:gd name="connsiteY2" fmla="*/ 919966 h 919966"/>
                <a:gd name="connsiteX3" fmla="*/ 168227 w 909576"/>
                <a:gd name="connsiteY3" fmla="*/ 919966 h 919966"/>
                <a:gd name="connsiteX4" fmla="*/ 909577 w 909576"/>
                <a:gd name="connsiteY4" fmla="*/ 168398 h 91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576" h="919966">
                  <a:moveTo>
                    <a:pt x="909577" y="168364"/>
                  </a:moveTo>
                  <a:lnTo>
                    <a:pt x="909577" y="0"/>
                  </a:lnTo>
                  <a:cubicBezTo>
                    <a:pt x="422624" y="40565"/>
                    <a:pt x="35182" y="431471"/>
                    <a:pt x="0" y="919966"/>
                  </a:cubicBezTo>
                  <a:lnTo>
                    <a:pt x="168227" y="919966"/>
                  </a:lnTo>
                  <a:cubicBezTo>
                    <a:pt x="202620" y="524157"/>
                    <a:pt x="515276" y="208038"/>
                    <a:pt x="909577" y="168398"/>
                  </a:cubicBezTo>
                  <a:close/>
                </a:path>
              </a:pathLst>
            </a:custGeom>
            <a:solidFill>
              <a:srgbClr val="FFF9E7"/>
            </a:solidFill>
            <a:ln w="34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3C74531-4B04-C460-3412-01F56B438085}"/>
                </a:ext>
              </a:extLst>
            </p:cNvPr>
            <p:cNvSpPr/>
            <p:nvPr/>
          </p:nvSpPr>
          <p:spPr>
            <a:xfrm>
              <a:off x="4946084" y="2651542"/>
              <a:ext cx="784966" cy="784966"/>
            </a:xfrm>
            <a:custGeom>
              <a:avLst/>
              <a:gdLst>
                <a:gd name="connsiteX0" fmla="*/ 784967 w 784966"/>
                <a:gd name="connsiteY0" fmla="*/ 392483 h 784966"/>
                <a:gd name="connsiteX1" fmla="*/ 392483 w 784966"/>
                <a:gd name="connsiteY1" fmla="*/ 784967 h 784966"/>
                <a:gd name="connsiteX2" fmla="*/ 0 w 784966"/>
                <a:gd name="connsiteY2" fmla="*/ 392483 h 784966"/>
                <a:gd name="connsiteX3" fmla="*/ 392483 w 784966"/>
                <a:gd name="connsiteY3" fmla="*/ 0 h 784966"/>
                <a:gd name="connsiteX4" fmla="*/ 784967 w 784966"/>
                <a:gd name="connsiteY4" fmla="*/ 392483 h 784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966" h="784966">
                  <a:moveTo>
                    <a:pt x="784967" y="392483"/>
                  </a:moveTo>
                  <a:cubicBezTo>
                    <a:pt x="784967" y="609246"/>
                    <a:pt x="609246" y="784967"/>
                    <a:pt x="392483" y="784967"/>
                  </a:cubicBezTo>
                  <a:cubicBezTo>
                    <a:pt x="175721" y="784967"/>
                    <a:pt x="0" y="609246"/>
                    <a:pt x="0" y="392483"/>
                  </a:cubicBezTo>
                  <a:cubicBezTo>
                    <a:pt x="0" y="175720"/>
                    <a:pt x="175721" y="0"/>
                    <a:pt x="392483" y="0"/>
                  </a:cubicBezTo>
                  <a:cubicBezTo>
                    <a:pt x="609246" y="0"/>
                    <a:pt x="784967" y="175720"/>
                    <a:pt x="784967" y="392483"/>
                  </a:cubicBezTo>
                  <a:close/>
                </a:path>
              </a:pathLst>
            </a:custGeom>
            <a:solidFill>
              <a:srgbClr val="F9F9F9"/>
            </a:solidFill>
            <a:ln w="3429" cap="flat">
              <a:noFill/>
              <a:prstDash val="solid"/>
              <a:miter/>
            </a:ln>
            <a:effectLst>
              <a:outerShdw blurRad="546100" dist="50800" dir="99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54F1A0E-0B19-6303-D2AE-7A75A0A4B364}"/>
                </a:ext>
              </a:extLst>
            </p:cNvPr>
            <p:cNvSpPr/>
            <p:nvPr/>
          </p:nvSpPr>
          <p:spPr>
            <a:xfrm>
              <a:off x="4946050" y="2708498"/>
              <a:ext cx="622740" cy="728010"/>
            </a:xfrm>
            <a:custGeom>
              <a:avLst/>
              <a:gdLst>
                <a:gd name="connsiteX0" fmla="*/ 419058 w 622740"/>
                <a:gd name="connsiteY0" fmla="*/ 710317 h 728010"/>
                <a:gd name="connsiteX1" fmla="*/ 26575 w 622740"/>
                <a:gd name="connsiteY1" fmla="*/ 317834 h 728010"/>
                <a:gd name="connsiteX2" fmla="*/ 188766 w 622740"/>
                <a:gd name="connsiteY2" fmla="*/ 0 h 728010"/>
                <a:gd name="connsiteX3" fmla="*/ 0 w 622740"/>
                <a:gd name="connsiteY3" fmla="*/ 335528 h 728010"/>
                <a:gd name="connsiteX4" fmla="*/ 392483 w 622740"/>
                <a:gd name="connsiteY4" fmla="*/ 728011 h 728010"/>
                <a:gd name="connsiteX5" fmla="*/ 622741 w 622740"/>
                <a:gd name="connsiteY5" fmla="*/ 653362 h 728010"/>
                <a:gd name="connsiteX6" fmla="*/ 419024 w 622740"/>
                <a:gd name="connsiteY6" fmla="*/ 710317 h 72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2740" h="728010">
                  <a:moveTo>
                    <a:pt x="419058" y="710317"/>
                  </a:moveTo>
                  <a:cubicBezTo>
                    <a:pt x="202311" y="710317"/>
                    <a:pt x="26575" y="534615"/>
                    <a:pt x="26575" y="317834"/>
                  </a:cubicBezTo>
                  <a:cubicBezTo>
                    <a:pt x="26575" y="187121"/>
                    <a:pt x="90491" y="71323"/>
                    <a:pt x="188766" y="0"/>
                  </a:cubicBezTo>
                  <a:cubicBezTo>
                    <a:pt x="75609" y="68854"/>
                    <a:pt x="0" y="193361"/>
                    <a:pt x="0" y="335528"/>
                  </a:cubicBezTo>
                  <a:cubicBezTo>
                    <a:pt x="0" y="552275"/>
                    <a:pt x="175702" y="728011"/>
                    <a:pt x="392483" y="728011"/>
                  </a:cubicBezTo>
                  <a:cubicBezTo>
                    <a:pt x="478517" y="728011"/>
                    <a:pt x="558070" y="700305"/>
                    <a:pt x="622741" y="653362"/>
                  </a:cubicBezTo>
                  <a:cubicBezTo>
                    <a:pt x="563351" y="689503"/>
                    <a:pt x="493604" y="710317"/>
                    <a:pt x="419024" y="710317"/>
                  </a:cubicBezTo>
                  <a:close/>
                </a:path>
              </a:pathLst>
            </a:custGeom>
            <a:solidFill>
              <a:srgbClr val="666666">
                <a:alpha val="7000"/>
              </a:srgbClr>
            </a:solidFill>
            <a:ln w="34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2A8B82A-39AA-C31E-6BDD-21E9A7D4B73D}"/>
                </a:ext>
              </a:extLst>
            </p:cNvPr>
            <p:cNvSpPr/>
            <p:nvPr/>
          </p:nvSpPr>
          <p:spPr>
            <a:xfrm>
              <a:off x="5033695" y="2651542"/>
              <a:ext cx="697321" cy="673146"/>
            </a:xfrm>
            <a:custGeom>
              <a:avLst/>
              <a:gdLst>
                <a:gd name="connsiteX0" fmla="*/ 304873 w 697321"/>
                <a:gd name="connsiteY0" fmla="*/ 34 h 673146"/>
                <a:gd name="connsiteX1" fmla="*/ 0 w 697321"/>
                <a:gd name="connsiteY1" fmla="*/ 145355 h 673146"/>
                <a:gd name="connsiteX2" fmla="*/ 274286 w 697321"/>
                <a:gd name="connsiteY2" fmla="*/ 33536 h 673146"/>
                <a:gd name="connsiteX3" fmla="*/ 666769 w 697321"/>
                <a:gd name="connsiteY3" fmla="*/ 426019 h 673146"/>
                <a:gd name="connsiteX4" fmla="*/ 579158 w 697321"/>
                <a:gd name="connsiteY4" fmla="*/ 673147 h 673146"/>
                <a:gd name="connsiteX5" fmla="*/ 697322 w 697321"/>
                <a:gd name="connsiteY5" fmla="*/ 392483 h 673146"/>
                <a:gd name="connsiteX6" fmla="*/ 304838 w 697321"/>
                <a:gd name="connsiteY6" fmla="*/ 0 h 67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7321" h="673146">
                  <a:moveTo>
                    <a:pt x="304873" y="34"/>
                  </a:moveTo>
                  <a:cubicBezTo>
                    <a:pt x="181806" y="34"/>
                    <a:pt x="71975" y="56716"/>
                    <a:pt x="0" y="145355"/>
                  </a:cubicBezTo>
                  <a:cubicBezTo>
                    <a:pt x="70740" y="76192"/>
                    <a:pt x="167541" y="33536"/>
                    <a:pt x="274286" y="33536"/>
                  </a:cubicBezTo>
                  <a:cubicBezTo>
                    <a:pt x="491033" y="33536"/>
                    <a:pt x="666769" y="209237"/>
                    <a:pt x="666769" y="426019"/>
                  </a:cubicBezTo>
                  <a:cubicBezTo>
                    <a:pt x="666769" y="519699"/>
                    <a:pt x="633919" y="605664"/>
                    <a:pt x="579158" y="673147"/>
                  </a:cubicBezTo>
                  <a:cubicBezTo>
                    <a:pt x="652059" y="601892"/>
                    <a:pt x="697322" y="502486"/>
                    <a:pt x="697322" y="392483"/>
                  </a:cubicBezTo>
                  <a:cubicBezTo>
                    <a:pt x="697322" y="175736"/>
                    <a:pt x="521619" y="0"/>
                    <a:pt x="304838" y="0"/>
                  </a:cubicBezTo>
                  <a:close/>
                </a:path>
              </a:pathLst>
            </a:custGeom>
            <a:solidFill>
              <a:srgbClr val="FFFFFF"/>
            </a:solidFill>
            <a:ln w="34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7AA02BC-57A3-0FCC-97E7-96007ABDF58D}"/>
                </a:ext>
              </a:extLst>
            </p:cNvPr>
            <p:cNvSpPr txBox="1"/>
            <p:nvPr/>
          </p:nvSpPr>
          <p:spPr>
            <a:xfrm>
              <a:off x="5131722" y="2826235"/>
              <a:ext cx="372511" cy="4339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/>
                  <a:solidFill>
                    <a:srgbClr val="DEB63D"/>
                  </a:solidFill>
                  <a:effectLst/>
                  <a:uLnTx/>
                  <a:uFillTx/>
                  <a:latin typeface="Montserrat"/>
                  <a:sym typeface="Montserrat"/>
                  <a:rtl val="0"/>
                </a:rPr>
                <a:t>4</a:t>
              </a: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118E07F-8E59-49F2-8B6F-10D40875DFF4}"/>
                </a:ext>
              </a:extLst>
            </p:cNvPr>
            <p:cNvSpPr/>
            <p:nvPr/>
          </p:nvSpPr>
          <p:spPr>
            <a:xfrm>
              <a:off x="6162351" y="1609881"/>
              <a:ext cx="3564548" cy="2101393"/>
            </a:xfrm>
            <a:custGeom>
              <a:avLst/>
              <a:gdLst>
                <a:gd name="connsiteX0" fmla="*/ 3564548 w 3564548"/>
                <a:gd name="connsiteY0" fmla="*/ 384048 h 2101393"/>
                <a:gd name="connsiteX1" fmla="*/ 3564548 w 3564548"/>
                <a:gd name="connsiteY1" fmla="*/ 1717346 h 2101393"/>
                <a:gd name="connsiteX2" fmla="*/ 3180569 w 3564548"/>
                <a:gd name="connsiteY2" fmla="*/ 2101394 h 2101393"/>
                <a:gd name="connsiteX3" fmla="*/ 383979 w 3564548"/>
                <a:gd name="connsiteY3" fmla="*/ 2101394 h 2101393"/>
                <a:gd name="connsiteX4" fmla="*/ 0 w 3564548"/>
                <a:gd name="connsiteY4" fmla="*/ 1717346 h 2101393"/>
                <a:gd name="connsiteX5" fmla="*/ 0 w 3564548"/>
                <a:gd name="connsiteY5" fmla="*/ 384048 h 2101393"/>
                <a:gd name="connsiteX6" fmla="*/ 383979 w 3564548"/>
                <a:gd name="connsiteY6" fmla="*/ 0 h 2101393"/>
                <a:gd name="connsiteX7" fmla="*/ 3180569 w 3564548"/>
                <a:gd name="connsiteY7" fmla="*/ 0 h 2101393"/>
                <a:gd name="connsiteX8" fmla="*/ 3564548 w 3564548"/>
                <a:gd name="connsiteY8" fmla="*/ 384048 h 2101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4548" h="2101393">
                  <a:moveTo>
                    <a:pt x="3564548" y="384048"/>
                  </a:moveTo>
                  <a:lnTo>
                    <a:pt x="3564548" y="1717346"/>
                  </a:lnTo>
                  <a:cubicBezTo>
                    <a:pt x="3564548" y="1929464"/>
                    <a:pt x="3392618" y="2101394"/>
                    <a:pt x="3180569" y="2101394"/>
                  </a:cubicBezTo>
                  <a:lnTo>
                    <a:pt x="383979" y="2101394"/>
                  </a:lnTo>
                  <a:cubicBezTo>
                    <a:pt x="171930" y="2101394"/>
                    <a:pt x="0" y="1929464"/>
                    <a:pt x="0" y="1717346"/>
                  </a:cubicBezTo>
                  <a:lnTo>
                    <a:pt x="0" y="384048"/>
                  </a:lnTo>
                  <a:cubicBezTo>
                    <a:pt x="0" y="171930"/>
                    <a:pt x="171930" y="0"/>
                    <a:pt x="383979" y="0"/>
                  </a:cubicBezTo>
                  <a:lnTo>
                    <a:pt x="3180569" y="0"/>
                  </a:lnTo>
                  <a:cubicBezTo>
                    <a:pt x="3392618" y="0"/>
                    <a:pt x="3564548" y="171930"/>
                    <a:pt x="3564548" y="384048"/>
                  </a:cubicBezTo>
                  <a:close/>
                </a:path>
              </a:pathLst>
            </a:custGeom>
            <a:solidFill>
              <a:srgbClr val="F9F9F9"/>
            </a:solidFill>
            <a:ln w="3429" cap="flat">
              <a:noFill/>
              <a:prstDash val="solid"/>
              <a:miter/>
            </a:ln>
            <a:effectLst>
              <a:outerShdw blurRad="825500" dist="266700" dir="6000000" sx="98000" sy="98000" algn="tr" rotWithShape="0">
                <a:prstClr val="black">
                  <a:alpha val="14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0D8C2C5-5092-148E-4277-2CE183196BEA}"/>
                </a:ext>
              </a:extLst>
            </p:cNvPr>
            <p:cNvSpPr/>
            <p:nvPr/>
          </p:nvSpPr>
          <p:spPr>
            <a:xfrm>
              <a:off x="6250785" y="1609915"/>
              <a:ext cx="3476114" cy="2012823"/>
            </a:xfrm>
            <a:custGeom>
              <a:avLst/>
              <a:gdLst>
                <a:gd name="connsiteX0" fmla="*/ 3092100 w 3476114"/>
                <a:gd name="connsiteY0" fmla="*/ 0 h 2012823"/>
                <a:gd name="connsiteX1" fmla="*/ 295511 w 3476114"/>
                <a:gd name="connsiteY1" fmla="*/ 0 h 2012823"/>
                <a:gd name="connsiteX2" fmla="*/ 0 w 3476114"/>
                <a:gd name="connsiteY2" fmla="*/ 138806 h 2012823"/>
                <a:gd name="connsiteX3" fmla="*/ 245208 w 3476114"/>
                <a:gd name="connsiteY3" fmla="*/ 50303 h 2012823"/>
                <a:gd name="connsiteX4" fmla="*/ 3041797 w 3476114"/>
                <a:gd name="connsiteY4" fmla="*/ 50303 h 2012823"/>
                <a:gd name="connsiteX5" fmla="*/ 3425811 w 3476114"/>
                <a:gd name="connsiteY5" fmla="*/ 434317 h 2012823"/>
                <a:gd name="connsiteX6" fmla="*/ 3425811 w 3476114"/>
                <a:gd name="connsiteY6" fmla="*/ 1767615 h 2012823"/>
                <a:gd name="connsiteX7" fmla="*/ 3337308 w 3476114"/>
                <a:gd name="connsiteY7" fmla="*/ 2012823 h 2012823"/>
                <a:gd name="connsiteX8" fmla="*/ 3476114 w 3476114"/>
                <a:gd name="connsiteY8" fmla="*/ 1717312 h 2012823"/>
                <a:gd name="connsiteX9" fmla="*/ 3476114 w 3476114"/>
                <a:gd name="connsiteY9" fmla="*/ 384014 h 2012823"/>
                <a:gd name="connsiteX10" fmla="*/ 3092100 w 3476114"/>
                <a:gd name="connsiteY10" fmla="*/ 0 h 201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76114" h="2012823">
                  <a:moveTo>
                    <a:pt x="3092100" y="0"/>
                  </a:moveTo>
                  <a:lnTo>
                    <a:pt x="295511" y="0"/>
                  </a:lnTo>
                  <a:cubicBezTo>
                    <a:pt x="176662" y="0"/>
                    <a:pt x="70432" y="54007"/>
                    <a:pt x="0" y="138806"/>
                  </a:cubicBezTo>
                  <a:cubicBezTo>
                    <a:pt x="66523" y="83530"/>
                    <a:pt x="151973" y="50303"/>
                    <a:pt x="245208" y="50303"/>
                  </a:cubicBezTo>
                  <a:lnTo>
                    <a:pt x="3041797" y="50303"/>
                  </a:lnTo>
                  <a:cubicBezTo>
                    <a:pt x="3253881" y="50303"/>
                    <a:pt x="3425811" y="222233"/>
                    <a:pt x="3425811" y="434317"/>
                  </a:cubicBezTo>
                  <a:lnTo>
                    <a:pt x="3425811" y="1767615"/>
                  </a:lnTo>
                  <a:cubicBezTo>
                    <a:pt x="3425811" y="1860850"/>
                    <a:pt x="3392584" y="1946335"/>
                    <a:pt x="3337308" y="2012823"/>
                  </a:cubicBezTo>
                  <a:cubicBezTo>
                    <a:pt x="3422107" y="1942391"/>
                    <a:pt x="3476114" y="1836161"/>
                    <a:pt x="3476114" y="1717312"/>
                  </a:cubicBezTo>
                  <a:lnTo>
                    <a:pt x="3476114" y="384014"/>
                  </a:lnTo>
                  <a:cubicBezTo>
                    <a:pt x="3476114" y="171930"/>
                    <a:pt x="3304184" y="0"/>
                    <a:pt x="3092100" y="0"/>
                  </a:cubicBezTo>
                  <a:close/>
                </a:path>
              </a:pathLst>
            </a:custGeom>
            <a:solidFill>
              <a:srgbClr val="FFFFFF"/>
            </a:solidFill>
            <a:ln w="34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FCC7F7F-DC0B-B65E-1FAC-3695E05B8C1B}"/>
                </a:ext>
              </a:extLst>
            </p:cNvPr>
            <p:cNvSpPr/>
            <p:nvPr/>
          </p:nvSpPr>
          <p:spPr>
            <a:xfrm>
              <a:off x="6162316" y="2791274"/>
              <a:ext cx="909576" cy="919966"/>
            </a:xfrm>
            <a:custGeom>
              <a:avLst/>
              <a:gdLst>
                <a:gd name="connsiteX0" fmla="*/ 741350 w 909576"/>
                <a:gd name="connsiteY0" fmla="*/ 919966 h 919966"/>
                <a:gd name="connsiteX1" fmla="*/ 909577 w 909576"/>
                <a:gd name="connsiteY1" fmla="*/ 919966 h 919966"/>
                <a:gd name="connsiteX2" fmla="*/ 0 w 909576"/>
                <a:gd name="connsiteY2" fmla="*/ 0 h 919966"/>
                <a:gd name="connsiteX3" fmla="*/ 0 w 909576"/>
                <a:gd name="connsiteY3" fmla="*/ 168364 h 919966"/>
                <a:gd name="connsiteX4" fmla="*/ 741350 w 909576"/>
                <a:gd name="connsiteY4" fmla="*/ 919932 h 91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576" h="919966">
                  <a:moveTo>
                    <a:pt x="741350" y="919966"/>
                  </a:moveTo>
                  <a:lnTo>
                    <a:pt x="909577" y="919966"/>
                  </a:lnTo>
                  <a:cubicBezTo>
                    <a:pt x="874395" y="431471"/>
                    <a:pt x="486952" y="40565"/>
                    <a:pt x="0" y="0"/>
                  </a:cubicBezTo>
                  <a:lnTo>
                    <a:pt x="0" y="168364"/>
                  </a:lnTo>
                  <a:cubicBezTo>
                    <a:pt x="394266" y="208003"/>
                    <a:pt x="706957" y="524123"/>
                    <a:pt x="741350" y="919932"/>
                  </a:cubicBezTo>
                  <a:close/>
                </a:path>
              </a:pathLst>
            </a:custGeom>
            <a:solidFill>
              <a:srgbClr val="3B3F1E"/>
            </a:solidFill>
            <a:ln w="34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EAF2710-307C-FF46-7CDD-12C754D55AF4}"/>
                </a:ext>
              </a:extLst>
            </p:cNvPr>
            <p:cNvSpPr/>
            <p:nvPr/>
          </p:nvSpPr>
          <p:spPr>
            <a:xfrm>
              <a:off x="6383761" y="2651542"/>
              <a:ext cx="784966" cy="784966"/>
            </a:xfrm>
            <a:custGeom>
              <a:avLst/>
              <a:gdLst>
                <a:gd name="connsiteX0" fmla="*/ 784967 w 784966"/>
                <a:gd name="connsiteY0" fmla="*/ 392483 h 784966"/>
                <a:gd name="connsiteX1" fmla="*/ 392483 w 784966"/>
                <a:gd name="connsiteY1" fmla="*/ 784967 h 784966"/>
                <a:gd name="connsiteX2" fmla="*/ 0 w 784966"/>
                <a:gd name="connsiteY2" fmla="*/ 392483 h 784966"/>
                <a:gd name="connsiteX3" fmla="*/ 392483 w 784966"/>
                <a:gd name="connsiteY3" fmla="*/ 0 h 784966"/>
                <a:gd name="connsiteX4" fmla="*/ 784967 w 784966"/>
                <a:gd name="connsiteY4" fmla="*/ 392483 h 784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966" h="784966">
                  <a:moveTo>
                    <a:pt x="784967" y="392483"/>
                  </a:moveTo>
                  <a:cubicBezTo>
                    <a:pt x="784967" y="609246"/>
                    <a:pt x="609246" y="784967"/>
                    <a:pt x="392483" y="784967"/>
                  </a:cubicBezTo>
                  <a:cubicBezTo>
                    <a:pt x="175721" y="784967"/>
                    <a:pt x="0" y="609246"/>
                    <a:pt x="0" y="392483"/>
                  </a:cubicBezTo>
                  <a:cubicBezTo>
                    <a:pt x="0" y="175720"/>
                    <a:pt x="175721" y="0"/>
                    <a:pt x="392483" y="0"/>
                  </a:cubicBezTo>
                  <a:cubicBezTo>
                    <a:pt x="609246" y="0"/>
                    <a:pt x="784967" y="175720"/>
                    <a:pt x="784967" y="392483"/>
                  </a:cubicBezTo>
                  <a:close/>
                </a:path>
              </a:pathLst>
            </a:custGeom>
            <a:solidFill>
              <a:srgbClr val="F9F9F9"/>
            </a:solidFill>
            <a:ln w="3429" cap="flat">
              <a:noFill/>
              <a:prstDash val="solid"/>
              <a:miter/>
            </a:ln>
            <a:effectLst>
              <a:outerShdw blurRad="546100" dist="50800" dir="99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C63A986-D586-0726-3EF1-C915AF33EC5A}"/>
                </a:ext>
              </a:extLst>
            </p:cNvPr>
            <p:cNvSpPr/>
            <p:nvPr/>
          </p:nvSpPr>
          <p:spPr>
            <a:xfrm>
              <a:off x="6383727" y="2708498"/>
              <a:ext cx="622740" cy="728010"/>
            </a:xfrm>
            <a:custGeom>
              <a:avLst/>
              <a:gdLst>
                <a:gd name="connsiteX0" fmla="*/ 419058 w 622740"/>
                <a:gd name="connsiteY0" fmla="*/ 710317 h 728010"/>
                <a:gd name="connsiteX1" fmla="*/ 26575 w 622740"/>
                <a:gd name="connsiteY1" fmla="*/ 317834 h 728010"/>
                <a:gd name="connsiteX2" fmla="*/ 188766 w 622740"/>
                <a:gd name="connsiteY2" fmla="*/ 0 h 728010"/>
                <a:gd name="connsiteX3" fmla="*/ 0 w 622740"/>
                <a:gd name="connsiteY3" fmla="*/ 335528 h 728010"/>
                <a:gd name="connsiteX4" fmla="*/ 392483 w 622740"/>
                <a:gd name="connsiteY4" fmla="*/ 728011 h 728010"/>
                <a:gd name="connsiteX5" fmla="*/ 622741 w 622740"/>
                <a:gd name="connsiteY5" fmla="*/ 653362 h 728010"/>
                <a:gd name="connsiteX6" fmla="*/ 419024 w 622740"/>
                <a:gd name="connsiteY6" fmla="*/ 710317 h 72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2740" h="728010">
                  <a:moveTo>
                    <a:pt x="419058" y="710317"/>
                  </a:moveTo>
                  <a:cubicBezTo>
                    <a:pt x="202311" y="710317"/>
                    <a:pt x="26575" y="534615"/>
                    <a:pt x="26575" y="317834"/>
                  </a:cubicBezTo>
                  <a:cubicBezTo>
                    <a:pt x="26575" y="187121"/>
                    <a:pt x="90491" y="71323"/>
                    <a:pt x="188766" y="0"/>
                  </a:cubicBezTo>
                  <a:cubicBezTo>
                    <a:pt x="75609" y="68854"/>
                    <a:pt x="0" y="193361"/>
                    <a:pt x="0" y="335528"/>
                  </a:cubicBezTo>
                  <a:cubicBezTo>
                    <a:pt x="0" y="552275"/>
                    <a:pt x="175702" y="728011"/>
                    <a:pt x="392483" y="728011"/>
                  </a:cubicBezTo>
                  <a:cubicBezTo>
                    <a:pt x="478517" y="728011"/>
                    <a:pt x="558070" y="700305"/>
                    <a:pt x="622741" y="653362"/>
                  </a:cubicBezTo>
                  <a:cubicBezTo>
                    <a:pt x="563350" y="689503"/>
                    <a:pt x="493604" y="710317"/>
                    <a:pt x="419024" y="710317"/>
                  </a:cubicBezTo>
                  <a:close/>
                </a:path>
              </a:pathLst>
            </a:custGeom>
            <a:solidFill>
              <a:srgbClr val="666666">
                <a:alpha val="7000"/>
              </a:srgbClr>
            </a:solidFill>
            <a:ln w="34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B7819EE-A3ED-3D1F-36E8-E89708E40091}"/>
                </a:ext>
              </a:extLst>
            </p:cNvPr>
            <p:cNvSpPr/>
            <p:nvPr/>
          </p:nvSpPr>
          <p:spPr>
            <a:xfrm>
              <a:off x="6471372" y="2651542"/>
              <a:ext cx="697321" cy="673146"/>
            </a:xfrm>
            <a:custGeom>
              <a:avLst/>
              <a:gdLst>
                <a:gd name="connsiteX0" fmla="*/ 304873 w 697321"/>
                <a:gd name="connsiteY0" fmla="*/ 34 h 673146"/>
                <a:gd name="connsiteX1" fmla="*/ 0 w 697321"/>
                <a:gd name="connsiteY1" fmla="*/ 145355 h 673146"/>
                <a:gd name="connsiteX2" fmla="*/ 274286 w 697321"/>
                <a:gd name="connsiteY2" fmla="*/ 33536 h 673146"/>
                <a:gd name="connsiteX3" fmla="*/ 666769 w 697321"/>
                <a:gd name="connsiteY3" fmla="*/ 426019 h 673146"/>
                <a:gd name="connsiteX4" fmla="*/ 579158 w 697321"/>
                <a:gd name="connsiteY4" fmla="*/ 673147 h 673146"/>
                <a:gd name="connsiteX5" fmla="*/ 697321 w 697321"/>
                <a:gd name="connsiteY5" fmla="*/ 392483 h 673146"/>
                <a:gd name="connsiteX6" fmla="*/ 304838 w 697321"/>
                <a:gd name="connsiteY6" fmla="*/ 0 h 67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7321" h="673146">
                  <a:moveTo>
                    <a:pt x="304873" y="34"/>
                  </a:moveTo>
                  <a:cubicBezTo>
                    <a:pt x="181806" y="34"/>
                    <a:pt x="71975" y="56716"/>
                    <a:pt x="0" y="145355"/>
                  </a:cubicBezTo>
                  <a:cubicBezTo>
                    <a:pt x="70740" y="76192"/>
                    <a:pt x="167541" y="33536"/>
                    <a:pt x="274286" y="33536"/>
                  </a:cubicBezTo>
                  <a:cubicBezTo>
                    <a:pt x="491033" y="33536"/>
                    <a:pt x="666769" y="209237"/>
                    <a:pt x="666769" y="426019"/>
                  </a:cubicBezTo>
                  <a:cubicBezTo>
                    <a:pt x="666769" y="519699"/>
                    <a:pt x="633919" y="605664"/>
                    <a:pt x="579158" y="673147"/>
                  </a:cubicBezTo>
                  <a:cubicBezTo>
                    <a:pt x="652059" y="601892"/>
                    <a:pt x="697321" y="502486"/>
                    <a:pt x="697321" y="392483"/>
                  </a:cubicBezTo>
                  <a:cubicBezTo>
                    <a:pt x="697321" y="175736"/>
                    <a:pt x="521619" y="0"/>
                    <a:pt x="304838" y="0"/>
                  </a:cubicBezTo>
                  <a:close/>
                </a:path>
              </a:pathLst>
            </a:custGeom>
            <a:solidFill>
              <a:srgbClr val="FFFFFF"/>
            </a:solidFill>
            <a:ln w="34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322AABD-CA14-DD3B-694A-BE1DBE4F173A}"/>
                </a:ext>
              </a:extLst>
            </p:cNvPr>
            <p:cNvSpPr txBox="1"/>
            <p:nvPr/>
          </p:nvSpPr>
          <p:spPr>
            <a:xfrm>
              <a:off x="6654222" y="2809287"/>
              <a:ext cx="286617" cy="4339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/>
                  <a:solidFill>
                    <a:srgbClr val="3B3F1E"/>
                  </a:solidFill>
                  <a:effectLst/>
                  <a:uLnTx/>
                  <a:uFillTx/>
                  <a:latin typeface="Montserrat"/>
                  <a:sym typeface="Montserrat"/>
                  <a:rtl val="0"/>
                </a:rPr>
                <a:t>1</a:t>
              </a: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4A1260C-4298-DF79-9CD5-91A5E3B40AEF}"/>
                </a:ext>
              </a:extLst>
            </p:cNvPr>
            <p:cNvSpPr/>
            <p:nvPr/>
          </p:nvSpPr>
          <p:spPr>
            <a:xfrm>
              <a:off x="6162351" y="3856527"/>
              <a:ext cx="3564548" cy="2101393"/>
            </a:xfrm>
            <a:custGeom>
              <a:avLst/>
              <a:gdLst>
                <a:gd name="connsiteX0" fmla="*/ 3564548 w 3564548"/>
                <a:gd name="connsiteY0" fmla="*/ 384048 h 2101393"/>
                <a:gd name="connsiteX1" fmla="*/ 3564548 w 3564548"/>
                <a:gd name="connsiteY1" fmla="*/ 1717346 h 2101393"/>
                <a:gd name="connsiteX2" fmla="*/ 3180569 w 3564548"/>
                <a:gd name="connsiteY2" fmla="*/ 2101394 h 2101393"/>
                <a:gd name="connsiteX3" fmla="*/ 383979 w 3564548"/>
                <a:gd name="connsiteY3" fmla="*/ 2101394 h 2101393"/>
                <a:gd name="connsiteX4" fmla="*/ 0 w 3564548"/>
                <a:gd name="connsiteY4" fmla="*/ 1717346 h 2101393"/>
                <a:gd name="connsiteX5" fmla="*/ 0 w 3564548"/>
                <a:gd name="connsiteY5" fmla="*/ 384048 h 2101393"/>
                <a:gd name="connsiteX6" fmla="*/ 383979 w 3564548"/>
                <a:gd name="connsiteY6" fmla="*/ 0 h 2101393"/>
                <a:gd name="connsiteX7" fmla="*/ 3180569 w 3564548"/>
                <a:gd name="connsiteY7" fmla="*/ 0 h 2101393"/>
                <a:gd name="connsiteX8" fmla="*/ 3564548 w 3564548"/>
                <a:gd name="connsiteY8" fmla="*/ 384048 h 2101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4548" h="2101393">
                  <a:moveTo>
                    <a:pt x="3564548" y="384048"/>
                  </a:moveTo>
                  <a:lnTo>
                    <a:pt x="3564548" y="1717346"/>
                  </a:lnTo>
                  <a:cubicBezTo>
                    <a:pt x="3564548" y="1929464"/>
                    <a:pt x="3392618" y="2101394"/>
                    <a:pt x="3180569" y="2101394"/>
                  </a:cubicBezTo>
                  <a:lnTo>
                    <a:pt x="383979" y="2101394"/>
                  </a:lnTo>
                  <a:cubicBezTo>
                    <a:pt x="171930" y="2101394"/>
                    <a:pt x="0" y="1929464"/>
                    <a:pt x="0" y="1717346"/>
                  </a:cubicBezTo>
                  <a:lnTo>
                    <a:pt x="0" y="384048"/>
                  </a:lnTo>
                  <a:cubicBezTo>
                    <a:pt x="0" y="171930"/>
                    <a:pt x="171930" y="0"/>
                    <a:pt x="383979" y="0"/>
                  </a:cubicBezTo>
                  <a:lnTo>
                    <a:pt x="3180569" y="0"/>
                  </a:lnTo>
                  <a:cubicBezTo>
                    <a:pt x="3392618" y="0"/>
                    <a:pt x="3564548" y="171930"/>
                    <a:pt x="3564548" y="384048"/>
                  </a:cubicBezTo>
                  <a:close/>
                </a:path>
              </a:pathLst>
            </a:custGeom>
            <a:solidFill>
              <a:srgbClr val="F9F9F9"/>
            </a:solidFill>
            <a:ln w="3429" cap="flat">
              <a:noFill/>
              <a:prstDash val="solid"/>
              <a:miter/>
            </a:ln>
            <a:effectLst>
              <a:outerShdw blurRad="825500" dist="266700" dir="6000000" sx="98000" sy="98000" algn="tr" rotWithShape="0">
                <a:prstClr val="black">
                  <a:alpha val="14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16DBB48-EF32-5E36-2E7D-996E4DCC5FCF}"/>
                </a:ext>
              </a:extLst>
            </p:cNvPr>
            <p:cNvSpPr/>
            <p:nvPr/>
          </p:nvSpPr>
          <p:spPr>
            <a:xfrm>
              <a:off x="6250785" y="3856527"/>
              <a:ext cx="3476114" cy="2012823"/>
            </a:xfrm>
            <a:custGeom>
              <a:avLst/>
              <a:gdLst>
                <a:gd name="connsiteX0" fmla="*/ 3092100 w 3476114"/>
                <a:gd name="connsiteY0" fmla="*/ 0 h 2012823"/>
                <a:gd name="connsiteX1" fmla="*/ 295511 w 3476114"/>
                <a:gd name="connsiteY1" fmla="*/ 0 h 2012823"/>
                <a:gd name="connsiteX2" fmla="*/ 0 w 3476114"/>
                <a:gd name="connsiteY2" fmla="*/ 138806 h 2012823"/>
                <a:gd name="connsiteX3" fmla="*/ 245208 w 3476114"/>
                <a:gd name="connsiteY3" fmla="*/ 50303 h 2012823"/>
                <a:gd name="connsiteX4" fmla="*/ 3041797 w 3476114"/>
                <a:gd name="connsiteY4" fmla="*/ 50303 h 2012823"/>
                <a:gd name="connsiteX5" fmla="*/ 3425811 w 3476114"/>
                <a:gd name="connsiteY5" fmla="*/ 434317 h 2012823"/>
                <a:gd name="connsiteX6" fmla="*/ 3425811 w 3476114"/>
                <a:gd name="connsiteY6" fmla="*/ 1767615 h 2012823"/>
                <a:gd name="connsiteX7" fmla="*/ 3337308 w 3476114"/>
                <a:gd name="connsiteY7" fmla="*/ 2012823 h 2012823"/>
                <a:gd name="connsiteX8" fmla="*/ 3476114 w 3476114"/>
                <a:gd name="connsiteY8" fmla="*/ 1717312 h 2012823"/>
                <a:gd name="connsiteX9" fmla="*/ 3476114 w 3476114"/>
                <a:gd name="connsiteY9" fmla="*/ 384014 h 2012823"/>
                <a:gd name="connsiteX10" fmla="*/ 3092100 w 3476114"/>
                <a:gd name="connsiteY10" fmla="*/ 0 h 201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76114" h="2012823">
                  <a:moveTo>
                    <a:pt x="3092100" y="0"/>
                  </a:moveTo>
                  <a:lnTo>
                    <a:pt x="295511" y="0"/>
                  </a:lnTo>
                  <a:cubicBezTo>
                    <a:pt x="176662" y="0"/>
                    <a:pt x="70432" y="54007"/>
                    <a:pt x="0" y="138806"/>
                  </a:cubicBezTo>
                  <a:cubicBezTo>
                    <a:pt x="66523" y="83530"/>
                    <a:pt x="151973" y="50303"/>
                    <a:pt x="245208" y="50303"/>
                  </a:cubicBezTo>
                  <a:lnTo>
                    <a:pt x="3041797" y="50303"/>
                  </a:lnTo>
                  <a:cubicBezTo>
                    <a:pt x="3253881" y="50303"/>
                    <a:pt x="3425811" y="222233"/>
                    <a:pt x="3425811" y="434317"/>
                  </a:cubicBezTo>
                  <a:lnTo>
                    <a:pt x="3425811" y="1767615"/>
                  </a:lnTo>
                  <a:cubicBezTo>
                    <a:pt x="3425811" y="1860850"/>
                    <a:pt x="3392584" y="1946335"/>
                    <a:pt x="3337308" y="2012823"/>
                  </a:cubicBezTo>
                  <a:cubicBezTo>
                    <a:pt x="3422107" y="1942391"/>
                    <a:pt x="3476114" y="1836161"/>
                    <a:pt x="3476114" y="1717312"/>
                  </a:cubicBezTo>
                  <a:lnTo>
                    <a:pt x="3476114" y="384014"/>
                  </a:lnTo>
                  <a:cubicBezTo>
                    <a:pt x="3476114" y="171930"/>
                    <a:pt x="3304184" y="0"/>
                    <a:pt x="3092100" y="0"/>
                  </a:cubicBezTo>
                  <a:close/>
                </a:path>
              </a:pathLst>
            </a:custGeom>
            <a:solidFill>
              <a:srgbClr val="FFFFFF"/>
            </a:solidFill>
            <a:ln w="34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5C5E02E-FB76-C851-F51F-A362B8E16E37}"/>
                </a:ext>
              </a:extLst>
            </p:cNvPr>
            <p:cNvSpPr/>
            <p:nvPr/>
          </p:nvSpPr>
          <p:spPr>
            <a:xfrm>
              <a:off x="6162316" y="3856527"/>
              <a:ext cx="909576" cy="919966"/>
            </a:xfrm>
            <a:custGeom>
              <a:avLst/>
              <a:gdLst>
                <a:gd name="connsiteX0" fmla="*/ 741350 w 909576"/>
                <a:gd name="connsiteY0" fmla="*/ 34 h 919966"/>
                <a:gd name="connsiteX1" fmla="*/ 0 w 909576"/>
                <a:gd name="connsiteY1" fmla="*/ 751602 h 919966"/>
                <a:gd name="connsiteX2" fmla="*/ 0 w 909576"/>
                <a:gd name="connsiteY2" fmla="*/ 919966 h 919966"/>
                <a:gd name="connsiteX3" fmla="*/ 909577 w 909576"/>
                <a:gd name="connsiteY3" fmla="*/ 0 h 919966"/>
                <a:gd name="connsiteX4" fmla="*/ 741350 w 909576"/>
                <a:gd name="connsiteY4" fmla="*/ 0 h 91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576" h="919966">
                  <a:moveTo>
                    <a:pt x="741350" y="34"/>
                  </a:moveTo>
                  <a:cubicBezTo>
                    <a:pt x="706957" y="395844"/>
                    <a:pt x="394301" y="711963"/>
                    <a:pt x="0" y="751602"/>
                  </a:cubicBezTo>
                  <a:lnTo>
                    <a:pt x="0" y="919966"/>
                  </a:lnTo>
                  <a:cubicBezTo>
                    <a:pt x="486952" y="879401"/>
                    <a:pt x="874395" y="488495"/>
                    <a:pt x="909577" y="0"/>
                  </a:cubicBezTo>
                  <a:lnTo>
                    <a:pt x="741350" y="0"/>
                  </a:lnTo>
                  <a:close/>
                </a:path>
              </a:pathLst>
            </a:custGeom>
            <a:solidFill>
              <a:srgbClr val="DEB63D"/>
            </a:solidFill>
            <a:ln w="34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A8576B5-EA1C-1FC4-5356-558EF265CF25}"/>
                </a:ext>
              </a:extLst>
            </p:cNvPr>
            <p:cNvSpPr/>
            <p:nvPr/>
          </p:nvSpPr>
          <p:spPr>
            <a:xfrm>
              <a:off x="6383761" y="4096317"/>
              <a:ext cx="784966" cy="784966"/>
            </a:xfrm>
            <a:custGeom>
              <a:avLst/>
              <a:gdLst>
                <a:gd name="connsiteX0" fmla="*/ 784967 w 784966"/>
                <a:gd name="connsiteY0" fmla="*/ 392483 h 784966"/>
                <a:gd name="connsiteX1" fmla="*/ 392483 w 784966"/>
                <a:gd name="connsiteY1" fmla="*/ 784966 h 784966"/>
                <a:gd name="connsiteX2" fmla="*/ 0 w 784966"/>
                <a:gd name="connsiteY2" fmla="*/ 392483 h 784966"/>
                <a:gd name="connsiteX3" fmla="*/ 392483 w 784966"/>
                <a:gd name="connsiteY3" fmla="*/ 0 h 784966"/>
                <a:gd name="connsiteX4" fmla="*/ 784967 w 784966"/>
                <a:gd name="connsiteY4" fmla="*/ 392483 h 784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966" h="784966">
                  <a:moveTo>
                    <a:pt x="784967" y="392483"/>
                  </a:moveTo>
                  <a:cubicBezTo>
                    <a:pt x="784967" y="609246"/>
                    <a:pt x="609246" y="784966"/>
                    <a:pt x="392483" y="784966"/>
                  </a:cubicBezTo>
                  <a:cubicBezTo>
                    <a:pt x="175721" y="784966"/>
                    <a:pt x="0" y="609246"/>
                    <a:pt x="0" y="392483"/>
                  </a:cubicBezTo>
                  <a:cubicBezTo>
                    <a:pt x="0" y="175721"/>
                    <a:pt x="175721" y="0"/>
                    <a:pt x="392483" y="0"/>
                  </a:cubicBezTo>
                  <a:cubicBezTo>
                    <a:pt x="609246" y="0"/>
                    <a:pt x="784967" y="175721"/>
                    <a:pt x="784967" y="392483"/>
                  </a:cubicBezTo>
                  <a:close/>
                </a:path>
              </a:pathLst>
            </a:custGeom>
            <a:solidFill>
              <a:srgbClr val="F9F9F9"/>
            </a:solidFill>
            <a:ln w="3429" cap="flat">
              <a:noFill/>
              <a:prstDash val="solid"/>
              <a:miter/>
            </a:ln>
            <a:effectLst>
              <a:outerShdw blurRad="546100" dist="50800" dir="99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1132D95-34C2-366A-6827-036B13DAA6F2}"/>
                </a:ext>
              </a:extLst>
            </p:cNvPr>
            <p:cNvSpPr/>
            <p:nvPr/>
          </p:nvSpPr>
          <p:spPr>
            <a:xfrm>
              <a:off x="6383727" y="4153238"/>
              <a:ext cx="622740" cy="728011"/>
            </a:xfrm>
            <a:custGeom>
              <a:avLst/>
              <a:gdLst>
                <a:gd name="connsiteX0" fmla="*/ 419058 w 622740"/>
                <a:gd name="connsiteY0" fmla="*/ 710317 h 728011"/>
                <a:gd name="connsiteX1" fmla="*/ 26575 w 622740"/>
                <a:gd name="connsiteY1" fmla="*/ 317834 h 728011"/>
                <a:gd name="connsiteX2" fmla="*/ 188766 w 622740"/>
                <a:gd name="connsiteY2" fmla="*/ 0 h 728011"/>
                <a:gd name="connsiteX3" fmla="*/ 0 w 622740"/>
                <a:gd name="connsiteY3" fmla="*/ 335528 h 728011"/>
                <a:gd name="connsiteX4" fmla="*/ 392483 w 622740"/>
                <a:gd name="connsiteY4" fmla="*/ 728011 h 728011"/>
                <a:gd name="connsiteX5" fmla="*/ 622741 w 622740"/>
                <a:gd name="connsiteY5" fmla="*/ 653362 h 728011"/>
                <a:gd name="connsiteX6" fmla="*/ 419024 w 622740"/>
                <a:gd name="connsiteY6" fmla="*/ 710317 h 728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2740" h="728011">
                  <a:moveTo>
                    <a:pt x="419058" y="710317"/>
                  </a:moveTo>
                  <a:cubicBezTo>
                    <a:pt x="202311" y="710317"/>
                    <a:pt x="26575" y="534616"/>
                    <a:pt x="26575" y="317834"/>
                  </a:cubicBezTo>
                  <a:cubicBezTo>
                    <a:pt x="26575" y="187121"/>
                    <a:pt x="90491" y="71323"/>
                    <a:pt x="188766" y="0"/>
                  </a:cubicBezTo>
                  <a:cubicBezTo>
                    <a:pt x="75609" y="68855"/>
                    <a:pt x="0" y="193361"/>
                    <a:pt x="0" y="335528"/>
                  </a:cubicBezTo>
                  <a:cubicBezTo>
                    <a:pt x="0" y="552275"/>
                    <a:pt x="175702" y="728011"/>
                    <a:pt x="392483" y="728011"/>
                  </a:cubicBezTo>
                  <a:cubicBezTo>
                    <a:pt x="478517" y="728011"/>
                    <a:pt x="558070" y="700305"/>
                    <a:pt x="622741" y="653362"/>
                  </a:cubicBezTo>
                  <a:cubicBezTo>
                    <a:pt x="563350" y="689504"/>
                    <a:pt x="493604" y="710317"/>
                    <a:pt x="419024" y="710317"/>
                  </a:cubicBezTo>
                  <a:close/>
                </a:path>
              </a:pathLst>
            </a:custGeom>
            <a:solidFill>
              <a:srgbClr val="666666">
                <a:alpha val="7000"/>
              </a:srgbClr>
            </a:solidFill>
            <a:ln w="34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5A3CB60-99E2-1BEB-CBFA-DA974359EAB5}"/>
                </a:ext>
              </a:extLst>
            </p:cNvPr>
            <p:cNvSpPr/>
            <p:nvPr/>
          </p:nvSpPr>
          <p:spPr>
            <a:xfrm>
              <a:off x="6471372" y="4096283"/>
              <a:ext cx="697321" cy="673147"/>
            </a:xfrm>
            <a:custGeom>
              <a:avLst/>
              <a:gdLst>
                <a:gd name="connsiteX0" fmla="*/ 304873 w 697321"/>
                <a:gd name="connsiteY0" fmla="*/ 34 h 673147"/>
                <a:gd name="connsiteX1" fmla="*/ 0 w 697321"/>
                <a:gd name="connsiteY1" fmla="*/ 145355 h 673147"/>
                <a:gd name="connsiteX2" fmla="*/ 274286 w 697321"/>
                <a:gd name="connsiteY2" fmla="*/ 33536 h 673147"/>
                <a:gd name="connsiteX3" fmla="*/ 666769 w 697321"/>
                <a:gd name="connsiteY3" fmla="*/ 426019 h 673147"/>
                <a:gd name="connsiteX4" fmla="*/ 579158 w 697321"/>
                <a:gd name="connsiteY4" fmla="*/ 673147 h 673147"/>
                <a:gd name="connsiteX5" fmla="*/ 697321 w 697321"/>
                <a:gd name="connsiteY5" fmla="*/ 392483 h 673147"/>
                <a:gd name="connsiteX6" fmla="*/ 304838 w 697321"/>
                <a:gd name="connsiteY6" fmla="*/ 0 h 673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7321" h="673147">
                  <a:moveTo>
                    <a:pt x="304873" y="34"/>
                  </a:moveTo>
                  <a:cubicBezTo>
                    <a:pt x="181806" y="34"/>
                    <a:pt x="71975" y="56716"/>
                    <a:pt x="0" y="145355"/>
                  </a:cubicBezTo>
                  <a:cubicBezTo>
                    <a:pt x="70740" y="76192"/>
                    <a:pt x="167541" y="33536"/>
                    <a:pt x="274286" y="33536"/>
                  </a:cubicBezTo>
                  <a:cubicBezTo>
                    <a:pt x="491033" y="33536"/>
                    <a:pt x="666769" y="209238"/>
                    <a:pt x="666769" y="426019"/>
                  </a:cubicBezTo>
                  <a:cubicBezTo>
                    <a:pt x="666769" y="519699"/>
                    <a:pt x="633919" y="605664"/>
                    <a:pt x="579158" y="673147"/>
                  </a:cubicBezTo>
                  <a:cubicBezTo>
                    <a:pt x="652059" y="601893"/>
                    <a:pt x="697321" y="502486"/>
                    <a:pt x="697321" y="392483"/>
                  </a:cubicBezTo>
                  <a:cubicBezTo>
                    <a:pt x="697321" y="175736"/>
                    <a:pt x="521619" y="0"/>
                    <a:pt x="304838" y="0"/>
                  </a:cubicBezTo>
                  <a:close/>
                </a:path>
              </a:pathLst>
            </a:custGeom>
            <a:solidFill>
              <a:srgbClr val="FFFFFF"/>
            </a:solidFill>
            <a:ln w="34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0F88DBC-A35F-172A-1001-69F742456391}"/>
                </a:ext>
              </a:extLst>
            </p:cNvPr>
            <p:cNvSpPr txBox="1"/>
            <p:nvPr/>
          </p:nvSpPr>
          <p:spPr>
            <a:xfrm>
              <a:off x="6631627" y="4282638"/>
              <a:ext cx="345386" cy="4339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/>
                  <a:solidFill>
                    <a:srgbClr val="DEB63D"/>
                  </a:solidFill>
                  <a:effectLst/>
                  <a:uLnTx/>
                  <a:uFillTx/>
                  <a:latin typeface="Montserrat"/>
                  <a:sym typeface="Montserrat"/>
                  <a:rtl val="0"/>
                </a:rPr>
                <a:t>2</a:t>
              </a: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04491D7-4E86-EB59-A9F8-274F56F05079}"/>
                </a:ext>
              </a:extLst>
            </p:cNvPr>
            <p:cNvSpPr/>
            <p:nvPr/>
          </p:nvSpPr>
          <p:spPr>
            <a:xfrm>
              <a:off x="2429918" y="3856527"/>
              <a:ext cx="3564617" cy="2101393"/>
            </a:xfrm>
            <a:custGeom>
              <a:avLst/>
              <a:gdLst>
                <a:gd name="connsiteX0" fmla="*/ 3564617 w 3564617"/>
                <a:gd name="connsiteY0" fmla="*/ 384048 h 2101393"/>
                <a:gd name="connsiteX1" fmla="*/ 3564617 w 3564617"/>
                <a:gd name="connsiteY1" fmla="*/ 1717346 h 2101393"/>
                <a:gd name="connsiteX2" fmla="*/ 3180638 w 3564617"/>
                <a:gd name="connsiteY2" fmla="*/ 2101394 h 2101393"/>
                <a:gd name="connsiteX3" fmla="*/ 384048 w 3564617"/>
                <a:gd name="connsiteY3" fmla="*/ 2101394 h 2101393"/>
                <a:gd name="connsiteX4" fmla="*/ 0 w 3564617"/>
                <a:gd name="connsiteY4" fmla="*/ 1717346 h 2101393"/>
                <a:gd name="connsiteX5" fmla="*/ 0 w 3564617"/>
                <a:gd name="connsiteY5" fmla="*/ 384048 h 2101393"/>
                <a:gd name="connsiteX6" fmla="*/ 384048 w 3564617"/>
                <a:gd name="connsiteY6" fmla="*/ 0 h 2101393"/>
                <a:gd name="connsiteX7" fmla="*/ 3180638 w 3564617"/>
                <a:gd name="connsiteY7" fmla="*/ 0 h 2101393"/>
                <a:gd name="connsiteX8" fmla="*/ 3564617 w 3564617"/>
                <a:gd name="connsiteY8" fmla="*/ 384048 h 2101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4617" h="2101393">
                  <a:moveTo>
                    <a:pt x="3564617" y="384048"/>
                  </a:moveTo>
                  <a:lnTo>
                    <a:pt x="3564617" y="1717346"/>
                  </a:lnTo>
                  <a:cubicBezTo>
                    <a:pt x="3564617" y="1929464"/>
                    <a:pt x="3392687" y="2101394"/>
                    <a:pt x="3180638" y="2101394"/>
                  </a:cubicBezTo>
                  <a:lnTo>
                    <a:pt x="384048" y="2101394"/>
                  </a:lnTo>
                  <a:cubicBezTo>
                    <a:pt x="171930" y="2101394"/>
                    <a:pt x="0" y="1929464"/>
                    <a:pt x="0" y="1717346"/>
                  </a:cubicBezTo>
                  <a:lnTo>
                    <a:pt x="0" y="384048"/>
                  </a:lnTo>
                  <a:cubicBezTo>
                    <a:pt x="0" y="171930"/>
                    <a:pt x="171930" y="0"/>
                    <a:pt x="384048" y="0"/>
                  </a:cubicBezTo>
                  <a:lnTo>
                    <a:pt x="3180638" y="0"/>
                  </a:lnTo>
                  <a:cubicBezTo>
                    <a:pt x="3392687" y="0"/>
                    <a:pt x="3564617" y="171930"/>
                    <a:pt x="3564617" y="384048"/>
                  </a:cubicBezTo>
                  <a:close/>
                </a:path>
              </a:pathLst>
            </a:custGeom>
            <a:solidFill>
              <a:srgbClr val="F9F9F9"/>
            </a:solidFill>
            <a:ln w="3429" cap="flat">
              <a:noFill/>
              <a:prstDash val="solid"/>
              <a:miter/>
            </a:ln>
            <a:effectLst>
              <a:outerShdw blurRad="825500" dist="266700" dir="6000000" sx="98000" sy="98000" algn="tr" rotWithShape="0">
                <a:prstClr val="black">
                  <a:alpha val="14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BFD0A4F-AB66-6D05-56DE-A863519F4DAF}"/>
                </a:ext>
              </a:extLst>
            </p:cNvPr>
            <p:cNvSpPr/>
            <p:nvPr/>
          </p:nvSpPr>
          <p:spPr>
            <a:xfrm>
              <a:off x="2518421" y="3856527"/>
              <a:ext cx="3476114" cy="2012823"/>
            </a:xfrm>
            <a:custGeom>
              <a:avLst/>
              <a:gdLst>
                <a:gd name="connsiteX0" fmla="*/ 3092101 w 3476114"/>
                <a:gd name="connsiteY0" fmla="*/ 0 h 2012823"/>
                <a:gd name="connsiteX1" fmla="*/ 295511 w 3476114"/>
                <a:gd name="connsiteY1" fmla="*/ 0 h 2012823"/>
                <a:gd name="connsiteX2" fmla="*/ 0 w 3476114"/>
                <a:gd name="connsiteY2" fmla="*/ 138806 h 2012823"/>
                <a:gd name="connsiteX3" fmla="*/ 245208 w 3476114"/>
                <a:gd name="connsiteY3" fmla="*/ 50303 h 2012823"/>
                <a:gd name="connsiteX4" fmla="*/ 3041797 w 3476114"/>
                <a:gd name="connsiteY4" fmla="*/ 50303 h 2012823"/>
                <a:gd name="connsiteX5" fmla="*/ 3425811 w 3476114"/>
                <a:gd name="connsiteY5" fmla="*/ 434317 h 2012823"/>
                <a:gd name="connsiteX6" fmla="*/ 3425811 w 3476114"/>
                <a:gd name="connsiteY6" fmla="*/ 1767615 h 2012823"/>
                <a:gd name="connsiteX7" fmla="*/ 3337309 w 3476114"/>
                <a:gd name="connsiteY7" fmla="*/ 2012823 h 2012823"/>
                <a:gd name="connsiteX8" fmla="*/ 3476115 w 3476114"/>
                <a:gd name="connsiteY8" fmla="*/ 1717312 h 2012823"/>
                <a:gd name="connsiteX9" fmla="*/ 3476115 w 3476114"/>
                <a:gd name="connsiteY9" fmla="*/ 384014 h 2012823"/>
                <a:gd name="connsiteX10" fmla="*/ 3092101 w 3476114"/>
                <a:gd name="connsiteY10" fmla="*/ 0 h 201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76114" h="2012823">
                  <a:moveTo>
                    <a:pt x="3092101" y="0"/>
                  </a:moveTo>
                  <a:lnTo>
                    <a:pt x="295511" y="0"/>
                  </a:lnTo>
                  <a:cubicBezTo>
                    <a:pt x="176662" y="0"/>
                    <a:pt x="70432" y="54007"/>
                    <a:pt x="0" y="138806"/>
                  </a:cubicBezTo>
                  <a:cubicBezTo>
                    <a:pt x="66523" y="83530"/>
                    <a:pt x="151973" y="50303"/>
                    <a:pt x="245208" y="50303"/>
                  </a:cubicBezTo>
                  <a:lnTo>
                    <a:pt x="3041797" y="50303"/>
                  </a:lnTo>
                  <a:cubicBezTo>
                    <a:pt x="3253881" y="50303"/>
                    <a:pt x="3425811" y="222233"/>
                    <a:pt x="3425811" y="434317"/>
                  </a:cubicBezTo>
                  <a:lnTo>
                    <a:pt x="3425811" y="1767615"/>
                  </a:lnTo>
                  <a:cubicBezTo>
                    <a:pt x="3425811" y="1860850"/>
                    <a:pt x="3392584" y="1946335"/>
                    <a:pt x="3337309" y="2012823"/>
                  </a:cubicBezTo>
                  <a:cubicBezTo>
                    <a:pt x="3422108" y="1942391"/>
                    <a:pt x="3476115" y="1836161"/>
                    <a:pt x="3476115" y="1717312"/>
                  </a:cubicBezTo>
                  <a:lnTo>
                    <a:pt x="3476115" y="384014"/>
                  </a:lnTo>
                  <a:cubicBezTo>
                    <a:pt x="3476115" y="171930"/>
                    <a:pt x="3304185" y="0"/>
                    <a:pt x="3092101" y="0"/>
                  </a:cubicBezTo>
                  <a:close/>
                </a:path>
              </a:pathLst>
            </a:custGeom>
            <a:solidFill>
              <a:srgbClr val="FFFFFF"/>
            </a:solidFill>
            <a:ln w="34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11B2D924-8707-10DE-2A87-CDA98DA6D60F}"/>
                </a:ext>
              </a:extLst>
            </p:cNvPr>
            <p:cNvSpPr/>
            <p:nvPr/>
          </p:nvSpPr>
          <p:spPr>
            <a:xfrm>
              <a:off x="5084993" y="3856561"/>
              <a:ext cx="909576" cy="919966"/>
            </a:xfrm>
            <a:custGeom>
              <a:avLst/>
              <a:gdLst>
                <a:gd name="connsiteX0" fmla="*/ 168227 w 909576"/>
                <a:gd name="connsiteY0" fmla="*/ 0 h 919966"/>
                <a:gd name="connsiteX1" fmla="*/ 0 w 909576"/>
                <a:gd name="connsiteY1" fmla="*/ 0 h 919966"/>
                <a:gd name="connsiteX2" fmla="*/ 909577 w 909576"/>
                <a:gd name="connsiteY2" fmla="*/ 919967 h 919966"/>
                <a:gd name="connsiteX3" fmla="*/ 909577 w 909576"/>
                <a:gd name="connsiteY3" fmla="*/ 751603 h 919966"/>
                <a:gd name="connsiteX4" fmla="*/ 168227 w 909576"/>
                <a:gd name="connsiteY4" fmla="*/ 34 h 91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576" h="919966">
                  <a:moveTo>
                    <a:pt x="168227" y="0"/>
                  </a:moveTo>
                  <a:lnTo>
                    <a:pt x="0" y="0"/>
                  </a:lnTo>
                  <a:cubicBezTo>
                    <a:pt x="35182" y="488496"/>
                    <a:pt x="422624" y="879402"/>
                    <a:pt x="909577" y="919967"/>
                  </a:cubicBezTo>
                  <a:lnTo>
                    <a:pt x="909577" y="751603"/>
                  </a:lnTo>
                  <a:cubicBezTo>
                    <a:pt x="515310" y="711963"/>
                    <a:pt x="202620" y="395844"/>
                    <a:pt x="168227" y="34"/>
                  </a:cubicBezTo>
                  <a:close/>
                </a:path>
              </a:pathLst>
            </a:custGeom>
            <a:solidFill>
              <a:srgbClr val="F2F3CC"/>
            </a:solidFill>
            <a:ln w="34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4261C5A-5C9A-7F64-6CFE-50BF901EFE6C}"/>
                </a:ext>
              </a:extLst>
            </p:cNvPr>
            <p:cNvSpPr/>
            <p:nvPr/>
          </p:nvSpPr>
          <p:spPr>
            <a:xfrm>
              <a:off x="4946084" y="4096317"/>
              <a:ext cx="784966" cy="784966"/>
            </a:xfrm>
            <a:custGeom>
              <a:avLst/>
              <a:gdLst>
                <a:gd name="connsiteX0" fmla="*/ 784967 w 784966"/>
                <a:gd name="connsiteY0" fmla="*/ 392483 h 784966"/>
                <a:gd name="connsiteX1" fmla="*/ 392483 w 784966"/>
                <a:gd name="connsiteY1" fmla="*/ 784966 h 784966"/>
                <a:gd name="connsiteX2" fmla="*/ 0 w 784966"/>
                <a:gd name="connsiteY2" fmla="*/ 392483 h 784966"/>
                <a:gd name="connsiteX3" fmla="*/ 392483 w 784966"/>
                <a:gd name="connsiteY3" fmla="*/ 0 h 784966"/>
                <a:gd name="connsiteX4" fmla="*/ 784967 w 784966"/>
                <a:gd name="connsiteY4" fmla="*/ 392483 h 784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966" h="784966">
                  <a:moveTo>
                    <a:pt x="784967" y="392483"/>
                  </a:moveTo>
                  <a:cubicBezTo>
                    <a:pt x="784967" y="609246"/>
                    <a:pt x="609246" y="784966"/>
                    <a:pt x="392483" y="784966"/>
                  </a:cubicBezTo>
                  <a:cubicBezTo>
                    <a:pt x="175721" y="784966"/>
                    <a:pt x="0" y="609246"/>
                    <a:pt x="0" y="392483"/>
                  </a:cubicBezTo>
                  <a:cubicBezTo>
                    <a:pt x="0" y="175721"/>
                    <a:pt x="175721" y="0"/>
                    <a:pt x="392483" y="0"/>
                  </a:cubicBezTo>
                  <a:cubicBezTo>
                    <a:pt x="609246" y="0"/>
                    <a:pt x="784967" y="175721"/>
                    <a:pt x="784967" y="392483"/>
                  </a:cubicBezTo>
                  <a:close/>
                </a:path>
              </a:pathLst>
            </a:custGeom>
            <a:solidFill>
              <a:srgbClr val="F9F9F9"/>
            </a:solidFill>
            <a:ln w="3429" cap="flat">
              <a:noFill/>
              <a:prstDash val="solid"/>
              <a:miter/>
            </a:ln>
            <a:effectLst>
              <a:outerShdw blurRad="546100" dist="50800" dir="99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75E7CD8-9607-032C-E913-0A75000236CC}"/>
                </a:ext>
              </a:extLst>
            </p:cNvPr>
            <p:cNvSpPr/>
            <p:nvPr/>
          </p:nvSpPr>
          <p:spPr>
            <a:xfrm>
              <a:off x="4946050" y="4153238"/>
              <a:ext cx="622740" cy="728011"/>
            </a:xfrm>
            <a:custGeom>
              <a:avLst/>
              <a:gdLst>
                <a:gd name="connsiteX0" fmla="*/ 419058 w 622740"/>
                <a:gd name="connsiteY0" fmla="*/ 710317 h 728011"/>
                <a:gd name="connsiteX1" fmla="*/ 26575 w 622740"/>
                <a:gd name="connsiteY1" fmla="*/ 317834 h 728011"/>
                <a:gd name="connsiteX2" fmla="*/ 188766 w 622740"/>
                <a:gd name="connsiteY2" fmla="*/ 0 h 728011"/>
                <a:gd name="connsiteX3" fmla="*/ 0 w 622740"/>
                <a:gd name="connsiteY3" fmla="*/ 335528 h 728011"/>
                <a:gd name="connsiteX4" fmla="*/ 392483 w 622740"/>
                <a:gd name="connsiteY4" fmla="*/ 728011 h 728011"/>
                <a:gd name="connsiteX5" fmla="*/ 622741 w 622740"/>
                <a:gd name="connsiteY5" fmla="*/ 653362 h 728011"/>
                <a:gd name="connsiteX6" fmla="*/ 419024 w 622740"/>
                <a:gd name="connsiteY6" fmla="*/ 710317 h 728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2740" h="728011">
                  <a:moveTo>
                    <a:pt x="419058" y="710317"/>
                  </a:moveTo>
                  <a:cubicBezTo>
                    <a:pt x="202311" y="710317"/>
                    <a:pt x="26575" y="534616"/>
                    <a:pt x="26575" y="317834"/>
                  </a:cubicBezTo>
                  <a:cubicBezTo>
                    <a:pt x="26575" y="187121"/>
                    <a:pt x="90491" y="71323"/>
                    <a:pt x="188766" y="0"/>
                  </a:cubicBezTo>
                  <a:cubicBezTo>
                    <a:pt x="75609" y="68855"/>
                    <a:pt x="0" y="193361"/>
                    <a:pt x="0" y="335528"/>
                  </a:cubicBezTo>
                  <a:cubicBezTo>
                    <a:pt x="0" y="552275"/>
                    <a:pt x="175702" y="728011"/>
                    <a:pt x="392483" y="728011"/>
                  </a:cubicBezTo>
                  <a:cubicBezTo>
                    <a:pt x="478517" y="728011"/>
                    <a:pt x="558070" y="700305"/>
                    <a:pt x="622741" y="653362"/>
                  </a:cubicBezTo>
                  <a:cubicBezTo>
                    <a:pt x="563351" y="689504"/>
                    <a:pt x="493604" y="710317"/>
                    <a:pt x="419024" y="710317"/>
                  </a:cubicBezTo>
                  <a:close/>
                </a:path>
              </a:pathLst>
            </a:custGeom>
            <a:solidFill>
              <a:srgbClr val="666666">
                <a:alpha val="7000"/>
              </a:srgbClr>
            </a:solidFill>
            <a:ln w="34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144B01E-1127-D571-C9BA-7BADCD940636}"/>
                </a:ext>
              </a:extLst>
            </p:cNvPr>
            <p:cNvSpPr/>
            <p:nvPr/>
          </p:nvSpPr>
          <p:spPr>
            <a:xfrm>
              <a:off x="5033695" y="4096283"/>
              <a:ext cx="697321" cy="673147"/>
            </a:xfrm>
            <a:custGeom>
              <a:avLst/>
              <a:gdLst>
                <a:gd name="connsiteX0" fmla="*/ 304873 w 697321"/>
                <a:gd name="connsiteY0" fmla="*/ 34 h 673147"/>
                <a:gd name="connsiteX1" fmla="*/ 0 w 697321"/>
                <a:gd name="connsiteY1" fmla="*/ 145355 h 673147"/>
                <a:gd name="connsiteX2" fmla="*/ 274286 w 697321"/>
                <a:gd name="connsiteY2" fmla="*/ 33536 h 673147"/>
                <a:gd name="connsiteX3" fmla="*/ 666769 w 697321"/>
                <a:gd name="connsiteY3" fmla="*/ 426019 h 673147"/>
                <a:gd name="connsiteX4" fmla="*/ 579158 w 697321"/>
                <a:gd name="connsiteY4" fmla="*/ 673147 h 673147"/>
                <a:gd name="connsiteX5" fmla="*/ 697322 w 697321"/>
                <a:gd name="connsiteY5" fmla="*/ 392483 h 673147"/>
                <a:gd name="connsiteX6" fmla="*/ 304838 w 697321"/>
                <a:gd name="connsiteY6" fmla="*/ 0 h 673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7321" h="673147">
                  <a:moveTo>
                    <a:pt x="304873" y="34"/>
                  </a:moveTo>
                  <a:cubicBezTo>
                    <a:pt x="181806" y="34"/>
                    <a:pt x="71975" y="56716"/>
                    <a:pt x="0" y="145355"/>
                  </a:cubicBezTo>
                  <a:cubicBezTo>
                    <a:pt x="70740" y="76192"/>
                    <a:pt x="167541" y="33536"/>
                    <a:pt x="274286" y="33536"/>
                  </a:cubicBezTo>
                  <a:cubicBezTo>
                    <a:pt x="491033" y="33536"/>
                    <a:pt x="666769" y="209238"/>
                    <a:pt x="666769" y="426019"/>
                  </a:cubicBezTo>
                  <a:cubicBezTo>
                    <a:pt x="666769" y="519699"/>
                    <a:pt x="633919" y="605664"/>
                    <a:pt x="579158" y="673147"/>
                  </a:cubicBezTo>
                  <a:cubicBezTo>
                    <a:pt x="652059" y="601893"/>
                    <a:pt x="697322" y="502486"/>
                    <a:pt x="697322" y="392483"/>
                  </a:cubicBezTo>
                  <a:cubicBezTo>
                    <a:pt x="697322" y="175736"/>
                    <a:pt x="521619" y="0"/>
                    <a:pt x="304838" y="0"/>
                  </a:cubicBezTo>
                  <a:close/>
                </a:path>
              </a:pathLst>
            </a:custGeom>
            <a:solidFill>
              <a:srgbClr val="FFFFFF"/>
            </a:solidFill>
            <a:ln w="34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0111FE9-59F7-0EC4-F03B-40714A2FF66F}"/>
                </a:ext>
              </a:extLst>
            </p:cNvPr>
            <p:cNvSpPr txBox="1"/>
            <p:nvPr/>
          </p:nvSpPr>
          <p:spPr>
            <a:xfrm>
              <a:off x="5170122" y="4274544"/>
              <a:ext cx="345386" cy="4339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/>
                  <a:solidFill>
                    <a:srgbClr val="3B3F1E"/>
                  </a:solidFill>
                  <a:effectLst/>
                  <a:uLnTx/>
                  <a:uFillTx/>
                  <a:latin typeface="Montserrat"/>
                  <a:sym typeface="Montserrat"/>
                  <a:rtl val="0"/>
                </a:rPr>
                <a:t>3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1C94742-AAD6-A837-C0F0-0035460FE29B}"/>
                </a:ext>
              </a:extLst>
            </p:cNvPr>
            <p:cNvSpPr txBox="1"/>
            <p:nvPr/>
          </p:nvSpPr>
          <p:spPr>
            <a:xfrm flipH="1">
              <a:off x="7324090" y="2000974"/>
              <a:ext cx="2150611" cy="1616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Low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EG" b="1" i="0" u="none" strike="noStrike" kern="0" cap="none" spc="0" normalizeH="0" baseline="0" noProof="0" dirty="0">
                  <a:ln/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  <a:sym typeface="Arial"/>
                  <a:rtl val="0"/>
                </a:rPr>
                <a:t>تعاون الإدارات </a:t>
              </a:r>
              <a:br>
                <a:rPr kumimoji="0" lang="ar-EG" b="1" i="0" u="none" strike="noStrike" kern="0" cap="none" spc="0" normalizeH="0" baseline="0" noProof="0" dirty="0">
                  <a:ln/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  <a:sym typeface="Arial"/>
                  <a:rtl val="0"/>
                </a:rPr>
              </a:br>
              <a:r>
                <a:rPr kumimoji="0" lang="ar-EG" b="1" i="0" u="none" strike="noStrike" kern="0" cap="none" spc="0" normalizeH="0" baseline="0" noProof="0" dirty="0">
                  <a:ln/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  <a:sym typeface="Arial"/>
                  <a:rtl val="0"/>
                </a:rPr>
                <a:t>في مشاركة </a:t>
              </a:r>
              <a:br>
                <a:rPr kumimoji="0" lang="ar-EG" b="1" i="0" u="none" strike="noStrike" kern="0" cap="none" spc="0" normalizeH="0" baseline="0" noProof="0" dirty="0">
                  <a:ln/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  <a:sym typeface="Arial"/>
                  <a:rtl val="0"/>
                </a:rPr>
              </a:br>
              <a:r>
                <a:rPr kumimoji="0" lang="ar-EG" b="1" i="0" u="none" strike="noStrike" kern="0" cap="none" spc="0" normalizeH="0" baseline="0" noProof="0" dirty="0">
                  <a:ln/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  <a:sym typeface="Arial"/>
                  <a:rtl val="0"/>
                </a:rPr>
                <a:t>البيانات.</a:t>
              </a:r>
              <a:br>
                <a:rPr kumimoji="0" lang="ar-EG" b="1" i="0" u="none" strike="noStrike" kern="0" cap="none" spc="0" normalizeH="0" baseline="0" noProof="0" dirty="0">
                  <a:ln/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  <a:sym typeface="Arial"/>
                  <a:rtl val="0"/>
                </a:rPr>
              </a:br>
              <a:endParaRPr kumimoji="0" lang="ar-EG" b="1" i="0" u="none" strike="noStrike" kern="0" cap="none" spc="0" normalizeH="0" baseline="0" noProof="0" dirty="0">
                <a:ln/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  <a:sym typeface="Arial"/>
                <a:rtl val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F027C94-5BD4-6CC8-5D6A-54D7177A4A2E}"/>
                </a:ext>
              </a:extLst>
            </p:cNvPr>
            <p:cNvSpPr txBox="1"/>
            <p:nvPr/>
          </p:nvSpPr>
          <p:spPr>
            <a:xfrm flipH="1">
              <a:off x="7324090" y="4126335"/>
              <a:ext cx="2150611" cy="2007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Low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EG" b="1" i="0" u="none" strike="noStrike" kern="0" cap="none" spc="0" normalizeH="0" baseline="0" noProof="0" dirty="0">
                  <a:ln/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  <a:sym typeface="Arial"/>
                  <a:rtl val="0"/>
                </a:rPr>
                <a:t>فريق تقني من </a:t>
              </a:r>
              <a:br>
                <a:rPr kumimoji="0" lang="ar-EG" b="1" i="0" u="none" strike="noStrike" kern="0" cap="none" spc="0" normalizeH="0" baseline="0" noProof="0" dirty="0">
                  <a:ln/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  <a:sym typeface="Arial"/>
                  <a:rtl val="0"/>
                </a:rPr>
              </a:br>
              <a:r>
                <a:rPr kumimoji="0" lang="ar-EG" b="1" i="0" u="none" strike="noStrike" kern="0" cap="none" spc="0" normalizeH="0" baseline="0" noProof="0" dirty="0">
                  <a:ln/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  <a:sym typeface="Arial"/>
                  <a:rtl val="0"/>
                </a:rPr>
                <a:t>تقنية المعلومات لبناء الربط </a:t>
              </a:r>
              <a:br>
                <a:rPr kumimoji="0" lang="ar-EG" b="1" i="0" u="none" strike="noStrike" kern="0" cap="none" spc="0" normalizeH="0" baseline="0" noProof="0" dirty="0">
                  <a:ln/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  <a:sym typeface="Arial"/>
                  <a:rtl val="0"/>
                </a:rPr>
              </a:br>
              <a:r>
                <a:rPr kumimoji="0" lang="ar-EG" b="1" i="0" u="none" strike="noStrike" kern="0" cap="none" spc="0" normalizeH="0" baseline="0" noProof="0" dirty="0">
                  <a:ln/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  <a:sym typeface="Arial"/>
                  <a:rtl val="0"/>
                </a:rPr>
                <a:t>والتحليل الذكي.</a:t>
              </a:r>
              <a:br>
                <a:rPr kumimoji="0" lang="ar-EG" b="1" i="0" u="none" strike="noStrike" kern="0" cap="none" spc="0" normalizeH="0" baseline="0" noProof="0" dirty="0">
                  <a:ln/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  <a:sym typeface="Arial"/>
                  <a:rtl val="0"/>
                </a:rPr>
              </a:br>
              <a:endParaRPr kumimoji="0" lang="ar-EG" b="1" i="0" u="none" strike="noStrike" kern="0" cap="none" spc="0" normalizeH="0" baseline="0" noProof="0" dirty="0">
                <a:ln/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  <a:sym typeface="Arial"/>
                <a:rtl val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A8261BC-B4DF-C4A7-DF1C-2C07CD5B045C}"/>
                </a:ext>
              </a:extLst>
            </p:cNvPr>
            <p:cNvSpPr txBox="1"/>
            <p:nvPr/>
          </p:nvSpPr>
          <p:spPr>
            <a:xfrm flipH="1">
              <a:off x="2705515" y="2010660"/>
              <a:ext cx="2150611" cy="1616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Low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EG" b="1" i="0" u="none" strike="noStrike" kern="0" cap="none" spc="0" normalizeH="0" baseline="0" noProof="0" dirty="0">
                  <a:ln/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  <a:sym typeface="Arial"/>
                  <a:rtl val="0"/>
                </a:rPr>
                <a:t>دعم إداري </a:t>
              </a:r>
              <a:br>
                <a:rPr kumimoji="0" lang="ar-EG" b="1" i="0" u="none" strike="noStrike" kern="0" cap="none" spc="0" normalizeH="0" baseline="0" noProof="0" dirty="0">
                  <a:ln/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  <a:sym typeface="Arial"/>
                  <a:rtl val="0"/>
                </a:rPr>
              </a:br>
              <a:r>
                <a:rPr kumimoji="0" lang="ar-EG" b="1" i="0" u="none" strike="noStrike" kern="0" cap="none" spc="0" normalizeH="0" baseline="0" noProof="0" dirty="0">
                  <a:ln/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  <a:sym typeface="Arial"/>
                  <a:rtl val="0"/>
                </a:rPr>
                <a:t>لتوفير الصلاحيات والموارد اللازمة</a:t>
              </a:r>
              <a:br>
                <a:rPr kumimoji="0" lang="ar-EG" b="1" i="0" u="none" strike="noStrike" kern="0" cap="none" spc="0" normalizeH="0" baseline="0" noProof="0" dirty="0">
                  <a:ln/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  <a:sym typeface="Arial"/>
                  <a:rtl val="0"/>
                </a:rPr>
              </a:br>
              <a:endParaRPr kumimoji="0" lang="ar-EG" b="1" i="0" u="none" strike="noStrike" kern="0" cap="none" spc="0" normalizeH="0" baseline="0" noProof="0" dirty="0">
                <a:ln/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  <a:sym typeface="Arial"/>
                <a:rtl val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9E4E04B-464C-C101-0B78-354EDE08EAB1}"/>
                </a:ext>
              </a:extLst>
            </p:cNvPr>
            <p:cNvSpPr txBox="1"/>
            <p:nvPr/>
          </p:nvSpPr>
          <p:spPr>
            <a:xfrm flipH="1">
              <a:off x="2534909" y="4200782"/>
              <a:ext cx="2366890" cy="1793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Low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EG" sz="1600" b="1" i="0" u="none" strike="noStrike" kern="0" cap="none" spc="0" normalizeH="0" baseline="0" noProof="0" dirty="0">
                  <a:ln/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  <a:sym typeface="Arial"/>
                  <a:rtl val="0"/>
                </a:rPr>
                <a:t>إشراف مباشر من المراجعة الداخلية لمتابعة جودة المؤشرات </a:t>
              </a:r>
              <a:br>
                <a:rPr kumimoji="0" lang="ar-EG" sz="1600" b="1" i="0" u="none" strike="noStrike" kern="0" cap="none" spc="0" normalizeH="0" baseline="0" noProof="0" dirty="0">
                  <a:ln/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  <a:sym typeface="Arial"/>
                  <a:rtl val="0"/>
                </a:rPr>
              </a:br>
              <a:r>
                <a:rPr kumimoji="0" lang="ar-EG" sz="1600" b="1" i="0" u="none" strike="noStrike" kern="0" cap="none" spc="0" normalizeH="0" baseline="0" noProof="0" dirty="0">
                  <a:ln/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  <a:sym typeface="Arial"/>
                  <a:rtl val="0"/>
                </a:rPr>
                <a:t>وصدق التنبيهات.</a:t>
              </a:r>
              <a:br>
                <a:rPr kumimoji="0" lang="ar-EG" sz="1600" b="1" i="0" u="none" strike="noStrike" kern="0" cap="none" spc="0" normalizeH="0" baseline="0" noProof="0" dirty="0">
                  <a:ln/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  <a:sym typeface="Arial"/>
                  <a:rtl val="0"/>
                </a:rPr>
              </a:br>
              <a:endParaRPr kumimoji="0" lang="ar-EG" sz="1600" b="1" i="0" u="none" strike="noStrike" kern="0" cap="none" spc="0" normalizeH="0" baseline="0" noProof="0" dirty="0">
                <a:ln/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  <a:sym typeface="Arial"/>
                <a:rtl val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1901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DEB63D">
                <a:alpha val="10000"/>
              </a:srgbClr>
            </a:gs>
            <a:gs pos="1000">
              <a:srgbClr val="F2F3CC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55AB06-DAB0-2012-3C86-654114F4B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74C07C0-101A-0AC4-A938-E5470EF8FCCD}"/>
              </a:ext>
            </a:extLst>
          </p:cNvPr>
          <p:cNvCxnSpPr>
            <a:cxnSpLocks/>
            <a:stCxn id="20" idx="4"/>
            <a:endCxn id="36" idx="0"/>
          </p:cNvCxnSpPr>
          <p:nvPr/>
        </p:nvCxnSpPr>
        <p:spPr>
          <a:xfrm>
            <a:off x="11078305" y="2292701"/>
            <a:ext cx="0" cy="2552387"/>
          </a:xfrm>
          <a:prstGeom prst="line">
            <a:avLst/>
          </a:prstGeom>
          <a:ln w="19050" cap="rnd">
            <a:solidFill>
              <a:schemeClr val="bg1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DA3BF0-963B-7557-0D66-D489C38D84D2}"/>
              </a:ext>
            </a:extLst>
          </p:cNvPr>
          <p:cNvGrpSpPr/>
          <p:nvPr/>
        </p:nvGrpSpPr>
        <p:grpSpPr>
          <a:xfrm>
            <a:off x="14310602" y="762648"/>
            <a:ext cx="490221" cy="3694958"/>
            <a:chOff x="11020425" y="1733550"/>
            <a:chExt cx="871504" cy="255804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A43A299-847C-7664-B425-4E272A747449}"/>
                </a:ext>
              </a:extLst>
            </p:cNvPr>
            <p:cNvSpPr/>
            <p:nvPr/>
          </p:nvSpPr>
          <p:spPr>
            <a:xfrm>
              <a:off x="11020425" y="1733550"/>
              <a:ext cx="871504" cy="790808"/>
            </a:xfrm>
            <a:prstGeom prst="roundRect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43113C7-6495-0012-514E-CCCAD1FE183C}"/>
                </a:ext>
              </a:extLst>
            </p:cNvPr>
            <p:cNvSpPr/>
            <p:nvPr/>
          </p:nvSpPr>
          <p:spPr>
            <a:xfrm>
              <a:off x="11020425" y="2617170"/>
              <a:ext cx="871504" cy="790808"/>
            </a:xfrm>
            <a:prstGeom prst="roundRect">
              <a:avLst/>
            </a:prstGeom>
            <a:solidFill>
              <a:srgbClr val="DEB6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86FF34A-9AF8-7F2F-D72E-4B047DD8E25F}"/>
                </a:ext>
              </a:extLst>
            </p:cNvPr>
            <p:cNvSpPr/>
            <p:nvPr/>
          </p:nvSpPr>
          <p:spPr>
            <a:xfrm>
              <a:off x="11020425" y="3500790"/>
              <a:ext cx="871504" cy="790808"/>
            </a:xfrm>
            <a:prstGeom prst="roundRect">
              <a:avLst/>
            </a:prstGeom>
            <a:solidFill>
              <a:srgbClr val="F2F3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pic>
        <p:nvPicPr>
          <p:cNvPr id="33" name="صورة 6">
            <a:extLst>
              <a:ext uri="{FF2B5EF4-FFF2-40B4-BE49-F238E27FC236}">
                <a16:creationId xmlns:a16="http://schemas.microsoft.com/office/drawing/2014/main" id="{B412BAF8-0750-1A8B-6E02-A01FDF58E4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52" y="256083"/>
            <a:ext cx="705344" cy="7057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DA78F6-A9D0-E33A-0D7A-8CF44185309E}"/>
              </a:ext>
            </a:extLst>
          </p:cNvPr>
          <p:cNvSpPr txBox="1"/>
          <p:nvPr/>
        </p:nvSpPr>
        <p:spPr>
          <a:xfrm>
            <a:off x="1966518" y="1516938"/>
            <a:ext cx="8748487" cy="3824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>
              <a:lnSpc>
                <a:spcPct val="250000"/>
              </a:lnSpc>
            </a:pPr>
            <a:r>
              <a:rPr lang="ar-SA" sz="2000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•  رف</a:t>
            </a:r>
            <a:r>
              <a:rPr lang="ar-EG" sz="2000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ـــــــــ</a:t>
            </a:r>
            <a:r>
              <a:rPr lang="ar-SA" sz="2000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ع </a:t>
            </a:r>
            <a:r>
              <a:rPr lang="ar-S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جودة المراجعة الداخلية والانتقال من العمل اليدوي إلى التحليل الذكي.</a:t>
            </a:r>
          </a:p>
          <a:p>
            <a:pPr algn="justLow" rtl="1">
              <a:lnSpc>
                <a:spcPct val="250000"/>
              </a:lnSpc>
            </a:pPr>
            <a:r>
              <a:rPr lang="ar-SA" sz="2000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 •  تقليل </a:t>
            </a:r>
            <a:r>
              <a:rPr lang="ar-S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الوقت والجهد في متابعة الأداء.</a:t>
            </a:r>
          </a:p>
          <a:p>
            <a:pPr algn="justLow" rtl="1">
              <a:lnSpc>
                <a:spcPct val="250000"/>
              </a:lnSpc>
            </a:pPr>
            <a:r>
              <a:rPr lang="ar-SA" sz="2000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 •  تع</a:t>
            </a:r>
            <a:r>
              <a:rPr lang="ar-EG" sz="2000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ــ</a:t>
            </a:r>
            <a:r>
              <a:rPr lang="ar-SA" sz="2000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زيز </a:t>
            </a:r>
            <a:r>
              <a:rPr lang="ar-S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سرعة الاستجابة لأي خلل أو خطر.</a:t>
            </a:r>
          </a:p>
          <a:p>
            <a:pPr algn="justLow" rtl="1">
              <a:lnSpc>
                <a:spcPct val="250000"/>
              </a:lnSpc>
            </a:pPr>
            <a:r>
              <a:rPr lang="ar-SA" sz="2000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 •  دع</a:t>
            </a:r>
            <a:r>
              <a:rPr lang="ar-EG" sz="2000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ـــــ</a:t>
            </a:r>
            <a:r>
              <a:rPr lang="ar-SA" sz="2000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 </a:t>
            </a:r>
            <a:r>
              <a:rPr lang="ar-S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متخذي القرار بمعلومات دقيقة وفورية.</a:t>
            </a:r>
          </a:p>
          <a:p>
            <a:pPr algn="justLow" rtl="1">
              <a:lnSpc>
                <a:spcPct val="250000"/>
              </a:lnSpc>
            </a:pPr>
            <a:r>
              <a:rPr lang="ar-SA" sz="2000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 •  خ</a:t>
            </a:r>
            <a:r>
              <a:rPr lang="ar-EG" sz="2000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ــــــ</a:t>
            </a:r>
            <a:r>
              <a:rPr lang="ar-SA" sz="2000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لق </a:t>
            </a:r>
            <a:r>
              <a:rPr lang="ar-S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ajawal Medium" panose="00000600000000000000" pitchFamily="2" charset="-78"/>
                <a:cs typeface="Tajawal Medium" panose="00000600000000000000" pitchFamily="2" charset="-78"/>
              </a:rPr>
              <a:t>ثقافة وقائية واستباقية في بيئة العمل.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Tajawal Medium" panose="00000600000000000000" pitchFamily="2" charset="-78"/>
              <a:cs typeface="Tajawal Medium" panose="00000600000000000000" pitchFamily="2" charset="-78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AB8EEE9-E26D-4AB3-4C82-FA2D8C030C24}"/>
              </a:ext>
            </a:extLst>
          </p:cNvPr>
          <p:cNvSpPr/>
          <p:nvPr/>
        </p:nvSpPr>
        <p:spPr>
          <a:xfrm>
            <a:off x="10830318" y="1796727"/>
            <a:ext cx="495974" cy="495974"/>
          </a:xfrm>
          <a:prstGeom prst="ellipse">
            <a:avLst/>
          </a:prstGeom>
          <a:solidFill>
            <a:schemeClr val="bg1"/>
          </a:solidFill>
          <a:ln w="15875" cap="flat" cmpd="sng" algn="ctr">
            <a:noFill/>
            <a:prstDash val="solid"/>
          </a:ln>
          <a:effectLst>
            <a:outerShdw blurRad="342900" dist="76200" dir="8100000" sx="97000" sy="97000" algn="t" rotWithShape="0">
              <a:srgbClr val="DEB63D">
                <a:alpha val="39000"/>
              </a:srgbClr>
            </a:outerShdw>
          </a:effectLst>
        </p:spPr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200" b="1" kern="0" dirty="0">
              <a:solidFill>
                <a:prstClr val="white"/>
              </a:solidFill>
              <a:latin typeface="RB" panose="00000500000000000000" pitchFamily="2" charset="-78"/>
              <a:cs typeface="RB" panose="00000500000000000000" pitchFamily="2" charset="-78"/>
            </a:endParaRP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F8A21A5A-F6E5-003B-69A5-610A2B266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931919" y="1899061"/>
            <a:ext cx="254772" cy="254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D9BBC959-A90F-F35A-1085-9473FDB44629}"/>
              </a:ext>
            </a:extLst>
          </p:cNvPr>
          <p:cNvSpPr/>
          <p:nvPr/>
        </p:nvSpPr>
        <p:spPr>
          <a:xfrm>
            <a:off x="10830318" y="2553040"/>
            <a:ext cx="495974" cy="495974"/>
          </a:xfrm>
          <a:prstGeom prst="ellipse">
            <a:avLst/>
          </a:prstGeom>
          <a:solidFill>
            <a:schemeClr val="bg1"/>
          </a:solidFill>
          <a:ln w="15875" cap="flat" cmpd="sng" algn="ctr">
            <a:noFill/>
            <a:prstDash val="solid"/>
          </a:ln>
          <a:effectLst>
            <a:outerShdw blurRad="342900" dist="76200" dir="8100000" sx="97000" sy="97000" algn="t" rotWithShape="0">
              <a:srgbClr val="DEB63D">
                <a:alpha val="39000"/>
              </a:srgbClr>
            </a:outerShdw>
          </a:effectLst>
        </p:spPr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200" b="1" kern="0" dirty="0">
              <a:solidFill>
                <a:prstClr val="white"/>
              </a:solidFill>
              <a:latin typeface="RB" panose="00000500000000000000" pitchFamily="2" charset="-78"/>
              <a:cs typeface="RB" panose="00000500000000000000" pitchFamily="2" charset="-78"/>
            </a:endParaRPr>
          </a:p>
        </p:txBody>
      </p:sp>
      <p:pic>
        <p:nvPicPr>
          <p:cNvPr id="27" name="Picture 4">
            <a:extLst>
              <a:ext uri="{FF2B5EF4-FFF2-40B4-BE49-F238E27FC236}">
                <a16:creationId xmlns:a16="http://schemas.microsoft.com/office/drawing/2014/main" id="{15B0984C-F974-3B22-A291-A1B13CBE1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911912" y="2633334"/>
            <a:ext cx="332786" cy="332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099F0BD0-09D3-7614-CC1F-32FE67C8C094}"/>
              </a:ext>
            </a:extLst>
          </p:cNvPr>
          <p:cNvSpPr/>
          <p:nvPr/>
        </p:nvSpPr>
        <p:spPr>
          <a:xfrm>
            <a:off x="10830318" y="3340804"/>
            <a:ext cx="495974" cy="495974"/>
          </a:xfrm>
          <a:prstGeom prst="ellipse">
            <a:avLst/>
          </a:prstGeom>
          <a:solidFill>
            <a:schemeClr val="bg1"/>
          </a:solidFill>
          <a:ln w="15875" cap="flat" cmpd="sng" algn="ctr">
            <a:noFill/>
            <a:prstDash val="solid"/>
          </a:ln>
          <a:effectLst>
            <a:outerShdw blurRad="342900" dist="76200" dir="8100000" sx="97000" sy="97000" algn="t" rotWithShape="0">
              <a:srgbClr val="DEB63D">
                <a:alpha val="39000"/>
              </a:srgbClr>
            </a:outerShdw>
          </a:effectLst>
        </p:spPr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200" b="1" kern="0" dirty="0">
              <a:solidFill>
                <a:prstClr val="white"/>
              </a:solidFill>
              <a:latin typeface="RB" panose="00000500000000000000" pitchFamily="2" charset="-78"/>
              <a:cs typeface="RB" panose="00000500000000000000" pitchFamily="2" charset="-78"/>
            </a:endParaRPr>
          </a:p>
        </p:txBody>
      </p:sp>
      <p:pic>
        <p:nvPicPr>
          <p:cNvPr id="28" name="Picture 6">
            <a:extLst>
              <a:ext uri="{FF2B5EF4-FFF2-40B4-BE49-F238E27FC236}">
                <a16:creationId xmlns:a16="http://schemas.microsoft.com/office/drawing/2014/main" id="{F00B3D28-3F84-8F99-0D4A-BC9BE3147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911912" y="3410045"/>
            <a:ext cx="332786" cy="332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22128C7A-85BC-E8BA-CE38-16B3CD90BE2B}"/>
              </a:ext>
            </a:extLst>
          </p:cNvPr>
          <p:cNvSpPr/>
          <p:nvPr/>
        </p:nvSpPr>
        <p:spPr>
          <a:xfrm>
            <a:off x="10830318" y="4103032"/>
            <a:ext cx="495974" cy="495974"/>
          </a:xfrm>
          <a:prstGeom prst="ellipse">
            <a:avLst/>
          </a:prstGeom>
          <a:solidFill>
            <a:schemeClr val="bg1"/>
          </a:solidFill>
          <a:ln w="15875" cap="flat" cmpd="sng" algn="ctr">
            <a:noFill/>
            <a:prstDash val="solid"/>
          </a:ln>
          <a:effectLst>
            <a:outerShdw blurRad="342900" dist="76200" dir="8100000" sx="97000" sy="97000" algn="t" rotWithShape="0">
              <a:srgbClr val="DEB63D">
                <a:alpha val="39000"/>
              </a:srgbClr>
            </a:outerShdw>
          </a:effectLst>
        </p:spPr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200" b="1" kern="0" dirty="0">
              <a:solidFill>
                <a:prstClr val="white"/>
              </a:solidFill>
              <a:latin typeface="RB" panose="00000500000000000000" pitchFamily="2" charset="-78"/>
              <a:cs typeface="RB" panose="00000500000000000000" pitchFamily="2" charset="-78"/>
            </a:endParaRPr>
          </a:p>
        </p:txBody>
      </p:sp>
      <p:pic>
        <p:nvPicPr>
          <p:cNvPr id="29" name="Picture 2">
            <a:extLst>
              <a:ext uri="{FF2B5EF4-FFF2-40B4-BE49-F238E27FC236}">
                <a16:creationId xmlns:a16="http://schemas.microsoft.com/office/drawing/2014/main" id="{11FED760-E9E7-B693-7826-E0973CDA9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919898" y="4192196"/>
            <a:ext cx="316814" cy="316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54B07CE1-8189-3AFE-464E-1C1842D2F1F9}"/>
              </a:ext>
            </a:extLst>
          </p:cNvPr>
          <p:cNvSpPr/>
          <p:nvPr/>
        </p:nvSpPr>
        <p:spPr>
          <a:xfrm>
            <a:off x="10830318" y="4845088"/>
            <a:ext cx="495974" cy="495974"/>
          </a:xfrm>
          <a:prstGeom prst="ellipse">
            <a:avLst/>
          </a:prstGeom>
          <a:solidFill>
            <a:schemeClr val="bg1"/>
          </a:solidFill>
          <a:ln w="15875" cap="flat" cmpd="sng" algn="ctr">
            <a:noFill/>
            <a:prstDash val="solid"/>
          </a:ln>
          <a:effectLst>
            <a:outerShdw blurRad="342900" dist="76200" dir="8100000" sx="97000" sy="97000" algn="t" rotWithShape="0">
              <a:srgbClr val="DEB63D">
                <a:alpha val="39000"/>
              </a:srgbClr>
            </a:outerShdw>
          </a:effectLst>
        </p:spPr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200" b="1" kern="0" dirty="0">
              <a:solidFill>
                <a:prstClr val="white"/>
              </a:solidFill>
              <a:latin typeface="RB" panose="00000500000000000000" pitchFamily="2" charset="-78"/>
              <a:cs typeface="RB" panose="00000500000000000000" pitchFamily="2" charset="-78"/>
            </a:endParaRPr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BECE8852-02E4-D256-A8B0-B77C78C04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919898" y="4934252"/>
            <a:ext cx="316814" cy="316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23E939DE-D96E-FF09-9BB2-5FCF08CA0C29}"/>
              </a:ext>
            </a:extLst>
          </p:cNvPr>
          <p:cNvGrpSpPr/>
          <p:nvPr/>
        </p:nvGrpSpPr>
        <p:grpSpPr>
          <a:xfrm>
            <a:off x="10777652" y="413233"/>
            <a:ext cx="548640" cy="548640"/>
            <a:chOff x="9052560" y="274320"/>
            <a:chExt cx="548640" cy="54864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8BE5E8D-56B8-964E-4AAB-745F2F3E203A}"/>
                </a:ext>
              </a:extLst>
            </p:cNvPr>
            <p:cNvSpPr/>
            <p:nvPr/>
          </p:nvSpPr>
          <p:spPr>
            <a:xfrm>
              <a:off x="9052560" y="274320"/>
              <a:ext cx="548640" cy="5486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1000" dist="1524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86630A9-D052-DE49-8DCB-FAB850DB9155}"/>
                </a:ext>
              </a:extLst>
            </p:cNvPr>
            <p:cNvSpPr/>
            <p:nvPr/>
          </p:nvSpPr>
          <p:spPr>
            <a:xfrm>
              <a:off x="9178766" y="400526"/>
              <a:ext cx="296228" cy="296228"/>
            </a:xfrm>
            <a:prstGeom prst="ellipse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0" name="مربع نص 12">
            <a:extLst>
              <a:ext uri="{FF2B5EF4-FFF2-40B4-BE49-F238E27FC236}">
                <a16:creationId xmlns:a16="http://schemas.microsoft.com/office/drawing/2014/main" id="{1964752B-1DE1-6F47-FBCB-33492313B468}"/>
              </a:ext>
            </a:extLst>
          </p:cNvPr>
          <p:cNvSpPr txBox="1"/>
          <p:nvPr/>
        </p:nvSpPr>
        <p:spPr>
          <a:xfrm>
            <a:off x="2698964" y="434022"/>
            <a:ext cx="7986404" cy="544765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pPr marR="0" lvl="0" indent="0" algn="r" rtl="1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EG" sz="2400" dirty="0">
                <a:gradFill flip="none" rotWithShape="1">
                  <a:gsLst>
                    <a:gs pos="20000">
                      <a:srgbClr val="3B3F1E"/>
                    </a:gs>
                    <a:gs pos="100000">
                      <a:srgbClr val="DEB63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Tajawal Black" panose="00000500000000000000" pitchFamily="2" charset="-78"/>
                <a:cs typeface="Tajawal Black" panose="00000500000000000000" pitchFamily="2" charset="-78"/>
              </a:rPr>
              <a:t> الفوائد المتوقعة</a:t>
            </a:r>
          </a:p>
        </p:txBody>
      </p:sp>
    </p:spTree>
    <p:extLst>
      <p:ext uri="{BB962C8B-B14F-4D97-AF65-F5344CB8AC3E}">
        <p14:creationId xmlns:p14="http://schemas.microsoft.com/office/powerpoint/2010/main" val="2925775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DEB63D">
                <a:alpha val="10000"/>
              </a:srgbClr>
            </a:gs>
            <a:gs pos="1000">
              <a:srgbClr val="F2F3CC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0D61EC-39C7-7873-A562-6529E1A90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BF3FB1D-E1CE-D59F-5EBB-E3854095C1FE}"/>
              </a:ext>
            </a:extLst>
          </p:cNvPr>
          <p:cNvGrpSpPr/>
          <p:nvPr/>
        </p:nvGrpSpPr>
        <p:grpSpPr>
          <a:xfrm>
            <a:off x="14310602" y="762648"/>
            <a:ext cx="490221" cy="3694958"/>
            <a:chOff x="11020425" y="1733550"/>
            <a:chExt cx="871504" cy="255804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F5F5F87-C045-6166-B983-7E760716874A}"/>
                </a:ext>
              </a:extLst>
            </p:cNvPr>
            <p:cNvSpPr/>
            <p:nvPr/>
          </p:nvSpPr>
          <p:spPr>
            <a:xfrm>
              <a:off x="11020425" y="1733550"/>
              <a:ext cx="871504" cy="790808"/>
            </a:xfrm>
            <a:prstGeom prst="roundRect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D22711C-0B77-000F-94AC-068E8D89CB72}"/>
                </a:ext>
              </a:extLst>
            </p:cNvPr>
            <p:cNvSpPr/>
            <p:nvPr/>
          </p:nvSpPr>
          <p:spPr>
            <a:xfrm>
              <a:off x="11020425" y="2617170"/>
              <a:ext cx="871504" cy="790808"/>
            </a:xfrm>
            <a:prstGeom prst="roundRect">
              <a:avLst/>
            </a:prstGeom>
            <a:solidFill>
              <a:srgbClr val="DEB6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B2BBCE5-EAA9-9186-4E65-651C26394B3B}"/>
                </a:ext>
              </a:extLst>
            </p:cNvPr>
            <p:cNvSpPr/>
            <p:nvPr/>
          </p:nvSpPr>
          <p:spPr>
            <a:xfrm>
              <a:off x="11020425" y="3500790"/>
              <a:ext cx="871504" cy="790808"/>
            </a:xfrm>
            <a:prstGeom prst="roundRect">
              <a:avLst/>
            </a:prstGeom>
            <a:solidFill>
              <a:srgbClr val="F2F3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pic>
        <p:nvPicPr>
          <p:cNvPr id="33" name="صورة 6">
            <a:extLst>
              <a:ext uri="{FF2B5EF4-FFF2-40B4-BE49-F238E27FC236}">
                <a16:creationId xmlns:a16="http://schemas.microsoft.com/office/drawing/2014/main" id="{0F5D0CE6-6D22-3C53-F1E4-E043A6A9CF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52" y="256083"/>
            <a:ext cx="705344" cy="70579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B974C1-B867-B242-5D21-459AFE461D5A}"/>
              </a:ext>
            </a:extLst>
          </p:cNvPr>
          <p:cNvSpPr txBox="1"/>
          <p:nvPr/>
        </p:nvSpPr>
        <p:spPr>
          <a:xfrm>
            <a:off x="8113462" y="4036838"/>
            <a:ext cx="2060962" cy="18720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indent="0" algn="ctr">
              <a:lnSpc>
                <a:spcPct val="140000"/>
              </a:lnSpc>
              <a:buClr>
                <a:srgbClr val="148693"/>
              </a:buClr>
              <a:buSzPct val="125000"/>
              <a:buFont typeface="Arial" panose="020B0604020202020204" pitchFamily="34" charset="0"/>
              <a:buNone/>
              <a:defRPr kumimoji="0" sz="2000" b="0" i="0" u="none" strike="noStrike" cap="none" spc="0" normalizeH="0" baseline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Tajawal Medium" panose="00000600000000000000" pitchFamily="2" charset="-78"/>
                <a:ea typeface="Calibri" panose="020F0502020204030204" pitchFamily="34" charset="0"/>
                <a:cs typeface="Tajawal Medium" panose="00000600000000000000" pitchFamily="2" charset="-78"/>
              </a:defRPr>
            </a:lvl1pPr>
          </a:lstStyle>
          <a:p>
            <a:pPr marL="0" marR="0" lvl="0" indent="0" algn="justLow" defTabSz="914400" rtl="1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ar-EG" sz="1800" b="0" i="0" u="none" strike="noStrike" kern="1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jawal Medium" panose="00000600000000000000" pitchFamily="2" charset="-78"/>
                <a:ea typeface="Calibri" panose="020F0502020204030204" pitchFamily="34" charset="0"/>
                <a:cs typeface="Tajawal Medium" panose="00000600000000000000" pitchFamily="2" charset="-78"/>
              </a:rPr>
              <a:t>انخفاض عدد الحوادث أو 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jawal Medium" panose="00000600000000000000" pitchFamily="2" charset="-78"/>
                <a:ea typeface="Calibri" panose="020F0502020204030204" pitchFamily="34" charset="0"/>
                <a:cs typeface="Tajawal Medium" panose="00000600000000000000" pitchFamily="2" charset="-78"/>
              </a:rPr>
            </a:br>
            <a:r>
              <a:rPr kumimoji="0" lang="ar-EG" sz="1800" b="0" i="0" u="none" strike="noStrike" kern="1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jawal Medium" panose="00000600000000000000" pitchFamily="2" charset="-78"/>
                <a:ea typeface="Calibri" panose="020F0502020204030204" pitchFamily="34" charset="0"/>
                <a:cs typeface="Tajawal Medium" panose="00000600000000000000" pitchFamily="2" charset="-78"/>
              </a:rPr>
              <a:t>الأخطاء 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jawal Medium" panose="00000600000000000000" pitchFamily="2" charset="-78"/>
                <a:ea typeface="Calibri" panose="020F0502020204030204" pitchFamily="34" charset="0"/>
                <a:cs typeface="Tajawal Medium" panose="00000600000000000000" pitchFamily="2" charset="-78"/>
              </a:rPr>
            </a:br>
            <a:r>
              <a:rPr kumimoji="0" lang="ar-EG" sz="1800" b="0" i="0" u="none" strike="noStrike" kern="1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jawal Medium" panose="00000600000000000000" pitchFamily="2" charset="-78"/>
                <a:ea typeface="Calibri" panose="020F0502020204030204" pitchFamily="34" charset="0"/>
                <a:cs typeface="Tajawal Medium" panose="00000600000000000000" pitchFamily="2" charset="-78"/>
              </a:rPr>
              <a:t>التشغيلية.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jawal Medium" panose="00000600000000000000" pitchFamily="2" charset="-78"/>
                <a:ea typeface="Calibri" panose="020F0502020204030204" pitchFamily="34" charset="0"/>
                <a:cs typeface="Tajawal Medium" panose="00000600000000000000" pitchFamily="2" charset="-78"/>
              </a:rPr>
            </a:br>
            <a:endParaRPr kumimoji="0" lang="ar-EG" sz="1800" b="0" i="0" u="none" strike="noStrike" kern="1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ajawal Medium" panose="00000600000000000000" pitchFamily="2" charset="-78"/>
              <a:ea typeface="Calibri" panose="020F0502020204030204" pitchFamily="34" charset="0"/>
              <a:cs typeface="Tajawal Medium" panose="000006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B7C9D2-C25C-1D9B-204E-0E5CBBB6C31A}"/>
              </a:ext>
            </a:extLst>
          </p:cNvPr>
          <p:cNvSpPr txBox="1"/>
          <p:nvPr/>
        </p:nvSpPr>
        <p:spPr>
          <a:xfrm>
            <a:off x="6173828" y="4036838"/>
            <a:ext cx="1702793" cy="18720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indent="0" algn="ctr">
              <a:lnSpc>
                <a:spcPct val="140000"/>
              </a:lnSpc>
              <a:buClr>
                <a:srgbClr val="148693"/>
              </a:buClr>
              <a:buSzPct val="125000"/>
              <a:buFont typeface="Arial" panose="020B0604020202020204" pitchFamily="34" charset="0"/>
              <a:buNone/>
              <a:defRPr kumimoji="0" sz="2000" b="0" i="0" u="none" strike="noStrike" cap="none" spc="0" normalizeH="0" baseline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Tajawal Medium" panose="00000600000000000000" pitchFamily="2" charset="-78"/>
                <a:ea typeface="Calibri" panose="020F0502020204030204" pitchFamily="34" charset="0"/>
                <a:cs typeface="Tajawal Medium" panose="00000600000000000000" pitchFamily="2" charset="-78"/>
              </a:defRPr>
            </a:lvl1pPr>
          </a:lstStyle>
          <a:p>
            <a:pPr marL="0" marR="0" lvl="0" indent="0" algn="justLow" defTabSz="914400" rtl="1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ar-EG" sz="1800" b="0" i="0" u="none" strike="noStrike" kern="1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jawal Medium" panose="00000600000000000000" pitchFamily="2" charset="-78"/>
                <a:ea typeface="Calibri" panose="020F0502020204030204" pitchFamily="34" charset="0"/>
                <a:cs typeface="Tajawal Medium" panose="00000600000000000000" pitchFamily="2" charset="-78"/>
              </a:rPr>
              <a:t>تقليص مدة اكتشاف ومعالجة المخاطر.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jawal Medium" panose="00000600000000000000" pitchFamily="2" charset="-78"/>
                <a:ea typeface="Calibri" panose="020F0502020204030204" pitchFamily="34" charset="0"/>
                <a:cs typeface="Tajawal Medium" panose="00000600000000000000" pitchFamily="2" charset="-78"/>
              </a:rPr>
            </a:br>
            <a:endParaRPr kumimoji="0" lang="ar-EG" sz="1800" b="0" i="0" u="none" strike="noStrike" kern="1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ajawal Medium" panose="00000600000000000000" pitchFamily="2" charset="-78"/>
              <a:ea typeface="Calibri" panose="020F0502020204030204" pitchFamily="34" charset="0"/>
              <a:cs typeface="Tajawal Medium" panose="000006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FC5BB5-ECCC-DBAE-BFAB-90A32E81761D}"/>
              </a:ext>
            </a:extLst>
          </p:cNvPr>
          <p:cNvSpPr txBox="1"/>
          <p:nvPr/>
        </p:nvSpPr>
        <p:spPr>
          <a:xfrm>
            <a:off x="2004403" y="4036838"/>
            <a:ext cx="1693720" cy="18720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indent="0" algn="ctr">
              <a:lnSpc>
                <a:spcPct val="140000"/>
              </a:lnSpc>
              <a:buClr>
                <a:srgbClr val="148693"/>
              </a:buClr>
              <a:buSzPct val="125000"/>
              <a:buFont typeface="Arial" panose="020B0604020202020204" pitchFamily="34" charset="0"/>
              <a:buNone/>
              <a:defRPr kumimoji="0" sz="2000" b="0" i="0" u="none" strike="noStrike" cap="none" spc="0" normalizeH="0" baseline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Tajawal Medium" panose="00000600000000000000" pitchFamily="2" charset="-78"/>
                <a:ea typeface="Calibri" panose="020F0502020204030204" pitchFamily="34" charset="0"/>
                <a:cs typeface="Tajawal Medium" panose="00000600000000000000" pitchFamily="2" charset="-78"/>
              </a:defRPr>
            </a:lvl1pPr>
          </a:lstStyle>
          <a:p>
            <a:pPr marL="0" marR="0" lvl="0" indent="0" algn="justLow" defTabSz="914400" rtl="1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ar-EG" sz="1800" b="0" i="0" u="none" strike="noStrike" kern="1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jawal Medium" panose="00000600000000000000" pitchFamily="2" charset="-78"/>
                <a:ea typeface="Calibri" panose="020F0502020204030204" pitchFamily="34" charset="0"/>
                <a:cs typeface="Tajawal Medium" panose="00000600000000000000" pitchFamily="2" charset="-78"/>
              </a:rPr>
              <a:t>زيادة رضا الإدارة العليا عن كفاءة المراجعة الداخلية.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jawal Medium" panose="00000600000000000000" pitchFamily="2" charset="-78"/>
                <a:ea typeface="Calibri" panose="020F0502020204030204" pitchFamily="34" charset="0"/>
                <a:cs typeface="Tajawal Medium" panose="00000600000000000000" pitchFamily="2" charset="-78"/>
              </a:rPr>
            </a:br>
            <a:endParaRPr kumimoji="0" lang="ar-EG" sz="1800" b="0" i="0" u="none" strike="noStrike" kern="1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ajawal Medium" panose="00000600000000000000" pitchFamily="2" charset="-78"/>
              <a:ea typeface="Calibri" panose="020F0502020204030204" pitchFamily="34" charset="0"/>
              <a:cs typeface="Tajawal Medium" panose="00000600000000000000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64B45D-E8D8-D6C6-48C2-B5C5A096DEE5}"/>
              </a:ext>
            </a:extLst>
          </p:cNvPr>
          <p:cNvSpPr txBox="1"/>
          <p:nvPr/>
        </p:nvSpPr>
        <p:spPr>
          <a:xfrm>
            <a:off x="3984208" y="4036838"/>
            <a:ext cx="1903534" cy="18720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indent="0" algn="ctr">
              <a:lnSpc>
                <a:spcPct val="140000"/>
              </a:lnSpc>
              <a:buClr>
                <a:srgbClr val="148693"/>
              </a:buClr>
              <a:buSzPct val="125000"/>
              <a:buFont typeface="Arial" panose="020B0604020202020204" pitchFamily="34" charset="0"/>
              <a:buNone/>
              <a:defRPr kumimoji="0" sz="2000" b="0" i="0" u="none" strike="noStrike" cap="none" spc="0" normalizeH="0" baseline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Tajawal Medium" panose="00000600000000000000" pitchFamily="2" charset="-78"/>
                <a:ea typeface="Calibri" panose="020F0502020204030204" pitchFamily="34" charset="0"/>
                <a:cs typeface="Tajawal Medium" panose="00000600000000000000" pitchFamily="2" charset="-78"/>
              </a:defRPr>
            </a:lvl1pPr>
          </a:lstStyle>
          <a:p>
            <a:pPr marL="0" marR="0" lvl="0" indent="0" algn="justLow" defTabSz="914400" rtl="1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ar-EG" sz="1800" b="0" i="0" u="none" strike="noStrike" kern="1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jawal Medium" panose="00000600000000000000" pitchFamily="2" charset="-78"/>
                <a:ea typeface="Calibri" panose="020F0502020204030204" pitchFamily="34" charset="0"/>
                <a:cs typeface="Tajawal Medium" panose="00000600000000000000" pitchFamily="2" charset="-78"/>
              </a:rPr>
              <a:t>تحسّن مستوى التزام 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jawal Medium" panose="00000600000000000000" pitchFamily="2" charset="-78"/>
                <a:ea typeface="Calibri" panose="020F0502020204030204" pitchFamily="34" charset="0"/>
                <a:cs typeface="Tajawal Medium" panose="00000600000000000000" pitchFamily="2" charset="-78"/>
              </a:rPr>
            </a:br>
            <a:r>
              <a:rPr kumimoji="0" lang="ar-EG" sz="1800" b="0" i="0" u="none" strike="noStrike" kern="1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jawal Medium" panose="00000600000000000000" pitchFamily="2" charset="-78"/>
                <a:ea typeface="Calibri" panose="020F0502020204030204" pitchFamily="34" charset="0"/>
                <a:cs typeface="Tajawal Medium" panose="00000600000000000000" pitchFamily="2" charset="-78"/>
              </a:rPr>
              <a:t>الإدارات برفع التقارير.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ajawal Medium" panose="00000600000000000000" pitchFamily="2" charset="-78"/>
                <a:ea typeface="Calibri" panose="020F0502020204030204" pitchFamily="34" charset="0"/>
                <a:cs typeface="Tajawal Medium" panose="00000600000000000000" pitchFamily="2" charset="-78"/>
              </a:rPr>
            </a:br>
            <a:endParaRPr kumimoji="0" lang="ar-EG" sz="1800" b="0" i="0" u="none" strike="noStrike" kern="1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ajawal Medium" panose="00000600000000000000" pitchFamily="2" charset="-78"/>
              <a:ea typeface="Calibri" panose="020F0502020204030204" pitchFamily="34" charset="0"/>
              <a:cs typeface="Tajawal Medium" panose="00000600000000000000" pitchFamily="2" charset="-78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BCF7297-2846-73E5-5BB5-B451C0E2246F}"/>
              </a:ext>
            </a:extLst>
          </p:cNvPr>
          <p:cNvSpPr/>
          <p:nvPr/>
        </p:nvSpPr>
        <p:spPr>
          <a:xfrm flipH="1">
            <a:off x="8410222" y="2397503"/>
            <a:ext cx="1340806" cy="1340801"/>
          </a:xfrm>
          <a:custGeom>
            <a:avLst/>
            <a:gdLst>
              <a:gd name="connsiteX0" fmla="*/ 1005650 w 1005649"/>
              <a:gd name="connsiteY0" fmla="*/ 502825 h 1005649"/>
              <a:gd name="connsiteX1" fmla="*/ 502825 w 1005649"/>
              <a:gd name="connsiteY1" fmla="*/ 1005649 h 1005649"/>
              <a:gd name="connsiteX2" fmla="*/ 0 w 1005649"/>
              <a:gd name="connsiteY2" fmla="*/ 502825 h 1005649"/>
              <a:gd name="connsiteX3" fmla="*/ 502825 w 1005649"/>
              <a:gd name="connsiteY3" fmla="*/ 0 h 1005649"/>
              <a:gd name="connsiteX4" fmla="*/ 1005650 w 1005649"/>
              <a:gd name="connsiteY4" fmla="*/ 502825 h 1005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649" h="1005649">
                <a:moveTo>
                  <a:pt x="1005650" y="502825"/>
                </a:moveTo>
                <a:cubicBezTo>
                  <a:pt x="1005650" y="780527"/>
                  <a:pt x="780527" y="1005649"/>
                  <a:pt x="502825" y="1005649"/>
                </a:cubicBezTo>
                <a:cubicBezTo>
                  <a:pt x="225122" y="1005649"/>
                  <a:pt x="0" y="780527"/>
                  <a:pt x="0" y="502825"/>
                </a:cubicBezTo>
                <a:cubicBezTo>
                  <a:pt x="0" y="225122"/>
                  <a:pt x="225122" y="0"/>
                  <a:pt x="502825" y="0"/>
                </a:cubicBezTo>
                <a:cubicBezTo>
                  <a:pt x="780527" y="0"/>
                  <a:pt x="1005650" y="225122"/>
                  <a:pt x="1005650" y="502825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  <a:effectLst>
            <a:outerShdw blurRad="1524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65E93EC-0281-04BF-B080-D21B2A3BCE82}"/>
              </a:ext>
            </a:extLst>
          </p:cNvPr>
          <p:cNvSpPr/>
          <p:nvPr/>
        </p:nvSpPr>
        <p:spPr>
          <a:xfrm flipH="1">
            <a:off x="7931709" y="2245490"/>
            <a:ext cx="1971332" cy="1644825"/>
          </a:xfrm>
          <a:custGeom>
            <a:avLst/>
            <a:gdLst>
              <a:gd name="connsiteX0" fmla="*/ 616839 w 1478565"/>
              <a:gd name="connsiteY0" fmla="*/ 1233678 h 1233677"/>
              <a:gd name="connsiteX1" fmla="*/ 376714 w 1478565"/>
              <a:gd name="connsiteY1" fmla="*/ 1185196 h 1233677"/>
              <a:gd name="connsiteX2" fmla="*/ 180689 w 1478565"/>
              <a:gd name="connsiteY2" fmla="*/ 1052989 h 1233677"/>
              <a:gd name="connsiteX3" fmla="*/ 48482 w 1478565"/>
              <a:gd name="connsiteY3" fmla="*/ 856964 h 1233677"/>
              <a:gd name="connsiteX4" fmla="*/ 0 w 1478565"/>
              <a:gd name="connsiteY4" fmla="*/ 616839 h 1233677"/>
              <a:gd name="connsiteX5" fmla="*/ 48482 w 1478565"/>
              <a:gd name="connsiteY5" fmla="*/ 376714 h 1233677"/>
              <a:gd name="connsiteX6" fmla="*/ 180689 w 1478565"/>
              <a:gd name="connsiteY6" fmla="*/ 180689 h 1233677"/>
              <a:gd name="connsiteX7" fmla="*/ 376714 w 1478565"/>
              <a:gd name="connsiteY7" fmla="*/ 48482 h 1233677"/>
              <a:gd name="connsiteX8" fmla="*/ 616839 w 1478565"/>
              <a:gd name="connsiteY8" fmla="*/ 0 h 1233677"/>
              <a:gd name="connsiteX9" fmla="*/ 856964 w 1478565"/>
              <a:gd name="connsiteY9" fmla="*/ 48482 h 1233677"/>
              <a:gd name="connsiteX10" fmla="*/ 1052989 w 1478565"/>
              <a:gd name="connsiteY10" fmla="*/ 180689 h 1233677"/>
              <a:gd name="connsiteX11" fmla="*/ 1039558 w 1478565"/>
              <a:gd name="connsiteY11" fmla="*/ 194120 h 1233677"/>
              <a:gd name="connsiteX12" fmla="*/ 849535 w 1478565"/>
              <a:gd name="connsiteY12" fmla="*/ 66008 h 1233677"/>
              <a:gd name="connsiteX13" fmla="*/ 616839 w 1478565"/>
              <a:gd name="connsiteY13" fmla="*/ 19050 h 1233677"/>
              <a:gd name="connsiteX14" fmla="*/ 384143 w 1478565"/>
              <a:gd name="connsiteY14" fmla="*/ 66008 h 1233677"/>
              <a:gd name="connsiteX15" fmla="*/ 194119 w 1478565"/>
              <a:gd name="connsiteY15" fmla="*/ 194120 h 1233677"/>
              <a:gd name="connsiteX16" fmla="*/ 66008 w 1478565"/>
              <a:gd name="connsiteY16" fmla="*/ 384143 h 1233677"/>
              <a:gd name="connsiteX17" fmla="*/ 19050 w 1478565"/>
              <a:gd name="connsiteY17" fmla="*/ 616839 h 1233677"/>
              <a:gd name="connsiteX18" fmla="*/ 66008 w 1478565"/>
              <a:gd name="connsiteY18" fmla="*/ 849535 h 1233677"/>
              <a:gd name="connsiteX19" fmla="*/ 194119 w 1478565"/>
              <a:gd name="connsiteY19" fmla="*/ 1039559 h 1233677"/>
              <a:gd name="connsiteX20" fmla="*/ 384143 w 1478565"/>
              <a:gd name="connsiteY20" fmla="*/ 1167670 h 1233677"/>
              <a:gd name="connsiteX21" fmla="*/ 616839 w 1478565"/>
              <a:gd name="connsiteY21" fmla="*/ 1214628 h 1233677"/>
              <a:gd name="connsiteX22" fmla="*/ 849535 w 1478565"/>
              <a:gd name="connsiteY22" fmla="*/ 1167670 h 1233677"/>
              <a:gd name="connsiteX23" fmla="*/ 1039558 w 1478565"/>
              <a:gd name="connsiteY23" fmla="*/ 1039559 h 1233677"/>
              <a:gd name="connsiteX24" fmla="*/ 1167670 w 1478565"/>
              <a:gd name="connsiteY24" fmla="*/ 849535 h 1233677"/>
              <a:gd name="connsiteX25" fmla="*/ 1214628 w 1478565"/>
              <a:gd name="connsiteY25" fmla="*/ 616839 h 1233677"/>
              <a:gd name="connsiteX26" fmla="*/ 1214628 w 1478565"/>
              <a:gd name="connsiteY26" fmla="*/ 607314 h 1233677"/>
              <a:gd name="connsiteX27" fmla="*/ 1478566 w 1478565"/>
              <a:gd name="connsiteY27" fmla="*/ 607314 h 1233677"/>
              <a:gd name="connsiteX28" fmla="*/ 1478566 w 1478565"/>
              <a:gd name="connsiteY28" fmla="*/ 626364 h 1233677"/>
              <a:gd name="connsiteX29" fmla="*/ 1233583 w 1478565"/>
              <a:gd name="connsiteY29" fmla="*/ 626364 h 1233677"/>
              <a:gd name="connsiteX30" fmla="*/ 1185196 w 1478565"/>
              <a:gd name="connsiteY30" fmla="*/ 856964 h 1233677"/>
              <a:gd name="connsiteX31" fmla="*/ 1052989 w 1478565"/>
              <a:gd name="connsiteY31" fmla="*/ 1052989 h 1233677"/>
              <a:gd name="connsiteX32" fmla="*/ 856964 w 1478565"/>
              <a:gd name="connsiteY32" fmla="*/ 1185196 h 1233677"/>
              <a:gd name="connsiteX33" fmla="*/ 616839 w 1478565"/>
              <a:gd name="connsiteY33" fmla="*/ 1233678 h 123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478565" h="1233677">
                <a:moveTo>
                  <a:pt x="616839" y="1233678"/>
                </a:moveTo>
                <a:cubicBezTo>
                  <a:pt x="533591" y="1233678"/>
                  <a:pt x="452819" y="1217390"/>
                  <a:pt x="376714" y="1185196"/>
                </a:cubicBezTo>
                <a:cubicBezTo>
                  <a:pt x="303276" y="1154144"/>
                  <a:pt x="237268" y="1109663"/>
                  <a:pt x="180689" y="1052989"/>
                </a:cubicBezTo>
                <a:cubicBezTo>
                  <a:pt x="124015" y="996315"/>
                  <a:pt x="79534" y="930402"/>
                  <a:pt x="48482" y="856964"/>
                </a:cubicBezTo>
                <a:cubicBezTo>
                  <a:pt x="16288" y="780955"/>
                  <a:pt x="0" y="700183"/>
                  <a:pt x="0" y="616839"/>
                </a:cubicBezTo>
                <a:cubicBezTo>
                  <a:pt x="0" y="533590"/>
                  <a:pt x="16288" y="452819"/>
                  <a:pt x="48482" y="376714"/>
                </a:cubicBezTo>
                <a:cubicBezTo>
                  <a:pt x="79534" y="303276"/>
                  <a:pt x="124015" y="237268"/>
                  <a:pt x="180689" y="180689"/>
                </a:cubicBezTo>
                <a:cubicBezTo>
                  <a:pt x="237363" y="124016"/>
                  <a:pt x="303276" y="79534"/>
                  <a:pt x="376714" y="48482"/>
                </a:cubicBezTo>
                <a:cubicBezTo>
                  <a:pt x="452723" y="16288"/>
                  <a:pt x="533495" y="0"/>
                  <a:pt x="616839" y="0"/>
                </a:cubicBezTo>
                <a:cubicBezTo>
                  <a:pt x="700183" y="0"/>
                  <a:pt x="780860" y="16288"/>
                  <a:pt x="856964" y="48482"/>
                </a:cubicBezTo>
                <a:cubicBezTo>
                  <a:pt x="930402" y="79534"/>
                  <a:pt x="996410" y="124016"/>
                  <a:pt x="1052989" y="180689"/>
                </a:cubicBezTo>
                <a:lnTo>
                  <a:pt x="1039558" y="194120"/>
                </a:lnTo>
                <a:cubicBezTo>
                  <a:pt x="984695" y="139256"/>
                  <a:pt x="920782" y="96107"/>
                  <a:pt x="849535" y="66008"/>
                </a:cubicBezTo>
                <a:cubicBezTo>
                  <a:pt x="775811" y="34862"/>
                  <a:pt x="697611" y="19050"/>
                  <a:pt x="616839" y="19050"/>
                </a:cubicBezTo>
                <a:cubicBezTo>
                  <a:pt x="536162" y="19050"/>
                  <a:pt x="457867" y="34862"/>
                  <a:pt x="384143" y="66008"/>
                </a:cubicBezTo>
                <a:cubicBezTo>
                  <a:pt x="312992" y="96107"/>
                  <a:pt x="248983" y="139256"/>
                  <a:pt x="194119" y="194120"/>
                </a:cubicBezTo>
                <a:cubicBezTo>
                  <a:pt x="139256" y="248984"/>
                  <a:pt x="96107" y="312896"/>
                  <a:pt x="66008" y="384143"/>
                </a:cubicBezTo>
                <a:cubicBezTo>
                  <a:pt x="34861" y="457867"/>
                  <a:pt x="19050" y="536067"/>
                  <a:pt x="19050" y="616839"/>
                </a:cubicBezTo>
                <a:cubicBezTo>
                  <a:pt x="19050" y="697516"/>
                  <a:pt x="34861" y="775811"/>
                  <a:pt x="66008" y="849535"/>
                </a:cubicBezTo>
                <a:cubicBezTo>
                  <a:pt x="96107" y="920686"/>
                  <a:pt x="139256" y="984599"/>
                  <a:pt x="194119" y="1039559"/>
                </a:cubicBezTo>
                <a:cubicBezTo>
                  <a:pt x="248983" y="1094423"/>
                  <a:pt x="312992" y="1137571"/>
                  <a:pt x="384143" y="1167670"/>
                </a:cubicBezTo>
                <a:cubicBezTo>
                  <a:pt x="457867" y="1198817"/>
                  <a:pt x="536067" y="1214628"/>
                  <a:pt x="616839" y="1214628"/>
                </a:cubicBezTo>
                <a:cubicBezTo>
                  <a:pt x="697516" y="1214628"/>
                  <a:pt x="775811" y="1198817"/>
                  <a:pt x="849535" y="1167670"/>
                </a:cubicBezTo>
                <a:cubicBezTo>
                  <a:pt x="920687" y="1137571"/>
                  <a:pt x="984599" y="1094423"/>
                  <a:pt x="1039558" y="1039559"/>
                </a:cubicBezTo>
                <a:cubicBezTo>
                  <a:pt x="1094423" y="984695"/>
                  <a:pt x="1137571" y="920686"/>
                  <a:pt x="1167670" y="849535"/>
                </a:cubicBezTo>
                <a:cubicBezTo>
                  <a:pt x="1198817" y="775811"/>
                  <a:pt x="1214628" y="697611"/>
                  <a:pt x="1214628" y="616839"/>
                </a:cubicBezTo>
                <a:lnTo>
                  <a:pt x="1214628" y="607314"/>
                </a:lnTo>
                <a:lnTo>
                  <a:pt x="1478566" y="607314"/>
                </a:lnTo>
                <a:lnTo>
                  <a:pt x="1478566" y="626364"/>
                </a:lnTo>
                <a:lnTo>
                  <a:pt x="1233583" y="626364"/>
                </a:lnTo>
                <a:cubicBezTo>
                  <a:pt x="1232345" y="706279"/>
                  <a:pt x="1216152" y="783812"/>
                  <a:pt x="1185196" y="856964"/>
                </a:cubicBezTo>
                <a:cubicBezTo>
                  <a:pt x="1154144" y="930402"/>
                  <a:pt x="1109663" y="996410"/>
                  <a:pt x="1052989" y="1052989"/>
                </a:cubicBezTo>
                <a:cubicBezTo>
                  <a:pt x="996315" y="1109663"/>
                  <a:pt x="930402" y="1154144"/>
                  <a:pt x="856964" y="1185196"/>
                </a:cubicBezTo>
                <a:cubicBezTo>
                  <a:pt x="780860" y="1217295"/>
                  <a:pt x="700088" y="1233678"/>
                  <a:pt x="616839" y="1233678"/>
                </a:cubicBezTo>
                <a:close/>
              </a:path>
            </a:pathLst>
          </a:custGeom>
          <a:solidFill>
            <a:sysClr val="windowText" lastClr="000000">
              <a:lumMod val="75000"/>
              <a:lumOff val="25000"/>
            </a:sys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2AFB398-5561-9D53-4BCB-ED8E2EF7219F}"/>
              </a:ext>
            </a:extLst>
          </p:cNvPr>
          <p:cNvSpPr/>
          <p:nvPr/>
        </p:nvSpPr>
        <p:spPr>
          <a:xfrm rot="2700000" flipH="1">
            <a:off x="8285873" y="2319918"/>
            <a:ext cx="443713" cy="443713"/>
          </a:xfrm>
          <a:custGeom>
            <a:avLst/>
            <a:gdLst>
              <a:gd name="connsiteX0" fmla="*/ 332800 w 332800"/>
              <a:gd name="connsiteY0" fmla="*/ 166400 h 332800"/>
              <a:gd name="connsiteX1" fmla="*/ 166400 w 332800"/>
              <a:gd name="connsiteY1" fmla="*/ 332800 h 332800"/>
              <a:gd name="connsiteX2" fmla="*/ 0 w 332800"/>
              <a:gd name="connsiteY2" fmla="*/ 166400 h 332800"/>
              <a:gd name="connsiteX3" fmla="*/ 166400 w 332800"/>
              <a:gd name="connsiteY3" fmla="*/ 0 h 332800"/>
              <a:gd name="connsiteX4" fmla="*/ 332800 w 332800"/>
              <a:gd name="connsiteY4" fmla="*/ 166400 h 33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800" h="332800">
                <a:moveTo>
                  <a:pt x="332800" y="166400"/>
                </a:moveTo>
                <a:cubicBezTo>
                  <a:pt x="332800" y="258300"/>
                  <a:pt x="258301" y="332800"/>
                  <a:pt x="166400" y="332800"/>
                </a:cubicBezTo>
                <a:cubicBezTo>
                  <a:pt x="74500" y="332800"/>
                  <a:pt x="0" y="258300"/>
                  <a:pt x="0" y="166400"/>
                </a:cubicBezTo>
                <a:cubicBezTo>
                  <a:pt x="0" y="74500"/>
                  <a:pt x="74500" y="0"/>
                  <a:pt x="166400" y="0"/>
                </a:cubicBezTo>
                <a:cubicBezTo>
                  <a:pt x="258300" y="0"/>
                  <a:pt x="332800" y="74500"/>
                  <a:pt x="332800" y="166400"/>
                </a:cubicBezTo>
                <a:close/>
              </a:path>
            </a:pathLst>
          </a:custGeom>
          <a:solidFill>
            <a:srgbClr val="79611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9AE1001-F84A-FEBF-A16B-44C3FD41799C}"/>
              </a:ext>
            </a:extLst>
          </p:cNvPr>
          <p:cNvSpPr/>
          <p:nvPr/>
        </p:nvSpPr>
        <p:spPr>
          <a:xfrm flipH="1">
            <a:off x="8266846" y="2300733"/>
            <a:ext cx="481816" cy="481813"/>
          </a:xfrm>
          <a:custGeom>
            <a:avLst/>
            <a:gdLst>
              <a:gd name="connsiteX0" fmla="*/ 180689 w 361378"/>
              <a:gd name="connsiteY0" fmla="*/ 361379 h 361378"/>
              <a:gd name="connsiteX1" fmla="*/ 0 w 361378"/>
              <a:gd name="connsiteY1" fmla="*/ 180689 h 361378"/>
              <a:gd name="connsiteX2" fmla="*/ 180689 w 361378"/>
              <a:gd name="connsiteY2" fmla="*/ 0 h 361378"/>
              <a:gd name="connsiteX3" fmla="*/ 361379 w 361378"/>
              <a:gd name="connsiteY3" fmla="*/ 180689 h 361378"/>
              <a:gd name="connsiteX4" fmla="*/ 180689 w 361378"/>
              <a:gd name="connsiteY4" fmla="*/ 361379 h 361378"/>
              <a:gd name="connsiteX5" fmla="*/ 180689 w 361378"/>
              <a:gd name="connsiteY5" fmla="*/ 28670 h 361378"/>
              <a:gd name="connsiteX6" fmla="*/ 28575 w 361378"/>
              <a:gd name="connsiteY6" fmla="*/ 180785 h 361378"/>
              <a:gd name="connsiteX7" fmla="*/ 180689 w 361378"/>
              <a:gd name="connsiteY7" fmla="*/ 332899 h 361378"/>
              <a:gd name="connsiteX8" fmla="*/ 332804 w 361378"/>
              <a:gd name="connsiteY8" fmla="*/ 180785 h 361378"/>
              <a:gd name="connsiteX9" fmla="*/ 180689 w 361378"/>
              <a:gd name="connsiteY9" fmla="*/ 28670 h 361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1378" h="361378">
                <a:moveTo>
                  <a:pt x="180689" y="361379"/>
                </a:moveTo>
                <a:cubicBezTo>
                  <a:pt x="81058" y="361379"/>
                  <a:pt x="0" y="280321"/>
                  <a:pt x="0" y="180689"/>
                </a:cubicBezTo>
                <a:cubicBezTo>
                  <a:pt x="0" y="81058"/>
                  <a:pt x="81058" y="0"/>
                  <a:pt x="180689" y="0"/>
                </a:cubicBezTo>
                <a:cubicBezTo>
                  <a:pt x="280321" y="0"/>
                  <a:pt x="361379" y="81058"/>
                  <a:pt x="361379" y="180689"/>
                </a:cubicBezTo>
                <a:cubicBezTo>
                  <a:pt x="361379" y="280321"/>
                  <a:pt x="280321" y="361379"/>
                  <a:pt x="180689" y="361379"/>
                </a:cubicBezTo>
                <a:close/>
                <a:moveTo>
                  <a:pt x="180689" y="28670"/>
                </a:moveTo>
                <a:cubicBezTo>
                  <a:pt x="96869" y="28670"/>
                  <a:pt x="28575" y="96869"/>
                  <a:pt x="28575" y="180785"/>
                </a:cubicBezTo>
                <a:cubicBezTo>
                  <a:pt x="28575" y="264700"/>
                  <a:pt x="96774" y="332899"/>
                  <a:pt x="180689" y="332899"/>
                </a:cubicBezTo>
                <a:cubicBezTo>
                  <a:pt x="264509" y="332899"/>
                  <a:pt x="332804" y="264700"/>
                  <a:pt x="332804" y="180785"/>
                </a:cubicBezTo>
                <a:cubicBezTo>
                  <a:pt x="332804" y="96869"/>
                  <a:pt x="264605" y="28670"/>
                  <a:pt x="180689" y="2867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67110EA-2DC8-7C4E-233A-5275E51A1C04}"/>
              </a:ext>
            </a:extLst>
          </p:cNvPr>
          <p:cNvSpPr/>
          <p:nvPr/>
        </p:nvSpPr>
        <p:spPr>
          <a:xfrm>
            <a:off x="8473086" y="2479287"/>
            <a:ext cx="53209" cy="131439"/>
          </a:xfrm>
          <a:custGeom>
            <a:avLst/>
            <a:gdLst>
              <a:gd name="connsiteX0" fmla="*/ 0 w 39909"/>
              <a:gd name="connsiteY0" fmla="*/ 0 h 98583"/>
              <a:gd name="connsiteX1" fmla="*/ 39910 w 39909"/>
              <a:gd name="connsiteY1" fmla="*/ 0 h 98583"/>
              <a:gd name="connsiteX2" fmla="*/ 39910 w 39909"/>
              <a:gd name="connsiteY2" fmla="*/ 98584 h 98583"/>
              <a:gd name="connsiteX3" fmla="*/ 18764 w 39909"/>
              <a:gd name="connsiteY3" fmla="*/ 98584 h 98583"/>
              <a:gd name="connsiteX4" fmla="*/ 18764 w 39909"/>
              <a:gd name="connsiteY4" fmla="*/ 18764 h 98583"/>
              <a:gd name="connsiteX5" fmla="*/ 0 w 39909"/>
              <a:gd name="connsiteY5" fmla="*/ 18764 h 98583"/>
              <a:gd name="connsiteX6" fmla="*/ 0 w 39909"/>
              <a:gd name="connsiteY6" fmla="*/ 0 h 98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909" h="98583">
                <a:moveTo>
                  <a:pt x="0" y="0"/>
                </a:moveTo>
                <a:lnTo>
                  <a:pt x="39910" y="0"/>
                </a:lnTo>
                <a:lnTo>
                  <a:pt x="39910" y="98584"/>
                </a:lnTo>
                <a:lnTo>
                  <a:pt x="18764" y="98584"/>
                </a:lnTo>
                <a:lnTo>
                  <a:pt x="18764" y="18764"/>
                </a:lnTo>
                <a:lnTo>
                  <a:pt x="0" y="187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5A13EF0-DB61-0C1C-EA0C-4B211C86B184}"/>
              </a:ext>
            </a:extLst>
          </p:cNvPr>
          <p:cNvSpPr/>
          <p:nvPr/>
        </p:nvSpPr>
        <p:spPr>
          <a:xfrm rot="4885502" flipH="1">
            <a:off x="6412167" y="2397663"/>
            <a:ext cx="1340772" cy="1340776"/>
          </a:xfrm>
          <a:custGeom>
            <a:avLst/>
            <a:gdLst>
              <a:gd name="connsiteX0" fmla="*/ 1005628 w 1005627"/>
              <a:gd name="connsiteY0" fmla="*/ 502814 h 1005627"/>
              <a:gd name="connsiteX1" fmla="*/ 502814 w 1005627"/>
              <a:gd name="connsiteY1" fmla="*/ 1005627 h 1005627"/>
              <a:gd name="connsiteX2" fmla="*/ 0 w 1005627"/>
              <a:gd name="connsiteY2" fmla="*/ 502814 h 1005627"/>
              <a:gd name="connsiteX3" fmla="*/ 502814 w 1005627"/>
              <a:gd name="connsiteY3" fmla="*/ 0 h 1005627"/>
              <a:gd name="connsiteX4" fmla="*/ 1005628 w 1005627"/>
              <a:gd name="connsiteY4" fmla="*/ 502814 h 100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627" h="1005627">
                <a:moveTo>
                  <a:pt x="1005628" y="502814"/>
                </a:moveTo>
                <a:cubicBezTo>
                  <a:pt x="1005628" y="780510"/>
                  <a:pt x="780510" y="1005627"/>
                  <a:pt x="502814" y="1005627"/>
                </a:cubicBezTo>
                <a:cubicBezTo>
                  <a:pt x="225118" y="1005627"/>
                  <a:pt x="0" y="780510"/>
                  <a:pt x="0" y="502814"/>
                </a:cubicBezTo>
                <a:cubicBezTo>
                  <a:pt x="0" y="225117"/>
                  <a:pt x="225118" y="0"/>
                  <a:pt x="502814" y="0"/>
                </a:cubicBezTo>
                <a:cubicBezTo>
                  <a:pt x="780510" y="0"/>
                  <a:pt x="1005628" y="225117"/>
                  <a:pt x="1005628" y="502814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  <a:effectLst>
            <a:outerShdw blurRad="1524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22" name="Graphic 3996">
            <a:extLst>
              <a:ext uri="{FF2B5EF4-FFF2-40B4-BE49-F238E27FC236}">
                <a16:creationId xmlns:a16="http://schemas.microsoft.com/office/drawing/2014/main" id="{0B8673F2-48E6-9CB9-4F76-512BD0679955}"/>
              </a:ext>
            </a:extLst>
          </p:cNvPr>
          <p:cNvGrpSpPr/>
          <p:nvPr/>
        </p:nvGrpSpPr>
        <p:grpSpPr>
          <a:xfrm flipH="1">
            <a:off x="5906276" y="2245490"/>
            <a:ext cx="1998763" cy="1644825"/>
            <a:chOff x="5469254" y="2850260"/>
            <a:chExt cx="1499139" cy="1233677"/>
          </a:xfrm>
          <a:solidFill>
            <a:sysClr val="windowText" lastClr="000000">
              <a:lumMod val="75000"/>
              <a:lumOff val="25000"/>
            </a:sysClr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9417275-2E57-F7F6-82F5-F459CA0A6AF6}"/>
                </a:ext>
              </a:extLst>
            </p:cNvPr>
            <p:cNvSpPr/>
            <p:nvPr/>
          </p:nvSpPr>
          <p:spPr>
            <a:xfrm>
              <a:off x="5469254" y="2850260"/>
              <a:ext cx="1478565" cy="1233677"/>
            </a:xfrm>
            <a:custGeom>
              <a:avLst/>
              <a:gdLst>
                <a:gd name="connsiteX0" fmla="*/ 616839 w 1478565"/>
                <a:gd name="connsiteY0" fmla="*/ 1233678 h 1233677"/>
                <a:gd name="connsiteX1" fmla="*/ 376714 w 1478565"/>
                <a:gd name="connsiteY1" fmla="*/ 1185196 h 1233677"/>
                <a:gd name="connsiteX2" fmla="*/ 180689 w 1478565"/>
                <a:gd name="connsiteY2" fmla="*/ 1052989 h 1233677"/>
                <a:gd name="connsiteX3" fmla="*/ 48482 w 1478565"/>
                <a:gd name="connsiteY3" fmla="*/ 856964 h 1233677"/>
                <a:gd name="connsiteX4" fmla="*/ 0 w 1478565"/>
                <a:gd name="connsiteY4" fmla="*/ 616839 h 1233677"/>
                <a:gd name="connsiteX5" fmla="*/ 48482 w 1478565"/>
                <a:gd name="connsiteY5" fmla="*/ 376714 h 1233677"/>
                <a:gd name="connsiteX6" fmla="*/ 180689 w 1478565"/>
                <a:gd name="connsiteY6" fmla="*/ 180689 h 1233677"/>
                <a:gd name="connsiteX7" fmla="*/ 376714 w 1478565"/>
                <a:gd name="connsiteY7" fmla="*/ 48482 h 1233677"/>
                <a:gd name="connsiteX8" fmla="*/ 616839 w 1478565"/>
                <a:gd name="connsiteY8" fmla="*/ 0 h 1233677"/>
                <a:gd name="connsiteX9" fmla="*/ 856964 w 1478565"/>
                <a:gd name="connsiteY9" fmla="*/ 48482 h 1233677"/>
                <a:gd name="connsiteX10" fmla="*/ 1052989 w 1478565"/>
                <a:gd name="connsiteY10" fmla="*/ 180689 h 1233677"/>
                <a:gd name="connsiteX11" fmla="*/ 1039559 w 1478565"/>
                <a:gd name="connsiteY11" fmla="*/ 194120 h 1233677"/>
                <a:gd name="connsiteX12" fmla="*/ 849535 w 1478565"/>
                <a:gd name="connsiteY12" fmla="*/ 66008 h 1233677"/>
                <a:gd name="connsiteX13" fmla="*/ 616839 w 1478565"/>
                <a:gd name="connsiteY13" fmla="*/ 19050 h 1233677"/>
                <a:gd name="connsiteX14" fmla="*/ 384143 w 1478565"/>
                <a:gd name="connsiteY14" fmla="*/ 66008 h 1233677"/>
                <a:gd name="connsiteX15" fmla="*/ 194120 w 1478565"/>
                <a:gd name="connsiteY15" fmla="*/ 194120 h 1233677"/>
                <a:gd name="connsiteX16" fmla="*/ 66008 w 1478565"/>
                <a:gd name="connsiteY16" fmla="*/ 384143 h 1233677"/>
                <a:gd name="connsiteX17" fmla="*/ 19050 w 1478565"/>
                <a:gd name="connsiteY17" fmla="*/ 616839 h 1233677"/>
                <a:gd name="connsiteX18" fmla="*/ 66008 w 1478565"/>
                <a:gd name="connsiteY18" fmla="*/ 849535 h 1233677"/>
                <a:gd name="connsiteX19" fmla="*/ 194120 w 1478565"/>
                <a:gd name="connsiteY19" fmla="*/ 1039559 h 1233677"/>
                <a:gd name="connsiteX20" fmla="*/ 384143 w 1478565"/>
                <a:gd name="connsiteY20" fmla="*/ 1167670 h 1233677"/>
                <a:gd name="connsiteX21" fmla="*/ 616839 w 1478565"/>
                <a:gd name="connsiteY21" fmla="*/ 1214628 h 1233677"/>
                <a:gd name="connsiteX22" fmla="*/ 849535 w 1478565"/>
                <a:gd name="connsiteY22" fmla="*/ 1167670 h 1233677"/>
                <a:gd name="connsiteX23" fmla="*/ 1039559 w 1478565"/>
                <a:gd name="connsiteY23" fmla="*/ 1039559 h 1233677"/>
                <a:gd name="connsiteX24" fmla="*/ 1167670 w 1478565"/>
                <a:gd name="connsiteY24" fmla="*/ 849535 h 1233677"/>
                <a:gd name="connsiteX25" fmla="*/ 1214628 w 1478565"/>
                <a:gd name="connsiteY25" fmla="*/ 616839 h 1233677"/>
                <a:gd name="connsiteX26" fmla="*/ 1214628 w 1478565"/>
                <a:gd name="connsiteY26" fmla="*/ 607314 h 1233677"/>
                <a:gd name="connsiteX27" fmla="*/ 1478566 w 1478565"/>
                <a:gd name="connsiteY27" fmla="*/ 607314 h 1233677"/>
                <a:gd name="connsiteX28" fmla="*/ 1478566 w 1478565"/>
                <a:gd name="connsiteY28" fmla="*/ 626364 h 1233677"/>
                <a:gd name="connsiteX29" fmla="*/ 1233488 w 1478565"/>
                <a:gd name="connsiteY29" fmla="*/ 626364 h 1233677"/>
                <a:gd name="connsiteX30" fmla="*/ 1185101 w 1478565"/>
                <a:gd name="connsiteY30" fmla="*/ 856964 h 1233677"/>
                <a:gd name="connsiteX31" fmla="*/ 1052893 w 1478565"/>
                <a:gd name="connsiteY31" fmla="*/ 1052989 h 1233677"/>
                <a:gd name="connsiteX32" fmla="*/ 856869 w 1478565"/>
                <a:gd name="connsiteY32" fmla="*/ 1185196 h 1233677"/>
                <a:gd name="connsiteX33" fmla="*/ 616839 w 1478565"/>
                <a:gd name="connsiteY33" fmla="*/ 1233678 h 123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478565" h="1233677">
                  <a:moveTo>
                    <a:pt x="616839" y="1233678"/>
                  </a:moveTo>
                  <a:cubicBezTo>
                    <a:pt x="533591" y="1233678"/>
                    <a:pt x="452819" y="1217390"/>
                    <a:pt x="376714" y="1185196"/>
                  </a:cubicBezTo>
                  <a:cubicBezTo>
                    <a:pt x="303276" y="1154144"/>
                    <a:pt x="237268" y="1109663"/>
                    <a:pt x="180689" y="1052989"/>
                  </a:cubicBezTo>
                  <a:cubicBezTo>
                    <a:pt x="124016" y="996315"/>
                    <a:pt x="79534" y="930402"/>
                    <a:pt x="48482" y="856964"/>
                  </a:cubicBezTo>
                  <a:cubicBezTo>
                    <a:pt x="16288" y="780955"/>
                    <a:pt x="0" y="700183"/>
                    <a:pt x="0" y="616839"/>
                  </a:cubicBezTo>
                  <a:cubicBezTo>
                    <a:pt x="0" y="533590"/>
                    <a:pt x="16288" y="452819"/>
                    <a:pt x="48482" y="376714"/>
                  </a:cubicBezTo>
                  <a:cubicBezTo>
                    <a:pt x="79534" y="303276"/>
                    <a:pt x="124016" y="237268"/>
                    <a:pt x="180689" y="180689"/>
                  </a:cubicBezTo>
                  <a:cubicBezTo>
                    <a:pt x="237363" y="124016"/>
                    <a:pt x="303276" y="79534"/>
                    <a:pt x="376714" y="48482"/>
                  </a:cubicBezTo>
                  <a:cubicBezTo>
                    <a:pt x="452723" y="16288"/>
                    <a:pt x="533495" y="0"/>
                    <a:pt x="616839" y="0"/>
                  </a:cubicBezTo>
                  <a:cubicBezTo>
                    <a:pt x="700088" y="0"/>
                    <a:pt x="780859" y="16288"/>
                    <a:pt x="856964" y="48482"/>
                  </a:cubicBezTo>
                  <a:cubicBezTo>
                    <a:pt x="930402" y="79534"/>
                    <a:pt x="996410" y="124016"/>
                    <a:pt x="1052989" y="180689"/>
                  </a:cubicBezTo>
                  <a:lnTo>
                    <a:pt x="1039559" y="194120"/>
                  </a:lnTo>
                  <a:cubicBezTo>
                    <a:pt x="984694" y="139256"/>
                    <a:pt x="920782" y="96107"/>
                    <a:pt x="849535" y="66008"/>
                  </a:cubicBezTo>
                  <a:cubicBezTo>
                    <a:pt x="775811" y="34862"/>
                    <a:pt x="697611" y="19050"/>
                    <a:pt x="616839" y="19050"/>
                  </a:cubicBezTo>
                  <a:cubicBezTo>
                    <a:pt x="536162" y="19050"/>
                    <a:pt x="457867" y="34862"/>
                    <a:pt x="384143" y="66008"/>
                  </a:cubicBezTo>
                  <a:cubicBezTo>
                    <a:pt x="312992" y="96107"/>
                    <a:pt x="249079" y="139256"/>
                    <a:pt x="194120" y="194120"/>
                  </a:cubicBezTo>
                  <a:cubicBezTo>
                    <a:pt x="139256" y="248984"/>
                    <a:pt x="96107" y="312992"/>
                    <a:pt x="66008" y="384143"/>
                  </a:cubicBezTo>
                  <a:cubicBezTo>
                    <a:pt x="34862" y="457867"/>
                    <a:pt x="19050" y="536067"/>
                    <a:pt x="19050" y="616839"/>
                  </a:cubicBezTo>
                  <a:cubicBezTo>
                    <a:pt x="19050" y="697516"/>
                    <a:pt x="34862" y="775811"/>
                    <a:pt x="66008" y="849535"/>
                  </a:cubicBezTo>
                  <a:cubicBezTo>
                    <a:pt x="96107" y="920686"/>
                    <a:pt x="139256" y="984599"/>
                    <a:pt x="194120" y="1039559"/>
                  </a:cubicBezTo>
                  <a:cubicBezTo>
                    <a:pt x="248984" y="1094423"/>
                    <a:pt x="312992" y="1137571"/>
                    <a:pt x="384143" y="1167670"/>
                  </a:cubicBezTo>
                  <a:cubicBezTo>
                    <a:pt x="457867" y="1198817"/>
                    <a:pt x="536067" y="1214628"/>
                    <a:pt x="616839" y="1214628"/>
                  </a:cubicBezTo>
                  <a:cubicBezTo>
                    <a:pt x="697516" y="1214628"/>
                    <a:pt x="775811" y="1198817"/>
                    <a:pt x="849535" y="1167670"/>
                  </a:cubicBezTo>
                  <a:cubicBezTo>
                    <a:pt x="920686" y="1137571"/>
                    <a:pt x="984599" y="1094423"/>
                    <a:pt x="1039559" y="1039559"/>
                  </a:cubicBezTo>
                  <a:cubicBezTo>
                    <a:pt x="1094423" y="984695"/>
                    <a:pt x="1137571" y="920686"/>
                    <a:pt x="1167670" y="849535"/>
                  </a:cubicBezTo>
                  <a:cubicBezTo>
                    <a:pt x="1198817" y="775811"/>
                    <a:pt x="1214628" y="697611"/>
                    <a:pt x="1214628" y="616839"/>
                  </a:cubicBezTo>
                  <a:lnTo>
                    <a:pt x="1214628" y="607314"/>
                  </a:lnTo>
                  <a:lnTo>
                    <a:pt x="1478566" y="607314"/>
                  </a:lnTo>
                  <a:lnTo>
                    <a:pt x="1478566" y="626364"/>
                  </a:lnTo>
                  <a:lnTo>
                    <a:pt x="1233488" y="626364"/>
                  </a:lnTo>
                  <a:cubicBezTo>
                    <a:pt x="1232249" y="706279"/>
                    <a:pt x="1216057" y="783812"/>
                    <a:pt x="1185101" y="856964"/>
                  </a:cubicBezTo>
                  <a:cubicBezTo>
                    <a:pt x="1154049" y="930402"/>
                    <a:pt x="1109567" y="996410"/>
                    <a:pt x="1052893" y="1052989"/>
                  </a:cubicBezTo>
                  <a:cubicBezTo>
                    <a:pt x="996220" y="1109663"/>
                    <a:pt x="930307" y="1154144"/>
                    <a:pt x="856869" y="1185196"/>
                  </a:cubicBezTo>
                  <a:cubicBezTo>
                    <a:pt x="780859" y="1217295"/>
                    <a:pt x="700088" y="1233678"/>
                    <a:pt x="616839" y="12336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07F34D2-6BF1-2571-DDE0-21BC9F6B575C}"/>
                </a:ext>
              </a:extLst>
            </p:cNvPr>
            <p:cNvSpPr/>
            <p:nvPr/>
          </p:nvSpPr>
          <p:spPr>
            <a:xfrm>
              <a:off x="6871620" y="3389185"/>
              <a:ext cx="96774" cy="155828"/>
            </a:xfrm>
            <a:custGeom>
              <a:avLst/>
              <a:gdLst>
                <a:gd name="connsiteX0" fmla="*/ 12954 w 96774"/>
                <a:gd name="connsiteY0" fmla="*/ 155829 h 155828"/>
                <a:gd name="connsiteX1" fmla="*/ 0 w 96774"/>
                <a:gd name="connsiteY1" fmla="*/ 141827 h 155828"/>
                <a:gd name="connsiteX2" fmla="*/ 68771 w 96774"/>
                <a:gd name="connsiteY2" fmla="*/ 77914 h 155828"/>
                <a:gd name="connsiteX3" fmla="*/ 0 w 96774"/>
                <a:gd name="connsiteY3" fmla="*/ 14002 h 155828"/>
                <a:gd name="connsiteX4" fmla="*/ 12954 w 96774"/>
                <a:gd name="connsiteY4" fmla="*/ 0 h 155828"/>
                <a:gd name="connsiteX5" fmla="*/ 96774 w 96774"/>
                <a:gd name="connsiteY5" fmla="*/ 77914 h 1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774" h="155828">
                  <a:moveTo>
                    <a:pt x="12954" y="155829"/>
                  </a:moveTo>
                  <a:lnTo>
                    <a:pt x="0" y="141827"/>
                  </a:lnTo>
                  <a:lnTo>
                    <a:pt x="68771" y="77914"/>
                  </a:lnTo>
                  <a:lnTo>
                    <a:pt x="0" y="14002"/>
                  </a:lnTo>
                  <a:lnTo>
                    <a:pt x="12954" y="0"/>
                  </a:lnTo>
                  <a:lnTo>
                    <a:pt x="96774" y="7791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30FFB0F-C832-C0AC-989B-D9431C6C74E7}"/>
              </a:ext>
            </a:extLst>
          </p:cNvPr>
          <p:cNvSpPr/>
          <p:nvPr/>
        </p:nvSpPr>
        <p:spPr>
          <a:xfrm rot="4850007" flipH="1">
            <a:off x="6287902" y="2319996"/>
            <a:ext cx="443703" cy="443705"/>
          </a:xfrm>
          <a:custGeom>
            <a:avLst/>
            <a:gdLst>
              <a:gd name="connsiteX0" fmla="*/ 332794 w 332793"/>
              <a:gd name="connsiteY0" fmla="*/ 166397 h 332793"/>
              <a:gd name="connsiteX1" fmla="*/ 166397 w 332793"/>
              <a:gd name="connsiteY1" fmla="*/ 332794 h 332793"/>
              <a:gd name="connsiteX2" fmla="*/ 0 w 332793"/>
              <a:gd name="connsiteY2" fmla="*/ 166397 h 332793"/>
              <a:gd name="connsiteX3" fmla="*/ 166397 w 332793"/>
              <a:gd name="connsiteY3" fmla="*/ 0 h 332793"/>
              <a:gd name="connsiteX4" fmla="*/ 332794 w 332793"/>
              <a:gd name="connsiteY4" fmla="*/ 166397 h 33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793" h="332793">
                <a:moveTo>
                  <a:pt x="332794" y="166397"/>
                </a:moveTo>
                <a:cubicBezTo>
                  <a:pt x="332794" y="258295"/>
                  <a:pt x="258295" y="332794"/>
                  <a:pt x="166397" y="332794"/>
                </a:cubicBezTo>
                <a:cubicBezTo>
                  <a:pt x="74499" y="332794"/>
                  <a:pt x="0" y="258295"/>
                  <a:pt x="0" y="166397"/>
                </a:cubicBezTo>
                <a:cubicBezTo>
                  <a:pt x="0" y="74498"/>
                  <a:pt x="74499" y="0"/>
                  <a:pt x="166397" y="0"/>
                </a:cubicBezTo>
                <a:cubicBezTo>
                  <a:pt x="258295" y="0"/>
                  <a:pt x="332794" y="74498"/>
                  <a:pt x="332794" y="166397"/>
                </a:cubicBezTo>
                <a:close/>
              </a:path>
            </a:pathLst>
          </a:custGeom>
          <a:solidFill>
            <a:srgbClr val="CFA62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2F3EB35-8B15-D93C-1EA1-99E7B142BB7F}"/>
              </a:ext>
            </a:extLst>
          </p:cNvPr>
          <p:cNvSpPr/>
          <p:nvPr/>
        </p:nvSpPr>
        <p:spPr>
          <a:xfrm flipH="1">
            <a:off x="6268844" y="2300733"/>
            <a:ext cx="481816" cy="481813"/>
          </a:xfrm>
          <a:custGeom>
            <a:avLst/>
            <a:gdLst>
              <a:gd name="connsiteX0" fmla="*/ 180689 w 361378"/>
              <a:gd name="connsiteY0" fmla="*/ 361379 h 361378"/>
              <a:gd name="connsiteX1" fmla="*/ 0 w 361378"/>
              <a:gd name="connsiteY1" fmla="*/ 180689 h 361378"/>
              <a:gd name="connsiteX2" fmla="*/ 180689 w 361378"/>
              <a:gd name="connsiteY2" fmla="*/ 0 h 361378"/>
              <a:gd name="connsiteX3" fmla="*/ 361379 w 361378"/>
              <a:gd name="connsiteY3" fmla="*/ 180689 h 361378"/>
              <a:gd name="connsiteX4" fmla="*/ 180689 w 361378"/>
              <a:gd name="connsiteY4" fmla="*/ 361379 h 361378"/>
              <a:gd name="connsiteX5" fmla="*/ 180689 w 361378"/>
              <a:gd name="connsiteY5" fmla="*/ 28670 h 361378"/>
              <a:gd name="connsiteX6" fmla="*/ 28575 w 361378"/>
              <a:gd name="connsiteY6" fmla="*/ 180785 h 361378"/>
              <a:gd name="connsiteX7" fmla="*/ 180689 w 361378"/>
              <a:gd name="connsiteY7" fmla="*/ 332899 h 361378"/>
              <a:gd name="connsiteX8" fmla="*/ 332804 w 361378"/>
              <a:gd name="connsiteY8" fmla="*/ 180785 h 361378"/>
              <a:gd name="connsiteX9" fmla="*/ 180689 w 361378"/>
              <a:gd name="connsiteY9" fmla="*/ 28670 h 361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1378" h="361378">
                <a:moveTo>
                  <a:pt x="180689" y="361379"/>
                </a:moveTo>
                <a:cubicBezTo>
                  <a:pt x="81058" y="361379"/>
                  <a:pt x="0" y="280321"/>
                  <a:pt x="0" y="180689"/>
                </a:cubicBezTo>
                <a:cubicBezTo>
                  <a:pt x="0" y="81058"/>
                  <a:pt x="81058" y="0"/>
                  <a:pt x="180689" y="0"/>
                </a:cubicBezTo>
                <a:cubicBezTo>
                  <a:pt x="280321" y="0"/>
                  <a:pt x="361379" y="81058"/>
                  <a:pt x="361379" y="180689"/>
                </a:cubicBezTo>
                <a:cubicBezTo>
                  <a:pt x="361379" y="280321"/>
                  <a:pt x="280321" y="361379"/>
                  <a:pt x="180689" y="361379"/>
                </a:cubicBezTo>
                <a:close/>
                <a:moveTo>
                  <a:pt x="180689" y="28670"/>
                </a:moveTo>
                <a:cubicBezTo>
                  <a:pt x="96869" y="28670"/>
                  <a:pt x="28575" y="96869"/>
                  <a:pt x="28575" y="180785"/>
                </a:cubicBezTo>
                <a:cubicBezTo>
                  <a:pt x="28575" y="264700"/>
                  <a:pt x="96774" y="332899"/>
                  <a:pt x="180689" y="332899"/>
                </a:cubicBezTo>
                <a:cubicBezTo>
                  <a:pt x="264509" y="332899"/>
                  <a:pt x="332804" y="264700"/>
                  <a:pt x="332804" y="180785"/>
                </a:cubicBezTo>
                <a:cubicBezTo>
                  <a:pt x="332804" y="96869"/>
                  <a:pt x="264605" y="28670"/>
                  <a:pt x="180689" y="2867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829D499-9144-597D-C195-3B06238D4FEC}"/>
              </a:ext>
            </a:extLst>
          </p:cNvPr>
          <p:cNvSpPr/>
          <p:nvPr/>
        </p:nvSpPr>
        <p:spPr>
          <a:xfrm>
            <a:off x="6458700" y="2476239"/>
            <a:ext cx="94864" cy="134485"/>
          </a:xfrm>
          <a:custGeom>
            <a:avLst/>
            <a:gdLst>
              <a:gd name="connsiteX0" fmla="*/ 43053 w 71151"/>
              <a:gd name="connsiteY0" fmla="*/ 40767 h 100869"/>
              <a:gd name="connsiteX1" fmla="*/ 46768 w 71151"/>
              <a:gd name="connsiteY1" fmla="*/ 30575 h 100869"/>
              <a:gd name="connsiteX2" fmla="*/ 43529 w 71151"/>
              <a:gd name="connsiteY2" fmla="*/ 22288 h 100869"/>
              <a:gd name="connsiteX3" fmla="*/ 35243 w 71151"/>
              <a:gd name="connsiteY3" fmla="*/ 18955 h 100869"/>
              <a:gd name="connsiteX4" fmla="*/ 17621 w 71151"/>
              <a:gd name="connsiteY4" fmla="*/ 32194 h 100869"/>
              <a:gd name="connsiteX5" fmla="*/ 0 w 71151"/>
              <a:gd name="connsiteY5" fmla="*/ 21717 h 100869"/>
              <a:gd name="connsiteX6" fmla="*/ 15145 w 71151"/>
              <a:gd name="connsiteY6" fmla="*/ 5524 h 100869"/>
              <a:gd name="connsiteX7" fmla="*/ 36195 w 71151"/>
              <a:gd name="connsiteY7" fmla="*/ 0 h 100869"/>
              <a:gd name="connsiteX8" fmla="*/ 58579 w 71151"/>
              <a:gd name="connsiteY8" fmla="*/ 8096 h 100869"/>
              <a:gd name="connsiteX9" fmla="*/ 68199 w 71151"/>
              <a:gd name="connsiteY9" fmla="*/ 30194 h 100869"/>
              <a:gd name="connsiteX10" fmla="*/ 64294 w 71151"/>
              <a:gd name="connsiteY10" fmla="*/ 44767 h 100869"/>
              <a:gd name="connsiteX11" fmla="*/ 50006 w 71151"/>
              <a:gd name="connsiteY11" fmla="*/ 62579 h 100869"/>
              <a:gd name="connsiteX12" fmla="*/ 32195 w 71151"/>
              <a:gd name="connsiteY12" fmla="*/ 81058 h 100869"/>
              <a:gd name="connsiteX13" fmla="*/ 71152 w 71151"/>
              <a:gd name="connsiteY13" fmla="*/ 81058 h 100869"/>
              <a:gd name="connsiteX14" fmla="*/ 71152 w 71151"/>
              <a:gd name="connsiteY14" fmla="*/ 100870 h 100869"/>
              <a:gd name="connsiteX15" fmla="*/ 1619 w 71151"/>
              <a:gd name="connsiteY15" fmla="*/ 100870 h 100869"/>
              <a:gd name="connsiteX16" fmla="*/ 1619 w 71151"/>
              <a:gd name="connsiteY16" fmla="*/ 84487 h 100869"/>
              <a:gd name="connsiteX17" fmla="*/ 30575 w 71151"/>
              <a:gd name="connsiteY17" fmla="*/ 54864 h 100869"/>
              <a:gd name="connsiteX18" fmla="*/ 43053 w 71151"/>
              <a:gd name="connsiteY18" fmla="*/ 40767 h 100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1151" h="100869">
                <a:moveTo>
                  <a:pt x="43053" y="40767"/>
                </a:moveTo>
                <a:cubicBezTo>
                  <a:pt x="45529" y="37243"/>
                  <a:pt x="46768" y="33814"/>
                  <a:pt x="46768" y="30575"/>
                </a:cubicBezTo>
                <a:cubicBezTo>
                  <a:pt x="46768" y="27241"/>
                  <a:pt x="45720" y="24574"/>
                  <a:pt x="43529" y="22288"/>
                </a:cubicBezTo>
                <a:cubicBezTo>
                  <a:pt x="41338" y="20098"/>
                  <a:pt x="38576" y="18955"/>
                  <a:pt x="35243" y="18955"/>
                </a:cubicBezTo>
                <a:cubicBezTo>
                  <a:pt x="29051" y="18955"/>
                  <a:pt x="23146" y="23336"/>
                  <a:pt x="17621" y="32194"/>
                </a:cubicBezTo>
                <a:lnTo>
                  <a:pt x="0" y="21717"/>
                </a:lnTo>
                <a:cubicBezTo>
                  <a:pt x="4572" y="14573"/>
                  <a:pt x="9620" y="9144"/>
                  <a:pt x="15145" y="5524"/>
                </a:cubicBezTo>
                <a:cubicBezTo>
                  <a:pt x="20669" y="1905"/>
                  <a:pt x="27622" y="0"/>
                  <a:pt x="36195" y="0"/>
                </a:cubicBezTo>
                <a:cubicBezTo>
                  <a:pt x="44672" y="0"/>
                  <a:pt x="52197" y="2667"/>
                  <a:pt x="58579" y="8096"/>
                </a:cubicBezTo>
                <a:cubicBezTo>
                  <a:pt x="65056" y="13525"/>
                  <a:pt x="68199" y="20860"/>
                  <a:pt x="68199" y="30194"/>
                </a:cubicBezTo>
                <a:cubicBezTo>
                  <a:pt x="68199" y="35242"/>
                  <a:pt x="66866" y="40100"/>
                  <a:pt x="64294" y="44767"/>
                </a:cubicBezTo>
                <a:cubicBezTo>
                  <a:pt x="61722" y="49435"/>
                  <a:pt x="56960" y="55340"/>
                  <a:pt x="50006" y="62579"/>
                </a:cubicBezTo>
                <a:lnTo>
                  <a:pt x="32195" y="81058"/>
                </a:lnTo>
                <a:lnTo>
                  <a:pt x="71152" y="81058"/>
                </a:lnTo>
                <a:lnTo>
                  <a:pt x="71152" y="100870"/>
                </a:lnTo>
                <a:lnTo>
                  <a:pt x="1619" y="100870"/>
                </a:lnTo>
                <a:lnTo>
                  <a:pt x="1619" y="84487"/>
                </a:lnTo>
                <a:lnTo>
                  <a:pt x="30575" y="54864"/>
                </a:lnTo>
                <a:cubicBezTo>
                  <a:pt x="36386" y="48958"/>
                  <a:pt x="40577" y="44291"/>
                  <a:pt x="43053" y="40767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E14F0E-000F-52D8-9856-5A5DA6434D0B}"/>
              </a:ext>
            </a:extLst>
          </p:cNvPr>
          <p:cNvSpPr/>
          <p:nvPr/>
        </p:nvSpPr>
        <p:spPr>
          <a:xfrm rot="4885502" flipH="1">
            <a:off x="4394870" y="2397663"/>
            <a:ext cx="1340772" cy="1340776"/>
          </a:xfrm>
          <a:custGeom>
            <a:avLst/>
            <a:gdLst>
              <a:gd name="connsiteX0" fmla="*/ 1005628 w 1005627"/>
              <a:gd name="connsiteY0" fmla="*/ 502814 h 1005627"/>
              <a:gd name="connsiteX1" fmla="*/ 502814 w 1005627"/>
              <a:gd name="connsiteY1" fmla="*/ 1005627 h 1005627"/>
              <a:gd name="connsiteX2" fmla="*/ 0 w 1005627"/>
              <a:gd name="connsiteY2" fmla="*/ 502814 h 1005627"/>
              <a:gd name="connsiteX3" fmla="*/ 502814 w 1005627"/>
              <a:gd name="connsiteY3" fmla="*/ 0 h 1005627"/>
              <a:gd name="connsiteX4" fmla="*/ 1005628 w 1005627"/>
              <a:gd name="connsiteY4" fmla="*/ 502814 h 100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627" h="1005627">
                <a:moveTo>
                  <a:pt x="1005628" y="502814"/>
                </a:moveTo>
                <a:cubicBezTo>
                  <a:pt x="1005628" y="780510"/>
                  <a:pt x="780510" y="1005627"/>
                  <a:pt x="502814" y="1005627"/>
                </a:cubicBezTo>
                <a:cubicBezTo>
                  <a:pt x="225118" y="1005627"/>
                  <a:pt x="0" y="780510"/>
                  <a:pt x="0" y="502814"/>
                </a:cubicBezTo>
                <a:cubicBezTo>
                  <a:pt x="0" y="225117"/>
                  <a:pt x="225118" y="0"/>
                  <a:pt x="502814" y="0"/>
                </a:cubicBezTo>
                <a:cubicBezTo>
                  <a:pt x="780510" y="0"/>
                  <a:pt x="1005628" y="225117"/>
                  <a:pt x="1005628" y="502814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  <a:effectLst>
            <a:outerShdw blurRad="1524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27" name="Graphic 3996">
            <a:extLst>
              <a:ext uri="{FF2B5EF4-FFF2-40B4-BE49-F238E27FC236}">
                <a16:creationId xmlns:a16="http://schemas.microsoft.com/office/drawing/2014/main" id="{CAC895CC-086B-06CE-5229-5FD009F9D8AD}"/>
              </a:ext>
            </a:extLst>
          </p:cNvPr>
          <p:cNvGrpSpPr/>
          <p:nvPr/>
        </p:nvGrpSpPr>
        <p:grpSpPr>
          <a:xfrm flipH="1">
            <a:off x="3888979" y="2245490"/>
            <a:ext cx="1998763" cy="1644825"/>
            <a:chOff x="5469254" y="2850260"/>
            <a:chExt cx="1499139" cy="1233677"/>
          </a:xfrm>
          <a:solidFill>
            <a:sysClr val="windowText" lastClr="000000">
              <a:lumMod val="75000"/>
              <a:lumOff val="25000"/>
            </a:sysClr>
          </a:solidFill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A9F39B3-B215-CA31-CD23-A032C9FBE43E}"/>
                </a:ext>
              </a:extLst>
            </p:cNvPr>
            <p:cNvSpPr/>
            <p:nvPr/>
          </p:nvSpPr>
          <p:spPr>
            <a:xfrm>
              <a:off x="5469254" y="2850260"/>
              <a:ext cx="1478565" cy="1233677"/>
            </a:xfrm>
            <a:custGeom>
              <a:avLst/>
              <a:gdLst>
                <a:gd name="connsiteX0" fmla="*/ 616839 w 1478565"/>
                <a:gd name="connsiteY0" fmla="*/ 1233678 h 1233677"/>
                <a:gd name="connsiteX1" fmla="*/ 376714 w 1478565"/>
                <a:gd name="connsiteY1" fmla="*/ 1185196 h 1233677"/>
                <a:gd name="connsiteX2" fmla="*/ 180689 w 1478565"/>
                <a:gd name="connsiteY2" fmla="*/ 1052989 h 1233677"/>
                <a:gd name="connsiteX3" fmla="*/ 48482 w 1478565"/>
                <a:gd name="connsiteY3" fmla="*/ 856964 h 1233677"/>
                <a:gd name="connsiteX4" fmla="*/ 0 w 1478565"/>
                <a:gd name="connsiteY4" fmla="*/ 616839 h 1233677"/>
                <a:gd name="connsiteX5" fmla="*/ 48482 w 1478565"/>
                <a:gd name="connsiteY5" fmla="*/ 376714 h 1233677"/>
                <a:gd name="connsiteX6" fmla="*/ 180689 w 1478565"/>
                <a:gd name="connsiteY6" fmla="*/ 180689 h 1233677"/>
                <a:gd name="connsiteX7" fmla="*/ 376714 w 1478565"/>
                <a:gd name="connsiteY7" fmla="*/ 48482 h 1233677"/>
                <a:gd name="connsiteX8" fmla="*/ 616839 w 1478565"/>
                <a:gd name="connsiteY8" fmla="*/ 0 h 1233677"/>
                <a:gd name="connsiteX9" fmla="*/ 856964 w 1478565"/>
                <a:gd name="connsiteY9" fmla="*/ 48482 h 1233677"/>
                <a:gd name="connsiteX10" fmla="*/ 1052989 w 1478565"/>
                <a:gd name="connsiteY10" fmla="*/ 180689 h 1233677"/>
                <a:gd name="connsiteX11" fmla="*/ 1039559 w 1478565"/>
                <a:gd name="connsiteY11" fmla="*/ 194120 h 1233677"/>
                <a:gd name="connsiteX12" fmla="*/ 849535 w 1478565"/>
                <a:gd name="connsiteY12" fmla="*/ 66008 h 1233677"/>
                <a:gd name="connsiteX13" fmla="*/ 616839 w 1478565"/>
                <a:gd name="connsiteY13" fmla="*/ 19050 h 1233677"/>
                <a:gd name="connsiteX14" fmla="*/ 384143 w 1478565"/>
                <a:gd name="connsiteY14" fmla="*/ 66008 h 1233677"/>
                <a:gd name="connsiteX15" fmla="*/ 194120 w 1478565"/>
                <a:gd name="connsiteY15" fmla="*/ 194120 h 1233677"/>
                <a:gd name="connsiteX16" fmla="*/ 66008 w 1478565"/>
                <a:gd name="connsiteY16" fmla="*/ 384143 h 1233677"/>
                <a:gd name="connsiteX17" fmla="*/ 19050 w 1478565"/>
                <a:gd name="connsiteY17" fmla="*/ 616839 h 1233677"/>
                <a:gd name="connsiteX18" fmla="*/ 66008 w 1478565"/>
                <a:gd name="connsiteY18" fmla="*/ 849535 h 1233677"/>
                <a:gd name="connsiteX19" fmla="*/ 194120 w 1478565"/>
                <a:gd name="connsiteY19" fmla="*/ 1039559 h 1233677"/>
                <a:gd name="connsiteX20" fmla="*/ 384143 w 1478565"/>
                <a:gd name="connsiteY20" fmla="*/ 1167670 h 1233677"/>
                <a:gd name="connsiteX21" fmla="*/ 616839 w 1478565"/>
                <a:gd name="connsiteY21" fmla="*/ 1214628 h 1233677"/>
                <a:gd name="connsiteX22" fmla="*/ 849535 w 1478565"/>
                <a:gd name="connsiteY22" fmla="*/ 1167670 h 1233677"/>
                <a:gd name="connsiteX23" fmla="*/ 1039559 w 1478565"/>
                <a:gd name="connsiteY23" fmla="*/ 1039559 h 1233677"/>
                <a:gd name="connsiteX24" fmla="*/ 1167670 w 1478565"/>
                <a:gd name="connsiteY24" fmla="*/ 849535 h 1233677"/>
                <a:gd name="connsiteX25" fmla="*/ 1214628 w 1478565"/>
                <a:gd name="connsiteY25" fmla="*/ 616839 h 1233677"/>
                <a:gd name="connsiteX26" fmla="*/ 1214628 w 1478565"/>
                <a:gd name="connsiteY26" fmla="*/ 607314 h 1233677"/>
                <a:gd name="connsiteX27" fmla="*/ 1478566 w 1478565"/>
                <a:gd name="connsiteY27" fmla="*/ 607314 h 1233677"/>
                <a:gd name="connsiteX28" fmla="*/ 1478566 w 1478565"/>
                <a:gd name="connsiteY28" fmla="*/ 626364 h 1233677"/>
                <a:gd name="connsiteX29" fmla="*/ 1233488 w 1478565"/>
                <a:gd name="connsiteY29" fmla="*/ 626364 h 1233677"/>
                <a:gd name="connsiteX30" fmla="*/ 1185101 w 1478565"/>
                <a:gd name="connsiteY30" fmla="*/ 856964 h 1233677"/>
                <a:gd name="connsiteX31" fmla="*/ 1052893 w 1478565"/>
                <a:gd name="connsiteY31" fmla="*/ 1052989 h 1233677"/>
                <a:gd name="connsiteX32" fmla="*/ 856869 w 1478565"/>
                <a:gd name="connsiteY32" fmla="*/ 1185196 h 1233677"/>
                <a:gd name="connsiteX33" fmla="*/ 616839 w 1478565"/>
                <a:gd name="connsiteY33" fmla="*/ 1233678 h 123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478565" h="1233677">
                  <a:moveTo>
                    <a:pt x="616839" y="1233678"/>
                  </a:moveTo>
                  <a:cubicBezTo>
                    <a:pt x="533591" y="1233678"/>
                    <a:pt x="452819" y="1217390"/>
                    <a:pt x="376714" y="1185196"/>
                  </a:cubicBezTo>
                  <a:cubicBezTo>
                    <a:pt x="303276" y="1154144"/>
                    <a:pt x="237268" y="1109663"/>
                    <a:pt x="180689" y="1052989"/>
                  </a:cubicBezTo>
                  <a:cubicBezTo>
                    <a:pt x="124016" y="996315"/>
                    <a:pt x="79534" y="930402"/>
                    <a:pt x="48482" y="856964"/>
                  </a:cubicBezTo>
                  <a:cubicBezTo>
                    <a:pt x="16288" y="780955"/>
                    <a:pt x="0" y="700183"/>
                    <a:pt x="0" y="616839"/>
                  </a:cubicBezTo>
                  <a:cubicBezTo>
                    <a:pt x="0" y="533590"/>
                    <a:pt x="16288" y="452819"/>
                    <a:pt x="48482" y="376714"/>
                  </a:cubicBezTo>
                  <a:cubicBezTo>
                    <a:pt x="79534" y="303276"/>
                    <a:pt x="124016" y="237268"/>
                    <a:pt x="180689" y="180689"/>
                  </a:cubicBezTo>
                  <a:cubicBezTo>
                    <a:pt x="237363" y="124016"/>
                    <a:pt x="303276" y="79534"/>
                    <a:pt x="376714" y="48482"/>
                  </a:cubicBezTo>
                  <a:cubicBezTo>
                    <a:pt x="452723" y="16288"/>
                    <a:pt x="533495" y="0"/>
                    <a:pt x="616839" y="0"/>
                  </a:cubicBezTo>
                  <a:cubicBezTo>
                    <a:pt x="700088" y="0"/>
                    <a:pt x="780859" y="16288"/>
                    <a:pt x="856964" y="48482"/>
                  </a:cubicBezTo>
                  <a:cubicBezTo>
                    <a:pt x="930402" y="79534"/>
                    <a:pt x="996410" y="124016"/>
                    <a:pt x="1052989" y="180689"/>
                  </a:cubicBezTo>
                  <a:lnTo>
                    <a:pt x="1039559" y="194120"/>
                  </a:lnTo>
                  <a:cubicBezTo>
                    <a:pt x="984694" y="139256"/>
                    <a:pt x="920782" y="96107"/>
                    <a:pt x="849535" y="66008"/>
                  </a:cubicBezTo>
                  <a:cubicBezTo>
                    <a:pt x="775811" y="34862"/>
                    <a:pt x="697611" y="19050"/>
                    <a:pt x="616839" y="19050"/>
                  </a:cubicBezTo>
                  <a:cubicBezTo>
                    <a:pt x="536162" y="19050"/>
                    <a:pt x="457867" y="34862"/>
                    <a:pt x="384143" y="66008"/>
                  </a:cubicBezTo>
                  <a:cubicBezTo>
                    <a:pt x="312992" y="96107"/>
                    <a:pt x="249079" y="139256"/>
                    <a:pt x="194120" y="194120"/>
                  </a:cubicBezTo>
                  <a:cubicBezTo>
                    <a:pt x="139256" y="248984"/>
                    <a:pt x="96107" y="312992"/>
                    <a:pt x="66008" y="384143"/>
                  </a:cubicBezTo>
                  <a:cubicBezTo>
                    <a:pt x="34862" y="457867"/>
                    <a:pt x="19050" y="536067"/>
                    <a:pt x="19050" y="616839"/>
                  </a:cubicBezTo>
                  <a:cubicBezTo>
                    <a:pt x="19050" y="697516"/>
                    <a:pt x="34862" y="775811"/>
                    <a:pt x="66008" y="849535"/>
                  </a:cubicBezTo>
                  <a:cubicBezTo>
                    <a:pt x="96107" y="920686"/>
                    <a:pt x="139256" y="984599"/>
                    <a:pt x="194120" y="1039559"/>
                  </a:cubicBezTo>
                  <a:cubicBezTo>
                    <a:pt x="248984" y="1094423"/>
                    <a:pt x="312992" y="1137571"/>
                    <a:pt x="384143" y="1167670"/>
                  </a:cubicBezTo>
                  <a:cubicBezTo>
                    <a:pt x="457867" y="1198817"/>
                    <a:pt x="536067" y="1214628"/>
                    <a:pt x="616839" y="1214628"/>
                  </a:cubicBezTo>
                  <a:cubicBezTo>
                    <a:pt x="697516" y="1214628"/>
                    <a:pt x="775811" y="1198817"/>
                    <a:pt x="849535" y="1167670"/>
                  </a:cubicBezTo>
                  <a:cubicBezTo>
                    <a:pt x="920686" y="1137571"/>
                    <a:pt x="984599" y="1094423"/>
                    <a:pt x="1039559" y="1039559"/>
                  </a:cubicBezTo>
                  <a:cubicBezTo>
                    <a:pt x="1094423" y="984695"/>
                    <a:pt x="1137571" y="920686"/>
                    <a:pt x="1167670" y="849535"/>
                  </a:cubicBezTo>
                  <a:cubicBezTo>
                    <a:pt x="1198817" y="775811"/>
                    <a:pt x="1214628" y="697611"/>
                    <a:pt x="1214628" y="616839"/>
                  </a:cubicBezTo>
                  <a:lnTo>
                    <a:pt x="1214628" y="607314"/>
                  </a:lnTo>
                  <a:lnTo>
                    <a:pt x="1478566" y="607314"/>
                  </a:lnTo>
                  <a:lnTo>
                    <a:pt x="1478566" y="626364"/>
                  </a:lnTo>
                  <a:lnTo>
                    <a:pt x="1233488" y="626364"/>
                  </a:lnTo>
                  <a:cubicBezTo>
                    <a:pt x="1232249" y="706279"/>
                    <a:pt x="1216057" y="783812"/>
                    <a:pt x="1185101" y="856964"/>
                  </a:cubicBezTo>
                  <a:cubicBezTo>
                    <a:pt x="1154049" y="930402"/>
                    <a:pt x="1109567" y="996410"/>
                    <a:pt x="1052893" y="1052989"/>
                  </a:cubicBezTo>
                  <a:cubicBezTo>
                    <a:pt x="996220" y="1109663"/>
                    <a:pt x="930307" y="1154144"/>
                    <a:pt x="856869" y="1185196"/>
                  </a:cubicBezTo>
                  <a:cubicBezTo>
                    <a:pt x="780859" y="1217295"/>
                    <a:pt x="700088" y="1233678"/>
                    <a:pt x="616839" y="12336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BFC78FF-D8DE-C129-0112-6FDB0DEF9EAC}"/>
                </a:ext>
              </a:extLst>
            </p:cNvPr>
            <p:cNvSpPr/>
            <p:nvPr/>
          </p:nvSpPr>
          <p:spPr>
            <a:xfrm>
              <a:off x="6871620" y="3389185"/>
              <a:ext cx="96774" cy="155828"/>
            </a:xfrm>
            <a:custGeom>
              <a:avLst/>
              <a:gdLst>
                <a:gd name="connsiteX0" fmla="*/ 12954 w 96774"/>
                <a:gd name="connsiteY0" fmla="*/ 155829 h 155828"/>
                <a:gd name="connsiteX1" fmla="*/ 0 w 96774"/>
                <a:gd name="connsiteY1" fmla="*/ 141827 h 155828"/>
                <a:gd name="connsiteX2" fmla="*/ 68771 w 96774"/>
                <a:gd name="connsiteY2" fmla="*/ 77914 h 155828"/>
                <a:gd name="connsiteX3" fmla="*/ 0 w 96774"/>
                <a:gd name="connsiteY3" fmla="*/ 14002 h 155828"/>
                <a:gd name="connsiteX4" fmla="*/ 12954 w 96774"/>
                <a:gd name="connsiteY4" fmla="*/ 0 h 155828"/>
                <a:gd name="connsiteX5" fmla="*/ 96774 w 96774"/>
                <a:gd name="connsiteY5" fmla="*/ 77914 h 1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774" h="155828">
                  <a:moveTo>
                    <a:pt x="12954" y="155829"/>
                  </a:moveTo>
                  <a:lnTo>
                    <a:pt x="0" y="141827"/>
                  </a:lnTo>
                  <a:lnTo>
                    <a:pt x="68771" y="77914"/>
                  </a:lnTo>
                  <a:lnTo>
                    <a:pt x="0" y="14002"/>
                  </a:lnTo>
                  <a:lnTo>
                    <a:pt x="12954" y="0"/>
                  </a:lnTo>
                  <a:lnTo>
                    <a:pt x="96774" y="7791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A335300-7452-C7DF-1F02-8FEDC798EA3C}"/>
              </a:ext>
            </a:extLst>
          </p:cNvPr>
          <p:cNvSpPr/>
          <p:nvPr/>
        </p:nvSpPr>
        <p:spPr>
          <a:xfrm rot="4850007" flipH="1">
            <a:off x="4241948" y="2319943"/>
            <a:ext cx="443703" cy="443705"/>
          </a:xfrm>
          <a:custGeom>
            <a:avLst/>
            <a:gdLst>
              <a:gd name="connsiteX0" fmla="*/ 332794 w 332793"/>
              <a:gd name="connsiteY0" fmla="*/ 166397 h 332793"/>
              <a:gd name="connsiteX1" fmla="*/ 166397 w 332793"/>
              <a:gd name="connsiteY1" fmla="*/ 332794 h 332793"/>
              <a:gd name="connsiteX2" fmla="*/ 0 w 332793"/>
              <a:gd name="connsiteY2" fmla="*/ 166397 h 332793"/>
              <a:gd name="connsiteX3" fmla="*/ 166397 w 332793"/>
              <a:gd name="connsiteY3" fmla="*/ 0 h 332793"/>
              <a:gd name="connsiteX4" fmla="*/ 332794 w 332793"/>
              <a:gd name="connsiteY4" fmla="*/ 166397 h 33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793" h="332793">
                <a:moveTo>
                  <a:pt x="332794" y="166397"/>
                </a:moveTo>
                <a:cubicBezTo>
                  <a:pt x="332794" y="258295"/>
                  <a:pt x="258295" y="332794"/>
                  <a:pt x="166397" y="332794"/>
                </a:cubicBezTo>
                <a:cubicBezTo>
                  <a:pt x="74498" y="332794"/>
                  <a:pt x="0" y="258295"/>
                  <a:pt x="0" y="166397"/>
                </a:cubicBezTo>
                <a:cubicBezTo>
                  <a:pt x="0" y="74498"/>
                  <a:pt x="74498" y="0"/>
                  <a:pt x="166397" y="0"/>
                </a:cubicBezTo>
                <a:cubicBezTo>
                  <a:pt x="258295" y="0"/>
                  <a:pt x="332794" y="74498"/>
                  <a:pt x="332794" y="166397"/>
                </a:cubicBezTo>
                <a:close/>
              </a:path>
            </a:pathLst>
          </a:custGeom>
          <a:solidFill>
            <a:srgbClr val="E7CC7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BB71136-01E0-3D94-DCBC-344AB28AC5C0}"/>
              </a:ext>
            </a:extLst>
          </p:cNvPr>
          <p:cNvSpPr/>
          <p:nvPr/>
        </p:nvSpPr>
        <p:spPr>
          <a:xfrm flipH="1">
            <a:off x="4222765" y="2300733"/>
            <a:ext cx="481816" cy="481813"/>
          </a:xfrm>
          <a:custGeom>
            <a:avLst/>
            <a:gdLst>
              <a:gd name="connsiteX0" fmla="*/ 180689 w 361378"/>
              <a:gd name="connsiteY0" fmla="*/ 361379 h 361378"/>
              <a:gd name="connsiteX1" fmla="*/ 0 w 361378"/>
              <a:gd name="connsiteY1" fmla="*/ 180689 h 361378"/>
              <a:gd name="connsiteX2" fmla="*/ 180689 w 361378"/>
              <a:gd name="connsiteY2" fmla="*/ 0 h 361378"/>
              <a:gd name="connsiteX3" fmla="*/ 361379 w 361378"/>
              <a:gd name="connsiteY3" fmla="*/ 180689 h 361378"/>
              <a:gd name="connsiteX4" fmla="*/ 180689 w 361378"/>
              <a:gd name="connsiteY4" fmla="*/ 361379 h 361378"/>
              <a:gd name="connsiteX5" fmla="*/ 180689 w 361378"/>
              <a:gd name="connsiteY5" fmla="*/ 28670 h 361378"/>
              <a:gd name="connsiteX6" fmla="*/ 28575 w 361378"/>
              <a:gd name="connsiteY6" fmla="*/ 180785 h 361378"/>
              <a:gd name="connsiteX7" fmla="*/ 180689 w 361378"/>
              <a:gd name="connsiteY7" fmla="*/ 332899 h 361378"/>
              <a:gd name="connsiteX8" fmla="*/ 332804 w 361378"/>
              <a:gd name="connsiteY8" fmla="*/ 180785 h 361378"/>
              <a:gd name="connsiteX9" fmla="*/ 180689 w 361378"/>
              <a:gd name="connsiteY9" fmla="*/ 28670 h 361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1378" h="361378">
                <a:moveTo>
                  <a:pt x="180689" y="361379"/>
                </a:moveTo>
                <a:cubicBezTo>
                  <a:pt x="81058" y="361379"/>
                  <a:pt x="0" y="280321"/>
                  <a:pt x="0" y="180689"/>
                </a:cubicBezTo>
                <a:cubicBezTo>
                  <a:pt x="0" y="81058"/>
                  <a:pt x="81058" y="0"/>
                  <a:pt x="180689" y="0"/>
                </a:cubicBezTo>
                <a:cubicBezTo>
                  <a:pt x="280321" y="0"/>
                  <a:pt x="361379" y="81058"/>
                  <a:pt x="361379" y="180689"/>
                </a:cubicBezTo>
                <a:cubicBezTo>
                  <a:pt x="361379" y="280321"/>
                  <a:pt x="280225" y="361379"/>
                  <a:pt x="180689" y="361379"/>
                </a:cubicBezTo>
                <a:close/>
                <a:moveTo>
                  <a:pt x="180689" y="28670"/>
                </a:moveTo>
                <a:cubicBezTo>
                  <a:pt x="96869" y="28670"/>
                  <a:pt x="28575" y="96869"/>
                  <a:pt x="28575" y="180785"/>
                </a:cubicBezTo>
                <a:cubicBezTo>
                  <a:pt x="28575" y="264700"/>
                  <a:pt x="96774" y="332899"/>
                  <a:pt x="180689" y="332899"/>
                </a:cubicBezTo>
                <a:cubicBezTo>
                  <a:pt x="264509" y="332899"/>
                  <a:pt x="332804" y="264700"/>
                  <a:pt x="332804" y="180785"/>
                </a:cubicBezTo>
                <a:cubicBezTo>
                  <a:pt x="332804" y="96869"/>
                  <a:pt x="264509" y="28670"/>
                  <a:pt x="180689" y="2867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6BC163-31AB-4BA8-BEF9-989E1C51ACD0}"/>
              </a:ext>
            </a:extLst>
          </p:cNvPr>
          <p:cNvSpPr/>
          <p:nvPr/>
        </p:nvSpPr>
        <p:spPr>
          <a:xfrm>
            <a:off x="4413895" y="2479287"/>
            <a:ext cx="93975" cy="132835"/>
          </a:xfrm>
          <a:custGeom>
            <a:avLst/>
            <a:gdLst>
              <a:gd name="connsiteX0" fmla="*/ 5429 w 70484"/>
              <a:gd name="connsiteY0" fmla="*/ 18764 h 99631"/>
              <a:gd name="connsiteX1" fmla="*/ 5429 w 70484"/>
              <a:gd name="connsiteY1" fmla="*/ 0 h 99631"/>
              <a:gd name="connsiteX2" fmla="*/ 65818 w 70484"/>
              <a:gd name="connsiteY2" fmla="*/ 0 h 99631"/>
              <a:gd name="connsiteX3" fmla="*/ 65818 w 70484"/>
              <a:gd name="connsiteY3" fmla="*/ 15240 h 99631"/>
              <a:gd name="connsiteX4" fmla="*/ 45625 w 70484"/>
              <a:gd name="connsiteY4" fmla="*/ 38195 h 99631"/>
              <a:gd name="connsiteX5" fmla="*/ 64008 w 70484"/>
              <a:gd name="connsiteY5" fmla="*/ 48101 h 99631"/>
              <a:gd name="connsiteX6" fmla="*/ 70485 w 70484"/>
              <a:gd name="connsiteY6" fmla="*/ 66484 h 99631"/>
              <a:gd name="connsiteX7" fmla="*/ 60008 w 70484"/>
              <a:gd name="connsiteY7" fmla="*/ 90773 h 99631"/>
              <a:gd name="connsiteX8" fmla="*/ 33147 w 70484"/>
              <a:gd name="connsiteY8" fmla="*/ 99631 h 99631"/>
              <a:gd name="connsiteX9" fmla="*/ 0 w 70484"/>
              <a:gd name="connsiteY9" fmla="*/ 88106 h 99631"/>
              <a:gd name="connsiteX10" fmla="*/ 9049 w 70484"/>
              <a:gd name="connsiteY10" fmla="*/ 70580 h 99631"/>
              <a:gd name="connsiteX11" fmla="*/ 34004 w 70484"/>
              <a:gd name="connsiteY11" fmla="*/ 80486 h 99631"/>
              <a:gd name="connsiteX12" fmla="*/ 44958 w 70484"/>
              <a:gd name="connsiteY12" fmla="*/ 77248 h 99631"/>
              <a:gd name="connsiteX13" fmla="*/ 49244 w 70484"/>
              <a:gd name="connsiteY13" fmla="*/ 67913 h 99631"/>
              <a:gd name="connsiteX14" fmla="*/ 44291 w 70484"/>
              <a:gd name="connsiteY14" fmla="*/ 58198 h 99631"/>
              <a:gd name="connsiteX15" fmla="*/ 30575 w 70484"/>
              <a:gd name="connsiteY15" fmla="*/ 54578 h 99631"/>
              <a:gd name="connsiteX16" fmla="*/ 17431 w 70484"/>
              <a:gd name="connsiteY16" fmla="*/ 57245 h 99631"/>
              <a:gd name="connsiteX17" fmla="*/ 17431 w 70484"/>
              <a:gd name="connsiteY17" fmla="*/ 41053 h 99631"/>
              <a:gd name="connsiteX18" fmla="*/ 36290 w 70484"/>
              <a:gd name="connsiteY18" fmla="*/ 18764 h 99631"/>
              <a:gd name="connsiteX19" fmla="*/ 5429 w 70484"/>
              <a:gd name="connsiteY19" fmla="*/ 18764 h 99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0484" h="99631">
                <a:moveTo>
                  <a:pt x="5429" y="18764"/>
                </a:moveTo>
                <a:lnTo>
                  <a:pt x="5429" y="0"/>
                </a:lnTo>
                <a:lnTo>
                  <a:pt x="65818" y="0"/>
                </a:lnTo>
                <a:lnTo>
                  <a:pt x="65818" y="15240"/>
                </a:lnTo>
                <a:lnTo>
                  <a:pt x="45625" y="38195"/>
                </a:lnTo>
                <a:cubicBezTo>
                  <a:pt x="53530" y="39529"/>
                  <a:pt x="59627" y="42863"/>
                  <a:pt x="64008" y="48101"/>
                </a:cubicBezTo>
                <a:cubicBezTo>
                  <a:pt x="68294" y="53435"/>
                  <a:pt x="70485" y="59531"/>
                  <a:pt x="70485" y="66484"/>
                </a:cubicBezTo>
                <a:cubicBezTo>
                  <a:pt x="70485" y="76867"/>
                  <a:pt x="66961" y="84963"/>
                  <a:pt x="60008" y="90773"/>
                </a:cubicBezTo>
                <a:cubicBezTo>
                  <a:pt x="52959" y="96679"/>
                  <a:pt x="44005" y="99631"/>
                  <a:pt x="33147" y="99631"/>
                </a:cubicBezTo>
                <a:cubicBezTo>
                  <a:pt x="22288" y="99631"/>
                  <a:pt x="11144" y="95821"/>
                  <a:pt x="0" y="88106"/>
                </a:cubicBezTo>
                <a:lnTo>
                  <a:pt x="9049" y="70580"/>
                </a:lnTo>
                <a:cubicBezTo>
                  <a:pt x="18383" y="77152"/>
                  <a:pt x="26670" y="80486"/>
                  <a:pt x="34004" y="80486"/>
                </a:cubicBezTo>
                <a:cubicBezTo>
                  <a:pt x="38386" y="80486"/>
                  <a:pt x="42101" y="79438"/>
                  <a:pt x="44958" y="77248"/>
                </a:cubicBezTo>
                <a:cubicBezTo>
                  <a:pt x="47816" y="75057"/>
                  <a:pt x="49244" y="71914"/>
                  <a:pt x="49244" y="67913"/>
                </a:cubicBezTo>
                <a:cubicBezTo>
                  <a:pt x="49244" y="63817"/>
                  <a:pt x="47625" y="60579"/>
                  <a:pt x="44291" y="58198"/>
                </a:cubicBezTo>
                <a:cubicBezTo>
                  <a:pt x="40958" y="55817"/>
                  <a:pt x="36481" y="54578"/>
                  <a:pt x="30575" y="54578"/>
                </a:cubicBezTo>
                <a:cubicBezTo>
                  <a:pt x="27432" y="54578"/>
                  <a:pt x="23051" y="55435"/>
                  <a:pt x="17431" y="57245"/>
                </a:cubicBezTo>
                <a:lnTo>
                  <a:pt x="17431" y="41053"/>
                </a:lnTo>
                <a:lnTo>
                  <a:pt x="36290" y="18764"/>
                </a:lnTo>
                <a:lnTo>
                  <a:pt x="5429" y="18764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E860FFB-D212-ADB8-54CA-33BB63F3C1DF}"/>
              </a:ext>
            </a:extLst>
          </p:cNvPr>
          <p:cNvSpPr/>
          <p:nvPr/>
        </p:nvSpPr>
        <p:spPr>
          <a:xfrm rot="4885502" flipH="1">
            <a:off x="2395265" y="2397739"/>
            <a:ext cx="1340772" cy="1340776"/>
          </a:xfrm>
          <a:custGeom>
            <a:avLst/>
            <a:gdLst>
              <a:gd name="connsiteX0" fmla="*/ 1005627 w 1005627"/>
              <a:gd name="connsiteY0" fmla="*/ 502814 h 1005627"/>
              <a:gd name="connsiteX1" fmla="*/ 502814 w 1005627"/>
              <a:gd name="connsiteY1" fmla="*/ 1005627 h 1005627"/>
              <a:gd name="connsiteX2" fmla="*/ 0 w 1005627"/>
              <a:gd name="connsiteY2" fmla="*/ 502814 h 1005627"/>
              <a:gd name="connsiteX3" fmla="*/ 502814 w 1005627"/>
              <a:gd name="connsiteY3" fmla="*/ 0 h 1005627"/>
              <a:gd name="connsiteX4" fmla="*/ 1005627 w 1005627"/>
              <a:gd name="connsiteY4" fmla="*/ 502814 h 100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627" h="1005627">
                <a:moveTo>
                  <a:pt x="1005627" y="502814"/>
                </a:moveTo>
                <a:cubicBezTo>
                  <a:pt x="1005627" y="780510"/>
                  <a:pt x="780510" y="1005627"/>
                  <a:pt x="502814" y="1005627"/>
                </a:cubicBezTo>
                <a:cubicBezTo>
                  <a:pt x="225117" y="1005627"/>
                  <a:pt x="0" y="780510"/>
                  <a:pt x="0" y="502814"/>
                </a:cubicBezTo>
                <a:cubicBezTo>
                  <a:pt x="0" y="225117"/>
                  <a:pt x="225117" y="0"/>
                  <a:pt x="502814" y="0"/>
                </a:cubicBezTo>
                <a:cubicBezTo>
                  <a:pt x="780510" y="0"/>
                  <a:pt x="1005627" y="225117"/>
                  <a:pt x="1005627" y="502814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  <a:effectLst>
            <a:outerShdw blurRad="1524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F82BB30-2F98-6FAA-9673-F7E7A04BEEA9}"/>
              </a:ext>
            </a:extLst>
          </p:cNvPr>
          <p:cNvSpPr/>
          <p:nvPr/>
        </p:nvSpPr>
        <p:spPr>
          <a:xfrm flipH="1">
            <a:off x="2243421" y="2245490"/>
            <a:ext cx="1644831" cy="1644825"/>
          </a:xfrm>
          <a:custGeom>
            <a:avLst/>
            <a:gdLst>
              <a:gd name="connsiteX0" fmla="*/ 616839 w 1233677"/>
              <a:gd name="connsiteY0" fmla="*/ 1233678 h 1233677"/>
              <a:gd name="connsiteX1" fmla="*/ 376714 w 1233677"/>
              <a:gd name="connsiteY1" fmla="*/ 1185196 h 1233677"/>
              <a:gd name="connsiteX2" fmla="*/ 180689 w 1233677"/>
              <a:gd name="connsiteY2" fmla="*/ 1052989 h 1233677"/>
              <a:gd name="connsiteX3" fmla="*/ 48482 w 1233677"/>
              <a:gd name="connsiteY3" fmla="*/ 856964 h 1233677"/>
              <a:gd name="connsiteX4" fmla="*/ 0 w 1233677"/>
              <a:gd name="connsiteY4" fmla="*/ 616839 h 1233677"/>
              <a:gd name="connsiteX5" fmla="*/ 48482 w 1233677"/>
              <a:gd name="connsiteY5" fmla="*/ 376714 h 1233677"/>
              <a:gd name="connsiteX6" fmla="*/ 180689 w 1233677"/>
              <a:gd name="connsiteY6" fmla="*/ 180689 h 1233677"/>
              <a:gd name="connsiteX7" fmla="*/ 376714 w 1233677"/>
              <a:gd name="connsiteY7" fmla="*/ 48482 h 1233677"/>
              <a:gd name="connsiteX8" fmla="*/ 616839 w 1233677"/>
              <a:gd name="connsiteY8" fmla="*/ 0 h 1233677"/>
              <a:gd name="connsiteX9" fmla="*/ 856964 w 1233677"/>
              <a:gd name="connsiteY9" fmla="*/ 48482 h 1233677"/>
              <a:gd name="connsiteX10" fmla="*/ 1052989 w 1233677"/>
              <a:gd name="connsiteY10" fmla="*/ 180689 h 1233677"/>
              <a:gd name="connsiteX11" fmla="*/ 1039559 w 1233677"/>
              <a:gd name="connsiteY11" fmla="*/ 194120 h 1233677"/>
              <a:gd name="connsiteX12" fmla="*/ 849535 w 1233677"/>
              <a:gd name="connsiteY12" fmla="*/ 66008 h 1233677"/>
              <a:gd name="connsiteX13" fmla="*/ 616839 w 1233677"/>
              <a:gd name="connsiteY13" fmla="*/ 19050 h 1233677"/>
              <a:gd name="connsiteX14" fmla="*/ 384143 w 1233677"/>
              <a:gd name="connsiteY14" fmla="*/ 66008 h 1233677"/>
              <a:gd name="connsiteX15" fmla="*/ 194120 w 1233677"/>
              <a:gd name="connsiteY15" fmla="*/ 194120 h 1233677"/>
              <a:gd name="connsiteX16" fmla="*/ 66008 w 1233677"/>
              <a:gd name="connsiteY16" fmla="*/ 384143 h 1233677"/>
              <a:gd name="connsiteX17" fmla="*/ 19050 w 1233677"/>
              <a:gd name="connsiteY17" fmla="*/ 616839 h 1233677"/>
              <a:gd name="connsiteX18" fmla="*/ 66008 w 1233677"/>
              <a:gd name="connsiteY18" fmla="*/ 849535 h 1233677"/>
              <a:gd name="connsiteX19" fmla="*/ 194120 w 1233677"/>
              <a:gd name="connsiteY19" fmla="*/ 1039559 h 1233677"/>
              <a:gd name="connsiteX20" fmla="*/ 384143 w 1233677"/>
              <a:gd name="connsiteY20" fmla="*/ 1167670 h 1233677"/>
              <a:gd name="connsiteX21" fmla="*/ 616839 w 1233677"/>
              <a:gd name="connsiteY21" fmla="*/ 1214628 h 1233677"/>
              <a:gd name="connsiteX22" fmla="*/ 849535 w 1233677"/>
              <a:gd name="connsiteY22" fmla="*/ 1167670 h 1233677"/>
              <a:gd name="connsiteX23" fmla="*/ 1039559 w 1233677"/>
              <a:gd name="connsiteY23" fmla="*/ 1039559 h 1233677"/>
              <a:gd name="connsiteX24" fmla="*/ 1167670 w 1233677"/>
              <a:gd name="connsiteY24" fmla="*/ 849535 h 1233677"/>
              <a:gd name="connsiteX25" fmla="*/ 1214628 w 1233677"/>
              <a:gd name="connsiteY25" fmla="*/ 616839 h 1233677"/>
              <a:gd name="connsiteX26" fmla="*/ 1233678 w 1233677"/>
              <a:gd name="connsiteY26" fmla="*/ 616839 h 1233677"/>
              <a:gd name="connsiteX27" fmla="*/ 1185196 w 1233677"/>
              <a:gd name="connsiteY27" fmla="*/ 856964 h 1233677"/>
              <a:gd name="connsiteX28" fmla="*/ 1052989 w 1233677"/>
              <a:gd name="connsiteY28" fmla="*/ 1052989 h 1233677"/>
              <a:gd name="connsiteX29" fmla="*/ 856964 w 1233677"/>
              <a:gd name="connsiteY29" fmla="*/ 1185196 h 1233677"/>
              <a:gd name="connsiteX30" fmla="*/ 616839 w 1233677"/>
              <a:gd name="connsiteY30" fmla="*/ 1233678 h 123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33677" h="1233677">
                <a:moveTo>
                  <a:pt x="616839" y="1233678"/>
                </a:moveTo>
                <a:cubicBezTo>
                  <a:pt x="533590" y="1233678"/>
                  <a:pt x="452819" y="1217390"/>
                  <a:pt x="376714" y="1185196"/>
                </a:cubicBezTo>
                <a:cubicBezTo>
                  <a:pt x="303276" y="1154144"/>
                  <a:pt x="237268" y="1109663"/>
                  <a:pt x="180689" y="1052989"/>
                </a:cubicBezTo>
                <a:cubicBezTo>
                  <a:pt x="124015" y="996315"/>
                  <a:pt x="79534" y="930402"/>
                  <a:pt x="48482" y="856964"/>
                </a:cubicBezTo>
                <a:cubicBezTo>
                  <a:pt x="16288" y="780955"/>
                  <a:pt x="0" y="700183"/>
                  <a:pt x="0" y="616839"/>
                </a:cubicBezTo>
                <a:cubicBezTo>
                  <a:pt x="0" y="533590"/>
                  <a:pt x="16288" y="452819"/>
                  <a:pt x="48482" y="376714"/>
                </a:cubicBezTo>
                <a:cubicBezTo>
                  <a:pt x="79534" y="303276"/>
                  <a:pt x="124015" y="237268"/>
                  <a:pt x="180689" y="180689"/>
                </a:cubicBezTo>
                <a:cubicBezTo>
                  <a:pt x="237363" y="124016"/>
                  <a:pt x="303276" y="79534"/>
                  <a:pt x="376714" y="48482"/>
                </a:cubicBezTo>
                <a:cubicBezTo>
                  <a:pt x="452723" y="16288"/>
                  <a:pt x="533495" y="0"/>
                  <a:pt x="616839" y="0"/>
                </a:cubicBezTo>
                <a:cubicBezTo>
                  <a:pt x="700088" y="0"/>
                  <a:pt x="780860" y="16288"/>
                  <a:pt x="856964" y="48482"/>
                </a:cubicBezTo>
                <a:cubicBezTo>
                  <a:pt x="930402" y="79534"/>
                  <a:pt x="996410" y="124016"/>
                  <a:pt x="1052989" y="180689"/>
                </a:cubicBezTo>
                <a:lnTo>
                  <a:pt x="1039559" y="194120"/>
                </a:lnTo>
                <a:cubicBezTo>
                  <a:pt x="984695" y="139256"/>
                  <a:pt x="920782" y="96107"/>
                  <a:pt x="849535" y="66008"/>
                </a:cubicBezTo>
                <a:cubicBezTo>
                  <a:pt x="775811" y="34862"/>
                  <a:pt x="697611" y="19050"/>
                  <a:pt x="616839" y="19050"/>
                </a:cubicBezTo>
                <a:cubicBezTo>
                  <a:pt x="536162" y="19050"/>
                  <a:pt x="457867" y="34862"/>
                  <a:pt x="384143" y="66008"/>
                </a:cubicBezTo>
                <a:cubicBezTo>
                  <a:pt x="312992" y="96107"/>
                  <a:pt x="249079" y="139256"/>
                  <a:pt x="194120" y="194120"/>
                </a:cubicBezTo>
                <a:cubicBezTo>
                  <a:pt x="139255" y="248984"/>
                  <a:pt x="96107" y="312992"/>
                  <a:pt x="66008" y="384143"/>
                </a:cubicBezTo>
                <a:cubicBezTo>
                  <a:pt x="34862" y="457867"/>
                  <a:pt x="19050" y="536067"/>
                  <a:pt x="19050" y="616839"/>
                </a:cubicBezTo>
                <a:cubicBezTo>
                  <a:pt x="19050" y="697516"/>
                  <a:pt x="34862" y="775811"/>
                  <a:pt x="66008" y="849535"/>
                </a:cubicBezTo>
                <a:cubicBezTo>
                  <a:pt x="96107" y="920686"/>
                  <a:pt x="139255" y="984599"/>
                  <a:pt x="194120" y="1039559"/>
                </a:cubicBezTo>
                <a:cubicBezTo>
                  <a:pt x="248984" y="1094423"/>
                  <a:pt x="312992" y="1137571"/>
                  <a:pt x="384143" y="1167670"/>
                </a:cubicBezTo>
                <a:cubicBezTo>
                  <a:pt x="457867" y="1198817"/>
                  <a:pt x="536067" y="1214628"/>
                  <a:pt x="616839" y="1214628"/>
                </a:cubicBezTo>
                <a:cubicBezTo>
                  <a:pt x="697516" y="1214628"/>
                  <a:pt x="775811" y="1198817"/>
                  <a:pt x="849535" y="1167670"/>
                </a:cubicBezTo>
                <a:cubicBezTo>
                  <a:pt x="920687" y="1137571"/>
                  <a:pt x="984599" y="1094423"/>
                  <a:pt x="1039559" y="1039559"/>
                </a:cubicBezTo>
                <a:cubicBezTo>
                  <a:pt x="1094423" y="984695"/>
                  <a:pt x="1137571" y="920686"/>
                  <a:pt x="1167670" y="849535"/>
                </a:cubicBezTo>
                <a:cubicBezTo>
                  <a:pt x="1198817" y="775907"/>
                  <a:pt x="1214628" y="697611"/>
                  <a:pt x="1214628" y="616839"/>
                </a:cubicBezTo>
                <a:lnTo>
                  <a:pt x="1233678" y="616839"/>
                </a:lnTo>
                <a:cubicBezTo>
                  <a:pt x="1233678" y="700088"/>
                  <a:pt x="1217390" y="780860"/>
                  <a:pt x="1185196" y="856964"/>
                </a:cubicBezTo>
                <a:cubicBezTo>
                  <a:pt x="1154144" y="930402"/>
                  <a:pt x="1109663" y="996410"/>
                  <a:pt x="1052989" y="1052989"/>
                </a:cubicBezTo>
                <a:cubicBezTo>
                  <a:pt x="996315" y="1109663"/>
                  <a:pt x="930402" y="1154144"/>
                  <a:pt x="856964" y="1185196"/>
                </a:cubicBezTo>
                <a:cubicBezTo>
                  <a:pt x="780860" y="1217295"/>
                  <a:pt x="700088" y="1233678"/>
                  <a:pt x="616839" y="1233678"/>
                </a:cubicBezTo>
                <a:close/>
              </a:path>
            </a:pathLst>
          </a:custGeom>
          <a:solidFill>
            <a:sysClr val="windowText" lastClr="000000">
              <a:lumMod val="75000"/>
              <a:lumOff val="25000"/>
            </a:sys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C5FE4A5-6BF9-84C7-0DB6-EC2C23BC5466}"/>
              </a:ext>
            </a:extLst>
          </p:cNvPr>
          <p:cNvGrpSpPr/>
          <p:nvPr/>
        </p:nvGrpSpPr>
        <p:grpSpPr>
          <a:xfrm>
            <a:off x="2199865" y="2300733"/>
            <a:ext cx="481816" cy="481813"/>
            <a:chOff x="4869580" y="2762636"/>
            <a:chExt cx="621896" cy="621895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9B66B29-FA4F-02F0-D4ED-A1E47371A14F}"/>
                </a:ext>
              </a:extLst>
            </p:cNvPr>
            <p:cNvSpPr/>
            <p:nvPr/>
          </p:nvSpPr>
          <p:spPr>
            <a:xfrm rot="4850007" flipH="1">
              <a:off x="4894178" y="2787499"/>
              <a:ext cx="572704" cy="572704"/>
            </a:xfrm>
            <a:custGeom>
              <a:avLst/>
              <a:gdLst>
                <a:gd name="connsiteX0" fmla="*/ 332794 w 332793"/>
                <a:gd name="connsiteY0" fmla="*/ 166397 h 332793"/>
                <a:gd name="connsiteX1" fmla="*/ 166397 w 332793"/>
                <a:gd name="connsiteY1" fmla="*/ 332794 h 332793"/>
                <a:gd name="connsiteX2" fmla="*/ 0 w 332793"/>
                <a:gd name="connsiteY2" fmla="*/ 166397 h 332793"/>
                <a:gd name="connsiteX3" fmla="*/ 166397 w 332793"/>
                <a:gd name="connsiteY3" fmla="*/ 0 h 332793"/>
                <a:gd name="connsiteX4" fmla="*/ 332794 w 332793"/>
                <a:gd name="connsiteY4" fmla="*/ 166397 h 33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793" h="332793">
                  <a:moveTo>
                    <a:pt x="332794" y="166397"/>
                  </a:moveTo>
                  <a:cubicBezTo>
                    <a:pt x="332794" y="258295"/>
                    <a:pt x="258295" y="332794"/>
                    <a:pt x="166397" y="332794"/>
                  </a:cubicBezTo>
                  <a:cubicBezTo>
                    <a:pt x="74499" y="332794"/>
                    <a:pt x="0" y="258295"/>
                    <a:pt x="0" y="166397"/>
                  </a:cubicBezTo>
                  <a:cubicBezTo>
                    <a:pt x="0" y="74498"/>
                    <a:pt x="74499" y="0"/>
                    <a:pt x="166397" y="0"/>
                  </a:cubicBezTo>
                  <a:cubicBezTo>
                    <a:pt x="258295" y="0"/>
                    <a:pt x="332794" y="74498"/>
                    <a:pt x="332794" y="166397"/>
                  </a:cubicBezTo>
                  <a:close/>
                </a:path>
              </a:pathLst>
            </a:custGeom>
            <a:solidFill>
              <a:srgbClr val="F2F3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74A8DD-F571-0865-D165-0EEE2BA1564D}"/>
                </a:ext>
              </a:extLst>
            </p:cNvPr>
            <p:cNvSpPr/>
            <p:nvPr/>
          </p:nvSpPr>
          <p:spPr>
            <a:xfrm flipH="1">
              <a:off x="4869580" y="2762636"/>
              <a:ext cx="621896" cy="621895"/>
            </a:xfrm>
            <a:custGeom>
              <a:avLst/>
              <a:gdLst>
                <a:gd name="connsiteX0" fmla="*/ 180689 w 361378"/>
                <a:gd name="connsiteY0" fmla="*/ 361379 h 361378"/>
                <a:gd name="connsiteX1" fmla="*/ 0 w 361378"/>
                <a:gd name="connsiteY1" fmla="*/ 180689 h 361378"/>
                <a:gd name="connsiteX2" fmla="*/ 180689 w 361378"/>
                <a:gd name="connsiteY2" fmla="*/ 0 h 361378"/>
                <a:gd name="connsiteX3" fmla="*/ 361379 w 361378"/>
                <a:gd name="connsiteY3" fmla="*/ 180689 h 361378"/>
                <a:gd name="connsiteX4" fmla="*/ 180689 w 361378"/>
                <a:gd name="connsiteY4" fmla="*/ 361379 h 361378"/>
                <a:gd name="connsiteX5" fmla="*/ 180689 w 361378"/>
                <a:gd name="connsiteY5" fmla="*/ 28670 h 361378"/>
                <a:gd name="connsiteX6" fmla="*/ 28575 w 361378"/>
                <a:gd name="connsiteY6" fmla="*/ 180785 h 361378"/>
                <a:gd name="connsiteX7" fmla="*/ 180689 w 361378"/>
                <a:gd name="connsiteY7" fmla="*/ 332899 h 361378"/>
                <a:gd name="connsiteX8" fmla="*/ 332804 w 361378"/>
                <a:gd name="connsiteY8" fmla="*/ 180785 h 361378"/>
                <a:gd name="connsiteX9" fmla="*/ 180689 w 361378"/>
                <a:gd name="connsiteY9" fmla="*/ 28670 h 361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1378" h="361378">
                  <a:moveTo>
                    <a:pt x="180689" y="361379"/>
                  </a:moveTo>
                  <a:cubicBezTo>
                    <a:pt x="81058" y="361379"/>
                    <a:pt x="0" y="280321"/>
                    <a:pt x="0" y="180689"/>
                  </a:cubicBezTo>
                  <a:cubicBezTo>
                    <a:pt x="0" y="81058"/>
                    <a:pt x="81058" y="0"/>
                    <a:pt x="180689" y="0"/>
                  </a:cubicBezTo>
                  <a:cubicBezTo>
                    <a:pt x="280321" y="0"/>
                    <a:pt x="361379" y="81058"/>
                    <a:pt x="361379" y="180689"/>
                  </a:cubicBezTo>
                  <a:cubicBezTo>
                    <a:pt x="361379" y="280321"/>
                    <a:pt x="280321" y="361379"/>
                    <a:pt x="180689" y="361379"/>
                  </a:cubicBezTo>
                  <a:close/>
                  <a:moveTo>
                    <a:pt x="180689" y="28670"/>
                  </a:moveTo>
                  <a:cubicBezTo>
                    <a:pt x="96869" y="28670"/>
                    <a:pt x="28575" y="96869"/>
                    <a:pt x="28575" y="180785"/>
                  </a:cubicBezTo>
                  <a:cubicBezTo>
                    <a:pt x="28575" y="264700"/>
                    <a:pt x="96774" y="332899"/>
                    <a:pt x="180689" y="332899"/>
                  </a:cubicBezTo>
                  <a:cubicBezTo>
                    <a:pt x="264509" y="332899"/>
                    <a:pt x="332804" y="264700"/>
                    <a:pt x="332804" y="180785"/>
                  </a:cubicBezTo>
                  <a:cubicBezTo>
                    <a:pt x="332804" y="96869"/>
                    <a:pt x="264605" y="28670"/>
                    <a:pt x="180689" y="2867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172D6BBF-1C75-22FA-E5F7-5C366AA58F3C}"/>
              </a:ext>
            </a:extLst>
          </p:cNvPr>
          <p:cNvSpPr txBox="1"/>
          <p:nvPr/>
        </p:nvSpPr>
        <p:spPr>
          <a:xfrm>
            <a:off x="2289218" y="2350459"/>
            <a:ext cx="271317" cy="38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E7CC75"/>
                </a:solidFill>
                <a:effectLst/>
                <a:uLnTx/>
                <a:uFillTx/>
                <a:latin typeface="Amasis MT Pro Medium" panose="02040604050005020304" pitchFamily="18" charset="0"/>
                <a:cs typeface="Tajawal ExtraBold" panose="00000800000000000000" pitchFamily="2" charset="-78"/>
              </a:rPr>
              <a:t>4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85FDCC81-B76F-1C07-4608-CE8A825885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1100" y="2788379"/>
            <a:ext cx="559049" cy="559049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12C13F6-CC25-CD2E-7E08-0DFD93EF0E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03028" y="2788527"/>
            <a:ext cx="559049" cy="559049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19C9B0E8-F229-5ED5-1346-CF2A6969F4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5731" y="2788527"/>
            <a:ext cx="559049" cy="559049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EE6BEA3-3AF6-51B7-A676-7312E67E97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6126" y="2788603"/>
            <a:ext cx="559049" cy="55904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D0499CB-CBB1-DE66-A3B1-6A2314C1C43A}"/>
              </a:ext>
            </a:extLst>
          </p:cNvPr>
          <p:cNvGrpSpPr/>
          <p:nvPr/>
        </p:nvGrpSpPr>
        <p:grpSpPr>
          <a:xfrm>
            <a:off x="10777652" y="413233"/>
            <a:ext cx="548640" cy="548640"/>
            <a:chOff x="9052560" y="274320"/>
            <a:chExt cx="548640" cy="54864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8FB1AA9-01B5-A9D3-9FB2-6556FFD14620}"/>
                </a:ext>
              </a:extLst>
            </p:cNvPr>
            <p:cNvSpPr/>
            <p:nvPr/>
          </p:nvSpPr>
          <p:spPr>
            <a:xfrm>
              <a:off x="9052560" y="274320"/>
              <a:ext cx="548640" cy="5486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1000" dist="1524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6D8751C-1E42-CE06-19C5-12C2ACBD2380}"/>
                </a:ext>
              </a:extLst>
            </p:cNvPr>
            <p:cNvSpPr/>
            <p:nvPr/>
          </p:nvSpPr>
          <p:spPr>
            <a:xfrm>
              <a:off x="9178766" y="400526"/>
              <a:ext cx="296228" cy="296228"/>
            </a:xfrm>
            <a:prstGeom prst="ellipse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7" name="مربع نص 12">
            <a:extLst>
              <a:ext uri="{FF2B5EF4-FFF2-40B4-BE49-F238E27FC236}">
                <a16:creationId xmlns:a16="http://schemas.microsoft.com/office/drawing/2014/main" id="{9C427517-2244-EA00-960A-ED20E4650F5C}"/>
              </a:ext>
            </a:extLst>
          </p:cNvPr>
          <p:cNvSpPr txBox="1"/>
          <p:nvPr/>
        </p:nvSpPr>
        <p:spPr>
          <a:xfrm>
            <a:off x="2698964" y="434022"/>
            <a:ext cx="7986404" cy="544765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pPr marR="0" lvl="0" indent="0" algn="r" rtl="1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EG" sz="2400" dirty="0">
                <a:gradFill flip="none" rotWithShape="1">
                  <a:gsLst>
                    <a:gs pos="20000">
                      <a:srgbClr val="3B3F1E"/>
                    </a:gs>
                    <a:gs pos="100000">
                      <a:srgbClr val="DEB63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Tajawal Black" panose="00000500000000000000" pitchFamily="2" charset="-78"/>
                <a:cs typeface="Tajawal Black" panose="00000500000000000000" pitchFamily="2" charset="-78"/>
              </a:rPr>
              <a:t>مؤشرات قياس النجاح</a:t>
            </a:r>
          </a:p>
        </p:txBody>
      </p:sp>
    </p:spTree>
    <p:extLst>
      <p:ext uri="{BB962C8B-B14F-4D97-AF65-F5344CB8AC3E}">
        <p14:creationId xmlns:p14="http://schemas.microsoft.com/office/powerpoint/2010/main" val="3085826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DEB63D">
                <a:alpha val="10000"/>
              </a:srgbClr>
            </a:gs>
            <a:gs pos="1000">
              <a:srgbClr val="F2F3CC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38FB4-7A16-4877-B45D-D296039FC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3FFF19C-8F27-271E-031E-DA87F33A59D2}"/>
              </a:ext>
            </a:extLst>
          </p:cNvPr>
          <p:cNvGrpSpPr/>
          <p:nvPr/>
        </p:nvGrpSpPr>
        <p:grpSpPr>
          <a:xfrm>
            <a:off x="14310602" y="762648"/>
            <a:ext cx="490221" cy="3694958"/>
            <a:chOff x="11020425" y="1733550"/>
            <a:chExt cx="871504" cy="255804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EE96D4A-BED4-5378-AFDF-E9679F30AC92}"/>
                </a:ext>
              </a:extLst>
            </p:cNvPr>
            <p:cNvSpPr/>
            <p:nvPr/>
          </p:nvSpPr>
          <p:spPr>
            <a:xfrm>
              <a:off x="11020425" y="1733550"/>
              <a:ext cx="871504" cy="790808"/>
            </a:xfrm>
            <a:prstGeom prst="roundRect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43BB81B-2D46-A87A-A0BF-7698446AD10E}"/>
                </a:ext>
              </a:extLst>
            </p:cNvPr>
            <p:cNvSpPr/>
            <p:nvPr/>
          </p:nvSpPr>
          <p:spPr>
            <a:xfrm>
              <a:off x="11020425" y="2617170"/>
              <a:ext cx="871504" cy="790808"/>
            </a:xfrm>
            <a:prstGeom prst="roundRect">
              <a:avLst/>
            </a:prstGeom>
            <a:solidFill>
              <a:srgbClr val="DEB6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1B42673-52C3-3FC6-8CB8-13CD23E9CDAE}"/>
                </a:ext>
              </a:extLst>
            </p:cNvPr>
            <p:cNvSpPr/>
            <p:nvPr/>
          </p:nvSpPr>
          <p:spPr>
            <a:xfrm>
              <a:off x="11020425" y="3500790"/>
              <a:ext cx="871504" cy="790808"/>
            </a:xfrm>
            <a:prstGeom prst="roundRect">
              <a:avLst/>
            </a:prstGeom>
            <a:solidFill>
              <a:srgbClr val="F2F3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pic>
        <p:nvPicPr>
          <p:cNvPr id="33" name="صورة 6">
            <a:extLst>
              <a:ext uri="{FF2B5EF4-FFF2-40B4-BE49-F238E27FC236}">
                <a16:creationId xmlns:a16="http://schemas.microsoft.com/office/drawing/2014/main" id="{B5900ADD-EF26-9EF4-CBF6-2FB0F89260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52" y="256083"/>
            <a:ext cx="705344" cy="7057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17B2C6-29E8-217E-292B-010BFDFB9161}"/>
              </a:ext>
            </a:extLst>
          </p:cNvPr>
          <p:cNvSpPr txBox="1"/>
          <p:nvPr/>
        </p:nvSpPr>
        <p:spPr>
          <a:xfrm>
            <a:off x="1675672" y="1623548"/>
            <a:ext cx="9642217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>
              <a:lnSpc>
                <a:spcPct val="200000"/>
              </a:lnSpc>
            </a:pPr>
            <a:r>
              <a:rPr lang="ar-SA" sz="2000" b="1" dirty="0">
                <a:latin typeface="Tajawal" panose="00000500000000000000" pitchFamily="2" charset="-78"/>
                <a:cs typeface="Tajawal" panose="00000500000000000000" pitchFamily="2" charset="-78"/>
              </a:rPr>
              <a:t>من الطبيعي أن نواجه بعض التحديات مثل نقص البيانات أو تنبيهات غير دقيقة.</a:t>
            </a:r>
            <a:br>
              <a:rPr lang="en-US" sz="2000" b="1" dirty="0">
                <a:latin typeface="Tajawal" panose="00000500000000000000" pitchFamily="2" charset="-78"/>
                <a:cs typeface="Tajawal" panose="00000500000000000000" pitchFamily="2" charset="-78"/>
              </a:rPr>
            </a:br>
            <a:r>
              <a:rPr lang="ar-SA" sz="2000" b="1" dirty="0">
                <a:latin typeface="Tajawal" panose="00000500000000000000" pitchFamily="2" charset="-78"/>
                <a:cs typeface="Tajawal" panose="00000500000000000000" pitchFamily="2" charset="-78"/>
              </a:rPr>
              <a:t>لكن يمكن التغلب عليها عبر:</a:t>
            </a:r>
            <a:endParaRPr lang="en-US" sz="2000" b="1" dirty="0">
              <a:latin typeface="Tajawal" panose="00000500000000000000" pitchFamily="2" charset="-78"/>
              <a:cs typeface="Tajawal" panose="00000500000000000000" pitchFamily="2" charset="-78"/>
            </a:endParaRPr>
          </a:p>
          <a:p>
            <a:pPr marL="324000" algn="justLow" rtl="1">
              <a:lnSpc>
                <a:spcPct val="200000"/>
              </a:lnSpc>
            </a:pPr>
            <a:r>
              <a:rPr lang="ar-SA" sz="2000" b="1" dirty="0">
                <a:solidFill>
                  <a:srgbClr val="DEB63D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•  </a:t>
            </a:r>
            <a:r>
              <a:rPr lang="ar-SA" sz="2000" b="1" dirty="0" err="1">
                <a:solidFill>
                  <a:srgbClr val="DEB63D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تنظي</a:t>
            </a:r>
            <a:r>
              <a:rPr lang="ar-EG" sz="2000" b="1" dirty="0">
                <a:solidFill>
                  <a:srgbClr val="DEB63D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ـــ</a:t>
            </a:r>
            <a:r>
              <a:rPr lang="ar-SA" sz="2000" b="1" dirty="0">
                <a:solidFill>
                  <a:srgbClr val="DEB63D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ف </a:t>
            </a:r>
            <a:r>
              <a:rPr lang="ar-SA" sz="2000" dirty="0">
                <a:latin typeface="Tajawal Medium" panose="00000600000000000000" pitchFamily="2" charset="-78"/>
                <a:cs typeface="Tajawal Medium" panose="00000600000000000000" pitchFamily="2" charset="-78"/>
              </a:rPr>
              <a:t>البيانات وتوحيد مصادرها.</a:t>
            </a:r>
          </a:p>
          <a:p>
            <a:pPr marL="324000" algn="justLow" rtl="1">
              <a:lnSpc>
                <a:spcPct val="200000"/>
              </a:lnSpc>
            </a:pPr>
            <a:r>
              <a:rPr lang="ar-SA" sz="2000" b="1" dirty="0">
                <a:solidFill>
                  <a:srgbClr val="DEB63D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 •  ضب</a:t>
            </a:r>
            <a:r>
              <a:rPr lang="ar-EG" sz="2000" b="1" dirty="0">
                <a:solidFill>
                  <a:srgbClr val="DEB63D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ــــــ</a:t>
            </a:r>
            <a:r>
              <a:rPr lang="ar-SA" sz="2000" b="1" dirty="0">
                <a:solidFill>
                  <a:srgbClr val="DEB63D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ط </a:t>
            </a:r>
            <a:r>
              <a:rPr lang="ar-SA" sz="2000" dirty="0">
                <a:latin typeface="Tajawal Medium" panose="00000600000000000000" pitchFamily="2" charset="-78"/>
                <a:cs typeface="Tajawal Medium" panose="00000600000000000000" pitchFamily="2" charset="-78"/>
              </a:rPr>
              <a:t>العتبات وفقاً للنتائج الفعلية.</a:t>
            </a:r>
          </a:p>
          <a:p>
            <a:pPr marL="324000" algn="justLow" rtl="1">
              <a:lnSpc>
                <a:spcPct val="200000"/>
              </a:lnSpc>
            </a:pPr>
            <a:r>
              <a:rPr lang="ar-SA" sz="2000" b="1" dirty="0">
                <a:solidFill>
                  <a:srgbClr val="DEB63D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 •  ت</a:t>
            </a:r>
            <a:r>
              <a:rPr lang="ar-EG" sz="2000" b="1" dirty="0">
                <a:solidFill>
                  <a:srgbClr val="DEB63D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ــــــ</a:t>
            </a:r>
            <a:r>
              <a:rPr lang="ar-SA" sz="2000" b="1" dirty="0">
                <a:solidFill>
                  <a:srgbClr val="DEB63D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دريب </a:t>
            </a:r>
            <a:r>
              <a:rPr lang="ar-SA" sz="2000" dirty="0">
                <a:latin typeface="Tajawal Medium" panose="00000600000000000000" pitchFamily="2" charset="-78"/>
                <a:cs typeface="Tajawal Medium" panose="00000600000000000000" pitchFamily="2" charset="-78"/>
              </a:rPr>
              <a:t>المستخدمين على تفسير المؤشرات بشكل صحيح.</a:t>
            </a:r>
          </a:p>
          <a:p>
            <a:pPr marL="324000" algn="justLow" rtl="1">
              <a:lnSpc>
                <a:spcPct val="200000"/>
              </a:lnSpc>
            </a:pPr>
            <a:r>
              <a:rPr lang="ar-SA" sz="2000" b="1" dirty="0">
                <a:solidFill>
                  <a:srgbClr val="DEB63D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 •  تحسين </a:t>
            </a:r>
            <a:r>
              <a:rPr lang="ar-SA" sz="2000" dirty="0">
                <a:latin typeface="Tajawal Medium" panose="00000600000000000000" pitchFamily="2" charset="-78"/>
                <a:cs typeface="Tajawal Medium" panose="00000600000000000000" pitchFamily="2" charset="-78"/>
              </a:rPr>
              <a:t>النظام تدريجياً عبر التعلم من الحالات السابقة.</a:t>
            </a:r>
          </a:p>
          <a:p>
            <a:pPr algn="justLow" rtl="1">
              <a:lnSpc>
                <a:spcPct val="200000"/>
              </a:lnSpc>
            </a:pPr>
            <a:endParaRPr lang="en-US" sz="2000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77E818-D2B8-BF2B-3D0A-4772400F61BE}"/>
              </a:ext>
            </a:extLst>
          </p:cNvPr>
          <p:cNvGrpSpPr/>
          <p:nvPr/>
        </p:nvGrpSpPr>
        <p:grpSpPr>
          <a:xfrm>
            <a:off x="10777652" y="413233"/>
            <a:ext cx="548640" cy="548640"/>
            <a:chOff x="9052560" y="274320"/>
            <a:chExt cx="548640" cy="54864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4204198-6F3D-9540-176E-92AC8CA0E183}"/>
                </a:ext>
              </a:extLst>
            </p:cNvPr>
            <p:cNvSpPr/>
            <p:nvPr/>
          </p:nvSpPr>
          <p:spPr>
            <a:xfrm>
              <a:off x="9052560" y="274320"/>
              <a:ext cx="548640" cy="5486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1000" dist="1524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419171B-4F8E-B9AC-9FDF-4C5C376158C1}"/>
                </a:ext>
              </a:extLst>
            </p:cNvPr>
            <p:cNvSpPr/>
            <p:nvPr/>
          </p:nvSpPr>
          <p:spPr>
            <a:xfrm>
              <a:off x="9178766" y="400526"/>
              <a:ext cx="296228" cy="296228"/>
            </a:xfrm>
            <a:prstGeom prst="ellipse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مربع نص 12">
            <a:extLst>
              <a:ext uri="{FF2B5EF4-FFF2-40B4-BE49-F238E27FC236}">
                <a16:creationId xmlns:a16="http://schemas.microsoft.com/office/drawing/2014/main" id="{A7B0B4C9-5EA1-F2DD-15DA-35770346DF15}"/>
              </a:ext>
            </a:extLst>
          </p:cNvPr>
          <p:cNvSpPr txBox="1"/>
          <p:nvPr/>
        </p:nvSpPr>
        <p:spPr>
          <a:xfrm>
            <a:off x="2698964" y="434022"/>
            <a:ext cx="7986404" cy="544765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pPr marR="0" lvl="0" indent="0" algn="r" rtl="1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EG" sz="2400" dirty="0">
                <a:gradFill flip="none" rotWithShape="1">
                  <a:gsLst>
                    <a:gs pos="20000">
                      <a:srgbClr val="3B3F1E"/>
                    </a:gs>
                    <a:gs pos="100000">
                      <a:srgbClr val="DEB63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Tajawal Black" panose="00000500000000000000" pitchFamily="2" charset="-78"/>
                <a:cs typeface="Tajawal Black" panose="00000500000000000000" pitchFamily="2" charset="-78"/>
              </a:rPr>
              <a:t> التحديات والحلول</a:t>
            </a:r>
          </a:p>
        </p:txBody>
      </p:sp>
      <p:grpSp>
        <p:nvGrpSpPr>
          <p:cNvPr id="19" name="Graphic 15">
            <a:extLst>
              <a:ext uri="{FF2B5EF4-FFF2-40B4-BE49-F238E27FC236}">
                <a16:creationId xmlns:a16="http://schemas.microsoft.com/office/drawing/2014/main" id="{F87B57AC-C695-A9AA-85ED-22BED3B6D3E8}"/>
              </a:ext>
            </a:extLst>
          </p:cNvPr>
          <p:cNvGrpSpPr/>
          <p:nvPr/>
        </p:nvGrpSpPr>
        <p:grpSpPr>
          <a:xfrm>
            <a:off x="429474" y="2476982"/>
            <a:ext cx="3549446" cy="3112454"/>
            <a:chOff x="1068363" y="3027064"/>
            <a:chExt cx="2294818" cy="2012290"/>
          </a:xfrm>
        </p:grpSpPr>
        <p:grpSp>
          <p:nvGrpSpPr>
            <p:cNvPr id="20" name="Graphic 15">
              <a:extLst>
                <a:ext uri="{FF2B5EF4-FFF2-40B4-BE49-F238E27FC236}">
                  <a16:creationId xmlns:a16="http://schemas.microsoft.com/office/drawing/2014/main" id="{3FBF3D2A-E135-B60A-D538-8C69F40634B3}"/>
                </a:ext>
              </a:extLst>
            </p:cNvPr>
            <p:cNvGrpSpPr/>
            <p:nvPr/>
          </p:nvGrpSpPr>
          <p:grpSpPr>
            <a:xfrm>
              <a:off x="1186549" y="3344013"/>
              <a:ext cx="2086704" cy="1677204"/>
              <a:chOff x="1186549" y="3344013"/>
              <a:chExt cx="2086704" cy="1677204"/>
            </a:xfrm>
            <a:solidFill>
              <a:srgbClr val="F5ECDF"/>
            </a:solidFill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BB8F6793-19ED-5B7E-6B8A-D3F7F825D55A}"/>
                  </a:ext>
                </a:extLst>
              </p:cNvPr>
              <p:cNvSpPr/>
              <p:nvPr/>
            </p:nvSpPr>
            <p:spPr>
              <a:xfrm>
                <a:off x="1574804" y="3632847"/>
                <a:ext cx="391843" cy="403269"/>
              </a:xfrm>
              <a:custGeom>
                <a:avLst/>
                <a:gdLst>
                  <a:gd name="connsiteX0" fmla="*/ 303373 w 391843"/>
                  <a:gd name="connsiteY0" fmla="*/ 359526 h 403269"/>
                  <a:gd name="connsiteX1" fmla="*/ 360776 w 391843"/>
                  <a:gd name="connsiteY1" fmla="*/ 66230 h 403269"/>
                  <a:gd name="connsiteX2" fmla="*/ 79375 w 391843"/>
                  <a:gd name="connsiteY2" fmla="*/ 55241 h 403269"/>
                  <a:gd name="connsiteX3" fmla="*/ 35547 w 391843"/>
                  <a:gd name="connsiteY3" fmla="*/ 322144 h 403269"/>
                  <a:gd name="connsiteX4" fmla="*/ 303373 w 391843"/>
                  <a:gd name="connsiteY4" fmla="*/ 359526 h 40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1843" h="403269">
                    <a:moveTo>
                      <a:pt x="303373" y="359526"/>
                    </a:moveTo>
                    <a:cubicBezTo>
                      <a:pt x="393153" y="288862"/>
                      <a:pt x="418844" y="157562"/>
                      <a:pt x="360776" y="66230"/>
                    </a:cubicBezTo>
                    <a:cubicBezTo>
                      <a:pt x="302690" y="-25046"/>
                      <a:pt x="169174" y="-15442"/>
                      <a:pt x="79375" y="55241"/>
                    </a:cubicBezTo>
                    <a:cubicBezTo>
                      <a:pt x="-10442" y="125905"/>
                      <a:pt x="-22558" y="230868"/>
                      <a:pt x="35547" y="322144"/>
                    </a:cubicBezTo>
                    <a:cubicBezTo>
                      <a:pt x="93652" y="413476"/>
                      <a:pt x="213537" y="430191"/>
                      <a:pt x="303373" y="359526"/>
                    </a:cubicBezTo>
                    <a:close/>
                  </a:path>
                </a:pathLst>
              </a:custGeom>
              <a:solidFill>
                <a:srgbClr val="F5ECDF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F808114-00A8-86A6-4015-C3B081E269B5}"/>
                  </a:ext>
                </a:extLst>
              </p:cNvPr>
              <p:cNvSpPr/>
              <p:nvPr/>
            </p:nvSpPr>
            <p:spPr>
              <a:xfrm>
                <a:off x="1186549" y="3344013"/>
                <a:ext cx="2086704" cy="1677204"/>
              </a:xfrm>
              <a:custGeom>
                <a:avLst/>
                <a:gdLst>
                  <a:gd name="connsiteX0" fmla="*/ 1714580 w 2086704"/>
                  <a:gd name="connsiteY0" fmla="*/ 1677205 h 1677204"/>
                  <a:gd name="connsiteX1" fmla="*/ 1974317 w 2086704"/>
                  <a:gd name="connsiteY1" fmla="*/ 969250 h 1677204"/>
                  <a:gd name="connsiteX2" fmla="*/ 1965267 w 2086704"/>
                  <a:gd name="connsiteY2" fmla="*/ 959517 h 1677204"/>
                  <a:gd name="connsiteX3" fmla="*/ 1942845 w 2086704"/>
                  <a:gd name="connsiteY3" fmla="*/ 641915 h 1677204"/>
                  <a:gd name="connsiteX4" fmla="*/ 1941922 w 2086704"/>
                  <a:gd name="connsiteY4" fmla="*/ 641028 h 1677204"/>
                  <a:gd name="connsiteX5" fmla="*/ 1912444 w 2086704"/>
                  <a:gd name="connsiteY5" fmla="*/ 372352 h 1677204"/>
                  <a:gd name="connsiteX6" fmla="*/ 1246378 w 2086704"/>
                  <a:gd name="connsiteY6" fmla="*/ 37112 h 1677204"/>
                  <a:gd name="connsiteX7" fmla="*/ 929128 w 2086704"/>
                  <a:gd name="connsiteY7" fmla="*/ 421241 h 1677204"/>
                  <a:gd name="connsiteX8" fmla="*/ 651882 w 2086704"/>
                  <a:gd name="connsiteY8" fmla="*/ 775172 h 1677204"/>
                  <a:gd name="connsiteX9" fmla="*/ 284800 w 2086704"/>
                  <a:gd name="connsiteY9" fmla="*/ 855071 h 1677204"/>
                  <a:gd name="connsiteX10" fmla="*/ 160242 w 2086704"/>
                  <a:gd name="connsiteY10" fmla="*/ 926530 h 1677204"/>
                  <a:gd name="connsiteX11" fmla="*/ 373676 w 2086704"/>
                  <a:gd name="connsiteY11" fmla="*/ 1677186 h 1677204"/>
                  <a:gd name="connsiteX12" fmla="*/ 1714580 w 2086704"/>
                  <a:gd name="connsiteY12" fmla="*/ 1677186 h 1677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86704" h="1677204">
                    <a:moveTo>
                      <a:pt x="1714580" y="1677205"/>
                    </a:moveTo>
                    <a:cubicBezTo>
                      <a:pt x="2047290" y="1677205"/>
                      <a:pt x="2212241" y="1227879"/>
                      <a:pt x="1974317" y="969250"/>
                    </a:cubicBezTo>
                    <a:cubicBezTo>
                      <a:pt x="1971343" y="965999"/>
                      <a:pt x="1968314" y="962767"/>
                      <a:pt x="1965267" y="959517"/>
                    </a:cubicBezTo>
                    <a:cubicBezTo>
                      <a:pt x="1892091" y="881631"/>
                      <a:pt x="1923969" y="744587"/>
                      <a:pt x="1942845" y="641915"/>
                    </a:cubicBezTo>
                    <a:cubicBezTo>
                      <a:pt x="1942568" y="641601"/>
                      <a:pt x="1942236" y="641287"/>
                      <a:pt x="1941922" y="641028"/>
                    </a:cubicBezTo>
                    <a:cubicBezTo>
                      <a:pt x="1951175" y="552873"/>
                      <a:pt x="1942494" y="461098"/>
                      <a:pt x="1912444" y="372352"/>
                    </a:cubicBezTo>
                    <a:cubicBezTo>
                      <a:pt x="1811712" y="75141"/>
                      <a:pt x="1513540" y="-74887"/>
                      <a:pt x="1246378" y="37112"/>
                    </a:cubicBezTo>
                    <a:cubicBezTo>
                      <a:pt x="970850" y="152565"/>
                      <a:pt x="929848" y="421186"/>
                      <a:pt x="929128" y="421241"/>
                    </a:cubicBezTo>
                    <a:cubicBezTo>
                      <a:pt x="896991" y="577881"/>
                      <a:pt x="797292" y="714297"/>
                      <a:pt x="651882" y="775172"/>
                    </a:cubicBezTo>
                    <a:cubicBezTo>
                      <a:pt x="504310" y="837027"/>
                      <a:pt x="406403" y="804096"/>
                      <a:pt x="284800" y="855071"/>
                    </a:cubicBezTo>
                    <a:cubicBezTo>
                      <a:pt x="239956" y="873855"/>
                      <a:pt x="198326" y="897976"/>
                      <a:pt x="160242" y="926530"/>
                    </a:cubicBezTo>
                    <a:cubicBezTo>
                      <a:pt x="-140405" y="1152006"/>
                      <a:pt x="11064" y="1677186"/>
                      <a:pt x="373676" y="1677186"/>
                    </a:cubicBezTo>
                    <a:lnTo>
                      <a:pt x="1714580" y="1677186"/>
                    </a:lnTo>
                    <a:close/>
                  </a:path>
                </a:pathLst>
              </a:custGeom>
              <a:solidFill>
                <a:srgbClr val="F5ECDF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3" name="Graphic 15">
              <a:extLst>
                <a:ext uri="{FF2B5EF4-FFF2-40B4-BE49-F238E27FC236}">
                  <a16:creationId xmlns:a16="http://schemas.microsoft.com/office/drawing/2014/main" id="{0B91F7C6-93F1-E694-6809-A562C59C20B6}"/>
                </a:ext>
              </a:extLst>
            </p:cNvPr>
            <p:cNvGrpSpPr/>
            <p:nvPr/>
          </p:nvGrpSpPr>
          <p:grpSpPr>
            <a:xfrm>
              <a:off x="1199730" y="4720959"/>
              <a:ext cx="422744" cy="298892"/>
              <a:chOff x="1199730" y="4720959"/>
              <a:chExt cx="422744" cy="298892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1F2A6BDB-1049-1EA5-A725-340CC1B7912F}"/>
                  </a:ext>
                </a:extLst>
              </p:cNvPr>
              <p:cNvSpPr/>
              <p:nvPr/>
            </p:nvSpPr>
            <p:spPr>
              <a:xfrm>
                <a:off x="1199730" y="4720959"/>
                <a:ext cx="256213" cy="298892"/>
              </a:xfrm>
              <a:custGeom>
                <a:avLst/>
                <a:gdLst>
                  <a:gd name="connsiteX0" fmla="*/ 103085 w 256213"/>
                  <a:gd name="connsiteY0" fmla="*/ 199932 h 298892"/>
                  <a:gd name="connsiteX1" fmla="*/ 59072 w 256213"/>
                  <a:gd name="connsiteY1" fmla="*/ 198787 h 298892"/>
                  <a:gd name="connsiteX2" fmla="*/ 8835 w 256213"/>
                  <a:gd name="connsiteY2" fmla="*/ 84960 h 298892"/>
                  <a:gd name="connsiteX3" fmla="*/ 43281 w 256213"/>
                  <a:gd name="connsiteY3" fmla="*/ 82559 h 298892"/>
                  <a:gd name="connsiteX4" fmla="*/ 5898 w 256213"/>
                  <a:gd name="connsiteY4" fmla="*/ 69445 h 298892"/>
                  <a:gd name="connsiteX5" fmla="*/ 7 w 256213"/>
                  <a:gd name="connsiteY5" fmla="*/ 0 h 298892"/>
                  <a:gd name="connsiteX6" fmla="*/ 124159 w 256213"/>
                  <a:gd name="connsiteY6" fmla="*/ 37345 h 298892"/>
                  <a:gd name="connsiteX7" fmla="*/ 127188 w 256213"/>
                  <a:gd name="connsiteY7" fmla="*/ 66656 h 298892"/>
                  <a:gd name="connsiteX8" fmla="*/ 133024 w 256213"/>
                  <a:gd name="connsiteY8" fmla="*/ 42221 h 298892"/>
                  <a:gd name="connsiteX9" fmla="*/ 231245 w 256213"/>
                  <a:gd name="connsiteY9" fmla="*/ 141366 h 298892"/>
                  <a:gd name="connsiteX10" fmla="*/ 220126 w 256213"/>
                  <a:gd name="connsiteY10" fmla="*/ 188722 h 298892"/>
                  <a:gd name="connsiteX11" fmla="*/ 239316 w 256213"/>
                  <a:gd name="connsiteY11" fmla="*/ 158468 h 298892"/>
                  <a:gd name="connsiteX12" fmla="*/ 255459 w 256213"/>
                  <a:gd name="connsiteY12" fmla="*/ 223740 h 298892"/>
                  <a:gd name="connsiteX13" fmla="*/ 255459 w 256213"/>
                  <a:gd name="connsiteY13" fmla="*/ 298892 h 298892"/>
                  <a:gd name="connsiteX14" fmla="*/ 183668 w 256213"/>
                  <a:gd name="connsiteY14" fmla="*/ 298892 h 298892"/>
                  <a:gd name="connsiteX15" fmla="*/ 68602 w 256213"/>
                  <a:gd name="connsiteY15" fmla="*/ 211014 h 298892"/>
                  <a:gd name="connsiteX16" fmla="*/ 103085 w 256213"/>
                  <a:gd name="connsiteY16" fmla="*/ 199932 h 298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213" h="298892">
                    <a:moveTo>
                      <a:pt x="103085" y="199932"/>
                    </a:moveTo>
                    <a:lnTo>
                      <a:pt x="59072" y="198787"/>
                    </a:lnTo>
                    <a:cubicBezTo>
                      <a:pt x="37703" y="169088"/>
                      <a:pt x="19178" y="131558"/>
                      <a:pt x="8835" y="84960"/>
                    </a:cubicBezTo>
                    <a:lnTo>
                      <a:pt x="43281" y="82559"/>
                    </a:lnTo>
                    <a:lnTo>
                      <a:pt x="5898" y="69445"/>
                    </a:lnTo>
                    <a:cubicBezTo>
                      <a:pt x="2168" y="48039"/>
                      <a:pt x="-141" y="25192"/>
                      <a:pt x="7" y="0"/>
                    </a:cubicBezTo>
                    <a:cubicBezTo>
                      <a:pt x="7" y="0"/>
                      <a:pt x="61381" y="5061"/>
                      <a:pt x="124159" y="37345"/>
                    </a:cubicBezTo>
                    <a:lnTo>
                      <a:pt x="127188" y="66656"/>
                    </a:lnTo>
                    <a:lnTo>
                      <a:pt x="133024" y="42221"/>
                    </a:lnTo>
                    <a:cubicBezTo>
                      <a:pt x="170757" y="63240"/>
                      <a:pt x="207567" y="94767"/>
                      <a:pt x="231245" y="141366"/>
                    </a:cubicBezTo>
                    <a:lnTo>
                      <a:pt x="220126" y="188722"/>
                    </a:lnTo>
                    <a:lnTo>
                      <a:pt x="239316" y="158468"/>
                    </a:lnTo>
                    <a:cubicBezTo>
                      <a:pt x="247203" y="177843"/>
                      <a:pt x="252854" y="199360"/>
                      <a:pt x="255459" y="223740"/>
                    </a:cubicBezTo>
                    <a:cubicBezTo>
                      <a:pt x="257158" y="270523"/>
                      <a:pt x="255459" y="298892"/>
                      <a:pt x="255459" y="298892"/>
                    </a:cubicBezTo>
                    <a:lnTo>
                      <a:pt x="183668" y="298892"/>
                    </a:lnTo>
                    <a:cubicBezTo>
                      <a:pt x="183668" y="298892"/>
                      <a:pt x="120779" y="275842"/>
                      <a:pt x="68602" y="211014"/>
                    </a:cubicBezTo>
                    <a:lnTo>
                      <a:pt x="103085" y="199932"/>
                    </a:lnTo>
                    <a:close/>
                  </a:path>
                </a:pathLst>
              </a:custGeom>
              <a:solidFill>
                <a:srgbClr val="ABD17E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ADDF780A-A0D6-5749-0142-4122934CAED7}"/>
                  </a:ext>
                </a:extLst>
              </p:cNvPr>
              <p:cNvSpPr/>
              <p:nvPr/>
            </p:nvSpPr>
            <p:spPr>
              <a:xfrm>
                <a:off x="1440590" y="4807673"/>
                <a:ext cx="181884" cy="212140"/>
              </a:xfrm>
              <a:custGeom>
                <a:avLst/>
                <a:gdLst>
                  <a:gd name="connsiteX0" fmla="*/ 525 w 181884"/>
                  <a:gd name="connsiteY0" fmla="*/ 158801 h 212140"/>
                  <a:gd name="connsiteX1" fmla="*/ 23316 w 181884"/>
                  <a:gd name="connsiteY1" fmla="*/ 89596 h 212140"/>
                  <a:gd name="connsiteX2" fmla="*/ 33862 w 181884"/>
                  <a:gd name="connsiteY2" fmla="*/ 111814 h 212140"/>
                  <a:gd name="connsiteX3" fmla="*/ 30408 w 181884"/>
                  <a:gd name="connsiteY3" fmla="*/ 79456 h 212140"/>
                  <a:gd name="connsiteX4" fmla="*/ 111065 w 181884"/>
                  <a:gd name="connsiteY4" fmla="*/ 18414 h 212140"/>
                  <a:gd name="connsiteX5" fmla="*/ 113115 w 181884"/>
                  <a:gd name="connsiteY5" fmla="*/ 38361 h 212140"/>
                  <a:gd name="connsiteX6" fmla="*/ 118600 w 181884"/>
                  <a:gd name="connsiteY6" fmla="*/ 15440 h 212140"/>
                  <a:gd name="connsiteX7" fmla="*/ 181877 w 181884"/>
                  <a:gd name="connsiteY7" fmla="*/ 0 h 212140"/>
                  <a:gd name="connsiteX8" fmla="*/ 166750 w 181884"/>
                  <a:gd name="connsiteY8" fmla="*/ 90020 h 212140"/>
                  <a:gd name="connsiteX9" fmla="*/ 148484 w 181884"/>
                  <a:gd name="connsiteY9" fmla="*/ 95838 h 212140"/>
                  <a:gd name="connsiteX10" fmla="*/ 163998 w 181884"/>
                  <a:gd name="connsiteY10" fmla="*/ 97353 h 212140"/>
                  <a:gd name="connsiteX11" fmla="*/ 108793 w 181884"/>
                  <a:gd name="connsiteY11" fmla="*/ 175479 h 212140"/>
                  <a:gd name="connsiteX12" fmla="*/ 72870 w 181884"/>
                  <a:gd name="connsiteY12" fmla="*/ 177455 h 212140"/>
                  <a:gd name="connsiteX13" fmla="*/ 96178 w 181884"/>
                  <a:gd name="connsiteY13" fmla="*/ 185988 h 212140"/>
                  <a:gd name="connsiteX14" fmla="*/ 51519 w 181884"/>
                  <a:gd name="connsiteY14" fmla="*/ 212141 h 212140"/>
                  <a:gd name="connsiteX15" fmla="*/ 543 w 181884"/>
                  <a:gd name="connsiteY15" fmla="*/ 212141 h 212140"/>
                  <a:gd name="connsiteX16" fmla="*/ 525 w 181884"/>
                  <a:gd name="connsiteY16" fmla="*/ 158801 h 212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1884" h="212140">
                    <a:moveTo>
                      <a:pt x="525" y="158801"/>
                    </a:moveTo>
                    <a:cubicBezTo>
                      <a:pt x="3443" y="131263"/>
                      <a:pt x="11828" y="108471"/>
                      <a:pt x="23316" y="89596"/>
                    </a:cubicBezTo>
                    <a:lnTo>
                      <a:pt x="33862" y="111814"/>
                    </a:lnTo>
                    <a:lnTo>
                      <a:pt x="30408" y="79456"/>
                    </a:lnTo>
                    <a:cubicBezTo>
                      <a:pt x="52535" y="49184"/>
                      <a:pt x="83009" y="30068"/>
                      <a:pt x="111065" y="18414"/>
                    </a:cubicBezTo>
                    <a:lnTo>
                      <a:pt x="113115" y="38361"/>
                    </a:lnTo>
                    <a:lnTo>
                      <a:pt x="118600" y="15440"/>
                    </a:lnTo>
                    <a:cubicBezTo>
                      <a:pt x="153157" y="2401"/>
                      <a:pt x="181877" y="0"/>
                      <a:pt x="181877" y="0"/>
                    </a:cubicBezTo>
                    <a:cubicBezTo>
                      <a:pt x="182135" y="35258"/>
                      <a:pt x="176059" y="64883"/>
                      <a:pt x="166750" y="90020"/>
                    </a:cubicBezTo>
                    <a:lnTo>
                      <a:pt x="148484" y="95838"/>
                    </a:lnTo>
                    <a:lnTo>
                      <a:pt x="163998" y="97353"/>
                    </a:lnTo>
                    <a:cubicBezTo>
                      <a:pt x="149666" y="132241"/>
                      <a:pt x="128758" y="157693"/>
                      <a:pt x="108793" y="175479"/>
                    </a:cubicBezTo>
                    <a:lnTo>
                      <a:pt x="72870" y="177455"/>
                    </a:lnTo>
                    <a:lnTo>
                      <a:pt x="96178" y="185988"/>
                    </a:lnTo>
                    <a:cubicBezTo>
                      <a:pt x="71669" y="204734"/>
                      <a:pt x="51519" y="212141"/>
                      <a:pt x="51519" y="212141"/>
                    </a:cubicBezTo>
                    <a:lnTo>
                      <a:pt x="543" y="212141"/>
                    </a:lnTo>
                    <a:cubicBezTo>
                      <a:pt x="525" y="212178"/>
                      <a:pt x="-657" y="191972"/>
                      <a:pt x="525" y="158801"/>
                    </a:cubicBezTo>
                    <a:close/>
                  </a:path>
                </a:pathLst>
              </a:custGeom>
              <a:solidFill>
                <a:srgbClr val="BDD796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6D5026E1-13C5-65B5-A5C6-04E2EAAB5D9F}"/>
                  </a:ext>
                </a:extLst>
              </p:cNvPr>
              <p:cNvSpPr/>
              <p:nvPr/>
            </p:nvSpPr>
            <p:spPr>
              <a:xfrm>
                <a:off x="1451531" y="4826623"/>
                <a:ext cx="151985" cy="193209"/>
              </a:xfrm>
              <a:custGeom>
                <a:avLst/>
                <a:gdLst>
                  <a:gd name="connsiteX0" fmla="*/ 117281 w 151985"/>
                  <a:gd name="connsiteY0" fmla="*/ 35388 h 193209"/>
                  <a:gd name="connsiteX1" fmla="*/ 151986 w 151985"/>
                  <a:gd name="connsiteY1" fmla="*/ 0 h 193209"/>
                  <a:gd name="connsiteX2" fmla="*/ 113200 w 151985"/>
                  <a:gd name="connsiteY2" fmla="*/ 28739 h 193209"/>
                  <a:gd name="connsiteX3" fmla="*/ 0 w 151985"/>
                  <a:gd name="connsiteY3" fmla="*/ 192194 h 193209"/>
                  <a:gd name="connsiteX4" fmla="*/ 3638 w 151985"/>
                  <a:gd name="connsiteY4" fmla="*/ 193210 h 193209"/>
                  <a:gd name="connsiteX5" fmla="*/ 7628 w 151985"/>
                  <a:gd name="connsiteY5" fmla="*/ 193210 h 193209"/>
                  <a:gd name="connsiteX6" fmla="*/ 117281 w 151985"/>
                  <a:gd name="connsiteY6" fmla="*/ 35388 h 193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1985" h="193209">
                    <a:moveTo>
                      <a:pt x="117281" y="35388"/>
                    </a:moveTo>
                    <a:cubicBezTo>
                      <a:pt x="128511" y="24749"/>
                      <a:pt x="151986" y="0"/>
                      <a:pt x="151986" y="0"/>
                    </a:cubicBezTo>
                    <a:cubicBezTo>
                      <a:pt x="151986" y="0"/>
                      <a:pt x="124226" y="18304"/>
                      <a:pt x="113200" y="28739"/>
                    </a:cubicBezTo>
                    <a:cubicBezTo>
                      <a:pt x="20298" y="116543"/>
                      <a:pt x="886" y="188906"/>
                      <a:pt x="0" y="192194"/>
                    </a:cubicBezTo>
                    <a:lnTo>
                      <a:pt x="3638" y="193210"/>
                    </a:lnTo>
                    <a:lnTo>
                      <a:pt x="7628" y="193210"/>
                    </a:lnTo>
                    <a:cubicBezTo>
                      <a:pt x="10214" y="184418"/>
                      <a:pt x="32525" y="116118"/>
                      <a:pt x="117281" y="35388"/>
                    </a:cubicBezTo>
                    <a:close/>
                  </a:path>
                </a:pathLst>
              </a:custGeom>
              <a:solidFill>
                <a:srgbClr val="FFFFFF">
                  <a:alpha val="21000"/>
                </a:srgbClr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8A7AFED-CC71-CDF2-B4F2-E47397711488}"/>
                  </a:ext>
                </a:extLst>
              </p:cNvPr>
              <p:cNvSpPr/>
              <p:nvPr/>
            </p:nvSpPr>
            <p:spPr>
              <a:xfrm>
                <a:off x="1219776" y="4741792"/>
                <a:ext cx="217478" cy="278058"/>
              </a:xfrm>
              <a:custGeom>
                <a:avLst/>
                <a:gdLst>
                  <a:gd name="connsiteX0" fmla="*/ 209315 w 217478"/>
                  <a:gd name="connsiteY0" fmla="*/ 278058 h 278058"/>
                  <a:gd name="connsiteX1" fmla="*/ 217478 w 217478"/>
                  <a:gd name="connsiteY1" fmla="*/ 278058 h 278058"/>
                  <a:gd name="connsiteX2" fmla="*/ 36754 w 217478"/>
                  <a:gd name="connsiteY2" fmla="*/ 22533 h 278058"/>
                  <a:gd name="connsiteX3" fmla="*/ 0 w 217478"/>
                  <a:gd name="connsiteY3" fmla="*/ 0 h 278058"/>
                  <a:gd name="connsiteX4" fmla="*/ 30696 w 217478"/>
                  <a:gd name="connsiteY4" fmla="*/ 27723 h 278058"/>
                  <a:gd name="connsiteX5" fmla="*/ 209315 w 217478"/>
                  <a:gd name="connsiteY5" fmla="*/ 278058 h 278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7478" h="278058">
                    <a:moveTo>
                      <a:pt x="209315" y="278058"/>
                    </a:moveTo>
                    <a:lnTo>
                      <a:pt x="217478" y="278058"/>
                    </a:lnTo>
                    <a:cubicBezTo>
                      <a:pt x="210515" y="254565"/>
                      <a:pt x="167629" y="126294"/>
                      <a:pt x="36754" y="22533"/>
                    </a:cubicBezTo>
                    <a:cubicBezTo>
                      <a:pt x="25765" y="13797"/>
                      <a:pt x="0" y="0"/>
                      <a:pt x="0" y="0"/>
                    </a:cubicBezTo>
                    <a:cubicBezTo>
                      <a:pt x="0" y="0"/>
                      <a:pt x="20280" y="19504"/>
                      <a:pt x="30696" y="27723"/>
                    </a:cubicBezTo>
                    <a:cubicBezTo>
                      <a:pt x="156954" y="127310"/>
                      <a:pt x="200690" y="250077"/>
                      <a:pt x="209315" y="278058"/>
                    </a:cubicBezTo>
                    <a:close/>
                  </a:path>
                </a:pathLst>
              </a:custGeom>
              <a:solidFill>
                <a:srgbClr val="FFFFFF">
                  <a:alpha val="21000"/>
                </a:srgbClr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" name="Graphic 15">
              <a:extLst>
                <a:ext uri="{FF2B5EF4-FFF2-40B4-BE49-F238E27FC236}">
                  <a16:creationId xmlns:a16="http://schemas.microsoft.com/office/drawing/2014/main" id="{AF78ED9C-E6D2-8675-EED5-F269CB2B84CD}"/>
                </a:ext>
              </a:extLst>
            </p:cNvPr>
            <p:cNvGrpSpPr/>
            <p:nvPr/>
          </p:nvGrpSpPr>
          <p:grpSpPr>
            <a:xfrm>
              <a:off x="1352580" y="3650521"/>
              <a:ext cx="442496" cy="1374648"/>
              <a:chOff x="1352580" y="3650521"/>
              <a:chExt cx="442496" cy="1374648"/>
            </a:xfrm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6443ACD-A6EB-F937-AF08-0496C6DD8E1D}"/>
                  </a:ext>
                </a:extLst>
              </p:cNvPr>
              <p:cNvSpPr/>
              <p:nvPr/>
            </p:nvSpPr>
            <p:spPr>
              <a:xfrm>
                <a:off x="1581508" y="4975468"/>
                <a:ext cx="129678" cy="49701"/>
              </a:xfrm>
              <a:custGeom>
                <a:avLst/>
                <a:gdLst>
                  <a:gd name="connsiteX0" fmla="*/ 59797 w 129678"/>
                  <a:gd name="connsiteY0" fmla="*/ 10343 h 49701"/>
                  <a:gd name="connsiteX1" fmla="*/ 94778 w 129678"/>
                  <a:gd name="connsiteY1" fmla="*/ 27834 h 49701"/>
                  <a:gd name="connsiteX2" fmla="*/ 129242 w 129678"/>
                  <a:gd name="connsiteY2" fmla="*/ 38638 h 49701"/>
                  <a:gd name="connsiteX3" fmla="*/ 127709 w 129678"/>
                  <a:gd name="connsiteY3" fmla="*/ 49702 h 49701"/>
                  <a:gd name="connsiteX4" fmla="*/ 11832 w 129678"/>
                  <a:gd name="connsiteY4" fmla="*/ 49702 h 49701"/>
                  <a:gd name="connsiteX5" fmla="*/ 3170 w 129678"/>
                  <a:gd name="connsiteY5" fmla="*/ 43256 h 49701"/>
                  <a:gd name="connsiteX6" fmla="*/ 1692 w 129678"/>
                  <a:gd name="connsiteY6" fmla="*/ 9050 h 49701"/>
                  <a:gd name="connsiteX7" fmla="*/ 59797 w 129678"/>
                  <a:gd name="connsiteY7" fmla="*/ 10343 h 49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9678" h="49701">
                    <a:moveTo>
                      <a:pt x="59797" y="10343"/>
                    </a:moveTo>
                    <a:cubicBezTo>
                      <a:pt x="59797" y="10343"/>
                      <a:pt x="79855" y="25267"/>
                      <a:pt x="94778" y="27834"/>
                    </a:cubicBezTo>
                    <a:cubicBezTo>
                      <a:pt x="109702" y="30401"/>
                      <a:pt x="127691" y="29884"/>
                      <a:pt x="129242" y="38638"/>
                    </a:cubicBezTo>
                    <a:cubicBezTo>
                      <a:pt x="130794" y="47375"/>
                      <a:pt x="127709" y="49702"/>
                      <a:pt x="127709" y="49702"/>
                    </a:cubicBezTo>
                    <a:lnTo>
                      <a:pt x="11832" y="49702"/>
                    </a:lnTo>
                    <a:cubicBezTo>
                      <a:pt x="7824" y="49702"/>
                      <a:pt x="4352" y="47098"/>
                      <a:pt x="3170" y="43256"/>
                    </a:cubicBezTo>
                    <a:cubicBezTo>
                      <a:pt x="861" y="35794"/>
                      <a:pt x="-1817" y="22755"/>
                      <a:pt x="1692" y="9050"/>
                    </a:cubicBezTo>
                    <a:cubicBezTo>
                      <a:pt x="7085" y="-12042"/>
                      <a:pt x="59797" y="10343"/>
                      <a:pt x="59797" y="10343"/>
                    </a:cubicBezTo>
                    <a:close/>
                  </a:path>
                </a:pathLst>
              </a:custGeom>
              <a:solidFill>
                <a:srgbClr val="242E23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C354353E-A640-FADB-89E7-CAC86B98C26A}"/>
                  </a:ext>
                </a:extLst>
              </p:cNvPr>
              <p:cNvSpPr/>
              <p:nvPr/>
            </p:nvSpPr>
            <p:spPr>
              <a:xfrm>
                <a:off x="1352580" y="4978954"/>
                <a:ext cx="74253" cy="46215"/>
              </a:xfrm>
              <a:custGeom>
                <a:avLst/>
                <a:gdLst>
                  <a:gd name="connsiteX0" fmla="*/ 65503 w 74253"/>
                  <a:gd name="connsiteY0" fmla="*/ 6857 h 46215"/>
                  <a:gd name="connsiteX1" fmla="*/ 74202 w 74253"/>
                  <a:gd name="connsiteY1" fmla="*/ 35965 h 46215"/>
                  <a:gd name="connsiteX2" fmla="*/ 64598 w 74253"/>
                  <a:gd name="connsiteY2" fmla="*/ 46215 h 46215"/>
                  <a:gd name="connsiteX3" fmla="*/ 9596 w 74253"/>
                  <a:gd name="connsiteY3" fmla="*/ 46215 h 46215"/>
                  <a:gd name="connsiteX4" fmla="*/ 84 w 74253"/>
                  <a:gd name="connsiteY4" fmla="*/ 35337 h 46215"/>
                  <a:gd name="connsiteX5" fmla="*/ 8414 w 74253"/>
                  <a:gd name="connsiteY5" fmla="*/ 6876 h 46215"/>
                  <a:gd name="connsiteX6" fmla="*/ 65503 w 74253"/>
                  <a:gd name="connsiteY6" fmla="*/ 6857 h 46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253" h="46215">
                    <a:moveTo>
                      <a:pt x="65503" y="6857"/>
                    </a:moveTo>
                    <a:cubicBezTo>
                      <a:pt x="65503" y="6857"/>
                      <a:pt x="72632" y="21097"/>
                      <a:pt x="74202" y="35965"/>
                    </a:cubicBezTo>
                    <a:cubicBezTo>
                      <a:pt x="74793" y="41487"/>
                      <a:pt x="70157" y="46215"/>
                      <a:pt x="64598" y="46215"/>
                    </a:cubicBezTo>
                    <a:lnTo>
                      <a:pt x="9596" y="46215"/>
                    </a:lnTo>
                    <a:cubicBezTo>
                      <a:pt x="3778" y="46215"/>
                      <a:pt x="-673" y="41099"/>
                      <a:pt x="84" y="35337"/>
                    </a:cubicBezTo>
                    <a:cubicBezTo>
                      <a:pt x="1155" y="27044"/>
                      <a:pt x="3464" y="15593"/>
                      <a:pt x="8414" y="6876"/>
                    </a:cubicBezTo>
                    <a:cubicBezTo>
                      <a:pt x="17150" y="-8584"/>
                      <a:pt x="65503" y="6857"/>
                      <a:pt x="65503" y="6857"/>
                    </a:cubicBezTo>
                    <a:close/>
                  </a:path>
                </a:pathLst>
              </a:custGeom>
              <a:solidFill>
                <a:srgbClr val="242E23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0C17FCD-7E56-07B7-527D-3FB24D3EB15A}"/>
                  </a:ext>
                </a:extLst>
              </p:cNvPr>
              <p:cNvSpPr/>
              <p:nvPr/>
            </p:nvSpPr>
            <p:spPr>
              <a:xfrm>
                <a:off x="1646976" y="4199177"/>
                <a:ext cx="103890" cy="133737"/>
              </a:xfrm>
              <a:custGeom>
                <a:avLst/>
                <a:gdLst>
                  <a:gd name="connsiteX0" fmla="*/ 103891 w 103890"/>
                  <a:gd name="connsiteY0" fmla="*/ 35665 h 133737"/>
                  <a:gd name="connsiteX1" fmla="*/ 1367 w 103890"/>
                  <a:gd name="connsiteY1" fmla="*/ 133738 h 133737"/>
                  <a:gd name="connsiteX2" fmla="*/ 0 w 103890"/>
                  <a:gd name="connsiteY2" fmla="*/ 88469 h 133737"/>
                  <a:gd name="connsiteX3" fmla="*/ 59656 w 103890"/>
                  <a:gd name="connsiteY3" fmla="*/ 0 h 133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890" h="133737">
                    <a:moveTo>
                      <a:pt x="103891" y="35665"/>
                    </a:moveTo>
                    <a:lnTo>
                      <a:pt x="1367" y="133738"/>
                    </a:lnTo>
                    <a:lnTo>
                      <a:pt x="0" y="88469"/>
                    </a:lnTo>
                    <a:lnTo>
                      <a:pt x="59656" y="0"/>
                    </a:lnTo>
                    <a:close/>
                  </a:path>
                </a:pathLst>
              </a:custGeom>
              <a:solidFill>
                <a:srgbClr val="FDA78E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E3627E81-980E-D21B-A29F-ACDEEA7BEEEF}"/>
                  </a:ext>
                </a:extLst>
              </p:cNvPr>
              <p:cNvSpPr/>
              <p:nvPr/>
            </p:nvSpPr>
            <p:spPr>
              <a:xfrm>
                <a:off x="1368173" y="4284727"/>
                <a:ext cx="58646" cy="132703"/>
              </a:xfrm>
              <a:custGeom>
                <a:avLst/>
                <a:gdLst>
                  <a:gd name="connsiteX0" fmla="*/ 6 w 58646"/>
                  <a:gd name="connsiteY0" fmla="*/ 2567 h 132703"/>
                  <a:gd name="connsiteX1" fmla="*/ 47324 w 58646"/>
                  <a:gd name="connsiteY1" fmla="*/ 132704 h 132703"/>
                  <a:gd name="connsiteX2" fmla="*/ 58646 w 58646"/>
                  <a:gd name="connsiteY2" fmla="*/ 55556 h 132703"/>
                  <a:gd name="connsiteX3" fmla="*/ 56079 w 58646"/>
                  <a:gd name="connsiteY3" fmla="*/ 0 h 132703"/>
                  <a:gd name="connsiteX4" fmla="*/ 6 w 58646"/>
                  <a:gd name="connsiteY4" fmla="*/ 2567 h 132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46" h="132703">
                    <a:moveTo>
                      <a:pt x="6" y="2567"/>
                    </a:moveTo>
                    <a:cubicBezTo>
                      <a:pt x="6" y="2567"/>
                      <a:pt x="-1546" y="75614"/>
                      <a:pt x="47324" y="132704"/>
                    </a:cubicBezTo>
                    <a:cubicBezTo>
                      <a:pt x="55562" y="98756"/>
                      <a:pt x="58646" y="55556"/>
                      <a:pt x="58646" y="55556"/>
                    </a:cubicBezTo>
                    <a:lnTo>
                      <a:pt x="56079" y="0"/>
                    </a:lnTo>
                    <a:lnTo>
                      <a:pt x="6" y="2567"/>
                    </a:lnTo>
                    <a:close/>
                  </a:path>
                </a:pathLst>
              </a:custGeom>
              <a:solidFill>
                <a:srgbClr val="FDA78E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127FF219-CA99-7AE1-9AF9-346ECBE0464A}"/>
                  </a:ext>
                </a:extLst>
              </p:cNvPr>
              <p:cNvSpPr/>
              <p:nvPr/>
            </p:nvSpPr>
            <p:spPr>
              <a:xfrm>
                <a:off x="1478619" y="3650521"/>
                <a:ext cx="152114" cy="191408"/>
              </a:xfrm>
              <a:custGeom>
                <a:avLst/>
                <a:gdLst>
                  <a:gd name="connsiteX0" fmla="*/ 113317 w 152114"/>
                  <a:gd name="connsiteY0" fmla="*/ 153500 h 191408"/>
                  <a:gd name="connsiteX1" fmla="*/ 95310 w 152114"/>
                  <a:gd name="connsiteY1" fmla="*/ 189737 h 191408"/>
                  <a:gd name="connsiteX2" fmla="*/ 37186 w 152114"/>
                  <a:gd name="connsiteY2" fmla="*/ 190753 h 191408"/>
                  <a:gd name="connsiteX3" fmla="*/ 155 w 152114"/>
                  <a:gd name="connsiteY3" fmla="*/ 96134 h 191408"/>
                  <a:gd name="connsiteX4" fmla="*/ 71133 w 152114"/>
                  <a:gd name="connsiteY4" fmla="*/ 24158 h 191408"/>
                  <a:gd name="connsiteX5" fmla="*/ 142111 w 152114"/>
                  <a:gd name="connsiteY5" fmla="*/ 0 h 191408"/>
                  <a:gd name="connsiteX6" fmla="*/ 130789 w 152114"/>
                  <a:gd name="connsiteY6" fmla="*/ 91092 h 191408"/>
                  <a:gd name="connsiteX7" fmla="*/ 118452 w 152114"/>
                  <a:gd name="connsiteY7" fmla="*/ 123801 h 191408"/>
                  <a:gd name="connsiteX8" fmla="*/ 99687 w 152114"/>
                  <a:gd name="connsiteY8" fmla="*/ 120273 h 191408"/>
                  <a:gd name="connsiteX9" fmla="*/ 113317 w 152114"/>
                  <a:gd name="connsiteY9" fmla="*/ 153500 h 19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2114" h="191408">
                    <a:moveTo>
                      <a:pt x="113317" y="153500"/>
                    </a:moveTo>
                    <a:cubicBezTo>
                      <a:pt x="113317" y="153500"/>
                      <a:pt x="114352" y="186708"/>
                      <a:pt x="95310" y="189737"/>
                    </a:cubicBezTo>
                    <a:cubicBezTo>
                      <a:pt x="76268" y="192766"/>
                      <a:pt x="37186" y="190753"/>
                      <a:pt x="37186" y="190753"/>
                    </a:cubicBezTo>
                    <a:cubicBezTo>
                      <a:pt x="37186" y="190753"/>
                      <a:pt x="3239" y="153519"/>
                      <a:pt x="155" y="96134"/>
                    </a:cubicBezTo>
                    <a:cubicBezTo>
                      <a:pt x="-2930" y="38767"/>
                      <a:pt x="40788" y="26688"/>
                      <a:pt x="71133" y="24158"/>
                    </a:cubicBezTo>
                    <a:cubicBezTo>
                      <a:pt x="101478" y="21646"/>
                      <a:pt x="133375" y="21148"/>
                      <a:pt x="142111" y="0"/>
                    </a:cubicBezTo>
                    <a:cubicBezTo>
                      <a:pt x="142111" y="0"/>
                      <a:pt x="170905" y="67432"/>
                      <a:pt x="130789" y="91092"/>
                    </a:cubicBezTo>
                    <a:cubicBezTo>
                      <a:pt x="122552" y="94102"/>
                      <a:pt x="118452" y="123801"/>
                      <a:pt x="118452" y="123801"/>
                    </a:cubicBezTo>
                    <a:cubicBezTo>
                      <a:pt x="118452" y="123801"/>
                      <a:pt x="107389" y="109968"/>
                      <a:pt x="99687" y="120273"/>
                    </a:cubicBezTo>
                    <a:cubicBezTo>
                      <a:pt x="91967" y="130598"/>
                      <a:pt x="97360" y="154497"/>
                      <a:pt x="113317" y="153500"/>
                    </a:cubicBezTo>
                    <a:close/>
                  </a:path>
                </a:pathLst>
              </a:custGeom>
              <a:solidFill>
                <a:srgbClr val="232D22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110EEAAD-667C-35C3-0CD1-369B150F753E}"/>
                  </a:ext>
                </a:extLst>
              </p:cNvPr>
              <p:cNvSpPr/>
              <p:nvPr/>
            </p:nvSpPr>
            <p:spPr>
              <a:xfrm>
                <a:off x="1521457" y="3733930"/>
                <a:ext cx="105789" cy="150101"/>
              </a:xfrm>
              <a:custGeom>
                <a:avLst/>
                <a:gdLst>
                  <a:gd name="connsiteX0" fmla="*/ 97205 w 105789"/>
                  <a:gd name="connsiteY0" fmla="*/ 0 h 150101"/>
                  <a:gd name="connsiteX1" fmla="*/ 87952 w 105789"/>
                  <a:gd name="connsiteY1" fmla="*/ 7683 h 150101"/>
                  <a:gd name="connsiteX2" fmla="*/ 75614 w 105789"/>
                  <a:gd name="connsiteY2" fmla="*/ 40393 h 150101"/>
                  <a:gd name="connsiteX3" fmla="*/ 56849 w 105789"/>
                  <a:gd name="connsiteY3" fmla="*/ 36865 h 150101"/>
                  <a:gd name="connsiteX4" fmla="*/ 70480 w 105789"/>
                  <a:gd name="connsiteY4" fmla="*/ 70092 h 150101"/>
                  <a:gd name="connsiteX5" fmla="*/ 52472 w 105789"/>
                  <a:gd name="connsiteY5" fmla="*/ 106329 h 150101"/>
                  <a:gd name="connsiteX6" fmla="*/ 0 w 105789"/>
                  <a:gd name="connsiteY6" fmla="*/ 107567 h 150101"/>
                  <a:gd name="connsiteX7" fmla="*/ 0 w 105789"/>
                  <a:gd name="connsiteY7" fmla="*/ 150102 h 150101"/>
                  <a:gd name="connsiteX8" fmla="*/ 65327 w 105789"/>
                  <a:gd name="connsiteY8" fmla="*/ 150102 h 150101"/>
                  <a:gd name="connsiteX9" fmla="*/ 65327 w 105789"/>
                  <a:gd name="connsiteY9" fmla="*/ 127957 h 150101"/>
                  <a:gd name="connsiteX10" fmla="*/ 105442 w 105789"/>
                  <a:gd name="connsiteY10" fmla="*/ 55483 h 150101"/>
                  <a:gd name="connsiteX11" fmla="*/ 97205 w 105789"/>
                  <a:gd name="connsiteY11" fmla="*/ 0 h 150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5789" h="150101">
                    <a:moveTo>
                      <a:pt x="97205" y="0"/>
                    </a:moveTo>
                    <a:cubicBezTo>
                      <a:pt x="94601" y="2844"/>
                      <a:pt x="91664" y="5504"/>
                      <a:pt x="87952" y="7683"/>
                    </a:cubicBezTo>
                    <a:cubicBezTo>
                      <a:pt x="79714" y="10694"/>
                      <a:pt x="75614" y="40393"/>
                      <a:pt x="75614" y="40393"/>
                    </a:cubicBezTo>
                    <a:cubicBezTo>
                      <a:pt x="75614" y="40393"/>
                      <a:pt x="64551" y="26559"/>
                      <a:pt x="56849" y="36865"/>
                    </a:cubicBezTo>
                    <a:cubicBezTo>
                      <a:pt x="49129" y="47190"/>
                      <a:pt x="54540" y="71089"/>
                      <a:pt x="70480" y="70092"/>
                    </a:cubicBezTo>
                    <a:cubicBezTo>
                      <a:pt x="70480" y="70092"/>
                      <a:pt x="71514" y="103300"/>
                      <a:pt x="52472" y="106329"/>
                    </a:cubicBezTo>
                    <a:cubicBezTo>
                      <a:pt x="37862" y="108656"/>
                      <a:pt x="11506" y="107991"/>
                      <a:pt x="0" y="107567"/>
                    </a:cubicBezTo>
                    <a:lnTo>
                      <a:pt x="0" y="150102"/>
                    </a:lnTo>
                    <a:lnTo>
                      <a:pt x="65327" y="150102"/>
                    </a:lnTo>
                    <a:lnTo>
                      <a:pt x="65327" y="127957"/>
                    </a:lnTo>
                    <a:cubicBezTo>
                      <a:pt x="104925" y="127957"/>
                      <a:pt x="106994" y="80638"/>
                      <a:pt x="105442" y="55483"/>
                    </a:cubicBezTo>
                    <a:cubicBezTo>
                      <a:pt x="104149" y="34187"/>
                      <a:pt x="98830" y="7702"/>
                      <a:pt x="97205" y="0"/>
                    </a:cubicBezTo>
                    <a:close/>
                  </a:path>
                </a:pathLst>
              </a:custGeom>
              <a:solidFill>
                <a:srgbClr val="FDA78E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981D7137-1F69-0205-A197-A0C3ECE17880}"/>
                  </a:ext>
                </a:extLst>
              </p:cNvPr>
              <p:cNvSpPr/>
              <p:nvPr/>
            </p:nvSpPr>
            <p:spPr>
              <a:xfrm>
                <a:off x="1362286" y="3938553"/>
                <a:ext cx="59047" cy="351825"/>
              </a:xfrm>
              <a:custGeom>
                <a:avLst/>
                <a:gdLst>
                  <a:gd name="connsiteX0" fmla="*/ 59047 w 59047"/>
                  <a:gd name="connsiteY0" fmla="*/ 0 h 351825"/>
                  <a:gd name="connsiteX1" fmla="*/ 4876 w 59047"/>
                  <a:gd name="connsiteY1" fmla="*/ 180373 h 351825"/>
                  <a:gd name="connsiteX2" fmla="*/ 4876 w 59047"/>
                  <a:gd name="connsiteY2" fmla="*/ 351826 h 351825"/>
                  <a:gd name="connsiteX3" fmla="*/ 55353 w 59047"/>
                  <a:gd name="connsiteY3" fmla="*/ 351826 h 351825"/>
                  <a:gd name="connsiteX4" fmla="*/ 59047 w 59047"/>
                  <a:gd name="connsiteY4" fmla="*/ 0 h 351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047" h="351825">
                    <a:moveTo>
                      <a:pt x="59047" y="0"/>
                    </a:moveTo>
                    <a:cubicBezTo>
                      <a:pt x="59047" y="0"/>
                      <a:pt x="15847" y="55556"/>
                      <a:pt x="4876" y="180373"/>
                    </a:cubicBezTo>
                    <a:cubicBezTo>
                      <a:pt x="-6095" y="305190"/>
                      <a:pt x="4876" y="351826"/>
                      <a:pt x="4876" y="351826"/>
                    </a:cubicBezTo>
                    <a:lnTo>
                      <a:pt x="55353" y="351826"/>
                    </a:lnTo>
                    <a:lnTo>
                      <a:pt x="59047" y="0"/>
                    </a:lnTo>
                    <a:close/>
                  </a:path>
                </a:pathLst>
              </a:custGeom>
              <a:solidFill>
                <a:srgbClr val="4B89DC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59A6F5BB-4498-320A-B533-4488A2F94C09}"/>
                  </a:ext>
                </a:extLst>
              </p:cNvPr>
              <p:cNvSpPr/>
              <p:nvPr/>
            </p:nvSpPr>
            <p:spPr>
              <a:xfrm>
                <a:off x="1361012" y="4297582"/>
                <a:ext cx="292389" cy="693864"/>
              </a:xfrm>
              <a:custGeom>
                <a:avLst/>
                <a:gdLst>
                  <a:gd name="connsiteX0" fmla="*/ 292132 w 292389"/>
                  <a:gd name="connsiteY0" fmla="*/ 0 h 693864"/>
                  <a:gd name="connsiteX1" fmla="*/ 282528 w 292389"/>
                  <a:gd name="connsiteY1" fmla="*/ 689596 h 693864"/>
                  <a:gd name="connsiteX2" fmla="*/ 218753 w 292389"/>
                  <a:gd name="connsiteY2" fmla="*/ 689596 h 693864"/>
                  <a:gd name="connsiteX3" fmla="*/ 202629 w 292389"/>
                  <a:gd name="connsiteY3" fmla="*/ 333356 h 693864"/>
                  <a:gd name="connsiteX4" fmla="*/ 170751 w 292389"/>
                  <a:gd name="connsiteY4" fmla="*/ 155347 h 693864"/>
                  <a:gd name="connsiteX5" fmla="*/ 110060 w 292389"/>
                  <a:gd name="connsiteY5" fmla="*/ 409451 h 693864"/>
                  <a:gd name="connsiteX6" fmla="*/ 59657 w 292389"/>
                  <a:gd name="connsiteY6" fmla="*/ 688229 h 693864"/>
                  <a:gd name="connsiteX7" fmla="*/ 0 w 292389"/>
                  <a:gd name="connsiteY7" fmla="*/ 688229 h 693864"/>
                  <a:gd name="connsiteX8" fmla="*/ 39100 w 292389"/>
                  <a:gd name="connsiteY8" fmla="*/ 318913 h 693864"/>
                  <a:gd name="connsiteX9" fmla="*/ 56591 w 292389"/>
                  <a:gd name="connsiteY9" fmla="*/ 0 h 693864"/>
                  <a:gd name="connsiteX10" fmla="*/ 292132 w 292389"/>
                  <a:gd name="connsiteY10" fmla="*/ 0 h 693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2389" h="693864">
                    <a:moveTo>
                      <a:pt x="292132" y="0"/>
                    </a:moveTo>
                    <a:cubicBezTo>
                      <a:pt x="292132" y="0"/>
                      <a:pt x="294866" y="594958"/>
                      <a:pt x="282528" y="689596"/>
                    </a:cubicBezTo>
                    <a:cubicBezTo>
                      <a:pt x="282528" y="689596"/>
                      <a:pt x="258518" y="699200"/>
                      <a:pt x="218753" y="689596"/>
                    </a:cubicBezTo>
                    <a:cubicBezTo>
                      <a:pt x="218753" y="689596"/>
                      <a:pt x="195038" y="534489"/>
                      <a:pt x="202629" y="333356"/>
                    </a:cubicBezTo>
                    <a:cubicBezTo>
                      <a:pt x="175885" y="214025"/>
                      <a:pt x="170751" y="155347"/>
                      <a:pt x="170751" y="155347"/>
                    </a:cubicBezTo>
                    <a:cubicBezTo>
                      <a:pt x="170751" y="155347"/>
                      <a:pt x="124466" y="354929"/>
                      <a:pt x="110060" y="409451"/>
                    </a:cubicBezTo>
                    <a:cubicBezTo>
                      <a:pt x="99772" y="475294"/>
                      <a:pt x="59657" y="688229"/>
                      <a:pt x="59657" y="688229"/>
                    </a:cubicBezTo>
                    <a:cubicBezTo>
                      <a:pt x="59657" y="688229"/>
                      <a:pt x="38047" y="696467"/>
                      <a:pt x="0" y="688229"/>
                    </a:cubicBezTo>
                    <a:cubicBezTo>
                      <a:pt x="0" y="688229"/>
                      <a:pt x="28812" y="387841"/>
                      <a:pt x="39100" y="318913"/>
                    </a:cubicBezTo>
                    <a:cubicBezTo>
                      <a:pt x="49387" y="249985"/>
                      <a:pt x="56591" y="0"/>
                      <a:pt x="56591" y="0"/>
                    </a:cubicBezTo>
                    <a:lnTo>
                      <a:pt x="292132" y="0"/>
                    </a:lnTo>
                    <a:close/>
                  </a:path>
                </a:pathLst>
              </a:custGeom>
              <a:solidFill>
                <a:srgbClr val="194866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A5E8F068-A21A-E8EE-D3C7-2881AC83ED53}"/>
                  </a:ext>
                </a:extLst>
              </p:cNvPr>
              <p:cNvSpPr/>
              <p:nvPr/>
            </p:nvSpPr>
            <p:spPr>
              <a:xfrm>
                <a:off x="1417566" y="3884031"/>
                <a:ext cx="377510" cy="420975"/>
              </a:xfrm>
              <a:custGeom>
                <a:avLst/>
                <a:gdLst>
                  <a:gd name="connsiteX0" fmla="*/ 169218 w 377510"/>
                  <a:gd name="connsiteY0" fmla="*/ 0 h 420975"/>
                  <a:gd name="connsiteX1" fmla="*/ 178656 w 377510"/>
                  <a:gd name="connsiteY1" fmla="*/ 0 h 420975"/>
                  <a:gd name="connsiteX2" fmla="*/ 180318 w 377510"/>
                  <a:gd name="connsiteY2" fmla="*/ 7979 h 420975"/>
                  <a:gd name="connsiteX3" fmla="*/ 195555 w 377510"/>
                  <a:gd name="connsiteY3" fmla="*/ 25063 h 420975"/>
                  <a:gd name="connsiteX4" fmla="*/ 266441 w 377510"/>
                  <a:gd name="connsiteY4" fmla="*/ 61744 h 420975"/>
                  <a:gd name="connsiteX5" fmla="*/ 370351 w 377510"/>
                  <a:gd name="connsiteY5" fmla="*/ 248969 h 420975"/>
                  <a:gd name="connsiteX6" fmla="*/ 333319 w 377510"/>
                  <a:gd name="connsiteY6" fmla="*/ 350810 h 420975"/>
                  <a:gd name="connsiteX7" fmla="*/ 282916 w 377510"/>
                  <a:gd name="connsiteY7" fmla="*/ 317897 h 420975"/>
                  <a:gd name="connsiteX8" fmla="*/ 296288 w 377510"/>
                  <a:gd name="connsiteY8" fmla="*/ 297839 h 420975"/>
                  <a:gd name="connsiteX9" fmla="*/ 301090 w 377510"/>
                  <a:gd name="connsiteY9" fmla="*/ 294589 h 420975"/>
                  <a:gd name="connsiteX10" fmla="*/ 242800 w 377510"/>
                  <a:gd name="connsiteY10" fmla="*/ 191381 h 420975"/>
                  <a:gd name="connsiteX11" fmla="*/ 235597 w 377510"/>
                  <a:gd name="connsiteY11" fmla="*/ 413588 h 420975"/>
                  <a:gd name="connsiteX12" fmla="*/ 116136 w 377510"/>
                  <a:gd name="connsiteY12" fmla="*/ 420976 h 420975"/>
                  <a:gd name="connsiteX13" fmla="*/ 0 w 377510"/>
                  <a:gd name="connsiteY13" fmla="*/ 413588 h 420975"/>
                  <a:gd name="connsiteX14" fmla="*/ 3768 w 377510"/>
                  <a:gd name="connsiteY14" fmla="*/ 54559 h 420975"/>
                  <a:gd name="connsiteX15" fmla="*/ 75005 w 377510"/>
                  <a:gd name="connsiteY15" fmla="*/ 23752 h 420975"/>
                  <a:gd name="connsiteX16" fmla="*/ 91978 w 377510"/>
                  <a:gd name="connsiteY16" fmla="*/ 4617 h 420975"/>
                  <a:gd name="connsiteX17" fmla="*/ 92588 w 377510"/>
                  <a:gd name="connsiteY17" fmla="*/ 37 h 420975"/>
                  <a:gd name="connsiteX18" fmla="*/ 103909 w 377510"/>
                  <a:gd name="connsiteY18" fmla="*/ 37 h 420975"/>
                  <a:gd name="connsiteX19" fmla="*/ 169218 w 377510"/>
                  <a:gd name="connsiteY19" fmla="*/ 37 h 420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77510" h="420975">
                    <a:moveTo>
                      <a:pt x="169218" y="0"/>
                    </a:moveTo>
                    <a:lnTo>
                      <a:pt x="178656" y="0"/>
                    </a:lnTo>
                    <a:lnTo>
                      <a:pt x="180318" y="7979"/>
                    </a:lnTo>
                    <a:cubicBezTo>
                      <a:pt x="181999" y="15976"/>
                      <a:pt x="187761" y="22533"/>
                      <a:pt x="195555" y="25063"/>
                    </a:cubicBezTo>
                    <a:cubicBezTo>
                      <a:pt x="214726" y="31306"/>
                      <a:pt x="250927" y="44752"/>
                      <a:pt x="266441" y="61744"/>
                    </a:cubicBezTo>
                    <a:cubicBezTo>
                      <a:pt x="288050" y="85403"/>
                      <a:pt x="350791" y="205252"/>
                      <a:pt x="370351" y="248969"/>
                    </a:cubicBezTo>
                    <a:cubicBezTo>
                      <a:pt x="389891" y="292686"/>
                      <a:pt x="366749" y="329718"/>
                      <a:pt x="333319" y="350810"/>
                    </a:cubicBezTo>
                    <a:cubicBezTo>
                      <a:pt x="282916" y="317897"/>
                      <a:pt x="282916" y="317897"/>
                      <a:pt x="282916" y="317897"/>
                    </a:cubicBezTo>
                    <a:cubicBezTo>
                      <a:pt x="282916" y="317897"/>
                      <a:pt x="280349" y="305560"/>
                      <a:pt x="296288" y="297839"/>
                    </a:cubicBezTo>
                    <a:lnTo>
                      <a:pt x="301090" y="294589"/>
                    </a:lnTo>
                    <a:lnTo>
                      <a:pt x="242800" y="191381"/>
                    </a:lnTo>
                    <a:lnTo>
                      <a:pt x="235597" y="413588"/>
                    </a:lnTo>
                    <a:cubicBezTo>
                      <a:pt x="235597" y="413588"/>
                      <a:pt x="154941" y="420976"/>
                      <a:pt x="116136" y="420976"/>
                    </a:cubicBezTo>
                    <a:cubicBezTo>
                      <a:pt x="77332" y="420976"/>
                      <a:pt x="0" y="413588"/>
                      <a:pt x="0" y="413588"/>
                    </a:cubicBezTo>
                    <a:lnTo>
                      <a:pt x="3768" y="54559"/>
                    </a:lnTo>
                    <a:cubicBezTo>
                      <a:pt x="3768" y="54559"/>
                      <a:pt x="32340" y="34316"/>
                      <a:pt x="75005" y="23752"/>
                    </a:cubicBezTo>
                    <a:cubicBezTo>
                      <a:pt x="84036" y="21517"/>
                      <a:pt x="90741" y="13852"/>
                      <a:pt x="91978" y="4617"/>
                    </a:cubicBezTo>
                    <a:lnTo>
                      <a:pt x="92588" y="37"/>
                    </a:lnTo>
                    <a:lnTo>
                      <a:pt x="103909" y="37"/>
                    </a:lnTo>
                    <a:lnTo>
                      <a:pt x="169218" y="37"/>
                    </a:lnTo>
                    <a:close/>
                  </a:path>
                </a:pathLst>
              </a:custGeom>
              <a:solidFill>
                <a:srgbClr val="579CE9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9" name="Graphic 15">
              <a:extLst>
                <a:ext uri="{FF2B5EF4-FFF2-40B4-BE49-F238E27FC236}">
                  <a16:creationId xmlns:a16="http://schemas.microsoft.com/office/drawing/2014/main" id="{F8E06B07-1DB9-E130-D01C-A79EC4D1B957}"/>
                </a:ext>
              </a:extLst>
            </p:cNvPr>
            <p:cNvGrpSpPr/>
            <p:nvPr/>
          </p:nvGrpSpPr>
          <p:grpSpPr>
            <a:xfrm>
              <a:off x="2406867" y="4839421"/>
              <a:ext cx="480077" cy="184253"/>
              <a:chOff x="2406867" y="4839421"/>
              <a:chExt cx="480077" cy="184253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149788CF-3C18-5A56-F58A-10771A290012}"/>
                  </a:ext>
                </a:extLst>
              </p:cNvPr>
              <p:cNvSpPr/>
              <p:nvPr/>
            </p:nvSpPr>
            <p:spPr>
              <a:xfrm>
                <a:off x="2738782" y="4940021"/>
                <a:ext cx="148162" cy="83653"/>
              </a:xfrm>
              <a:custGeom>
                <a:avLst/>
                <a:gdLst>
                  <a:gd name="connsiteX0" fmla="*/ 138466 w 148162"/>
                  <a:gd name="connsiteY0" fmla="*/ 62617 h 83653"/>
                  <a:gd name="connsiteX1" fmla="*/ 131337 w 148162"/>
                  <a:gd name="connsiteY1" fmla="*/ 35281 h 83653"/>
                  <a:gd name="connsiteX2" fmla="*/ 102949 w 148162"/>
                  <a:gd name="connsiteY2" fmla="*/ 17662 h 83653"/>
                  <a:gd name="connsiteX3" fmla="*/ 74063 w 148162"/>
                  <a:gd name="connsiteY3" fmla="*/ 79 h 83653"/>
                  <a:gd name="connsiteX4" fmla="*/ 45232 w 148162"/>
                  <a:gd name="connsiteY4" fmla="*/ 17662 h 83653"/>
                  <a:gd name="connsiteX5" fmla="*/ 22828 w 148162"/>
                  <a:gd name="connsiteY5" fmla="*/ 34746 h 83653"/>
                  <a:gd name="connsiteX6" fmla="*/ 16346 w 148162"/>
                  <a:gd name="connsiteY6" fmla="*/ 63743 h 83653"/>
                  <a:gd name="connsiteX7" fmla="*/ 0 w 148162"/>
                  <a:gd name="connsiteY7" fmla="*/ 83653 h 83653"/>
                  <a:gd name="connsiteX8" fmla="*/ 148162 w 148162"/>
                  <a:gd name="connsiteY8" fmla="*/ 83653 h 83653"/>
                  <a:gd name="connsiteX9" fmla="*/ 138466 w 148162"/>
                  <a:gd name="connsiteY9" fmla="*/ 62617 h 8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8162" h="83653">
                    <a:moveTo>
                      <a:pt x="138466" y="62617"/>
                    </a:moveTo>
                    <a:cubicBezTo>
                      <a:pt x="133313" y="54582"/>
                      <a:pt x="143010" y="47878"/>
                      <a:pt x="131337" y="35281"/>
                    </a:cubicBezTo>
                    <a:cubicBezTo>
                      <a:pt x="123875" y="27137"/>
                      <a:pt x="109192" y="28245"/>
                      <a:pt x="102949" y="17662"/>
                    </a:cubicBezTo>
                    <a:cubicBezTo>
                      <a:pt x="91313" y="-2193"/>
                      <a:pt x="74063" y="79"/>
                      <a:pt x="74063" y="79"/>
                    </a:cubicBezTo>
                    <a:cubicBezTo>
                      <a:pt x="74063" y="79"/>
                      <a:pt x="56886" y="-2193"/>
                      <a:pt x="45232" y="17662"/>
                    </a:cubicBezTo>
                    <a:cubicBezTo>
                      <a:pt x="38989" y="28245"/>
                      <a:pt x="30290" y="26582"/>
                      <a:pt x="22828" y="34746"/>
                    </a:cubicBezTo>
                    <a:cubicBezTo>
                      <a:pt x="11248" y="47435"/>
                      <a:pt x="21554" y="55691"/>
                      <a:pt x="16346" y="63743"/>
                    </a:cubicBezTo>
                    <a:cubicBezTo>
                      <a:pt x="11248" y="71833"/>
                      <a:pt x="0" y="69062"/>
                      <a:pt x="0" y="83653"/>
                    </a:cubicBezTo>
                    <a:lnTo>
                      <a:pt x="148162" y="83653"/>
                    </a:lnTo>
                    <a:cubicBezTo>
                      <a:pt x="148162" y="69044"/>
                      <a:pt x="143564" y="70706"/>
                      <a:pt x="138466" y="62617"/>
                    </a:cubicBezTo>
                    <a:close/>
                  </a:path>
                </a:pathLst>
              </a:custGeom>
              <a:solidFill>
                <a:srgbClr val="ABD17E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8173929F-FF28-9AE6-323F-0B86D825DF8D}"/>
                  </a:ext>
                </a:extLst>
              </p:cNvPr>
              <p:cNvSpPr/>
              <p:nvPr/>
            </p:nvSpPr>
            <p:spPr>
              <a:xfrm>
                <a:off x="2471584" y="4839421"/>
                <a:ext cx="326005" cy="184216"/>
              </a:xfrm>
              <a:custGeom>
                <a:avLst/>
                <a:gdLst>
                  <a:gd name="connsiteX0" fmla="*/ 304692 w 326005"/>
                  <a:gd name="connsiteY0" fmla="*/ 137876 h 184216"/>
                  <a:gd name="connsiteX1" fmla="*/ 289066 w 326005"/>
                  <a:gd name="connsiteY1" fmla="*/ 77721 h 184216"/>
                  <a:gd name="connsiteX2" fmla="*/ 226565 w 326005"/>
                  <a:gd name="connsiteY2" fmla="*/ 38861 h 184216"/>
                  <a:gd name="connsiteX3" fmla="*/ 163030 w 326005"/>
                  <a:gd name="connsiteY3" fmla="*/ 168 h 184216"/>
                  <a:gd name="connsiteX4" fmla="*/ 99495 w 326005"/>
                  <a:gd name="connsiteY4" fmla="*/ 38861 h 184216"/>
                  <a:gd name="connsiteX5" fmla="*/ 50256 w 326005"/>
                  <a:gd name="connsiteY5" fmla="*/ 76502 h 184216"/>
                  <a:gd name="connsiteX6" fmla="*/ 36034 w 326005"/>
                  <a:gd name="connsiteY6" fmla="*/ 140370 h 184216"/>
                  <a:gd name="connsiteX7" fmla="*/ 0 w 326005"/>
                  <a:gd name="connsiteY7" fmla="*/ 184216 h 184216"/>
                  <a:gd name="connsiteX8" fmla="*/ 326005 w 326005"/>
                  <a:gd name="connsiteY8" fmla="*/ 184216 h 184216"/>
                  <a:gd name="connsiteX9" fmla="*/ 304692 w 326005"/>
                  <a:gd name="connsiteY9" fmla="*/ 137876 h 184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6005" h="184216">
                    <a:moveTo>
                      <a:pt x="304692" y="137876"/>
                    </a:moveTo>
                    <a:cubicBezTo>
                      <a:pt x="293351" y="120146"/>
                      <a:pt x="314665" y="105555"/>
                      <a:pt x="289066" y="77721"/>
                    </a:cubicBezTo>
                    <a:cubicBezTo>
                      <a:pt x="272647" y="59880"/>
                      <a:pt x="240362" y="62484"/>
                      <a:pt x="226565" y="38861"/>
                    </a:cubicBezTo>
                    <a:cubicBezTo>
                      <a:pt x="200930" y="-4764"/>
                      <a:pt x="163030" y="168"/>
                      <a:pt x="163030" y="168"/>
                    </a:cubicBezTo>
                    <a:cubicBezTo>
                      <a:pt x="163030" y="168"/>
                      <a:pt x="125168" y="-4764"/>
                      <a:pt x="99495" y="38861"/>
                    </a:cubicBezTo>
                    <a:cubicBezTo>
                      <a:pt x="85680" y="62484"/>
                      <a:pt x="66638" y="58660"/>
                      <a:pt x="50256" y="76502"/>
                    </a:cubicBezTo>
                    <a:cubicBezTo>
                      <a:pt x="24712" y="104336"/>
                      <a:pt x="47356" y="122510"/>
                      <a:pt x="36034" y="140370"/>
                    </a:cubicBezTo>
                    <a:cubicBezTo>
                      <a:pt x="24712" y="158156"/>
                      <a:pt x="0" y="152116"/>
                      <a:pt x="0" y="184216"/>
                    </a:cubicBezTo>
                    <a:lnTo>
                      <a:pt x="326005" y="184216"/>
                    </a:lnTo>
                    <a:cubicBezTo>
                      <a:pt x="326005" y="152135"/>
                      <a:pt x="316106" y="155736"/>
                      <a:pt x="304692" y="137876"/>
                    </a:cubicBezTo>
                    <a:close/>
                  </a:path>
                </a:pathLst>
              </a:custGeom>
              <a:solidFill>
                <a:srgbClr val="ABD17E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36E7E53B-1A24-6AF9-FA93-E887D3AEABBA}"/>
                  </a:ext>
                </a:extLst>
              </p:cNvPr>
              <p:cNvSpPr/>
              <p:nvPr/>
            </p:nvSpPr>
            <p:spPr>
              <a:xfrm>
                <a:off x="2406867" y="4892523"/>
                <a:ext cx="232235" cy="131132"/>
              </a:xfrm>
              <a:custGeom>
                <a:avLst/>
                <a:gdLst>
                  <a:gd name="connsiteX0" fmla="*/ 217091 w 232235"/>
                  <a:gd name="connsiteY0" fmla="*/ 98146 h 131132"/>
                  <a:gd name="connsiteX1" fmla="*/ 205898 w 232235"/>
                  <a:gd name="connsiteY1" fmla="*/ 55186 h 131132"/>
                  <a:gd name="connsiteX2" fmla="*/ 161294 w 232235"/>
                  <a:gd name="connsiteY2" fmla="*/ 27518 h 131132"/>
                  <a:gd name="connsiteX3" fmla="*/ 116062 w 232235"/>
                  <a:gd name="connsiteY3" fmla="*/ 128 h 131132"/>
                  <a:gd name="connsiteX4" fmla="*/ 70849 w 232235"/>
                  <a:gd name="connsiteY4" fmla="*/ 27518 h 131132"/>
                  <a:gd name="connsiteX5" fmla="*/ 35757 w 232235"/>
                  <a:gd name="connsiteY5" fmla="*/ 54410 h 131132"/>
                  <a:gd name="connsiteX6" fmla="*/ 25617 w 232235"/>
                  <a:gd name="connsiteY6" fmla="*/ 99863 h 131132"/>
                  <a:gd name="connsiteX7" fmla="*/ 0 w 232235"/>
                  <a:gd name="connsiteY7" fmla="*/ 131132 h 131132"/>
                  <a:gd name="connsiteX8" fmla="*/ 232236 w 232235"/>
                  <a:gd name="connsiteY8" fmla="*/ 131132 h 131132"/>
                  <a:gd name="connsiteX9" fmla="*/ 217091 w 232235"/>
                  <a:gd name="connsiteY9" fmla="*/ 98146 h 131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2235" h="131132">
                    <a:moveTo>
                      <a:pt x="217091" y="98146"/>
                    </a:moveTo>
                    <a:cubicBezTo>
                      <a:pt x="208909" y="85439"/>
                      <a:pt x="224072" y="75077"/>
                      <a:pt x="205898" y="55186"/>
                    </a:cubicBezTo>
                    <a:cubicBezTo>
                      <a:pt x="194262" y="42534"/>
                      <a:pt x="171231" y="44325"/>
                      <a:pt x="161294" y="27518"/>
                    </a:cubicBezTo>
                    <a:cubicBezTo>
                      <a:pt x="143102" y="-3474"/>
                      <a:pt x="116062" y="128"/>
                      <a:pt x="116062" y="128"/>
                    </a:cubicBezTo>
                    <a:cubicBezTo>
                      <a:pt x="116062" y="128"/>
                      <a:pt x="89041" y="-3474"/>
                      <a:pt x="70849" y="27518"/>
                    </a:cubicBezTo>
                    <a:cubicBezTo>
                      <a:pt x="60986" y="44325"/>
                      <a:pt x="47430" y="41666"/>
                      <a:pt x="35757" y="54410"/>
                    </a:cubicBezTo>
                    <a:cubicBezTo>
                      <a:pt x="17491" y="74209"/>
                      <a:pt x="33781" y="87175"/>
                      <a:pt x="25617" y="99863"/>
                    </a:cubicBezTo>
                    <a:cubicBezTo>
                      <a:pt x="17491" y="112626"/>
                      <a:pt x="0" y="108286"/>
                      <a:pt x="0" y="131132"/>
                    </a:cubicBezTo>
                    <a:lnTo>
                      <a:pt x="232236" y="131132"/>
                    </a:lnTo>
                    <a:cubicBezTo>
                      <a:pt x="232217" y="108286"/>
                      <a:pt x="225125" y="110834"/>
                      <a:pt x="217091" y="98146"/>
                    </a:cubicBezTo>
                    <a:close/>
                  </a:path>
                </a:pathLst>
              </a:custGeom>
              <a:solidFill>
                <a:srgbClr val="BDD796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39BB907B-CD05-9732-6ED5-E41D7BE1A03D}"/>
                  </a:ext>
                </a:extLst>
              </p:cNvPr>
              <p:cNvSpPr/>
              <p:nvPr/>
            </p:nvSpPr>
            <p:spPr>
              <a:xfrm>
                <a:off x="2708289" y="4961708"/>
                <a:ext cx="109653" cy="61929"/>
              </a:xfrm>
              <a:custGeom>
                <a:avLst/>
                <a:gdLst>
                  <a:gd name="connsiteX0" fmla="*/ 102487 w 109653"/>
                  <a:gd name="connsiteY0" fmla="*/ 46359 h 61929"/>
                  <a:gd name="connsiteX1" fmla="*/ 97205 w 109653"/>
                  <a:gd name="connsiteY1" fmla="*/ 26172 h 61929"/>
                  <a:gd name="connsiteX2" fmla="*/ 76131 w 109653"/>
                  <a:gd name="connsiteY2" fmla="*/ 13151 h 61929"/>
                  <a:gd name="connsiteX3" fmla="*/ 54780 w 109653"/>
                  <a:gd name="connsiteY3" fmla="*/ 56 h 61929"/>
                  <a:gd name="connsiteX4" fmla="*/ 33411 w 109653"/>
                  <a:gd name="connsiteY4" fmla="*/ 13151 h 61929"/>
                  <a:gd name="connsiteX5" fmla="*/ 16881 w 109653"/>
                  <a:gd name="connsiteY5" fmla="*/ 25729 h 61929"/>
                  <a:gd name="connsiteX6" fmla="*/ 12079 w 109653"/>
                  <a:gd name="connsiteY6" fmla="*/ 47117 h 61929"/>
                  <a:gd name="connsiteX7" fmla="*/ 0 w 109653"/>
                  <a:gd name="connsiteY7" fmla="*/ 61929 h 61929"/>
                  <a:gd name="connsiteX8" fmla="*/ 109654 w 109653"/>
                  <a:gd name="connsiteY8" fmla="*/ 61929 h 61929"/>
                  <a:gd name="connsiteX9" fmla="*/ 102487 w 109653"/>
                  <a:gd name="connsiteY9" fmla="*/ 46359 h 61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9653" h="61929">
                    <a:moveTo>
                      <a:pt x="102487" y="46359"/>
                    </a:moveTo>
                    <a:cubicBezTo>
                      <a:pt x="98646" y="40431"/>
                      <a:pt x="105867" y="35499"/>
                      <a:pt x="97205" y="26172"/>
                    </a:cubicBezTo>
                    <a:cubicBezTo>
                      <a:pt x="91683" y="20133"/>
                      <a:pt x="80878" y="20964"/>
                      <a:pt x="76131" y="13151"/>
                    </a:cubicBezTo>
                    <a:cubicBezTo>
                      <a:pt x="67543" y="-1587"/>
                      <a:pt x="54780" y="56"/>
                      <a:pt x="54780" y="56"/>
                    </a:cubicBezTo>
                    <a:cubicBezTo>
                      <a:pt x="54780" y="56"/>
                      <a:pt x="42092" y="-1606"/>
                      <a:pt x="33411" y="13151"/>
                    </a:cubicBezTo>
                    <a:cubicBezTo>
                      <a:pt x="28813" y="20964"/>
                      <a:pt x="22403" y="19689"/>
                      <a:pt x="16881" y="25729"/>
                    </a:cubicBezTo>
                    <a:cubicBezTo>
                      <a:pt x="8200" y="35093"/>
                      <a:pt x="15939" y="41262"/>
                      <a:pt x="12079" y="47117"/>
                    </a:cubicBezTo>
                    <a:cubicBezTo>
                      <a:pt x="8200" y="53212"/>
                      <a:pt x="0" y="51162"/>
                      <a:pt x="0" y="61929"/>
                    </a:cubicBezTo>
                    <a:lnTo>
                      <a:pt x="109654" y="61929"/>
                    </a:lnTo>
                    <a:cubicBezTo>
                      <a:pt x="109672" y="51180"/>
                      <a:pt x="106311" y="52399"/>
                      <a:pt x="102487" y="46359"/>
                    </a:cubicBezTo>
                    <a:close/>
                  </a:path>
                </a:pathLst>
              </a:custGeom>
              <a:solidFill>
                <a:srgbClr val="BDD796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4" name="Graphic 15">
              <a:extLst>
                <a:ext uri="{FF2B5EF4-FFF2-40B4-BE49-F238E27FC236}">
                  <a16:creationId xmlns:a16="http://schemas.microsoft.com/office/drawing/2014/main" id="{30416374-137F-C34C-907D-C2513EA14548}"/>
                </a:ext>
              </a:extLst>
            </p:cNvPr>
            <p:cNvGrpSpPr/>
            <p:nvPr/>
          </p:nvGrpSpPr>
          <p:grpSpPr>
            <a:xfrm>
              <a:off x="1068363" y="3027064"/>
              <a:ext cx="2175468" cy="516370"/>
              <a:chOff x="1068363" y="3027064"/>
              <a:chExt cx="2175468" cy="516370"/>
            </a:xfrm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9C234872-B309-717A-AE46-675141FE6A80}"/>
                  </a:ext>
                </a:extLst>
              </p:cNvPr>
              <p:cNvSpPr/>
              <p:nvPr/>
            </p:nvSpPr>
            <p:spPr>
              <a:xfrm>
                <a:off x="2992332" y="3032570"/>
                <a:ext cx="251499" cy="156028"/>
              </a:xfrm>
              <a:custGeom>
                <a:avLst/>
                <a:gdLst>
                  <a:gd name="connsiteX0" fmla="*/ 0 w 251499"/>
                  <a:gd name="connsiteY0" fmla="*/ 7478 h 156028"/>
                  <a:gd name="connsiteX1" fmla="*/ 131614 w 251499"/>
                  <a:gd name="connsiteY1" fmla="*/ 41665 h 156028"/>
                  <a:gd name="connsiteX2" fmla="*/ 251499 w 251499"/>
                  <a:gd name="connsiteY2" fmla="*/ 72325 h 156028"/>
                  <a:gd name="connsiteX3" fmla="*/ 139611 w 251499"/>
                  <a:gd name="connsiteY3" fmla="*/ 137762 h 156028"/>
                  <a:gd name="connsiteX4" fmla="*/ 0 w 251499"/>
                  <a:gd name="connsiteY4" fmla="*/ 156029 h 156028"/>
                  <a:gd name="connsiteX5" fmla="*/ 0 w 251499"/>
                  <a:gd name="connsiteY5" fmla="*/ 7478 h 156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1499" h="156028">
                    <a:moveTo>
                      <a:pt x="0" y="7478"/>
                    </a:moveTo>
                    <a:cubicBezTo>
                      <a:pt x="0" y="7478"/>
                      <a:pt x="67672" y="-23827"/>
                      <a:pt x="131614" y="41665"/>
                    </a:cubicBezTo>
                    <a:cubicBezTo>
                      <a:pt x="203552" y="115340"/>
                      <a:pt x="251499" y="72325"/>
                      <a:pt x="251499" y="72325"/>
                    </a:cubicBezTo>
                    <a:cubicBezTo>
                      <a:pt x="251499" y="72325"/>
                      <a:pt x="224331" y="161920"/>
                      <a:pt x="139611" y="137762"/>
                    </a:cubicBezTo>
                    <a:cubicBezTo>
                      <a:pt x="83925" y="121879"/>
                      <a:pt x="28240" y="125979"/>
                      <a:pt x="0" y="156029"/>
                    </a:cubicBezTo>
                    <a:lnTo>
                      <a:pt x="0" y="7478"/>
                    </a:lnTo>
                    <a:close/>
                  </a:path>
                </a:pathLst>
              </a:custGeom>
              <a:solidFill>
                <a:srgbClr val="FFD35A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46" name="Graphic 15">
                <a:extLst>
                  <a:ext uri="{FF2B5EF4-FFF2-40B4-BE49-F238E27FC236}">
                    <a16:creationId xmlns:a16="http://schemas.microsoft.com/office/drawing/2014/main" id="{6A961AAE-7463-C972-A844-EE729D628D45}"/>
                  </a:ext>
                </a:extLst>
              </p:cNvPr>
              <p:cNvGrpSpPr/>
              <p:nvPr/>
            </p:nvGrpSpPr>
            <p:grpSpPr>
              <a:xfrm>
                <a:off x="1068363" y="3284086"/>
                <a:ext cx="2041859" cy="259348"/>
                <a:chOff x="1068363" y="3284086"/>
                <a:chExt cx="2041859" cy="259348"/>
              </a:xfrm>
            </p:grpSpPr>
            <p:grpSp>
              <p:nvGrpSpPr>
                <p:cNvPr id="47" name="Graphic 15">
                  <a:extLst>
                    <a:ext uri="{FF2B5EF4-FFF2-40B4-BE49-F238E27FC236}">
                      <a16:creationId xmlns:a16="http://schemas.microsoft.com/office/drawing/2014/main" id="{B416C0D9-012C-B47E-9831-CDA502A590EF}"/>
                    </a:ext>
                  </a:extLst>
                </p:cNvPr>
                <p:cNvGrpSpPr/>
                <p:nvPr/>
              </p:nvGrpSpPr>
              <p:grpSpPr>
                <a:xfrm>
                  <a:off x="1068363" y="3284086"/>
                  <a:ext cx="2041859" cy="259348"/>
                  <a:chOff x="1068363" y="3284086"/>
                  <a:chExt cx="2041859" cy="259348"/>
                </a:xfrm>
              </p:grpSpPr>
              <p:sp>
                <p:nvSpPr>
                  <p:cNvPr id="48" name="Freeform: Shape 47">
                    <a:extLst>
                      <a:ext uri="{FF2B5EF4-FFF2-40B4-BE49-F238E27FC236}">
                        <a16:creationId xmlns:a16="http://schemas.microsoft.com/office/drawing/2014/main" id="{B25AC450-12DF-DE45-0C61-7010D4E36E7C}"/>
                      </a:ext>
                    </a:extLst>
                  </p:cNvPr>
                  <p:cNvSpPr/>
                  <p:nvPr/>
                </p:nvSpPr>
                <p:spPr>
                  <a:xfrm>
                    <a:off x="1068363" y="3284086"/>
                    <a:ext cx="259348" cy="259348"/>
                  </a:xfrm>
                  <a:custGeom>
                    <a:avLst/>
                    <a:gdLst>
                      <a:gd name="connsiteX0" fmla="*/ 259349 w 259348"/>
                      <a:gd name="connsiteY0" fmla="*/ 129674 h 259348"/>
                      <a:gd name="connsiteX1" fmla="*/ 129674 w 259348"/>
                      <a:gd name="connsiteY1" fmla="*/ 259349 h 259348"/>
                      <a:gd name="connsiteX2" fmla="*/ 0 w 259348"/>
                      <a:gd name="connsiteY2" fmla="*/ 129674 h 259348"/>
                      <a:gd name="connsiteX3" fmla="*/ 129674 w 259348"/>
                      <a:gd name="connsiteY3" fmla="*/ 0 h 259348"/>
                      <a:gd name="connsiteX4" fmla="*/ 259349 w 259348"/>
                      <a:gd name="connsiteY4" fmla="*/ 129674 h 2593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59348" h="259348">
                        <a:moveTo>
                          <a:pt x="259349" y="129674"/>
                        </a:moveTo>
                        <a:cubicBezTo>
                          <a:pt x="259349" y="201292"/>
                          <a:pt x="201292" y="259349"/>
                          <a:pt x="129674" y="259349"/>
                        </a:cubicBezTo>
                        <a:cubicBezTo>
                          <a:pt x="58057" y="259349"/>
                          <a:pt x="0" y="201292"/>
                          <a:pt x="0" y="129674"/>
                        </a:cubicBezTo>
                        <a:cubicBezTo>
                          <a:pt x="0" y="58057"/>
                          <a:pt x="58057" y="0"/>
                          <a:pt x="129674" y="0"/>
                        </a:cubicBezTo>
                        <a:cubicBezTo>
                          <a:pt x="201292" y="0"/>
                          <a:pt x="259349" y="58057"/>
                          <a:pt x="259349" y="129674"/>
                        </a:cubicBezTo>
                        <a:close/>
                      </a:path>
                    </a:pathLst>
                  </a:custGeom>
                  <a:solidFill>
                    <a:srgbClr val="FFD35A"/>
                  </a:solidFill>
                  <a:ln w="184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9" name="Freeform: Shape 48">
                    <a:extLst>
                      <a:ext uri="{FF2B5EF4-FFF2-40B4-BE49-F238E27FC236}">
                        <a16:creationId xmlns:a16="http://schemas.microsoft.com/office/drawing/2014/main" id="{0AD46CEF-99E7-D974-E15B-D40471CC89DE}"/>
                      </a:ext>
                    </a:extLst>
                  </p:cNvPr>
                  <p:cNvSpPr/>
                  <p:nvPr/>
                </p:nvSpPr>
                <p:spPr>
                  <a:xfrm>
                    <a:off x="1115515" y="3331239"/>
                    <a:ext cx="165043" cy="165043"/>
                  </a:xfrm>
                  <a:custGeom>
                    <a:avLst/>
                    <a:gdLst>
                      <a:gd name="connsiteX0" fmla="*/ 165044 w 165043"/>
                      <a:gd name="connsiteY0" fmla="*/ 82522 h 165043"/>
                      <a:gd name="connsiteX1" fmla="*/ 82522 w 165043"/>
                      <a:gd name="connsiteY1" fmla="*/ 165044 h 165043"/>
                      <a:gd name="connsiteX2" fmla="*/ 0 w 165043"/>
                      <a:gd name="connsiteY2" fmla="*/ 82522 h 165043"/>
                      <a:gd name="connsiteX3" fmla="*/ 82522 w 165043"/>
                      <a:gd name="connsiteY3" fmla="*/ 0 h 165043"/>
                      <a:gd name="connsiteX4" fmla="*/ 165044 w 165043"/>
                      <a:gd name="connsiteY4" fmla="*/ 82522 h 1650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5043" h="165043">
                        <a:moveTo>
                          <a:pt x="165044" y="82522"/>
                        </a:moveTo>
                        <a:cubicBezTo>
                          <a:pt x="165044" y="128097"/>
                          <a:pt x="128097" y="165044"/>
                          <a:pt x="82522" y="165044"/>
                        </a:cubicBezTo>
                        <a:cubicBezTo>
                          <a:pt x="36946" y="165044"/>
                          <a:pt x="0" y="128097"/>
                          <a:pt x="0" y="82522"/>
                        </a:cubicBezTo>
                        <a:cubicBezTo>
                          <a:pt x="0" y="36946"/>
                          <a:pt x="36946" y="0"/>
                          <a:pt x="82522" y="0"/>
                        </a:cubicBezTo>
                        <a:cubicBezTo>
                          <a:pt x="128097" y="0"/>
                          <a:pt x="165044" y="36946"/>
                          <a:pt x="165044" y="825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84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0" name="Freeform: Shape 49">
                    <a:extLst>
                      <a:ext uri="{FF2B5EF4-FFF2-40B4-BE49-F238E27FC236}">
                        <a16:creationId xmlns:a16="http://schemas.microsoft.com/office/drawing/2014/main" id="{0A5031DB-31E9-150E-7BEE-83E5AF1440D7}"/>
                      </a:ext>
                    </a:extLst>
                  </p:cNvPr>
                  <p:cNvSpPr/>
                  <p:nvPr/>
                </p:nvSpPr>
                <p:spPr>
                  <a:xfrm>
                    <a:off x="1513995" y="3284086"/>
                    <a:ext cx="259348" cy="259348"/>
                  </a:xfrm>
                  <a:custGeom>
                    <a:avLst/>
                    <a:gdLst>
                      <a:gd name="connsiteX0" fmla="*/ 259349 w 259348"/>
                      <a:gd name="connsiteY0" fmla="*/ 129674 h 259348"/>
                      <a:gd name="connsiteX1" fmla="*/ 129674 w 259348"/>
                      <a:gd name="connsiteY1" fmla="*/ 259349 h 259348"/>
                      <a:gd name="connsiteX2" fmla="*/ 0 w 259348"/>
                      <a:gd name="connsiteY2" fmla="*/ 129674 h 259348"/>
                      <a:gd name="connsiteX3" fmla="*/ 129674 w 259348"/>
                      <a:gd name="connsiteY3" fmla="*/ 0 h 259348"/>
                      <a:gd name="connsiteX4" fmla="*/ 259349 w 259348"/>
                      <a:gd name="connsiteY4" fmla="*/ 129674 h 2593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59348" h="259348">
                        <a:moveTo>
                          <a:pt x="259349" y="129674"/>
                        </a:moveTo>
                        <a:cubicBezTo>
                          <a:pt x="259349" y="201292"/>
                          <a:pt x="201292" y="259349"/>
                          <a:pt x="129674" y="259349"/>
                        </a:cubicBezTo>
                        <a:cubicBezTo>
                          <a:pt x="58057" y="259349"/>
                          <a:pt x="0" y="201292"/>
                          <a:pt x="0" y="129674"/>
                        </a:cubicBezTo>
                        <a:cubicBezTo>
                          <a:pt x="0" y="58057"/>
                          <a:pt x="58057" y="0"/>
                          <a:pt x="129674" y="0"/>
                        </a:cubicBezTo>
                        <a:cubicBezTo>
                          <a:pt x="201292" y="0"/>
                          <a:pt x="259349" y="58057"/>
                          <a:pt x="259349" y="129674"/>
                        </a:cubicBezTo>
                        <a:close/>
                      </a:path>
                    </a:pathLst>
                  </a:custGeom>
                  <a:solidFill>
                    <a:srgbClr val="FFD35A"/>
                  </a:solidFill>
                  <a:ln w="184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1" name="Freeform: Shape 50">
                    <a:extLst>
                      <a:ext uri="{FF2B5EF4-FFF2-40B4-BE49-F238E27FC236}">
                        <a16:creationId xmlns:a16="http://schemas.microsoft.com/office/drawing/2014/main" id="{B4605216-56EF-C767-CDA0-165341D9E92E}"/>
                      </a:ext>
                    </a:extLst>
                  </p:cNvPr>
                  <p:cNvSpPr/>
                  <p:nvPr/>
                </p:nvSpPr>
                <p:spPr>
                  <a:xfrm>
                    <a:off x="1561148" y="3331239"/>
                    <a:ext cx="165043" cy="165043"/>
                  </a:xfrm>
                  <a:custGeom>
                    <a:avLst/>
                    <a:gdLst>
                      <a:gd name="connsiteX0" fmla="*/ 165043 w 165043"/>
                      <a:gd name="connsiteY0" fmla="*/ 82522 h 165043"/>
                      <a:gd name="connsiteX1" fmla="*/ 82522 w 165043"/>
                      <a:gd name="connsiteY1" fmla="*/ 165044 h 165043"/>
                      <a:gd name="connsiteX2" fmla="*/ 0 w 165043"/>
                      <a:gd name="connsiteY2" fmla="*/ 82522 h 165043"/>
                      <a:gd name="connsiteX3" fmla="*/ 82522 w 165043"/>
                      <a:gd name="connsiteY3" fmla="*/ 0 h 165043"/>
                      <a:gd name="connsiteX4" fmla="*/ 165043 w 165043"/>
                      <a:gd name="connsiteY4" fmla="*/ 82522 h 1650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5043" h="165043">
                        <a:moveTo>
                          <a:pt x="165043" y="82522"/>
                        </a:moveTo>
                        <a:cubicBezTo>
                          <a:pt x="165043" y="128105"/>
                          <a:pt x="128104" y="165044"/>
                          <a:pt x="82522" y="165044"/>
                        </a:cubicBezTo>
                        <a:cubicBezTo>
                          <a:pt x="36939" y="165044"/>
                          <a:pt x="0" y="128105"/>
                          <a:pt x="0" y="82522"/>
                        </a:cubicBezTo>
                        <a:cubicBezTo>
                          <a:pt x="0" y="36939"/>
                          <a:pt x="36939" y="0"/>
                          <a:pt x="82522" y="0"/>
                        </a:cubicBezTo>
                        <a:cubicBezTo>
                          <a:pt x="128104" y="-18"/>
                          <a:pt x="165043" y="36939"/>
                          <a:pt x="165043" y="825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84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2" name="Freeform: Shape 51">
                    <a:extLst>
                      <a:ext uri="{FF2B5EF4-FFF2-40B4-BE49-F238E27FC236}">
                        <a16:creationId xmlns:a16="http://schemas.microsoft.com/office/drawing/2014/main" id="{2E4EDC96-A047-31B5-75A3-637D02F0D977}"/>
                      </a:ext>
                    </a:extLst>
                  </p:cNvPr>
                  <p:cNvSpPr/>
                  <p:nvPr/>
                </p:nvSpPr>
                <p:spPr>
                  <a:xfrm>
                    <a:off x="1959627" y="3284086"/>
                    <a:ext cx="259348" cy="259348"/>
                  </a:xfrm>
                  <a:custGeom>
                    <a:avLst/>
                    <a:gdLst>
                      <a:gd name="connsiteX0" fmla="*/ 259349 w 259348"/>
                      <a:gd name="connsiteY0" fmla="*/ 129674 h 259348"/>
                      <a:gd name="connsiteX1" fmla="*/ 129674 w 259348"/>
                      <a:gd name="connsiteY1" fmla="*/ 259349 h 259348"/>
                      <a:gd name="connsiteX2" fmla="*/ 0 w 259348"/>
                      <a:gd name="connsiteY2" fmla="*/ 129674 h 259348"/>
                      <a:gd name="connsiteX3" fmla="*/ 129674 w 259348"/>
                      <a:gd name="connsiteY3" fmla="*/ 0 h 259348"/>
                      <a:gd name="connsiteX4" fmla="*/ 259349 w 259348"/>
                      <a:gd name="connsiteY4" fmla="*/ 129674 h 2593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59348" h="259348">
                        <a:moveTo>
                          <a:pt x="259349" y="129674"/>
                        </a:moveTo>
                        <a:cubicBezTo>
                          <a:pt x="259349" y="201292"/>
                          <a:pt x="201292" y="259349"/>
                          <a:pt x="129674" y="259349"/>
                        </a:cubicBezTo>
                        <a:cubicBezTo>
                          <a:pt x="58057" y="259349"/>
                          <a:pt x="0" y="201292"/>
                          <a:pt x="0" y="129674"/>
                        </a:cubicBezTo>
                        <a:cubicBezTo>
                          <a:pt x="0" y="58057"/>
                          <a:pt x="58057" y="0"/>
                          <a:pt x="129674" y="0"/>
                        </a:cubicBezTo>
                        <a:cubicBezTo>
                          <a:pt x="201292" y="0"/>
                          <a:pt x="259349" y="58057"/>
                          <a:pt x="259349" y="129674"/>
                        </a:cubicBezTo>
                        <a:close/>
                      </a:path>
                    </a:pathLst>
                  </a:custGeom>
                  <a:solidFill>
                    <a:srgbClr val="FFD35A"/>
                  </a:solidFill>
                  <a:ln w="184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3" name="Freeform: Shape 52">
                    <a:extLst>
                      <a:ext uri="{FF2B5EF4-FFF2-40B4-BE49-F238E27FC236}">
                        <a16:creationId xmlns:a16="http://schemas.microsoft.com/office/drawing/2014/main" id="{E948E6F2-555F-66DE-CD19-65BBD3106789}"/>
                      </a:ext>
                    </a:extLst>
                  </p:cNvPr>
                  <p:cNvSpPr/>
                  <p:nvPr/>
                </p:nvSpPr>
                <p:spPr>
                  <a:xfrm>
                    <a:off x="2006780" y="3331239"/>
                    <a:ext cx="165043" cy="165043"/>
                  </a:xfrm>
                  <a:custGeom>
                    <a:avLst/>
                    <a:gdLst>
                      <a:gd name="connsiteX0" fmla="*/ 165044 w 165043"/>
                      <a:gd name="connsiteY0" fmla="*/ 82522 h 165043"/>
                      <a:gd name="connsiteX1" fmla="*/ 82522 w 165043"/>
                      <a:gd name="connsiteY1" fmla="*/ 165044 h 165043"/>
                      <a:gd name="connsiteX2" fmla="*/ 0 w 165043"/>
                      <a:gd name="connsiteY2" fmla="*/ 82522 h 165043"/>
                      <a:gd name="connsiteX3" fmla="*/ 82522 w 165043"/>
                      <a:gd name="connsiteY3" fmla="*/ 0 h 165043"/>
                      <a:gd name="connsiteX4" fmla="*/ 165044 w 165043"/>
                      <a:gd name="connsiteY4" fmla="*/ 82522 h 1650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5043" h="165043">
                        <a:moveTo>
                          <a:pt x="165044" y="82522"/>
                        </a:moveTo>
                        <a:cubicBezTo>
                          <a:pt x="165044" y="128097"/>
                          <a:pt x="128097" y="165044"/>
                          <a:pt x="82522" y="165044"/>
                        </a:cubicBezTo>
                        <a:cubicBezTo>
                          <a:pt x="36946" y="165044"/>
                          <a:pt x="0" y="128097"/>
                          <a:pt x="0" y="82522"/>
                        </a:cubicBezTo>
                        <a:cubicBezTo>
                          <a:pt x="0" y="36946"/>
                          <a:pt x="36946" y="0"/>
                          <a:pt x="82522" y="0"/>
                        </a:cubicBezTo>
                        <a:cubicBezTo>
                          <a:pt x="128097" y="0"/>
                          <a:pt x="165044" y="36946"/>
                          <a:pt x="165044" y="825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84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4" name="Freeform: Shape 53">
                    <a:extLst>
                      <a:ext uri="{FF2B5EF4-FFF2-40B4-BE49-F238E27FC236}">
                        <a16:creationId xmlns:a16="http://schemas.microsoft.com/office/drawing/2014/main" id="{2E0164F7-1788-0638-D59C-A753B358FFCB}"/>
                      </a:ext>
                    </a:extLst>
                  </p:cNvPr>
                  <p:cNvSpPr/>
                  <p:nvPr/>
                </p:nvSpPr>
                <p:spPr>
                  <a:xfrm>
                    <a:off x="2405241" y="3284086"/>
                    <a:ext cx="259348" cy="259348"/>
                  </a:xfrm>
                  <a:custGeom>
                    <a:avLst/>
                    <a:gdLst>
                      <a:gd name="connsiteX0" fmla="*/ 259349 w 259348"/>
                      <a:gd name="connsiteY0" fmla="*/ 129674 h 259348"/>
                      <a:gd name="connsiteX1" fmla="*/ 129674 w 259348"/>
                      <a:gd name="connsiteY1" fmla="*/ 259349 h 259348"/>
                      <a:gd name="connsiteX2" fmla="*/ 0 w 259348"/>
                      <a:gd name="connsiteY2" fmla="*/ 129674 h 259348"/>
                      <a:gd name="connsiteX3" fmla="*/ 129674 w 259348"/>
                      <a:gd name="connsiteY3" fmla="*/ 0 h 259348"/>
                      <a:gd name="connsiteX4" fmla="*/ 259349 w 259348"/>
                      <a:gd name="connsiteY4" fmla="*/ 129674 h 2593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59348" h="259348">
                        <a:moveTo>
                          <a:pt x="259349" y="129674"/>
                        </a:moveTo>
                        <a:cubicBezTo>
                          <a:pt x="259349" y="201292"/>
                          <a:pt x="201292" y="259349"/>
                          <a:pt x="129674" y="259349"/>
                        </a:cubicBezTo>
                        <a:cubicBezTo>
                          <a:pt x="58057" y="259349"/>
                          <a:pt x="0" y="201292"/>
                          <a:pt x="0" y="129674"/>
                        </a:cubicBezTo>
                        <a:cubicBezTo>
                          <a:pt x="0" y="58057"/>
                          <a:pt x="58057" y="0"/>
                          <a:pt x="129674" y="0"/>
                        </a:cubicBezTo>
                        <a:cubicBezTo>
                          <a:pt x="201292" y="0"/>
                          <a:pt x="259349" y="58057"/>
                          <a:pt x="259349" y="129674"/>
                        </a:cubicBezTo>
                        <a:close/>
                      </a:path>
                    </a:pathLst>
                  </a:custGeom>
                  <a:solidFill>
                    <a:srgbClr val="FFD35A"/>
                  </a:solidFill>
                  <a:ln w="184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5" name="Freeform: Shape 54">
                    <a:extLst>
                      <a:ext uri="{FF2B5EF4-FFF2-40B4-BE49-F238E27FC236}">
                        <a16:creationId xmlns:a16="http://schemas.microsoft.com/office/drawing/2014/main" id="{A7F0D89E-631F-4FF6-48C0-03EE75CBA199}"/>
                      </a:ext>
                    </a:extLst>
                  </p:cNvPr>
                  <p:cNvSpPr/>
                  <p:nvPr/>
                </p:nvSpPr>
                <p:spPr>
                  <a:xfrm>
                    <a:off x="2452394" y="3331239"/>
                    <a:ext cx="165043" cy="165043"/>
                  </a:xfrm>
                  <a:custGeom>
                    <a:avLst/>
                    <a:gdLst>
                      <a:gd name="connsiteX0" fmla="*/ 165044 w 165043"/>
                      <a:gd name="connsiteY0" fmla="*/ 82522 h 165043"/>
                      <a:gd name="connsiteX1" fmla="*/ 82522 w 165043"/>
                      <a:gd name="connsiteY1" fmla="*/ 165044 h 165043"/>
                      <a:gd name="connsiteX2" fmla="*/ 0 w 165043"/>
                      <a:gd name="connsiteY2" fmla="*/ 82522 h 165043"/>
                      <a:gd name="connsiteX3" fmla="*/ 82522 w 165043"/>
                      <a:gd name="connsiteY3" fmla="*/ 0 h 165043"/>
                      <a:gd name="connsiteX4" fmla="*/ 165044 w 165043"/>
                      <a:gd name="connsiteY4" fmla="*/ 82522 h 1650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5043" h="165043">
                        <a:moveTo>
                          <a:pt x="165044" y="82522"/>
                        </a:moveTo>
                        <a:cubicBezTo>
                          <a:pt x="165044" y="128105"/>
                          <a:pt x="128105" y="165044"/>
                          <a:pt x="82522" y="165044"/>
                        </a:cubicBezTo>
                        <a:cubicBezTo>
                          <a:pt x="36939" y="165044"/>
                          <a:pt x="0" y="128105"/>
                          <a:pt x="0" y="82522"/>
                        </a:cubicBezTo>
                        <a:cubicBezTo>
                          <a:pt x="0" y="36939"/>
                          <a:pt x="36939" y="0"/>
                          <a:pt x="82522" y="0"/>
                        </a:cubicBezTo>
                        <a:cubicBezTo>
                          <a:pt x="128105" y="-18"/>
                          <a:pt x="165044" y="36939"/>
                          <a:pt x="165044" y="825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84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6" name="Freeform: Shape 55">
                    <a:extLst>
                      <a:ext uri="{FF2B5EF4-FFF2-40B4-BE49-F238E27FC236}">
                        <a16:creationId xmlns:a16="http://schemas.microsoft.com/office/drawing/2014/main" id="{406FD854-761D-F79C-59F1-2C73CF6CD0D7}"/>
                      </a:ext>
                    </a:extLst>
                  </p:cNvPr>
                  <p:cNvSpPr/>
                  <p:nvPr/>
                </p:nvSpPr>
                <p:spPr>
                  <a:xfrm>
                    <a:off x="2850874" y="3284086"/>
                    <a:ext cx="259348" cy="259348"/>
                  </a:xfrm>
                  <a:custGeom>
                    <a:avLst/>
                    <a:gdLst>
                      <a:gd name="connsiteX0" fmla="*/ 259349 w 259348"/>
                      <a:gd name="connsiteY0" fmla="*/ 129674 h 259348"/>
                      <a:gd name="connsiteX1" fmla="*/ 129675 w 259348"/>
                      <a:gd name="connsiteY1" fmla="*/ 259349 h 259348"/>
                      <a:gd name="connsiteX2" fmla="*/ 0 w 259348"/>
                      <a:gd name="connsiteY2" fmla="*/ 129674 h 259348"/>
                      <a:gd name="connsiteX3" fmla="*/ 129675 w 259348"/>
                      <a:gd name="connsiteY3" fmla="*/ 0 h 259348"/>
                      <a:gd name="connsiteX4" fmla="*/ 259349 w 259348"/>
                      <a:gd name="connsiteY4" fmla="*/ 129674 h 2593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59348" h="259348">
                        <a:moveTo>
                          <a:pt x="259349" y="129674"/>
                        </a:moveTo>
                        <a:cubicBezTo>
                          <a:pt x="259349" y="201292"/>
                          <a:pt x="201292" y="259349"/>
                          <a:pt x="129675" y="259349"/>
                        </a:cubicBezTo>
                        <a:cubicBezTo>
                          <a:pt x="58057" y="259349"/>
                          <a:pt x="0" y="201292"/>
                          <a:pt x="0" y="129674"/>
                        </a:cubicBezTo>
                        <a:cubicBezTo>
                          <a:pt x="0" y="58057"/>
                          <a:pt x="58057" y="0"/>
                          <a:pt x="129675" y="0"/>
                        </a:cubicBezTo>
                        <a:cubicBezTo>
                          <a:pt x="201292" y="0"/>
                          <a:pt x="259349" y="58057"/>
                          <a:pt x="259349" y="129674"/>
                        </a:cubicBezTo>
                        <a:close/>
                      </a:path>
                    </a:pathLst>
                  </a:custGeom>
                  <a:solidFill>
                    <a:srgbClr val="FFD35A"/>
                  </a:solidFill>
                  <a:ln w="184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7" name="Freeform: Shape 56">
                    <a:extLst>
                      <a:ext uri="{FF2B5EF4-FFF2-40B4-BE49-F238E27FC236}">
                        <a16:creationId xmlns:a16="http://schemas.microsoft.com/office/drawing/2014/main" id="{CA3B5DCF-195D-C7F1-90C8-7764873B8291}"/>
                      </a:ext>
                    </a:extLst>
                  </p:cNvPr>
                  <p:cNvSpPr/>
                  <p:nvPr/>
                </p:nvSpPr>
                <p:spPr>
                  <a:xfrm>
                    <a:off x="2898026" y="3331239"/>
                    <a:ext cx="165043" cy="165043"/>
                  </a:xfrm>
                  <a:custGeom>
                    <a:avLst/>
                    <a:gdLst>
                      <a:gd name="connsiteX0" fmla="*/ 165044 w 165043"/>
                      <a:gd name="connsiteY0" fmla="*/ 82522 h 165043"/>
                      <a:gd name="connsiteX1" fmla="*/ 82522 w 165043"/>
                      <a:gd name="connsiteY1" fmla="*/ 165044 h 165043"/>
                      <a:gd name="connsiteX2" fmla="*/ 0 w 165043"/>
                      <a:gd name="connsiteY2" fmla="*/ 82522 h 165043"/>
                      <a:gd name="connsiteX3" fmla="*/ 82522 w 165043"/>
                      <a:gd name="connsiteY3" fmla="*/ 0 h 165043"/>
                      <a:gd name="connsiteX4" fmla="*/ 165044 w 165043"/>
                      <a:gd name="connsiteY4" fmla="*/ 82522 h 1650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5043" h="165043">
                        <a:moveTo>
                          <a:pt x="165044" y="82522"/>
                        </a:moveTo>
                        <a:cubicBezTo>
                          <a:pt x="165044" y="128097"/>
                          <a:pt x="128097" y="165044"/>
                          <a:pt x="82522" y="165044"/>
                        </a:cubicBezTo>
                        <a:cubicBezTo>
                          <a:pt x="36946" y="165044"/>
                          <a:pt x="0" y="128097"/>
                          <a:pt x="0" y="82522"/>
                        </a:cubicBezTo>
                        <a:cubicBezTo>
                          <a:pt x="0" y="36946"/>
                          <a:pt x="36946" y="0"/>
                          <a:pt x="82522" y="0"/>
                        </a:cubicBezTo>
                        <a:cubicBezTo>
                          <a:pt x="128097" y="0"/>
                          <a:pt x="165044" y="36946"/>
                          <a:pt x="165044" y="825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84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586E1EE5-59FA-5CC1-4A3F-EAEACD9D4A56}"/>
                    </a:ext>
                  </a:extLst>
                </p:cNvPr>
                <p:cNvSpPr/>
                <p:nvPr/>
              </p:nvSpPr>
              <p:spPr>
                <a:xfrm>
                  <a:off x="1319474" y="3393703"/>
                  <a:ext cx="205122" cy="40078"/>
                </a:xfrm>
                <a:custGeom>
                  <a:avLst/>
                  <a:gdLst>
                    <a:gd name="connsiteX0" fmla="*/ 0 w 205122"/>
                    <a:gd name="connsiteY0" fmla="*/ 0 h 40078"/>
                    <a:gd name="connsiteX1" fmla="*/ 205122 w 205122"/>
                    <a:gd name="connsiteY1" fmla="*/ 0 h 40078"/>
                    <a:gd name="connsiteX2" fmla="*/ 205122 w 205122"/>
                    <a:gd name="connsiteY2" fmla="*/ 40079 h 40078"/>
                    <a:gd name="connsiteX3" fmla="*/ 0 w 205122"/>
                    <a:gd name="connsiteY3" fmla="*/ 40079 h 400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5122" h="40078">
                      <a:moveTo>
                        <a:pt x="0" y="0"/>
                      </a:moveTo>
                      <a:lnTo>
                        <a:pt x="205122" y="0"/>
                      </a:lnTo>
                      <a:lnTo>
                        <a:pt x="205122" y="40079"/>
                      </a:lnTo>
                      <a:lnTo>
                        <a:pt x="0" y="40079"/>
                      </a:lnTo>
                      <a:close/>
                    </a:path>
                  </a:pathLst>
                </a:custGeom>
                <a:solidFill>
                  <a:srgbClr val="FFD35A"/>
                </a:solidFill>
                <a:ln w="184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A6A7CE40-ADD0-DB32-75EE-FC4CD3C466B2}"/>
                    </a:ext>
                  </a:extLst>
                </p:cNvPr>
                <p:cNvSpPr/>
                <p:nvPr/>
              </p:nvSpPr>
              <p:spPr>
                <a:xfrm>
                  <a:off x="1767452" y="3393703"/>
                  <a:ext cx="205122" cy="40078"/>
                </a:xfrm>
                <a:custGeom>
                  <a:avLst/>
                  <a:gdLst>
                    <a:gd name="connsiteX0" fmla="*/ 0 w 205122"/>
                    <a:gd name="connsiteY0" fmla="*/ 0 h 40078"/>
                    <a:gd name="connsiteX1" fmla="*/ 205122 w 205122"/>
                    <a:gd name="connsiteY1" fmla="*/ 0 h 40078"/>
                    <a:gd name="connsiteX2" fmla="*/ 205122 w 205122"/>
                    <a:gd name="connsiteY2" fmla="*/ 40079 h 40078"/>
                    <a:gd name="connsiteX3" fmla="*/ 0 w 205122"/>
                    <a:gd name="connsiteY3" fmla="*/ 40079 h 400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5122" h="40078">
                      <a:moveTo>
                        <a:pt x="0" y="0"/>
                      </a:moveTo>
                      <a:lnTo>
                        <a:pt x="205122" y="0"/>
                      </a:lnTo>
                      <a:lnTo>
                        <a:pt x="205122" y="40079"/>
                      </a:lnTo>
                      <a:lnTo>
                        <a:pt x="0" y="40079"/>
                      </a:lnTo>
                      <a:close/>
                    </a:path>
                  </a:pathLst>
                </a:custGeom>
                <a:solidFill>
                  <a:srgbClr val="FFD35A"/>
                </a:solidFill>
                <a:ln w="184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C71A920A-D500-AD16-F968-3CFF3D8D04F9}"/>
                    </a:ext>
                  </a:extLst>
                </p:cNvPr>
                <p:cNvSpPr/>
                <p:nvPr/>
              </p:nvSpPr>
              <p:spPr>
                <a:xfrm>
                  <a:off x="2213084" y="3393703"/>
                  <a:ext cx="205122" cy="40078"/>
                </a:xfrm>
                <a:custGeom>
                  <a:avLst/>
                  <a:gdLst>
                    <a:gd name="connsiteX0" fmla="*/ 0 w 205122"/>
                    <a:gd name="connsiteY0" fmla="*/ 0 h 40078"/>
                    <a:gd name="connsiteX1" fmla="*/ 205122 w 205122"/>
                    <a:gd name="connsiteY1" fmla="*/ 0 h 40078"/>
                    <a:gd name="connsiteX2" fmla="*/ 205122 w 205122"/>
                    <a:gd name="connsiteY2" fmla="*/ 40079 h 40078"/>
                    <a:gd name="connsiteX3" fmla="*/ 0 w 205122"/>
                    <a:gd name="connsiteY3" fmla="*/ 40079 h 400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5122" h="40078">
                      <a:moveTo>
                        <a:pt x="0" y="0"/>
                      </a:moveTo>
                      <a:lnTo>
                        <a:pt x="205122" y="0"/>
                      </a:lnTo>
                      <a:lnTo>
                        <a:pt x="205122" y="40079"/>
                      </a:lnTo>
                      <a:lnTo>
                        <a:pt x="0" y="40079"/>
                      </a:lnTo>
                      <a:close/>
                    </a:path>
                  </a:pathLst>
                </a:custGeom>
                <a:solidFill>
                  <a:srgbClr val="FFD35A"/>
                </a:solidFill>
                <a:ln w="184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2B7005C1-694C-2F16-84D2-E98293568652}"/>
                    </a:ext>
                  </a:extLst>
                </p:cNvPr>
                <p:cNvSpPr/>
                <p:nvPr/>
              </p:nvSpPr>
              <p:spPr>
                <a:xfrm>
                  <a:off x="2656353" y="3393703"/>
                  <a:ext cx="205122" cy="40078"/>
                </a:xfrm>
                <a:custGeom>
                  <a:avLst/>
                  <a:gdLst>
                    <a:gd name="connsiteX0" fmla="*/ 0 w 205122"/>
                    <a:gd name="connsiteY0" fmla="*/ 0 h 40078"/>
                    <a:gd name="connsiteX1" fmla="*/ 205122 w 205122"/>
                    <a:gd name="connsiteY1" fmla="*/ 0 h 40078"/>
                    <a:gd name="connsiteX2" fmla="*/ 205122 w 205122"/>
                    <a:gd name="connsiteY2" fmla="*/ 40079 h 40078"/>
                    <a:gd name="connsiteX3" fmla="*/ 0 w 205122"/>
                    <a:gd name="connsiteY3" fmla="*/ 40079 h 400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5122" h="40078">
                      <a:moveTo>
                        <a:pt x="0" y="0"/>
                      </a:moveTo>
                      <a:lnTo>
                        <a:pt x="205122" y="0"/>
                      </a:lnTo>
                      <a:lnTo>
                        <a:pt x="205122" y="40079"/>
                      </a:lnTo>
                      <a:lnTo>
                        <a:pt x="0" y="40079"/>
                      </a:lnTo>
                      <a:close/>
                    </a:path>
                  </a:pathLst>
                </a:custGeom>
                <a:solidFill>
                  <a:srgbClr val="FFD35A"/>
                </a:solidFill>
                <a:ln w="184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4C8D384E-9998-F11B-B350-ED21719FB0D0}"/>
                  </a:ext>
                </a:extLst>
              </p:cNvPr>
              <p:cNvSpPr/>
              <p:nvPr/>
            </p:nvSpPr>
            <p:spPr>
              <a:xfrm>
                <a:off x="1113315" y="3274288"/>
                <a:ext cx="216745" cy="172071"/>
              </a:xfrm>
              <a:custGeom>
                <a:avLst/>
                <a:gdLst>
                  <a:gd name="connsiteX0" fmla="*/ 176829 w 216745"/>
                  <a:gd name="connsiteY0" fmla="*/ 7729 h 172071"/>
                  <a:gd name="connsiteX1" fmla="*/ 82783 w 216745"/>
                  <a:gd name="connsiteY1" fmla="*/ 115388 h 172071"/>
                  <a:gd name="connsiteX2" fmla="*/ 39361 w 216745"/>
                  <a:gd name="connsiteY2" fmla="*/ 68882 h 172071"/>
                  <a:gd name="connsiteX3" fmla="*/ 7205 w 216745"/>
                  <a:gd name="connsiteY3" fmla="*/ 67681 h 172071"/>
                  <a:gd name="connsiteX4" fmla="*/ 6171 w 216745"/>
                  <a:gd name="connsiteY4" fmla="*/ 99892 h 172071"/>
                  <a:gd name="connsiteX5" fmla="*/ 66585 w 216745"/>
                  <a:gd name="connsiteY5" fmla="*/ 164776 h 172071"/>
                  <a:gd name="connsiteX6" fmla="*/ 83614 w 216745"/>
                  <a:gd name="connsiteY6" fmla="*/ 172071 h 172071"/>
                  <a:gd name="connsiteX7" fmla="*/ 100329 w 216745"/>
                  <a:gd name="connsiteY7" fmla="*/ 164258 h 172071"/>
                  <a:gd name="connsiteX8" fmla="*/ 211146 w 216745"/>
                  <a:gd name="connsiteY8" fmla="*/ 37761 h 172071"/>
                  <a:gd name="connsiteX9" fmla="*/ 208966 w 216745"/>
                  <a:gd name="connsiteY9" fmla="*/ 5605 h 172071"/>
                  <a:gd name="connsiteX10" fmla="*/ 176829 w 216745"/>
                  <a:gd name="connsiteY10" fmla="*/ 7729 h 172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745" h="172071">
                    <a:moveTo>
                      <a:pt x="176829" y="7729"/>
                    </a:moveTo>
                    <a:cubicBezTo>
                      <a:pt x="176829" y="7729"/>
                      <a:pt x="106719" y="87998"/>
                      <a:pt x="82783" y="115388"/>
                    </a:cubicBezTo>
                    <a:cubicBezTo>
                      <a:pt x="65089" y="96438"/>
                      <a:pt x="39361" y="68882"/>
                      <a:pt x="39361" y="68882"/>
                    </a:cubicBezTo>
                    <a:cubicBezTo>
                      <a:pt x="30865" y="59702"/>
                      <a:pt x="16385" y="59296"/>
                      <a:pt x="7205" y="67681"/>
                    </a:cubicBezTo>
                    <a:cubicBezTo>
                      <a:pt x="-1992" y="76288"/>
                      <a:pt x="-2436" y="90768"/>
                      <a:pt x="6171" y="99892"/>
                    </a:cubicBezTo>
                    <a:lnTo>
                      <a:pt x="66585" y="164776"/>
                    </a:lnTo>
                    <a:cubicBezTo>
                      <a:pt x="70999" y="169652"/>
                      <a:pt x="77149" y="172126"/>
                      <a:pt x="83614" y="172071"/>
                    </a:cubicBezTo>
                    <a:cubicBezTo>
                      <a:pt x="89986" y="171960"/>
                      <a:pt x="96081" y="169190"/>
                      <a:pt x="100329" y="164258"/>
                    </a:cubicBezTo>
                    <a:lnTo>
                      <a:pt x="211146" y="37761"/>
                    </a:lnTo>
                    <a:cubicBezTo>
                      <a:pt x="219420" y="28230"/>
                      <a:pt x="218386" y="13880"/>
                      <a:pt x="208966" y="5605"/>
                    </a:cubicBezTo>
                    <a:cubicBezTo>
                      <a:pt x="199565" y="-2669"/>
                      <a:pt x="185159" y="-1635"/>
                      <a:pt x="176829" y="7729"/>
                    </a:cubicBezTo>
                    <a:close/>
                  </a:path>
                </a:pathLst>
              </a:custGeom>
              <a:solidFill>
                <a:srgbClr val="266E8E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FE3DFDA9-8226-2FB7-4606-134BD33FD0DE}"/>
                  </a:ext>
                </a:extLst>
              </p:cNvPr>
              <p:cNvSpPr/>
              <p:nvPr/>
            </p:nvSpPr>
            <p:spPr>
              <a:xfrm>
                <a:off x="1561312" y="3274288"/>
                <a:ext cx="216776" cy="172071"/>
              </a:xfrm>
              <a:custGeom>
                <a:avLst/>
                <a:gdLst>
                  <a:gd name="connsiteX0" fmla="*/ 176829 w 216776"/>
                  <a:gd name="connsiteY0" fmla="*/ 7729 h 172071"/>
                  <a:gd name="connsiteX1" fmla="*/ 82783 w 216776"/>
                  <a:gd name="connsiteY1" fmla="*/ 115388 h 172071"/>
                  <a:gd name="connsiteX2" fmla="*/ 39361 w 216776"/>
                  <a:gd name="connsiteY2" fmla="*/ 68882 h 172071"/>
                  <a:gd name="connsiteX3" fmla="*/ 7205 w 216776"/>
                  <a:gd name="connsiteY3" fmla="*/ 67681 h 172071"/>
                  <a:gd name="connsiteX4" fmla="*/ 6171 w 216776"/>
                  <a:gd name="connsiteY4" fmla="*/ 99892 h 172071"/>
                  <a:gd name="connsiteX5" fmla="*/ 66585 w 216776"/>
                  <a:gd name="connsiteY5" fmla="*/ 164776 h 172071"/>
                  <a:gd name="connsiteX6" fmla="*/ 83632 w 216776"/>
                  <a:gd name="connsiteY6" fmla="*/ 172071 h 172071"/>
                  <a:gd name="connsiteX7" fmla="*/ 100347 w 216776"/>
                  <a:gd name="connsiteY7" fmla="*/ 164258 h 172071"/>
                  <a:gd name="connsiteX8" fmla="*/ 211183 w 216776"/>
                  <a:gd name="connsiteY8" fmla="*/ 37761 h 172071"/>
                  <a:gd name="connsiteX9" fmla="*/ 209003 w 216776"/>
                  <a:gd name="connsiteY9" fmla="*/ 5605 h 172071"/>
                  <a:gd name="connsiteX10" fmla="*/ 176829 w 216776"/>
                  <a:gd name="connsiteY10" fmla="*/ 7729 h 172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776" h="172071">
                    <a:moveTo>
                      <a:pt x="176829" y="7729"/>
                    </a:moveTo>
                    <a:cubicBezTo>
                      <a:pt x="176829" y="7729"/>
                      <a:pt x="106719" y="87998"/>
                      <a:pt x="82783" y="115388"/>
                    </a:cubicBezTo>
                    <a:cubicBezTo>
                      <a:pt x="65089" y="96438"/>
                      <a:pt x="39361" y="68882"/>
                      <a:pt x="39361" y="68882"/>
                    </a:cubicBezTo>
                    <a:cubicBezTo>
                      <a:pt x="30865" y="59702"/>
                      <a:pt x="16385" y="59296"/>
                      <a:pt x="7205" y="67681"/>
                    </a:cubicBezTo>
                    <a:cubicBezTo>
                      <a:pt x="-1992" y="76288"/>
                      <a:pt x="-2436" y="90768"/>
                      <a:pt x="6171" y="99892"/>
                    </a:cubicBezTo>
                    <a:lnTo>
                      <a:pt x="66585" y="164776"/>
                    </a:lnTo>
                    <a:cubicBezTo>
                      <a:pt x="70999" y="169652"/>
                      <a:pt x="77149" y="172126"/>
                      <a:pt x="83632" y="172071"/>
                    </a:cubicBezTo>
                    <a:cubicBezTo>
                      <a:pt x="90004" y="171960"/>
                      <a:pt x="96099" y="169190"/>
                      <a:pt x="100347" y="164258"/>
                    </a:cubicBezTo>
                    <a:lnTo>
                      <a:pt x="211183" y="37761"/>
                    </a:lnTo>
                    <a:cubicBezTo>
                      <a:pt x="219457" y="28230"/>
                      <a:pt x="218404" y="13880"/>
                      <a:pt x="209003" y="5605"/>
                    </a:cubicBezTo>
                    <a:cubicBezTo>
                      <a:pt x="199547" y="-2669"/>
                      <a:pt x="185141" y="-1635"/>
                      <a:pt x="176829" y="7729"/>
                    </a:cubicBezTo>
                    <a:close/>
                  </a:path>
                </a:pathLst>
              </a:custGeom>
              <a:solidFill>
                <a:srgbClr val="266E8E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3972DA7A-2A92-5043-494F-144E820FBF45}"/>
                  </a:ext>
                </a:extLst>
              </p:cNvPr>
              <p:cNvSpPr/>
              <p:nvPr/>
            </p:nvSpPr>
            <p:spPr>
              <a:xfrm>
                <a:off x="2971110" y="3027064"/>
                <a:ext cx="22015" cy="403983"/>
              </a:xfrm>
              <a:custGeom>
                <a:avLst/>
                <a:gdLst>
                  <a:gd name="connsiteX0" fmla="*/ 11008 w 22015"/>
                  <a:gd name="connsiteY0" fmla="*/ 403984 h 403983"/>
                  <a:gd name="connsiteX1" fmla="*/ 11008 w 22015"/>
                  <a:gd name="connsiteY1" fmla="*/ 403984 h 403983"/>
                  <a:gd name="connsiteX2" fmla="*/ 0 w 22015"/>
                  <a:gd name="connsiteY2" fmla="*/ 392976 h 403983"/>
                  <a:gd name="connsiteX3" fmla="*/ 0 w 22015"/>
                  <a:gd name="connsiteY3" fmla="*/ 11008 h 403983"/>
                  <a:gd name="connsiteX4" fmla="*/ 11008 w 22015"/>
                  <a:gd name="connsiteY4" fmla="*/ 0 h 403983"/>
                  <a:gd name="connsiteX5" fmla="*/ 11008 w 22015"/>
                  <a:gd name="connsiteY5" fmla="*/ 0 h 403983"/>
                  <a:gd name="connsiteX6" fmla="*/ 22016 w 22015"/>
                  <a:gd name="connsiteY6" fmla="*/ 11008 h 403983"/>
                  <a:gd name="connsiteX7" fmla="*/ 22016 w 22015"/>
                  <a:gd name="connsiteY7" fmla="*/ 392976 h 403983"/>
                  <a:gd name="connsiteX8" fmla="*/ 11008 w 22015"/>
                  <a:gd name="connsiteY8" fmla="*/ 403984 h 403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015" h="403983">
                    <a:moveTo>
                      <a:pt x="11008" y="403984"/>
                    </a:moveTo>
                    <a:lnTo>
                      <a:pt x="11008" y="403984"/>
                    </a:lnTo>
                    <a:cubicBezTo>
                      <a:pt x="4931" y="403984"/>
                      <a:pt x="0" y="399052"/>
                      <a:pt x="0" y="392976"/>
                    </a:cubicBezTo>
                    <a:lnTo>
                      <a:pt x="0" y="11008"/>
                    </a:lnTo>
                    <a:cubicBezTo>
                      <a:pt x="0" y="4931"/>
                      <a:pt x="4931" y="0"/>
                      <a:pt x="11008" y="0"/>
                    </a:cubicBezTo>
                    <a:lnTo>
                      <a:pt x="11008" y="0"/>
                    </a:lnTo>
                    <a:cubicBezTo>
                      <a:pt x="17084" y="0"/>
                      <a:pt x="22016" y="4931"/>
                      <a:pt x="22016" y="11008"/>
                    </a:cubicBezTo>
                    <a:lnTo>
                      <a:pt x="22016" y="392976"/>
                    </a:lnTo>
                    <a:cubicBezTo>
                      <a:pt x="22016" y="399052"/>
                      <a:pt x="17084" y="403984"/>
                      <a:pt x="11008" y="403984"/>
                    </a:cubicBezTo>
                    <a:close/>
                  </a:path>
                </a:pathLst>
              </a:custGeom>
              <a:solidFill>
                <a:srgbClr val="EFA34B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65" name="Graphic 15">
              <a:extLst>
                <a:ext uri="{FF2B5EF4-FFF2-40B4-BE49-F238E27FC236}">
                  <a16:creationId xmlns:a16="http://schemas.microsoft.com/office/drawing/2014/main" id="{143A570A-B500-2DF4-A98A-E44E4A769293}"/>
                </a:ext>
              </a:extLst>
            </p:cNvPr>
            <p:cNvGrpSpPr/>
            <p:nvPr/>
          </p:nvGrpSpPr>
          <p:grpSpPr>
            <a:xfrm>
              <a:off x="2046416" y="3418119"/>
              <a:ext cx="1316765" cy="1604834"/>
              <a:chOff x="2046416" y="3418119"/>
              <a:chExt cx="1316765" cy="1604834"/>
            </a:xfrm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6E00D6A5-53E4-9865-416E-622C219835CE}"/>
                  </a:ext>
                </a:extLst>
              </p:cNvPr>
              <p:cNvSpPr/>
              <p:nvPr/>
            </p:nvSpPr>
            <p:spPr>
              <a:xfrm>
                <a:off x="2772581" y="4951218"/>
                <a:ext cx="34796" cy="37696"/>
              </a:xfrm>
              <a:custGeom>
                <a:avLst/>
                <a:gdLst>
                  <a:gd name="connsiteX0" fmla="*/ 34797 w 34796"/>
                  <a:gd name="connsiteY0" fmla="*/ 1940 h 37696"/>
                  <a:gd name="connsiteX1" fmla="*/ 32026 w 34796"/>
                  <a:gd name="connsiteY1" fmla="*/ 37696 h 37696"/>
                  <a:gd name="connsiteX2" fmla="*/ 0 w 34796"/>
                  <a:gd name="connsiteY2" fmla="*/ 37696 h 37696"/>
                  <a:gd name="connsiteX3" fmla="*/ 2844 w 34796"/>
                  <a:gd name="connsiteY3" fmla="*/ 0 h 37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796" h="37696">
                    <a:moveTo>
                      <a:pt x="34797" y="1940"/>
                    </a:moveTo>
                    <a:lnTo>
                      <a:pt x="32026" y="37696"/>
                    </a:lnTo>
                    <a:lnTo>
                      <a:pt x="0" y="37696"/>
                    </a:lnTo>
                    <a:lnTo>
                      <a:pt x="28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74A85159-5A9A-67E0-300C-8E0950E4FD37}"/>
                  </a:ext>
                </a:extLst>
              </p:cNvPr>
              <p:cNvSpPr/>
              <p:nvPr/>
            </p:nvSpPr>
            <p:spPr>
              <a:xfrm>
                <a:off x="2687949" y="4976872"/>
                <a:ext cx="128792" cy="43828"/>
              </a:xfrm>
              <a:custGeom>
                <a:avLst/>
                <a:gdLst>
                  <a:gd name="connsiteX0" fmla="*/ 120260 w 128792"/>
                  <a:gd name="connsiteY0" fmla="*/ 0 h 43828"/>
                  <a:gd name="connsiteX1" fmla="*/ 128793 w 128792"/>
                  <a:gd name="connsiteY1" fmla="*/ 17915 h 43828"/>
                  <a:gd name="connsiteX2" fmla="*/ 128793 w 128792"/>
                  <a:gd name="connsiteY2" fmla="*/ 43828 h 43828"/>
                  <a:gd name="connsiteX3" fmla="*/ 97 w 128792"/>
                  <a:gd name="connsiteY3" fmla="*/ 43828 h 43828"/>
                  <a:gd name="connsiteX4" fmla="*/ 15446 w 128792"/>
                  <a:gd name="connsiteY4" fmla="*/ 28517 h 43828"/>
                  <a:gd name="connsiteX5" fmla="*/ 69838 w 128792"/>
                  <a:gd name="connsiteY5" fmla="*/ 10398 h 43828"/>
                  <a:gd name="connsiteX6" fmla="*/ 88252 w 128792"/>
                  <a:gd name="connsiteY6" fmla="*/ 0 h 43828"/>
                  <a:gd name="connsiteX7" fmla="*/ 120260 w 128792"/>
                  <a:gd name="connsiteY7" fmla="*/ 0 h 43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8792" h="43828">
                    <a:moveTo>
                      <a:pt x="120260" y="0"/>
                    </a:moveTo>
                    <a:cubicBezTo>
                      <a:pt x="120260" y="0"/>
                      <a:pt x="128793" y="5135"/>
                      <a:pt x="128793" y="17915"/>
                    </a:cubicBezTo>
                    <a:cubicBezTo>
                      <a:pt x="128793" y="30641"/>
                      <a:pt x="128793" y="43828"/>
                      <a:pt x="128793" y="43828"/>
                    </a:cubicBezTo>
                    <a:lnTo>
                      <a:pt x="97" y="43828"/>
                    </a:lnTo>
                    <a:cubicBezTo>
                      <a:pt x="97" y="43828"/>
                      <a:pt x="-2193" y="28517"/>
                      <a:pt x="15446" y="28517"/>
                    </a:cubicBezTo>
                    <a:cubicBezTo>
                      <a:pt x="33121" y="28517"/>
                      <a:pt x="64039" y="16272"/>
                      <a:pt x="69838" y="10398"/>
                    </a:cubicBezTo>
                    <a:cubicBezTo>
                      <a:pt x="77263" y="2807"/>
                      <a:pt x="82564" y="0"/>
                      <a:pt x="88252" y="0"/>
                    </a:cubicBezTo>
                    <a:cubicBezTo>
                      <a:pt x="93922" y="0"/>
                      <a:pt x="120260" y="0"/>
                      <a:pt x="120260" y="0"/>
                    </a:cubicBezTo>
                    <a:close/>
                  </a:path>
                </a:pathLst>
              </a:custGeom>
              <a:solidFill>
                <a:srgbClr val="242E23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BFDBD6BF-E07C-82AD-8D43-D23748DC53CC}"/>
                  </a:ext>
                </a:extLst>
              </p:cNvPr>
              <p:cNvSpPr/>
              <p:nvPr/>
            </p:nvSpPr>
            <p:spPr>
              <a:xfrm>
                <a:off x="2745727" y="4242867"/>
                <a:ext cx="163787" cy="715929"/>
              </a:xfrm>
              <a:custGeom>
                <a:avLst/>
                <a:gdLst>
                  <a:gd name="connsiteX0" fmla="*/ 0 w 163787"/>
                  <a:gd name="connsiteY0" fmla="*/ 66646 h 715929"/>
                  <a:gd name="connsiteX1" fmla="*/ 14148 w 163787"/>
                  <a:gd name="connsiteY1" fmla="*/ 713024 h 715929"/>
                  <a:gd name="connsiteX2" fmla="*/ 69870 w 163787"/>
                  <a:gd name="connsiteY2" fmla="*/ 713024 h 715929"/>
                  <a:gd name="connsiteX3" fmla="*/ 117669 w 163787"/>
                  <a:gd name="connsiteY3" fmla="*/ 252357 h 715929"/>
                  <a:gd name="connsiteX4" fmla="*/ 163788 w 163787"/>
                  <a:gd name="connsiteY4" fmla="*/ 19494 h 715929"/>
                  <a:gd name="connsiteX5" fmla="*/ 0 w 163787"/>
                  <a:gd name="connsiteY5" fmla="*/ 66646 h 715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3787" h="715929">
                    <a:moveTo>
                      <a:pt x="0" y="66646"/>
                    </a:moveTo>
                    <a:lnTo>
                      <a:pt x="14148" y="713024"/>
                    </a:lnTo>
                    <a:cubicBezTo>
                      <a:pt x="14148" y="713024"/>
                      <a:pt x="47688" y="719562"/>
                      <a:pt x="69870" y="713024"/>
                    </a:cubicBezTo>
                    <a:cubicBezTo>
                      <a:pt x="88561" y="615985"/>
                      <a:pt x="90981" y="393095"/>
                      <a:pt x="117669" y="252357"/>
                    </a:cubicBezTo>
                    <a:cubicBezTo>
                      <a:pt x="144302" y="111675"/>
                      <a:pt x="163788" y="82641"/>
                      <a:pt x="163788" y="19494"/>
                    </a:cubicBezTo>
                    <a:cubicBezTo>
                      <a:pt x="163788" y="-43598"/>
                      <a:pt x="0" y="66646"/>
                      <a:pt x="0" y="66646"/>
                    </a:cubicBezTo>
                    <a:close/>
                  </a:path>
                </a:pathLst>
              </a:custGeom>
              <a:solidFill>
                <a:srgbClr val="19405A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8E1D0461-0B3F-0DAA-5EDA-09CEA6DE7B81}"/>
                  </a:ext>
                </a:extLst>
              </p:cNvPr>
              <p:cNvSpPr/>
              <p:nvPr/>
            </p:nvSpPr>
            <p:spPr>
              <a:xfrm>
                <a:off x="2991149" y="4953490"/>
                <a:ext cx="40559" cy="37622"/>
              </a:xfrm>
              <a:custGeom>
                <a:avLst/>
                <a:gdLst>
                  <a:gd name="connsiteX0" fmla="*/ 32470 w 40559"/>
                  <a:gd name="connsiteY0" fmla="*/ 1921 h 37622"/>
                  <a:gd name="connsiteX1" fmla="*/ 40559 w 40559"/>
                  <a:gd name="connsiteY1" fmla="*/ 37622 h 37622"/>
                  <a:gd name="connsiteX2" fmla="*/ 8589 w 40559"/>
                  <a:gd name="connsiteY2" fmla="*/ 37622 h 37622"/>
                  <a:gd name="connsiteX3" fmla="*/ 0 w 40559"/>
                  <a:gd name="connsiteY3" fmla="*/ 0 h 37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559" h="37622">
                    <a:moveTo>
                      <a:pt x="32470" y="1921"/>
                    </a:moveTo>
                    <a:lnTo>
                      <a:pt x="40559" y="37622"/>
                    </a:lnTo>
                    <a:lnTo>
                      <a:pt x="8589" y="376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B60E8388-1CF3-4B8A-234F-4D9A8A04F5FE}"/>
                  </a:ext>
                </a:extLst>
              </p:cNvPr>
              <p:cNvSpPr/>
              <p:nvPr/>
            </p:nvSpPr>
            <p:spPr>
              <a:xfrm>
                <a:off x="2909391" y="4979107"/>
                <a:ext cx="128763" cy="43846"/>
              </a:xfrm>
              <a:custGeom>
                <a:avLst/>
                <a:gdLst>
                  <a:gd name="connsiteX0" fmla="*/ 120231 w 128763"/>
                  <a:gd name="connsiteY0" fmla="*/ 18 h 43846"/>
                  <a:gd name="connsiteX1" fmla="*/ 128764 w 128763"/>
                  <a:gd name="connsiteY1" fmla="*/ 17879 h 43846"/>
                  <a:gd name="connsiteX2" fmla="*/ 128764 w 128763"/>
                  <a:gd name="connsiteY2" fmla="*/ 43846 h 43846"/>
                  <a:gd name="connsiteX3" fmla="*/ 105 w 128763"/>
                  <a:gd name="connsiteY3" fmla="*/ 43846 h 43846"/>
                  <a:gd name="connsiteX4" fmla="*/ 15416 w 128763"/>
                  <a:gd name="connsiteY4" fmla="*/ 28591 h 43846"/>
                  <a:gd name="connsiteX5" fmla="*/ 69809 w 128763"/>
                  <a:gd name="connsiteY5" fmla="*/ 10398 h 43846"/>
                  <a:gd name="connsiteX6" fmla="*/ 88223 w 128763"/>
                  <a:gd name="connsiteY6" fmla="*/ 0 h 43846"/>
                  <a:gd name="connsiteX7" fmla="*/ 120231 w 128763"/>
                  <a:gd name="connsiteY7" fmla="*/ 18 h 43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8763" h="43846">
                    <a:moveTo>
                      <a:pt x="120231" y="18"/>
                    </a:moveTo>
                    <a:cubicBezTo>
                      <a:pt x="120231" y="18"/>
                      <a:pt x="128764" y="5208"/>
                      <a:pt x="128764" y="17879"/>
                    </a:cubicBezTo>
                    <a:cubicBezTo>
                      <a:pt x="128764" y="30678"/>
                      <a:pt x="128764" y="43846"/>
                      <a:pt x="128764" y="43846"/>
                    </a:cubicBezTo>
                    <a:lnTo>
                      <a:pt x="105" y="43846"/>
                    </a:lnTo>
                    <a:cubicBezTo>
                      <a:pt x="105" y="43846"/>
                      <a:pt x="-2259" y="28591"/>
                      <a:pt x="15416" y="28591"/>
                    </a:cubicBezTo>
                    <a:cubicBezTo>
                      <a:pt x="33110" y="28591"/>
                      <a:pt x="64065" y="16272"/>
                      <a:pt x="69809" y="10398"/>
                    </a:cubicBezTo>
                    <a:cubicBezTo>
                      <a:pt x="77271" y="2863"/>
                      <a:pt x="82572" y="0"/>
                      <a:pt x="88223" y="0"/>
                    </a:cubicBezTo>
                    <a:cubicBezTo>
                      <a:pt x="93819" y="18"/>
                      <a:pt x="120231" y="18"/>
                      <a:pt x="120231" y="18"/>
                    </a:cubicBezTo>
                    <a:close/>
                  </a:path>
                </a:pathLst>
              </a:custGeom>
              <a:solidFill>
                <a:srgbClr val="242E23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77F24298-8F0B-C565-EF23-6DA143D8BE6E}"/>
                  </a:ext>
                </a:extLst>
              </p:cNvPr>
              <p:cNvSpPr/>
              <p:nvPr/>
            </p:nvSpPr>
            <p:spPr>
              <a:xfrm>
                <a:off x="2824795" y="4387674"/>
                <a:ext cx="210293" cy="577062"/>
              </a:xfrm>
              <a:custGeom>
                <a:avLst/>
                <a:gdLst>
                  <a:gd name="connsiteX0" fmla="*/ 210294 w 210293"/>
                  <a:gd name="connsiteY0" fmla="*/ 571264 h 577062"/>
                  <a:gd name="connsiteX1" fmla="*/ 158062 w 210293"/>
                  <a:gd name="connsiteY1" fmla="*/ 574201 h 577062"/>
                  <a:gd name="connsiteX2" fmla="*/ 0 w 210293"/>
                  <a:gd name="connsiteY2" fmla="*/ 11268 h 577062"/>
                  <a:gd name="connsiteX3" fmla="*/ 135954 w 210293"/>
                  <a:gd name="connsiteY3" fmla="*/ 21 h 577062"/>
                  <a:gd name="connsiteX4" fmla="*/ 210294 w 210293"/>
                  <a:gd name="connsiteY4" fmla="*/ 571264 h 577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0293" h="577062">
                    <a:moveTo>
                      <a:pt x="210294" y="571264"/>
                    </a:moveTo>
                    <a:cubicBezTo>
                      <a:pt x="210294" y="571264"/>
                      <a:pt x="184252" y="582050"/>
                      <a:pt x="158062" y="574201"/>
                    </a:cubicBezTo>
                    <a:cubicBezTo>
                      <a:pt x="158062" y="574201"/>
                      <a:pt x="18395" y="79753"/>
                      <a:pt x="0" y="11268"/>
                    </a:cubicBezTo>
                    <a:cubicBezTo>
                      <a:pt x="109376" y="-995"/>
                      <a:pt x="135954" y="21"/>
                      <a:pt x="135954" y="21"/>
                    </a:cubicBezTo>
                    <a:lnTo>
                      <a:pt x="210294" y="571264"/>
                    </a:lnTo>
                    <a:close/>
                  </a:path>
                </a:pathLst>
              </a:custGeom>
              <a:solidFill>
                <a:srgbClr val="194866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6CCF882-AA83-31F5-6DD0-A4CCBBCE0F33}"/>
                  </a:ext>
                </a:extLst>
              </p:cNvPr>
              <p:cNvSpPr/>
              <p:nvPr/>
            </p:nvSpPr>
            <p:spPr>
              <a:xfrm>
                <a:off x="2584543" y="3718865"/>
                <a:ext cx="303663" cy="374034"/>
              </a:xfrm>
              <a:custGeom>
                <a:avLst/>
                <a:gdLst>
                  <a:gd name="connsiteX0" fmla="*/ 199914 w 303663"/>
                  <a:gd name="connsiteY0" fmla="*/ 224010 h 374034"/>
                  <a:gd name="connsiteX1" fmla="*/ 117891 w 303663"/>
                  <a:gd name="connsiteY1" fmla="*/ 189177 h 374034"/>
                  <a:gd name="connsiteX2" fmla="*/ 38731 w 303663"/>
                  <a:gd name="connsiteY2" fmla="*/ 326 h 374034"/>
                  <a:gd name="connsiteX3" fmla="*/ 0 w 303663"/>
                  <a:gd name="connsiteY3" fmla="*/ 12442 h 374034"/>
                  <a:gd name="connsiteX4" fmla="*/ 85495 w 303663"/>
                  <a:gd name="connsiteY4" fmla="*/ 257034 h 374034"/>
                  <a:gd name="connsiteX5" fmla="*/ 300647 w 303663"/>
                  <a:gd name="connsiteY5" fmla="*/ 372007 h 374034"/>
                  <a:gd name="connsiteX6" fmla="*/ 199914 w 303663"/>
                  <a:gd name="connsiteY6" fmla="*/ 224010 h 3740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3663" h="374034">
                    <a:moveTo>
                      <a:pt x="199914" y="224010"/>
                    </a:moveTo>
                    <a:cubicBezTo>
                      <a:pt x="199914" y="224010"/>
                      <a:pt x="145263" y="201958"/>
                      <a:pt x="117891" y="189177"/>
                    </a:cubicBezTo>
                    <a:cubicBezTo>
                      <a:pt x="90611" y="176304"/>
                      <a:pt x="38731" y="326"/>
                      <a:pt x="38731" y="326"/>
                    </a:cubicBezTo>
                    <a:cubicBezTo>
                      <a:pt x="38731" y="326"/>
                      <a:pt x="15607" y="-3128"/>
                      <a:pt x="0" y="12442"/>
                    </a:cubicBezTo>
                    <a:cubicBezTo>
                      <a:pt x="0" y="12442"/>
                      <a:pt x="39876" y="204008"/>
                      <a:pt x="85495" y="257034"/>
                    </a:cubicBezTo>
                    <a:cubicBezTo>
                      <a:pt x="131023" y="310041"/>
                      <a:pt x="276673" y="387576"/>
                      <a:pt x="300647" y="372007"/>
                    </a:cubicBezTo>
                    <a:cubicBezTo>
                      <a:pt x="324417" y="356437"/>
                      <a:pt x="199914" y="224010"/>
                      <a:pt x="199914" y="224010"/>
                    </a:cubicBezTo>
                    <a:close/>
                  </a:path>
                </a:pathLst>
              </a:custGeom>
              <a:solidFill>
                <a:srgbClr val="4B89DC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EC8A5475-1D74-AC2F-2C89-6A75F5F5D467}"/>
                  </a:ext>
                </a:extLst>
              </p:cNvPr>
              <p:cNvSpPr/>
              <p:nvPr/>
            </p:nvSpPr>
            <p:spPr>
              <a:xfrm>
                <a:off x="2540824" y="3670580"/>
                <a:ext cx="69420" cy="37802"/>
              </a:xfrm>
              <a:custGeom>
                <a:avLst/>
                <a:gdLst>
                  <a:gd name="connsiteX0" fmla="*/ 278 w 69420"/>
                  <a:gd name="connsiteY0" fmla="*/ 9788 h 37802"/>
                  <a:gd name="connsiteX1" fmla="*/ 30347 w 69420"/>
                  <a:gd name="connsiteY1" fmla="*/ 35497 h 37802"/>
                  <a:gd name="connsiteX2" fmla="*/ 69151 w 69420"/>
                  <a:gd name="connsiteY2" fmla="*/ 28036 h 37802"/>
                  <a:gd name="connsiteX3" fmla="*/ 39138 w 69420"/>
                  <a:gd name="connsiteY3" fmla="*/ 2252 h 37802"/>
                  <a:gd name="connsiteX4" fmla="*/ 278 w 69420"/>
                  <a:gd name="connsiteY4" fmla="*/ 9788 h 37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37802">
                    <a:moveTo>
                      <a:pt x="278" y="9788"/>
                    </a:moveTo>
                    <a:cubicBezTo>
                      <a:pt x="-2123" y="18985"/>
                      <a:pt x="11268" y="30510"/>
                      <a:pt x="30347" y="35497"/>
                    </a:cubicBezTo>
                    <a:cubicBezTo>
                      <a:pt x="49278" y="40484"/>
                      <a:pt x="66713" y="37104"/>
                      <a:pt x="69151" y="28036"/>
                    </a:cubicBezTo>
                    <a:cubicBezTo>
                      <a:pt x="71515" y="18985"/>
                      <a:pt x="58051" y="7313"/>
                      <a:pt x="39138" y="2252"/>
                    </a:cubicBezTo>
                    <a:cubicBezTo>
                      <a:pt x="20059" y="-2661"/>
                      <a:pt x="2642" y="738"/>
                      <a:pt x="278" y="9788"/>
                    </a:cubicBezTo>
                    <a:close/>
                  </a:path>
                </a:pathLst>
              </a:custGeom>
              <a:solidFill>
                <a:srgbClr val="FDA4A4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74" name="Graphic 15">
                <a:extLst>
                  <a:ext uri="{FF2B5EF4-FFF2-40B4-BE49-F238E27FC236}">
                    <a16:creationId xmlns:a16="http://schemas.microsoft.com/office/drawing/2014/main" id="{D3D84870-F3D7-6629-8986-B5B5183D96DB}"/>
                  </a:ext>
                </a:extLst>
              </p:cNvPr>
              <p:cNvGrpSpPr/>
              <p:nvPr/>
            </p:nvGrpSpPr>
            <p:grpSpPr>
              <a:xfrm>
                <a:off x="2046416" y="3418119"/>
                <a:ext cx="1316765" cy="628221"/>
                <a:chOff x="2046416" y="3418119"/>
                <a:chExt cx="1316765" cy="628221"/>
              </a:xfrm>
            </p:grpSpPr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538BB76A-7BEA-0F65-F269-D68FDD2959F3}"/>
                    </a:ext>
                  </a:extLst>
                </p:cNvPr>
                <p:cNvSpPr/>
                <p:nvPr/>
              </p:nvSpPr>
              <p:spPr>
                <a:xfrm>
                  <a:off x="2046416" y="3418119"/>
                  <a:ext cx="1316746" cy="628221"/>
                </a:xfrm>
                <a:custGeom>
                  <a:avLst/>
                  <a:gdLst>
                    <a:gd name="connsiteX0" fmla="*/ 0 w 1316746"/>
                    <a:gd name="connsiteY0" fmla="*/ 0 h 628221"/>
                    <a:gd name="connsiteX1" fmla="*/ 199304 w 1316746"/>
                    <a:gd name="connsiteY1" fmla="*/ 24287 h 628221"/>
                    <a:gd name="connsiteX2" fmla="*/ 1316747 w 1316746"/>
                    <a:gd name="connsiteY2" fmla="*/ 525753 h 628221"/>
                    <a:gd name="connsiteX3" fmla="*/ 1270296 w 1316746"/>
                    <a:gd name="connsiteY3" fmla="*/ 628222 h 628221"/>
                    <a:gd name="connsiteX4" fmla="*/ 152946 w 1316746"/>
                    <a:gd name="connsiteY4" fmla="*/ 126775 h 628221"/>
                    <a:gd name="connsiteX5" fmla="*/ 0 w 1316746"/>
                    <a:gd name="connsiteY5" fmla="*/ 0 h 6282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16746" h="628221">
                      <a:moveTo>
                        <a:pt x="0" y="0"/>
                      </a:moveTo>
                      <a:lnTo>
                        <a:pt x="199304" y="24287"/>
                      </a:lnTo>
                      <a:cubicBezTo>
                        <a:pt x="199304" y="24287"/>
                        <a:pt x="1284499" y="511107"/>
                        <a:pt x="1316747" y="525753"/>
                      </a:cubicBezTo>
                      <a:cubicBezTo>
                        <a:pt x="1307383" y="546439"/>
                        <a:pt x="1279697" y="607388"/>
                        <a:pt x="1270296" y="628222"/>
                      </a:cubicBezTo>
                      <a:cubicBezTo>
                        <a:pt x="1238048" y="613557"/>
                        <a:pt x="152946" y="126775"/>
                        <a:pt x="152946" y="126775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4A301"/>
                </a:solidFill>
                <a:ln w="184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4FBE6CF3-504C-098F-8139-1189C3A2EEA0}"/>
                    </a:ext>
                  </a:extLst>
                </p:cNvPr>
                <p:cNvSpPr/>
                <p:nvPr/>
              </p:nvSpPr>
              <p:spPr>
                <a:xfrm>
                  <a:off x="2046416" y="3418119"/>
                  <a:ext cx="199304" cy="126774"/>
                </a:xfrm>
                <a:custGeom>
                  <a:avLst/>
                  <a:gdLst>
                    <a:gd name="connsiteX0" fmla="*/ 199304 w 199304"/>
                    <a:gd name="connsiteY0" fmla="*/ 24287 h 126774"/>
                    <a:gd name="connsiteX1" fmla="*/ 152946 w 199304"/>
                    <a:gd name="connsiteY1" fmla="*/ 126775 h 126774"/>
                    <a:gd name="connsiteX2" fmla="*/ 0 w 199304"/>
                    <a:gd name="connsiteY2" fmla="*/ 0 h 1267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9304" h="126774">
                      <a:moveTo>
                        <a:pt x="199304" y="24287"/>
                      </a:moveTo>
                      <a:lnTo>
                        <a:pt x="152946" y="1267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C9B0"/>
                </a:solidFill>
                <a:ln w="184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1760014D-637B-5F17-6F87-F13AEBCC1E81}"/>
                    </a:ext>
                  </a:extLst>
                </p:cNvPr>
                <p:cNvSpPr/>
                <p:nvPr/>
              </p:nvSpPr>
              <p:spPr>
                <a:xfrm>
                  <a:off x="2046416" y="3418119"/>
                  <a:ext cx="70978" cy="45176"/>
                </a:xfrm>
                <a:custGeom>
                  <a:avLst/>
                  <a:gdLst>
                    <a:gd name="connsiteX0" fmla="*/ 0 w 70978"/>
                    <a:gd name="connsiteY0" fmla="*/ 0 h 45176"/>
                    <a:gd name="connsiteX1" fmla="*/ 70978 w 70978"/>
                    <a:gd name="connsiteY1" fmla="*/ 8681 h 45176"/>
                    <a:gd name="connsiteX2" fmla="*/ 54485 w 70978"/>
                    <a:gd name="connsiteY2" fmla="*/ 45176 h 451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0978" h="45176">
                      <a:moveTo>
                        <a:pt x="0" y="0"/>
                      </a:moveTo>
                      <a:lnTo>
                        <a:pt x="70978" y="8681"/>
                      </a:lnTo>
                      <a:lnTo>
                        <a:pt x="54485" y="45176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184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86793BAE-A281-EB38-E4F1-43134E2254FE}"/>
                    </a:ext>
                  </a:extLst>
                </p:cNvPr>
                <p:cNvSpPr/>
                <p:nvPr/>
              </p:nvSpPr>
              <p:spPr>
                <a:xfrm>
                  <a:off x="3164744" y="3874446"/>
                  <a:ext cx="198436" cy="171895"/>
                </a:xfrm>
                <a:custGeom>
                  <a:avLst/>
                  <a:gdLst>
                    <a:gd name="connsiteX0" fmla="*/ 151967 w 198436"/>
                    <a:gd name="connsiteY0" fmla="*/ 171896 h 171895"/>
                    <a:gd name="connsiteX1" fmla="*/ 0 w 198436"/>
                    <a:gd name="connsiteY1" fmla="*/ 103577 h 171895"/>
                    <a:gd name="connsiteX2" fmla="*/ 43884 w 198436"/>
                    <a:gd name="connsiteY2" fmla="*/ 0 h 171895"/>
                    <a:gd name="connsiteX3" fmla="*/ 198436 w 198436"/>
                    <a:gd name="connsiteY3" fmla="*/ 69427 h 171895"/>
                    <a:gd name="connsiteX4" fmla="*/ 151967 w 198436"/>
                    <a:gd name="connsiteY4" fmla="*/ 171896 h 171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8436" h="171895">
                      <a:moveTo>
                        <a:pt x="151967" y="171896"/>
                      </a:moveTo>
                      <a:cubicBezTo>
                        <a:pt x="144875" y="168645"/>
                        <a:pt x="86493" y="142474"/>
                        <a:pt x="0" y="103577"/>
                      </a:cubicBezTo>
                      <a:lnTo>
                        <a:pt x="43884" y="0"/>
                      </a:lnTo>
                      <a:cubicBezTo>
                        <a:pt x="131780" y="39451"/>
                        <a:pt x="191289" y="66176"/>
                        <a:pt x="198436" y="69427"/>
                      </a:cubicBezTo>
                      <a:cubicBezTo>
                        <a:pt x="189054" y="90131"/>
                        <a:pt x="161368" y="151081"/>
                        <a:pt x="151967" y="171896"/>
                      </a:cubicBezTo>
                      <a:close/>
                    </a:path>
                  </a:pathLst>
                </a:custGeom>
                <a:solidFill>
                  <a:srgbClr val="F19B81"/>
                </a:solidFill>
                <a:ln w="184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C4BEEA37-62A2-F2FD-81ED-3E5F7B308888}"/>
                    </a:ext>
                  </a:extLst>
                </p:cNvPr>
                <p:cNvSpPr/>
                <p:nvPr/>
              </p:nvSpPr>
              <p:spPr>
                <a:xfrm>
                  <a:off x="3140919" y="3864915"/>
                  <a:ext cx="89761" cy="121898"/>
                </a:xfrm>
                <a:custGeom>
                  <a:avLst/>
                  <a:gdLst>
                    <a:gd name="connsiteX0" fmla="*/ 43256 w 89761"/>
                    <a:gd name="connsiteY0" fmla="*/ 121899 h 121898"/>
                    <a:gd name="connsiteX1" fmla="*/ 0 w 89761"/>
                    <a:gd name="connsiteY1" fmla="*/ 102450 h 121898"/>
                    <a:gd name="connsiteX2" fmla="*/ 46488 w 89761"/>
                    <a:gd name="connsiteY2" fmla="*/ 0 h 121898"/>
                    <a:gd name="connsiteX3" fmla="*/ 89762 w 89761"/>
                    <a:gd name="connsiteY3" fmla="*/ 19393 h 121898"/>
                    <a:gd name="connsiteX4" fmla="*/ 43256 w 89761"/>
                    <a:gd name="connsiteY4" fmla="*/ 121899 h 1218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761" h="121898">
                      <a:moveTo>
                        <a:pt x="43256" y="121899"/>
                      </a:moveTo>
                      <a:cubicBezTo>
                        <a:pt x="29588" y="115767"/>
                        <a:pt x="15200" y="109266"/>
                        <a:pt x="0" y="102450"/>
                      </a:cubicBezTo>
                      <a:cubicBezTo>
                        <a:pt x="14129" y="71292"/>
                        <a:pt x="33263" y="29071"/>
                        <a:pt x="46488" y="0"/>
                      </a:cubicBezTo>
                      <a:cubicBezTo>
                        <a:pt x="61688" y="6797"/>
                        <a:pt x="76094" y="13243"/>
                        <a:pt x="89762" y="19393"/>
                      </a:cubicBezTo>
                      <a:cubicBezTo>
                        <a:pt x="75984" y="49757"/>
                        <a:pt x="56831" y="91904"/>
                        <a:pt x="43256" y="121899"/>
                      </a:cubicBezTo>
                      <a:close/>
                    </a:path>
                  </a:pathLst>
                </a:custGeom>
                <a:solidFill>
                  <a:srgbClr val="E5E3F8"/>
                </a:solidFill>
                <a:ln w="184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03FB6008-2E61-F175-B216-41AAA699C3D9}"/>
                  </a:ext>
                </a:extLst>
              </p:cNvPr>
              <p:cNvSpPr/>
              <p:nvPr/>
            </p:nvSpPr>
            <p:spPr>
              <a:xfrm>
                <a:off x="2046416" y="3418119"/>
                <a:ext cx="1292976" cy="628221"/>
              </a:xfrm>
              <a:custGeom>
                <a:avLst/>
                <a:gdLst>
                  <a:gd name="connsiteX0" fmla="*/ 0 w 1292976"/>
                  <a:gd name="connsiteY0" fmla="*/ 0 h 628221"/>
                  <a:gd name="connsiteX1" fmla="*/ 1292977 w 1292976"/>
                  <a:gd name="connsiteY1" fmla="*/ 578151 h 628221"/>
                  <a:gd name="connsiteX2" fmla="*/ 1292977 w 1292976"/>
                  <a:gd name="connsiteY2" fmla="*/ 578151 h 628221"/>
                  <a:gd name="connsiteX3" fmla="*/ 1270296 w 1292976"/>
                  <a:gd name="connsiteY3" fmla="*/ 628222 h 628221"/>
                  <a:gd name="connsiteX4" fmla="*/ 1264700 w 1292976"/>
                  <a:gd name="connsiteY4" fmla="*/ 625692 h 628221"/>
                  <a:gd name="connsiteX5" fmla="*/ 1165869 w 1292976"/>
                  <a:gd name="connsiteY5" fmla="*/ 581272 h 628221"/>
                  <a:gd name="connsiteX6" fmla="*/ 1137759 w 1292976"/>
                  <a:gd name="connsiteY6" fmla="*/ 568695 h 628221"/>
                  <a:gd name="connsiteX7" fmla="*/ 1120397 w 1292976"/>
                  <a:gd name="connsiteY7" fmla="*/ 560882 h 628221"/>
                  <a:gd name="connsiteX8" fmla="*/ 152946 w 1292976"/>
                  <a:gd name="connsiteY8" fmla="*/ 126775 h 628221"/>
                  <a:gd name="connsiteX9" fmla="*/ 54485 w 1292976"/>
                  <a:gd name="connsiteY9" fmla="*/ 45176 h 628221"/>
                  <a:gd name="connsiteX10" fmla="*/ 54485 w 1292976"/>
                  <a:gd name="connsiteY10" fmla="*/ 45176 h 628221"/>
                  <a:gd name="connsiteX11" fmla="*/ 0 w 1292976"/>
                  <a:gd name="connsiteY11" fmla="*/ 0 h 628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92976" h="628221">
                    <a:moveTo>
                      <a:pt x="0" y="0"/>
                    </a:moveTo>
                    <a:lnTo>
                      <a:pt x="1292977" y="578151"/>
                    </a:lnTo>
                    <a:lnTo>
                      <a:pt x="1292977" y="578151"/>
                    </a:lnTo>
                    <a:cubicBezTo>
                      <a:pt x="1283908" y="598172"/>
                      <a:pt x="1274895" y="617990"/>
                      <a:pt x="1270296" y="628222"/>
                    </a:cubicBezTo>
                    <a:cubicBezTo>
                      <a:pt x="1269354" y="627797"/>
                      <a:pt x="1267341" y="626837"/>
                      <a:pt x="1264700" y="625692"/>
                    </a:cubicBezTo>
                    <a:cubicBezTo>
                      <a:pt x="1251088" y="619578"/>
                      <a:pt x="1215719" y="603676"/>
                      <a:pt x="1165869" y="581272"/>
                    </a:cubicBezTo>
                    <a:cubicBezTo>
                      <a:pt x="1156986" y="577265"/>
                      <a:pt x="1147585" y="573054"/>
                      <a:pt x="1137759" y="568695"/>
                    </a:cubicBezTo>
                    <a:cubicBezTo>
                      <a:pt x="1132292" y="566201"/>
                      <a:pt x="1126123" y="563449"/>
                      <a:pt x="1120397" y="560882"/>
                    </a:cubicBezTo>
                    <a:cubicBezTo>
                      <a:pt x="815300" y="423894"/>
                      <a:pt x="152946" y="126775"/>
                      <a:pt x="152946" y="126775"/>
                    </a:cubicBezTo>
                    <a:lnTo>
                      <a:pt x="54485" y="45176"/>
                    </a:lnTo>
                    <a:lnTo>
                      <a:pt x="54485" y="45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2B2B2">
                  <a:alpha val="30000"/>
                </a:srgbClr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A52D4414-3E97-76FC-09FF-D9A06AC002F8}"/>
                  </a:ext>
                </a:extLst>
              </p:cNvPr>
              <p:cNvSpPr/>
              <p:nvPr/>
            </p:nvSpPr>
            <p:spPr>
              <a:xfrm>
                <a:off x="2732743" y="3927525"/>
                <a:ext cx="234138" cy="482325"/>
              </a:xfrm>
              <a:custGeom>
                <a:avLst/>
                <a:gdLst>
                  <a:gd name="connsiteX0" fmla="*/ 80656 w 234138"/>
                  <a:gd name="connsiteY0" fmla="*/ 371 h 482325"/>
                  <a:gd name="connsiteX1" fmla="*/ 18211 w 234138"/>
                  <a:gd name="connsiteY1" fmla="*/ 165304 h 482325"/>
                  <a:gd name="connsiteX2" fmla="*/ 0 w 234138"/>
                  <a:gd name="connsiteY2" fmla="*/ 446188 h 482325"/>
                  <a:gd name="connsiteX3" fmla="*/ 234138 w 234138"/>
                  <a:gd name="connsiteY3" fmla="*/ 459727 h 482325"/>
                  <a:gd name="connsiteX4" fmla="*/ 228006 w 234138"/>
                  <a:gd name="connsiteY4" fmla="*/ 81656 h 482325"/>
                  <a:gd name="connsiteX5" fmla="*/ 80656 w 234138"/>
                  <a:gd name="connsiteY5" fmla="*/ 371 h 482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4138" h="482325">
                    <a:moveTo>
                      <a:pt x="80656" y="371"/>
                    </a:moveTo>
                    <a:cubicBezTo>
                      <a:pt x="80656" y="371"/>
                      <a:pt x="34889" y="45862"/>
                      <a:pt x="18211" y="165304"/>
                    </a:cubicBezTo>
                    <a:cubicBezTo>
                      <a:pt x="2383" y="277469"/>
                      <a:pt x="0" y="446188"/>
                      <a:pt x="0" y="446188"/>
                    </a:cubicBezTo>
                    <a:cubicBezTo>
                      <a:pt x="0" y="446188"/>
                      <a:pt x="102506" y="517536"/>
                      <a:pt x="234138" y="459727"/>
                    </a:cubicBezTo>
                    <a:cubicBezTo>
                      <a:pt x="217275" y="289604"/>
                      <a:pt x="232901" y="157842"/>
                      <a:pt x="228006" y="81656"/>
                    </a:cubicBezTo>
                    <a:cubicBezTo>
                      <a:pt x="223075" y="5247"/>
                      <a:pt x="135954" y="-2030"/>
                      <a:pt x="80656" y="371"/>
                    </a:cubicBezTo>
                    <a:close/>
                  </a:path>
                </a:pathLst>
              </a:custGeom>
              <a:solidFill>
                <a:srgbClr val="579CE9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4CAED67-CB65-5EEB-F085-383F9C556F51}"/>
                  </a:ext>
                </a:extLst>
              </p:cNvPr>
              <p:cNvSpPr/>
              <p:nvPr/>
            </p:nvSpPr>
            <p:spPr>
              <a:xfrm>
                <a:off x="2840638" y="3794738"/>
                <a:ext cx="125212" cy="156872"/>
              </a:xfrm>
              <a:custGeom>
                <a:avLst/>
                <a:gdLst>
                  <a:gd name="connsiteX0" fmla="*/ 120572 w 125212"/>
                  <a:gd name="connsiteY0" fmla="*/ 87428 h 156872"/>
                  <a:gd name="connsiteX1" fmla="*/ 110968 w 125212"/>
                  <a:gd name="connsiteY1" fmla="*/ 98232 h 156872"/>
                  <a:gd name="connsiteX2" fmla="*/ 111449 w 125212"/>
                  <a:gd name="connsiteY2" fmla="*/ 98232 h 156872"/>
                  <a:gd name="connsiteX3" fmla="*/ 95122 w 125212"/>
                  <a:gd name="connsiteY3" fmla="*/ 106876 h 156872"/>
                  <a:gd name="connsiteX4" fmla="*/ 50204 w 125212"/>
                  <a:gd name="connsiteY4" fmla="*/ 147232 h 156872"/>
                  <a:gd name="connsiteX5" fmla="*/ 16090 w 125212"/>
                  <a:gd name="connsiteY5" fmla="*/ 129704 h 156872"/>
                  <a:gd name="connsiteX6" fmla="*/ 15850 w 125212"/>
                  <a:gd name="connsiteY6" fmla="*/ 129704 h 156872"/>
                  <a:gd name="connsiteX7" fmla="*/ 13930 w 125212"/>
                  <a:gd name="connsiteY7" fmla="*/ 127063 h 156872"/>
                  <a:gd name="connsiteX8" fmla="*/ 12729 w 125212"/>
                  <a:gd name="connsiteY8" fmla="*/ 126343 h 156872"/>
                  <a:gd name="connsiteX9" fmla="*/ 1204 w 125212"/>
                  <a:gd name="connsiteY9" fmla="*/ 76623 h 156872"/>
                  <a:gd name="connsiteX10" fmla="*/ 27874 w 125212"/>
                  <a:gd name="connsiteY10" fmla="*/ 2154 h 156872"/>
                  <a:gd name="connsiteX11" fmla="*/ 75193 w 125212"/>
                  <a:gd name="connsiteY11" fmla="*/ 18241 h 156872"/>
                  <a:gd name="connsiteX12" fmla="*/ 84557 w 125212"/>
                  <a:gd name="connsiteY12" fmla="*/ 34586 h 156872"/>
                  <a:gd name="connsiteX13" fmla="*/ 94881 w 125212"/>
                  <a:gd name="connsiteY13" fmla="*/ 74462 h 156872"/>
                  <a:gd name="connsiteX14" fmla="*/ 91040 w 125212"/>
                  <a:gd name="connsiteY14" fmla="*/ 92248 h 156872"/>
                  <a:gd name="connsiteX15" fmla="*/ 106665 w 125212"/>
                  <a:gd name="connsiteY15" fmla="*/ 73262 h 156872"/>
                  <a:gd name="connsiteX16" fmla="*/ 120572 w 125212"/>
                  <a:gd name="connsiteY16" fmla="*/ 87428 h 156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5212" h="156872">
                    <a:moveTo>
                      <a:pt x="120572" y="87428"/>
                    </a:moveTo>
                    <a:cubicBezTo>
                      <a:pt x="117211" y="92230"/>
                      <a:pt x="113849" y="95831"/>
                      <a:pt x="110968" y="98232"/>
                    </a:cubicBezTo>
                    <a:lnTo>
                      <a:pt x="111449" y="98232"/>
                    </a:lnTo>
                    <a:lnTo>
                      <a:pt x="95122" y="106876"/>
                    </a:lnTo>
                    <a:cubicBezTo>
                      <a:pt x="61489" y="186387"/>
                      <a:pt x="50204" y="147232"/>
                      <a:pt x="50204" y="147232"/>
                    </a:cubicBezTo>
                    <a:cubicBezTo>
                      <a:pt x="27615" y="159237"/>
                      <a:pt x="21853" y="138588"/>
                      <a:pt x="16090" y="129704"/>
                    </a:cubicBezTo>
                    <a:cubicBezTo>
                      <a:pt x="15850" y="129704"/>
                      <a:pt x="15850" y="129704"/>
                      <a:pt x="15850" y="129704"/>
                    </a:cubicBezTo>
                    <a:cubicBezTo>
                      <a:pt x="15370" y="128744"/>
                      <a:pt x="14650" y="127784"/>
                      <a:pt x="13930" y="127063"/>
                    </a:cubicBezTo>
                    <a:lnTo>
                      <a:pt x="12729" y="126343"/>
                    </a:lnTo>
                    <a:cubicBezTo>
                      <a:pt x="-4817" y="118900"/>
                      <a:pt x="724" y="107356"/>
                      <a:pt x="1204" y="76623"/>
                    </a:cubicBezTo>
                    <a:cubicBezTo>
                      <a:pt x="1684" y="45631"/>
                      <a:pt x="27874" y="2154"/>
                      <a:pt x="27874" y="2154"/>
                    </a:cubicBezTo>
                    <a:cubicBezTo>
                      <a:pt x="35317" y="-5529"/>
                      <a:pt x="58866" y="9117"/>
                      <a:pt x="75193" y="18241"/>
                    </a:cubicBezTo>
                    <a:cubicBezTo>
                      <a:pt x="91538" y="27365"/>
                      <a:pt x="84557" y="34586"/>
                      <a:pt x="84557" y="34586"/>
                    </a:cubicBezTo>
                    <a:cubicBezTo>
                      <a:pt x="96802" y="37228"/>
                      <a:pt x="102805" y="59576"/>
                      <a:pt x="94881" y="74462"/>
                    </a:cubicBezTo>
                    <a:cubicBezTo>
                      <a:pt x="86958" y="89589"/>
                      <a:pt x="85998" y="101852"/>
                      <a:pt x="91040" y="92248"/>
                    </a:cubicBezTo>
                    <a:cubicBezTo>
                      <a:pt x="96322" y="82404"/>
                      <a:pt x="106665" y="73262"/>
                      <a:pt x="106665" y="73262"/>
                    </a:cubicBezTo>
                    <a:cubicBezTo>
                      <a:pt x="118892" y="62919"/>
                      <a:pt x="132578" y="69161"/>
                      <a:pt x="120572" y="87428"/>
                    </a:cubicBezTo>
                    <a:close/>
                  </a:path>
                </a:pathLst>
              </a:custGeom>
              <a:solidFill>
                <a:srgbClr val="FDA78E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DCA41E60-E4A3-8023-9868-F346F6668931}"/>
                  </a:ext>
                </a:extLst>
              </p:cNvPr>
              <p:cNvSpPr/>
              <p:nvPr/>
            </p:nvSpPr>
            <p:spPr>
              <a:xfrm>
                <a:off x="2854549" y="3914358"/>
                <a:ext cx="58862" cy="12533"/>
              </a:xfrm>
              <a:custGeom>
                <a:avLst/>
                <a:gdLst>
                  <a:gd name="connsiteX0" fmla="*/ 58862 w 58862"/>
                  <a:gd name="connsiteY0" fmla="*/ 0 h 12533"/>
                  <a:gd name="connsiteX1" fmla="*/ 2161 w 58862"/>
                  <a:gd name="connsiteY1" fmla="*/ 10084 h 12533"/>
                  <a:gd name="connsiteX2" fmla="*/ 1921 w 58862"/>
                  <a:gd name="connsiteY2" fmla="*/ 10084 h 12533"/>
                  <a:gd name="connsiteX3" fmla="*/ 0 w 58862"/>
                  <a:gd name="connsiteY3" fmla="*/ 7443 h 12533"/>
                  <a:gd name="connsiteX4" fmla="*/ 58862 w 58862"/>
                  <a:gd name="connsiteY4" fmla="*/ 0 h 12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862" h="12533">
                    <a:moveTo>
                      <a:pt x="58862" y="0"/>
                    </a:moveTo>
                    <a:cubicBezTo>
                      <a:pt x="31232" y="15385"/>
                      <a:pt x="12984" y="13686"/>
                      <a:pt x="2161" y="10084"/>
                    </a:cubicBezTo>
                    <a:cubicBezTo>
                      <a:pt x="1921" y="10084"/>
                      <a:pt x="1921" y="10084"/>
                      <a:pt x="1921" y="10084"/>
                    </a:cubicBezTo>
                    <a:cubicBezTo>
                      <a:pt x="1441" y="9124"/>
                      <a:pt x="720" y="8164"/>
                      <a:pt x="0" y="7443"/>
                    </a:cubicBezTo>
                    <a:cubicBezTo>
                      <a:pt x="2881" y="9124"/>
                      <a:pt x="16567" y="16567"/>
                      <a:pt x="58862" y="0"/>
                    </a:cubicBezTo>
                    <a:close/>
                  </a:path>
                </a:pathLst>
              </a:custGeom>
              <a:solidFill>
                <a:srgbClr val="F19B81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F760DCF5-6365-3308-2F97-29B567DE60C7}"/>
                  </a:ext>
                </a:extLst>
              </p:cNvPr>
              <p:cNvSpPr/>
              <p:nvPr/>
            </p:nvSpPr>
            <p:spPr>
              <a:xfrm>
                <a:off x="2851905" y="3732304"/>
                <a:ext cx="146361" cy="158041"/>
              </a:xfrm>
              <a:custGeom>
                <a:avLst/>
                <a:gdLst>
                  <a:gd name="connsiteX0" fmla="*/ 73364 w 146361"/>
                  <a:gd name="connsiteY0" fmla="*/ 97076 h 158041"/>
                  <a:gd name="connsiteX1" fmla="*/ 83652 w 146361"/>
                  <a:gd name="connsiteY1" fmla="*/ 136914 h 158041"/>
                  <a:gd name="connsiteX2" fmla="*/ 79865 w 146361"/>
                  <a:gd name="connsiteY2" fmla="*/ 154627 h 158041"/>
                  <a:gd name="connsiteX3" fmla="*/ 95491 w 146361"/>
                  <a:gd name="connsiteY3" fmla="*/ 135714 h 158041"/>
                  <a:gd name="connsiteX4" fmla="*/ 110580 w 146361"/>
                  <a:gd name="connsiteY4" fmla="*/ 147848 h 158041"/>
                  <a:gd name="connsiteX5" fmla="*/ 135366 w 146361"/>
                  <a:gd name="connsiteY5" fmla="*/ 75116 h 158041"/>
                  <a:gd name="connsiteX6" fmla="*/ 113387 w 146361"/>
                  <a:gd name="connsiteY6" fmla="*/ 23955 h 158041"/>
                  <a:gd name="connsiteX7" fmla="*/ 19599 w 146361"/>
                  <a:gd name="connsiteY7" fmla="*/ 4765 h 158041"/>
                  <a:gd name="connsiteX8" fmla="*/ 17364 w 146361"/>
                  <a:gd name="connsiteY8" fmla="*/ 63978 h 158041"/>
                  <a:gd name="connsiteX9" fmla="*/ 73364 w 146361"/>
                  <a:gd name="connsiteY9" fmla="*/ 97076 h 1580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6361" h="158041">
                    <a:moveTo>
                      <a:pt x="73364" y="97076"/>
                    </a:moveTo>
                    <a:cubicBezTo>
                      <a:pt x="85499" y="99735"/>
                      <a:pt x="91612" y="121991"/>
                      <a:pt x="83652" y="136914"/>
                    </a:cubicBezTo>
                    <a:cubicBezTo>
                      <a:pt x="75599" y="151893"/>
                      <a:pt x="74601" y="164286"/>
                      <a:pt x="79865" y="154627"/>
                    </a:cubicBezTo>
                    <a:cubicBezTo>
                      <a:pt x="85092" y="144838"/>
                      <a:pt x="95491" y="135714"/>
                      <a:pt x="95491" y="135714"/>
                    </a:cubicBezTo>
                    <a:cubicBezTo>
                      <a:pt x="103248" y="129194"/>
                      <a:pt x="116139" y="132445"/>
                      <a:pt x="110580" y="147848"/>
                    </a:cubicBezTo>
                    <a:cubicBezTo>
                      <a:pt x="113110" y="146371"/>
                      <a:pt x="169627" y="115748"/>
                      <a:pt x="135366" y="75116"/>
                    </a:cubicBezTo>
                    <a:cubicBezTo>
                      <a:pt x="135366" y="75116"/>
                      <a:pt x="141793" y="36754"/>
                      <a:pt x="113387" y="23955"/>
                    </a:cubicBezTo>
                    <a:cubicBezTo>
                      <a:pt x="85018" y="11100"/>
                      <a:pt x="34523" y="18968"/>
                      <a:pt x="19599" y="4765"/>
                    </a:cubicBezTo>
                    <a:cubicBezTo>
                      <a:pt x="-2657" y="-16419"/>
                      <a:pt x="-9269" y="38398"/>
                      <a:pt x="17364" y="63978"/>
                    </a:cubicBezTo>
                    <a:cubicBezTo>
                      <a:pt x="43924" y="89614"/>
                      <a:pt x="73364" y="97076"/>
                      <a:pt x="73364" y="97076"/>
                    </a:cubicBezTo>
                    <a:close/>
                  </a:path>
                </a:pathLst>
              </a:custGeom>
              <a:solidFill>
                <a:srgbClr val="211D3E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FD51F662-CB96-BA72-60CF-FAE7741297AB}"/>
                  </a:ext>
                </a:extLst>
              </p:cNvPr>
              <p:cNvSpPr/>
              <p:nvPr/>
            </p:nvSpPr>
            <p:spPr>
              <a:xfrm>
                <a:off x="2646047" y="3644463"/>
                <a:ext cx="51988" cy="50297"/>
              </a:xfrm>
              <a:custGeom>
                <a:avLst/>
                <a:gdLst>
                  <a:gd name="connsiteX0" fmla="*/ 2327 w 51988"/>
                  <a:gd name="connsiteY0" fmla="*/ 2752 h 50297"/>
                  <a:gd name="connsiteX1" fmla="*/ 15182 w 51988"/>
                  <a:gd name="connsiteY1" fmla="*/ 36533 h 50297"/>
                  <a:gd name="connsiteX2" fmla="*/ 49646 w 51988"/>
                  <a:gd name="connsiteY2" fmla="*/ 47596 h 50297"/>
                  <a:gd name="connsiteX3" fmla="*/ 36828 w 51988"/>
                  <a:gd name="connsiteY3" fmla="*/ 13760 h 50297"/>
                  <a:gd name="connsiteX4" fmla="*/ 2327 w 51988"/>
                  <a:gd name="connsiteY4" fmla="*/ 2752 h 50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988" h="50297">
                    <a:moveTo>
                      <a:pt x="2327" y="2752"/>
                    </a:moveTo>
                    <a:cubicBezTo>
                      <a:pt x="-3602" y="9013"/>
                      <a:pt x="2198" y="24195"/>
                      <a:pt x="15182" y="36533"/>
                    </a:cubicBezTo>
                    <a:cubicBezTo>
                      <a:pt x="28295" y="48852"/>
                      <a:pt x="43662" y="53857"/>
                      <a:pt x="49646" y="47596"/>
                    </a:cubicBezTo>
                    <a:cubicBezTo>
                      <a:pt x="55575" y="41335"/>
                      <a:pt x="49868" y="26208"/>
                      <a:pt x="36828" y="13760"/>
                    </a:cubicBezTo>
                    <a:cubicBezTo>
                      <a:pt x="23678" y="1404"/>
                      <a:pt x="8293" y="-3583"/>
                      <a:pt x="2327" y="2752"/>
                    </a:cubicBezTo>
                    <a:close/>
                  </a:path>
                </a:pathLst>
              </a:custGeom>
              <a:solidFill>
                <a:srgbClr val="FDA78E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FC4A1E5F-7CE6-66ED-FE5E-A94A44F4C92E}"/>
                  </a:ext>
                </a:extLst>
              </p:cNvPr>
              <p:cNvSpPr/>
              <p:nvPr/>
            </p:nvSpPr>
            <p:spPr>
              <a:xfrm>
                <a:off x="2778159" y="3928007"/>
                <a:ext cx="188721" cy="481723"/>
              </a:xfrm>
              <a:custGeom>
                <a:avLst/>
                <a:gdLst>
                  <a:gd name="connsiteX0" fmla="*/ 140221 w 188721"/>
                  <a:gd name="connsiteY0" fmla="*/ 406274 h 481723"/>
                  <a:gd name="connsiteX1" fmla="*/ 145540 w 188721"/>
                  <a:gd name="connsiteY1" fmla="*/ 183531 h 481723"/>
                  <a:gd name="connsiteX2" fmla="*/ 121031 w 188721"/>
                  <a:gd name="connsiteY2" fmla="*/ 119645 h 481723"/>
                  <a:gd name="connsiteX3" fmla="*/ 0 w 188721"/>
                  <a:gd name="connsiteY3" fmla="*/ 59897 h 481723"/>
                  <a:gd name="connsiteX4" fmla="*/ 35074 w 188721"/>
                  <a:gd name="connsiteY4" fmla="*/ 0 h 481723"/>
                  <a:gd name="connsiteX5" fmla="*/ 178489 w 188721"/>
                  <a:gd name="connsiteY5" fmla="*/ 63738 h 481723"/>
                  <a:gd name="connsiteX6" fmla="*/ 178859 w 188721"/>
                  <a:gd name="connsiteY6" fmla="*/ 63738 h 481723"/>
                  <a:gd name="connsiteX7" fmla="*/ 182590 w 188721"/>
                  <a:gd name="connsiteY7" fmla="*/ 81137 h 481723"/>
                  <a:gd name="connsiteX8" fmla="*/ 188722 w 188721"/>
                  <a:gd name="connsiteY8" fmla="*/ 459207 h 481723"/>
                  <a:gd name="connsiteX9" fmla="*/ 72419 w 188721"/>
                  <a:gd name="connsiteY9" fmla="*/ 481445 h 481723"/>
                  <a:gd name="connsiteX10" fmla="*/ 140221 w 188721"/>
                  <a:gd name="connsiteY10" fmla="*/ 406274 h 481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8721" h="481723">
                    <a:moveTo>
                      <a:pt x="140221" y="406274"/>
                    </a:moveTo>
                    <a:cubicBezTo>
                      <a:pt x="140221" y="367913"/>
                      <a:pt x="146611" y="250668"/>
                      <a:pt x="145540" y="183531"/>
                    </a:cubicBezTo>
                    <a:cubicBezTo>
                      <a:pt x="145078" y="155015"/>
                      <a:pt x="133775" y="134366"/>
                      <a:pt x="121031" y="119645"/>
                    </a:cubicBezTo>
                    <a:cubicBezTo>
                      <a:pt x="67709" y="101859"/>
                      <a:pt x="26448" y="80139"/>
                      <a:pt x="0" y="59897"/>
                    </a:cubicBezTo>
                    <a:cubicBezTo>
                      <a:pt x="17121" y="18396"/>
                      <a:pt x="34483" y="683"/>
                      <a:pt x="35074" y="0"/>
                    </a:cubicBezTo>
                    <a:cubicBezTo>
                      <a:pt x="89669" y="2530"/>
                      <a:pt x="161331" y="16456"/>
                      <a:pt x="178489" y="63738"/>
                    </a:cubicBezTo>
                    <a:lnTo>
                      <a:pt x="178859" y="63738"/>
                    </a:lnTo>
                    <a:cubicBezTo>
                      <a:pt x="180392" y="69279"/>
                      <a:pt x="182165" y="74598"/>
                      <a:pt x="182590" y="81137"/>
                    </a:cubicBezTo>
                    <a:cubicBezTo>
                      <a:pt x="187484" y="157342"/>
                      <a:pt x="171859" y="289085"/>
                      <a:pt x="188722" y="459207"/>
                    </a:cubicBezTo>
                    <a:cubicBezTo>
                      <a:pt x="146020" y="477972"/>
                      <a:pt x="106495" y="483052"/>
                      <a:pt x="72419" y="481445"/>
                    </a:cubicBezTo>
                    <a:cubicBezTo>
                      <a:pt x="123063" y="469089"/>
                      <a:pt x="140221" y="443176"/>
                      <a:pt x="140221" y="406274"/>
                    </a:cubicBezTo>
                    <a:close/>
                  </a:path>
                </a:pathLst>
              </a:custGeom>
              <a:solidFill>
                <a:srgbClr val="D2DBEA">
                  <a:alpha val="79000"/>
                </a:srgbClr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DEEF8316-16A3-6880-9EF7-A4E789AA3730}"/>
                  </a:ext>
                </a:extLst>
              </p:cNvPr>
              <p:cNvSpPr/>
              <p:nvPr/>
            </p:nvSpPr>
            <p:spPr>
              <a:xfrm>
                <a:off x="2680603" y="3703210"/>
                <a:ext cx="280756" cy="340766"/>
              </a:xfrm>
              <a:custGeom>
                <a:avLst/>
                <a:gdLst>
                  <a:gd name="connsiteX0" fmla="*/ 280496 w 280756"/>
                  <a:gd name="connsiteY0" fmla="*/ 307153 h 340766"/>
                  <a:gd name="connsiteX1" fmla="*/ 196866 w 280756"/>
                  <a:gd name="connsiteY1" fmla="*/ 229211 h 340766"/>
                  <a:gd name="connsiteX2" fmla="*/ 79604 w 280756"/>
                  <a:gd name="connsiteY2" fmla="*/ 152083 h 340766"/>
                  <a:gd name="connsiteX3" fmla="*/ 32045 w 280756"/>
                  <a:gd name="connsiteY3" fmla="*/ 1205 h 340766"/>
                  <a:gd name="connsiteX4" fmla="*/ 0 w 280756"/>
                  <a:gd name="connsiteY4" fmla="*/ 6137 h 340766"/>
                  <a:gd name="connsiteX5" fmla="*/ 40264 w 280756"/>
                  <a:gd name="connsiteY5" fmla="*/ 207898 h 340766"/>
                  <a:gd name="connsiteX6" fmla="*/ 244388 w 280756"/>
                  <a:gd name="connsiteY6" fmla="*/ 339123 h 340766"/>
                  <a:gd name="connsiteX7" fmla="*/ 280496 w 280756"/>
                  <a:gd name="connsiteY7" fmla="*/ 307153 h 3407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0756" h="340766">
                    <a:moveTo>
                      <a:pt x="280496" y="307153"/>
                    </a:moveTo>
                    <a:cubicBezTo>
                      <a:pt x="283784" y="274314"/>
                      <a:pt x="255914" y="253000"/>
                      <a:pt x="196866" y="229211"/>
                    </a:cubicBezTo>
                    <a:cubicBezTo>
                      <a:pt x="137857" y="205423"/>
                      <a:pt x="95986" y="190647"/>
                      <a:pt x="79604" y="152083"/>
                    </a:cubicBezTo>
                    <a:cubicBezTo>
                      <a:pt x="63221" y="113518"/>
                      <a:pt x="32045" y="1205"/>
                      <a:pt x="32045" y="1205"/>
                    </a:cubicBezTo>
                    <a:cubicBezTo>
                      <a:pt x="32045" y="1205"/>
                      <a:pt x="14886" y="-3652"/>
                      <a:pt x="0" y="6137"/>
                    </a:cubicBezTo>
                    <a:cubicBezTo>
                      <a:pt x="0" y="6137"/>
                      <a:pt x="8293" y="127574"/>
                      <a:pt x="40264" y="207898"/>
                    </a:cubicBezTo>
                    <a:cubicBezTo>
                      <a:pt x="72197" y="288221"/>
                      <a:pt x="192969" y="322926"/>
                      <a:pt x="244388" y="339123"/>
                    </a:cubicBezTo>
                    <a:cubicBezTo>
                      <a:pt x="277615" y="349522"/>
                      <a:pt x="280496" y="307153"/>
                      <a:pt x="280496" y="307153"/>
                    </a:cubicBezTo>
                    <a:close/>
                  </a:path>
                </a:pathLst>
              </a:custGeom>
              <a:solidFill>
                <a:srgbClr val="579CE9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2A087663-DC06-C497-2EEF-DE3D669CF6F7}"/>
                  </a:ext>
                </a:extLst>
              </p:cNvPr>
              <p:cNvSpPr/>
              <p:nvPr/>
            </p:nvSpPr>
            <p:spPr>
              <a:xfrm>
                <a:off x="2827990" y="4006927"/>
                <a:ext cx="223739" cy="249209"/>
              </a:xfrm>
              <a:custGeom>
                <a:avLst/>
                <a:gdLst>
                  <a:gd name="connsiteX0" fmla="*/ 11433 w 223739"/>
                  <a:gd name="connsiteY0" fmla="*/ 5024 h 249209"/>
                  <a:gd name="connsiteX1" fmla="*/ 203774 w 223739"/>
                  <a:gd name="connsiteY1" fmla="*/ 209961 h 249209"/>
                  <a:gd name="connsiteX2" fmla="*/ 223740 w 223739"/>
                  <a:gd name="connsiteY2" fmla="*/ 236133 h 249209"/>
                  <a:gd name="connsiteX3" fmla="*/ 190015 w 223739"/>
                  <a:gd name="connsiteY3" fmla="*/ 249209 h 249209"/>
                  <a:gd name="connsiteX4" fmla="*/ 0 w 223739"/>
                  <a:gd name="connsiteY4" fmla="*/ 0 h 249209"/>
                  <a:gd name="connsiteX5" fmla="*/ 11433 w 223739"/>
                  <a:gd name="connsiteY5" fmla="*/ 5024 h 249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3739" h="249209">
                    <a:moveTo>
                      <a:pt x="11433" y="5024"/>
                    </a:moveTo>
                    <a:cubicBezTo>
                      <a:pt x="11433" y="5024"/>
                      <a:pt x="41316" y="165912"/>
                      <a:pt x="203774" y="209961"/>
                    </a:cubicBezTo>
                    <a:lnTo>
                      <a:pt x="223740" y="236133"/>
                    </a:lnTo>
                    <a:lnTo>
                      <a:pt x="190015" y="249209"/>
                    </a:lnTo>
                    <a:cubicBezTo>
                      <a:pt x="190015" y="249209"/>
                      <a:pt x="20667" y="184492"/>
                      <a:pt x="0" y="0"/>
                    </a:cubicBezTo>
                    <a:lnTo>
                      <a:pt x="11433" y="5024"/>
                    </a:lnTo>
                    <a:close/>
                  </a:path>
                </a:pathLst>
              </a:custGeom>
              <a:solidFill>
                <a:srgbClr val="194866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8C84F26-870C-CEFF-977B-CE6D7F6F68C8}"/>
                </a:ext>
              </a:extLst>
            </p:cNvPr>
            <p:cNvSpPr/>
            <p:nvPr/>
          </p:nvSpPr>
          <p:spPr>
            <a:xfrm>
              <a:off x="1293118" y="5019500"/>
              <a:ext cx="1794017" cy="19854"/>
            </a:xfrm>
            <a:custGeom>
              <a:avLst/>
              <a:gdLst>
                <a:gd name="connsiteX0" fmla="*/ 1784118 w 1794017"/>
                <a:gd name="connsiteY0" fmla="*/ 19855 h 19854"/>
                <a:gd name="connsiteX1" fmla="*/ 9937 w 1794017"/>
                <a:gd name="connsiteY1" fmla="*/ 19855 h 19854"/>
                <a:gd name="connsiteX2" fmla="*/ 0 w 1794017"/>
                <a:gd name="connsiteY2" fmla="*/ 9936 h 19854"/>
                <a:gd name="connsiteX3" fmla="*/ 9937 w 1794017"/>
                <a:gd name="connsiteY3" fmla="*/ 0 h 19854"/>
                <a:gd name="connsiteX4" fmla="*/ 1784099 w 1794017"/>
                <a:gd name="connsiteY4" fmla="*/ 0 h 19854"/>
                <a:gd name="connsiteX5" fmla="*/ 1794017 w 1794017"/>
                <a:gd name="connsiteY5" fmla="*/ 9936 h 19854"/>
                <a:gd name="connsiteX6" fmla="*/ 1784118 w 1794017"/>
                <a:gd name="connsiteY6" fmla="*/ 19855 h 1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4017" h="19854">
                  <a:moveTo>
                    <a:pt x="1784118" y="19855"/>
                  </a:moveTo>
                  <a:lnTo>
                    <a:pt x="9937" y="19855"/>
                  </a:lnTo>
                  <a:cubicBezTo>
                    <a:pt x="4451" y="19855"/>
                    <a:pt x="0" y="15422"/>
                    <a:pt x="0" y="9936"/>
                  </a:cubicBezTo>
                  <a:cubicBezTo>
                    <a:pt x="0" y="4451"/>
                    <a:pt x="4433" y="0"/>
                    <a:pt x="9937" y="0"/>
                  </a:cubicBezTo>
                  <a:lnTo>
                    <a:pt x="1784099" y="0"/>
                  </a:lnTo>
                  <a:cubicBezTo>
                    <a:pt x="1789585" y="0"/>
                    <a:pt x="1794017" y="4433"/>
                    <a:pt x="1794017" y="9936"/>
                  </a:cubicBezTo>
                  <a:cubicBezTo>
                    <a:pt x="1794017" y="15440"/>
                    <a:pt x="1789603" y="19855"/>
                    <a:pt x="1784118" y="19855"/>
                  </a:cubicBezTo>
                  <a:close/>
                </a:path>
              </a:pathLst>
            </a:custGeom>
            <a:solidFill>
              <a:srgbClr val="BFB6A5"/>
            </a:solidFill>
            <a:ln w="18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0" name="Graphic 15">
              <a:extLst>
                <a:ext uri="{FF2B5EF4-FFF2-40B4-BE49-F238E27FC236}">
                  <a16:creationId xmlns:a16="http://schemas.microsoft.com/office/drawing/2014/main" id="{30DC029C-67FE-756C-8BFB-50124A233AEE}"/>
                </a:ext>
              </a:extLst>
            </p:cNvPr>
            <p:cNvGrpSpPr/>
            <p:nvPr/>
          </p:nvGrpSpPr>
          <p:grpSpPr>
            <a:xfrm>
              <a:off x="1826111" y="4532256"/>
              <a:ext cx="634704" cy="304470"/>
              <a:chOff x="1826111" y="4532256"/>
              <a:chExt cx="634704" cy="304470"/>
            </a:xfrm>
            <a:solidFill>
              <a:srgbClr val="E2CEB3"/>
            </a:solidFill>
          </p:grpSpPr>
          <p:grpSp>
            <p:nvGrpSpPr>
              <p:cNvPr id="91" name="Graphic 15">
                <a:extLst>
                  <a:ext uri="{FF2B5EF4-FFF2-40B4-BE49-F238E27FC236}">
                    <a16:creationId xmlns:a16="http://schemas.microsoft.com/office/drawing/2014/main" id="{B7A44FA0-456B-A60E-8618-2CE082725AE9}"/>
                  </a:ext>
                </a:extLst>
              </p:cNvPr>
              <p:cNvGrpSpPr/>
              <p:nvPr/>
            </p:nvGrpSpPr>
            <p:grpSpPr>
              <a:xfrm>
                <a:off x="2165082" y="4561234"/>
                <a:ext cx="295733" cy="246494"/>
                <a:chOff x="2165082" y="4561234"/>
                <a:chExt cx="295733" cy="246494"/>
              </a:xfrm>
              <a:solidFill>
                <a:srgbClr val="E2CEB3"/>
              </a:solidFill>
            </p:grpSpPr>
            <p:sp>
              <p:nvSpPr>
                <p:cNvPr id="92" name="Freeform: Shape 91">
                  <a:extLst>
                    <a:ext uri="{FF2B5EF4-FFF2-40B4-BE49-F238E27FC236}">
                      <a16:creationId xmlns:a16="http://schemas.microsoft.com/office/drawing/2014/main" id="{888AEA8A-A78A-A742-7239-91CDEB3C458B}"/>
                    </a:ext>
                  </a:extLst>
                </p:cNvPr>
                <p:cNvSpPr/>
                <p:nvPr/>
              </p:nvSpPr>
              <p:spPr>
                <a:xfrm>
                  <a:off x="2165082" y="4561234"/>
                  <a:ext cx="154497" cy="38601"/>
                </a:xfrm>
                <a:custGeom>
                  <a:avLst/>
                  <a:gdLst>
                    <a:gd name="connsiteX0" fmla="*/ 0 w 154497"/>
                    <a:gd name="connsiteY0" fmla="*/ 0 h 38601"/>
                    <a:gd name="connsiteX1" fmla="*/ 154497 w 154497"/>
                    <a:gd name="connsiteY1" fmla="*/ 0 h 38601"/>
                    <a:gd name="connsiteX2" fmla="*/ 154497 w 154497"/>
                    <a:gd name="connsiteY2" fmla="*/ 38601 h 38601"/>
                    <a:gd name="connsiteX3" fmla="*/ 0 w 154497"/>
                    <a:gd name="connsiteY3" fmla="*/ 38601 h 38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4497" h="38601">
                      <a:moveTo>
                        <a:pt x="0" y="0"/>
                      </a:moveTo>
                      <a:lnTo>
                        <a:pt x="154497" y="0"/>
                      </a:lnTo>
                      <a:lnTo>
                        <a:pt x="154497" y="38601"/>
                      </a:lnTo>
                      <a:lnTo>
                        <a:pt x="0" y="38601"/>
                      </a:lnTo>
                      <a:close/>
                    </a:path>
                  </a:pathLst>
                </a:custGeom>
                <a:solidFill>
                  <a:srgbClr val="E2CEB3"/>
                </a:solidFill>
                <a:ln w="184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40055B7A-C0A1-8A24-23CB-A6552EFF46EE}"/>
                    </a:ext>
                  </a:extLst>
                </p:cNvPr>
                <p:cNvSpPr/>
                <p:nvPr/>
              </p:nvSpPr>
              <p:spPr>
                <a:xfrm>
                  <a:off x="2165082" y="4613208"/>
                  <a:ext cx="295733" cy="38619"/>
                </a:xfrm>
                <a:custGeom>
                  <a:avLst/>
                  <a:gdLst>
                    <a:gd name="connsiteX0" fmla="*/ 0 w 295733"/>
                    <a:gd name="connsiteY0" fmla="*/ 0 h 38619"/>
                    <a:gd name="connsiteX1" fmla="*/ 295734 w 295733"/>
                    <a:gd name="connsiteY1" fmla="*/ 0 h 38619"/>
                    <a:gd name="connsiteX2" fmla="*/ 295734 w 295733"/>
                    <a:gd name="connsiteY2" fmla="*/ 38620 h 38619"/>
                    <a:gd name="connsiteX3" fmla="*/ 0 w 295733"/>
                    <a:gd name="connsiteY3" fmla="*/ 38620 h 38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5733" h="38619">
                      <a:moveTo>
                        <a:pt x="0" y="0"/>
                      </a:moveTo>
                      <a:lnTo>
                        <a:pt x="295734" y="0"/>
                      </a:lnTo>
                      <a:lnTo>
                        <a:pt x="295734" y="38620"/>
                      </a:lnTo>
                      <a:lnTo>
                        <a:pt x="0" y="38620"/>
                      </a:lnTo>
                      <a:close/>
                    </a:path>
                  </a:pathLst>
                </a:custGeom>
                <a:solidFill>
                  <a:srgbClr val="E2CEB3"/>
                </a:solidFill>
                <a:ln w="184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ADC89C74-B366-8855-BB08-430447EFADC8}"/>
                    </a:ext>
                  </a:extLst>
                </p:cNvPr>
                <p:cNvSpPr/>
                <p:nvPr/>
              </p:nvSpPr>
              <p:spPr>
                <a:xfrm>
                  <a:off x="2165082" y="4665199"/>
                  <a:ext cx="277892" cy="38564"/>
                </a:xfrm>
                <a:custGeom>
                  <a:avLst/>
                  <a:gdLst>
                    <a:gd name="connsiteX0" fmla="*/ 0 w 277892"/>
                    <a:gd name="connsiteY0" fmla="*/ 0 h 38564"/>
                    <a:gd name="connsiteX1" fmla="*/ 277892 w 277892"/>
                    <a:gd name="connsiteY1" fmla="*/ 0 h 38564"/>
                    <a:gd name="connsiteX2" fmla="*/ 277892 w 277892"/>
                    <a:gd name="connsiteY2" fmla="*/ 38564 h 38564"/>
                    <a:gd name="connsiteX3" fmla="*/ 0 w 277892"/>
                    <a:gd name="connsiteY3" fmla="*/ 38564 h 385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7892" h="38564">
                      <a:moveTo>
                        <a:pt x="0" y="0"/>
                      </a:moveTo>
                      <a:lnTo>
                        <a:pt x="277892" y="0"/>
                      </a:lnTo>
                      <a:lnTo>
                        <a:pt x="277892" y="38564"/>
                      </a:lnTo>
                      <a:lnTo>
                        <a:pt x="0" y="38564"/>
                      </a:lnTo>
                      <a:close/>
                    </a:path>
                  </a:pathLst>
                </a:custGeom>
                <a:solidFill>
                  <a:srgbClr val="E2CEB3"/>
                </a:solidFill>
                <a:ln w="184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CB3E8D4C-E036-6067-6AAF-F58782B7BF08}"/>
                    </a:ext>
                  </a:extLst>
                </p:cNvPr>
                <p:cNvSpPr/>
                <p:nvPr/>
              </p:nvSpPr>
              <p:spPr>
                <a:xfrm>
                  <a:off x="2165082" y="4717154"/>
                  <a:ext cx="194853" cy="38601"/>
                </a:xfrm>
                <a:custGeom>
                  <a:avLst/>
                  <a:gdLst>
                    <a:gd name="connsiteX0" fmla="*/ 0 w 194853"/>
                    <a:gd name="connsiteY0" fmla="*/ 0 h 38601"/>
                    <a:gd name="connsiteX1" fmla="*/ 194853 w 194853"/>
                    <a:gd name="connsiteY1" fmla="*/ 0 h 38601"/>
                    <a:gd name="connsiteX2" fmla="*/ 194853 w 194853"/>
                    <a:gd name="connsiteY2" fmla="*/ 38601 h 38601"/>
                    <a:gd name="connsiteX3" fmla="*/ 0 w 194853"/>
                    <a:gd name="connsiteY3" fmla="*/ 38601 h 38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4853" h="38601">
                      <a:moveTo>
                        <a:pt x="0" y="0"/>
                      </a:moveTo>
                      <a:lnTo>
                        <a:pt x="194853" y="0"/>
                      </a:lnTo>
                      <a:lnTo>
                        <a:pt x="194853" y="38601"/>
                      </a:lnTo>
                      <a:lnTo>
                        <a:pt x="0" y="38601"/>
                      </a:lnTo>
                      <a:close/>
                    </a:path>
                  </a:pathLst>
                </a:custGeom>
                <a:solidFill>
                  <a:srgbClr val="E2CEB3"/>
                </a:solidFill>
                <a:ln w="184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6" name="Freeform: Shape 95">
                  <a:extLst>
                    <a:ext uri="{FF2B5EF4-FFF2-40B4-BE49-F238E27FC236}">
                      <a16:creationId xmlns:a16="http://schemas.microsoft.com/office/drawing/2014/main" id="{BEB1B610-4107-9CD5-629E-22D8897BF080}"/>
                    </a:ext>
                  </a:extLst>
                </p:cNvPr>
                <p:cNvSpPr/>
                <p:nvPr/>
              </p:nvSpPr>
              <p:spPr>
                <a:xfrm>
                  <a:off x="2165082" y="4769127"/>
                  <a:ext cx="95819" cy="38601"/>
                </a:xfrm>
                <a:custGeom>
                  <a:avLst/>
                  <a:gdLst>
                    <a:gd name="connsiteX0" fmla="*/ 0 w 95819"/>
                    <a:gd name="connsiteY0" fmla="*/ 0 h 38601"/>
                    <a:gd name="connsiteX1" fmla="*/ 95820 w 95819"/>
                    <a:gd name="connsiteY1" fmla="*/ 0 h 38601"/>
                    <a:gd name="connsiteX2" fmla="*/ 95820 w 95819"/>
                    <a:gd name="connsiteY2" fmla="*/ 38601 h 38601"/>
                    <a:gd name="connsiteX3" fmla="*/ 0 w 95819"/>
                    <a:gd name="connsiteY3" fmla="*/ 38601 h 38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819" h="38601">
                      <a:moveTo>
                        <a:pt x="0" y="0"/>
                      </a:moveTo>
                      <a:lnTo>
                        <a:pt x="95820" y="0"/>
                      </a:lnTo>
                      <a:lnTo>
                        <a:pt x="95820" y="38601"/>
                      </a:lnTo>
                      <a:lnTo>
                        <a:pt x="0" y="38601"/>
                      </a:lnTo>
                      <a:close/>
                    </a:path>
                  </a:pathLst>
                </a:custGeom>
                <a:solidFill>
                  <a:srgbClr val="E2CEB3"/>
                </a:solidFill>
                <a:ln w="184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7" name="Graphic 15">
                <a:extLst>
                  <a:ext uri="{FF2B5EF4-FFF2-40B4-BE49-F238E27FC236}">
                    <a16:creationId xmlns:a16="http://schemas.microsoft.com/office/drawing/2014/main" id="{45F0F948-0BB4-FCEF-5191-C6EFA231C3D9}"/>
                  </a:ext>
                </a:extLst>
              </p:cNvPr>
              <p:cNvGrpSpPr/>
              <p:nvPr/>
            </p:nvGrpSpPr>
            <p:grpSpPr>
              <a:xfrm>
                <a:off x="1826111" y="4532256"/>
                <a:ext cx="304968" cy="304470"/>
                <a:chOff x="1826111" y="4532256"/>
                <a:chExt cx="304968" cy="304470"/>
              </a:xfrm>
              <a:solidFill>
                <a:srgbClr val="E2CEB3"/>
              </a:solidFill>
            </p:grpSpPr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F9ACC874-7C8E-8040-10D3-693209C4FEB1}"/>
                    </a:ext>
                  </a:extLst>
                </p:cNvPr>
                <p:cNvSpPr/>
                <p:nvPr/>
              </p:nvSpPr>
              <p:spPr>
                <a:xfrm>
                  <a:off x="1826111" y="4532330"/>
                  <a:ext cx="144690" cy="304266"/>
                </a:xfrm>
                <a:custGeom>
                  <a:avLst/>
                  <a:gdLst>
                    <a:gd name="connsiteX0" fmla="*/ 0 w 144690"/>
                    <a:gd name="connsiteY0" fmla="*/ 152115 h 304266"/>
                    <a:gd name="connsiteX1" fmla="*/ 144690 w 144690"/>
                    <a:gd name="connsiteY1" fmla="*/ 304267 h 304266"/>
                    <a:gd name="connsiteX2" fmla="*/ 144690 w 144690"/>
                    <a:gd name="connsiteY2" fmla="*/ 273792 h 304266"/>
                    <a:gd name="connsiteX3" fmla="*/ 30068 w 144690"/>
                    <a:gd name="connsiteY3" fmla="*/ 152115 h 304266"/>
                    <a:gd name="connsiteX4" fmla="*/ 144690 w 144690"/>
                    <a:gd name="connsiteY4" fmla="*/ 30456 h 304266"/>
                    <a:gd name="connsiteX5" fmla="*/ 144690 w 144690"/>
                    <a:gd name="connsiteY5" fmla="*/ 0 h 304266"/>
                    <a:gd name="connsiteX6" fmla="*/ 0 w 144690"/>
                    <a:gd name="connsiteY6" fmla="*/ 152115 h 304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4690" h="304266">
                      <a:moveTo>
                        <a:pt x="0" y="152115"/>
                      </a:moveTo>
                      <a:cubicBezTo>
                        <a:pt x="0" y="233713"/>
                        <a:pt x="64108" y="300148"/>
                        <a:pt x="144690" y="304267"/>
                      </a:cubicBezTo>
                      <a:lnTo>
                        <a:pt x="144690" y="273792"/>
                      </a:lnTo>
                      <a:cubicBezTo>
                        <a:pt x="80767" y="269673"/>
                        <a:pt x="30068" y="217054"/>
                        <a:pt x="30068" y="152115"/>
                      </a:cubicBezTo>
                      <a:cubicBezTo>
                        <a:pt x="30068" y="87194"/>
                        <a:pt x="80767" y="34593"/>
                        <a:pt x="144690" y="30456"/>
                      </a:cubicBezTo>
                      <a:lnTo>
                        <a:pt x="144690" y="0"/>
                      </a:lnTo>
                      <a:cubicBezTo>
                        <a:pt x="64108" y="4137"/>
                        <a:pt x="0" y="70553"/>
                        <a:pt x="0" y="152115"/>
                      </a:cubicBezTo>
                      <a:close/>
                    </a:path>
                  </a:pathLst>
                </a:custGeom>
                <a:solidFill>
                  <a:srgbClr val="E2CEB3"/>
                </a:solidFill>
                <a:ln w="184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3662F63A-738F-C12E-3EAD-25A19B13ADA5}"/>
                    </a:ext>
                  </a:extLst>
                </p:cNvPr>
                <p:cNvSpPr/>
                <p:nvPr/>
              </p:nvSpPr>
              <p:spPr>
                <a:xfrm>
                  <a:off x="1984155" y="4532256"/>
                  <a:ext cx="94120" cy="58566"/>
                </a:xfrm>
                <a:custGeom>
                  <a:avLst/>
                  <a:gdLst>
                    <a:gd name="connsiteX0" fmla="*/ 94121 w 94120"/>
                    <a:gd name="connsiteY0" fmla="*/ 36939 h 58566"/>
                    <a:gd name="connsiteX1" fmla="*/ 0 w 94120"/>
                    <a:gd name="connsiteY1" fmla="*/ 0 h 58566"/>
                    <a:gd name="connsiteX2" fmla="*/ 0 w 94120"/>
                    <a:gd name="connsiteY2" fmla="*/ 30308 h 58566"/>
                    <a:gd name="connsiteX3" fmla="*/ 72474 w 94120"/>
                    <a:gd name="connsiteY3" fmla="*/ 58567 h 58566"/>
                    <a:gd name="connsiteX4" fmla="*/ 94121 w 94120"/>
                    <a:gd name="connsiteY4" fmla="*/ 36939 h 58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120" h="58566">
                      <a:moveTo>
                        <a:pt x="94121" y="36939"/>
                      </a:moveTo>
                      <a:cubicBezTo>
                        <a:pt x="68670" y="14979"/>
                        <a:pt x="35942" y="1293"/>
                        <a:pt x="0" y="0"/>
                      </a:cubicBezTo>
                      <a:lnTo>
                        <a:pt x="0" y="30308"/>
                      </a:lnTo>
                      <a:cubicBezTo>
                        <a:pt x="27630" y="31583"/>
                        <a:pt x="52601" y="42000"/>
                        <a:pt x="72474" y="58567"/>
                      </a:cubicBezTo>
                      <a:lnTo>
                        <a:pt x="94121" y="36939"/>
                      </a:lnTo>
                      <a:close/>
                    </a:path>
                  </a:pathLst>
                </a:custGeom>
                <a:solidFill>
                  <a:srgbClr val="E2CEB3"/>
                </a:solidFill>
                <a:ln w="184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74D8CF1A-18B2-4E32-A98B-F7B419594F1A}"/>
                    </a:ext>
                  </a:extLst>
                </p:cNvPr>
                <p:cNvSpPr/>
                <p:nvPr/>
              </p:nvSpPr>
              <p:spPr>
                <a:xfrm>
                  <a:off x="1984136" y="4578356"/>
                  <a:ext cx="146943" cy="258369"/>
                </a:xfrm>
                <a:custGeom>
                  <a:avLst/>
                  <a:gdLst>
                    <a:gd name="connsiteX0" fmla="*/ 103854 w 146943"/>
                    <a:gd name="connsiteY0" fmla="*/ 0 h 258369"/>
                    <a:gd name="connsiteX1" fmla="*/ 82485 w 146943"/>
                    <a:gd name="connsiteY1" fmla="*/ 21369 h 258369"/>
                    <a:gd name="connsiteX2" fmla="*/ 116894 w 146943"/>
                    <a:gd name="connsiteY2" fmla="*/ 106107 h 258369"/>
                    <a:gd name="connsiteX3" fmla="*/ 0 w 146943"/>
                    <a:gd name="connsiteY3" fmla="*/ 228043 h 258369"/>
                    <a:gd name="connsiteX4" fmla="*/ 0 w 146943"/>
                    <a:gd name="connsiteY4" fmla="*/ 258370 h 258369"/>
                    <a:gd name="connsiteX5" fmla="*/ 146943 w 146943"/>
                    <a:gd name="connsiteY5" fmla="*/ 106107 h 258369"/>
                    <a:gd name="connsiteX6" fmla="*/ 103854 w 146943"/>
                    <a:gd name="connsiteY6" fmla="*/ 0 h 2583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6943" h="258369">
                      <a:moveTo>
                        <a:pt x="103854" y="0"/>
                      </a:moveTo>
                      <a:lnTo>
                        <a:pt x="82485" y="21369"/>
                      </a:lnTo>
                      <a:cubicBezTo>
                        <a:pt x="103725" y="43329"/>
                        <a:pt x="116894" y="73102"/>
                        <a:pt x="116894" y="106107"/>
                      </a:cubicBezTo>
                      <a:cubicBezTo>
                        <a:pt x="116894" y="171822"/>
                        <a:pt x="64976" y="225069"/>
                        <a:pt x="0" y="228043"/>
                      </a:cubicBezTo>
                      <a:lnTo>
                        <a:pt x="0" y="258370"/>
                      </a:lnTo>
                      <a:cubicBezTo>
                        <a:pt x="81617" y="255452"/>
                        <a:pt x="146943" y="188500"/>
                        <a:pt x="146943" y="106107"/>
                      </a:cubicBezTo>
                      <a:cubicBezTo>
                        <a:pt x="146962" y="64791"/>
                        <a:pt x="130506" y="27446"/>
                        <a:pt x="103854" y="0"/>
                      </a:cubicBezTo>
                      <a:close/>
                    </a:path>
                  </a:pathLst>
                </a:custGeom>
                <a:solidFill>
                  <a:srgbClr val="E2CEB3"/>
                </a:solidFill>
                <a:ln w="184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1" name="Graphic 15">
              <a:extLst>
                <a:ext uri="{FF2B5EF4-FFF2-40B4-BE49-F238E27FC236}">
                  <a16:creationId xmlns:a16="http://schemas.microsoft.com/office/drawing/2014/main" id="{6701A0DB-0F84-9341-6900-F9EC1CB46258}"/>
                </a:ext>
              </a:extLst>
            </p:cNvPr>
            <p:cNvGrpSpPr/>
            <p:nvPr/>
          </p:nvGrpSpPr>
          <p:grpSpPr>
            <a:xfrm>
              <a:off x="2022967" y="3970986"/>
              <a:ext cx="486682" cy="485564"/>
              <a:chOff x="2022967" y="3970986"/>
              <a:chExt cx="486682" cy="485564"/>
            </a:xfrm>
          </p:grpSpPr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EF295BB5-0E91-7F77-BBF9-18D1C28B4251}"/>
                  </a:ext>
                </a:extLst>
              </p:cNvPr>
              <p:cNvSpPr/>
              <p:nvPr/>
            </p:nvSpPr>
            <p:spPr>
              <a:xfrm>
                <a:off x="2060415" y="4013650"/>
                <a:ext cx="405479" cy="405479"/>
              </a:xfrm>
              <a:custGeom>
                <a:avLst/>
                <a:gdLst>
                  <a:gd name="connsiteX0" fmla="*/ 405480 w 405479"/>
                  <a:gd name="connsiteY0" fmla="*/ 202740 h 405479"/>
                  <a:gd name="connsiteX1" fmla="*/ 202740 w 405479"/>
                  <a:gd name="connsiteY1" fmla="*/ 405480 h 405479"/>
                  <a:gd name="connsiteX2" fmla="*/ 0 w 405479"/>
                  <a:gd name="connsiteY2" fmla="*/ 202740 h 405479"/>
                  <a:gd name="connsiteX3" fmla="*/ 202740 w 405479"/>
                  <a:gd name="connsiteY3" fmla="*/ 0 h 405479"/>
                  <a:gd name="connsiteX4" fmla="*/ 405480 w 405479"/>
                  <a:gd name="connsiteY4" fmla="*/ 202740 h 40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5479" h="405479">
                    <a:moveTo>
                      <a:pt x="405480" y="202740"/>
                    </a:moveTo>
                    <a:cubicBezTo>
                      <a:pt x="405480" y="314710"/>
                      <a:pt x="314710" y="405480"/>
                      <a:pt x="202740" y="405480"/>
                    </a:cubicBezTo>
                    <a:cubicBezTo>
                      <a:pt x="90770" y="405480"/>
                      <a:pt x="0" y="314710"/>
                      <a:pt x="0" y="202740"/>
                    </a:cubicBezTo>
                    <a:cubicBezTo>
                      <a:pt x="0" y="90770"/>
                      <a:pt x="90770" y="0"/>
                      <a:pt x="202740" y="0"/>
                    </a:cubicBezTo>
                    <a:cubicBezTo>
                      <a:pt x="314710" y="0"/>
                      <a:pt x="405480" y="90770"/>
                      <a:pt x="405480" y="202740"/>
                    </a:cubicBezTo>
                    <a:close/>
                  </a:path>
                </a:pathLst>
              </a:custGeom>
              <a:solidFill>
                <a:srgbClr val="E2CEB3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CC477551-5D86-713B-8933-931AE1E0D5E4}"/>
                  </a:ext>
                </a:extLst>
              </p:cNvPr>
              <p:cNvSpPr/>
              <p:nvPr/>
            </p:nvSpPr>
            <p:spPr>
              <a:xfrm rot="-2837378">
                <a:off x="2093189" y="4046337"/>
                <a:ext cx="339990" cy="339990"/>
              </a:xfrm>
              <a:custGeom>
                <a:avLst/>
                <a:gdLst>
                  <a:gd name="connsiteX0" fmla="*/ 339990 w 339990"/>
                  <a:gd name="connsiteY0" fmla="*/ 169995 h 339990"/>
                  <a:gd name="connsiteX1" fmla="*/ 169995 w 339990"/>
                  <a:gd name="connsiteY1" fmla="*/ 339991 h 339990"/>
                  <a:gd name="connsiteX2" fmla="*/ 0 w 339990"/>
                  <a:gd name="connsiteY2" fmla="*/ 169995 h 339990"/>
                  <a:gd name="connsiteX3" fmla="*/ 169995 w 339990"/>
                  <a:gd name="connsiteY3" fmla="*/ 0 h 339990"/>
                  <a:gd name="connsiteX4" fmla="*/ 339990 w 339990"/>
                  <a:gd name="connsiteY4" fmla="*/ 169995 h 339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9990" h="339990">
                    <a:moveTo>
                      <a:pt x="339990" y="169995"/>
                    </a:moveTo>
                    <a:cubicBezTo>
                      <a:pt x="339990" y="263881"/>
                      <a:pt x="263881" y="339991"/>
                      <a:pt x="169995" y="339991"/>
                    </a:cubicBezTo>
                    <a:cubicBezTo>
                      <a:pt x="76109" y="339991"/>
                      <a:pt x="0" y="263881"/>
                      <a:pt x="0" y="169995"/>
                    </a:cubicBezTo>
                    <a:cubicBezTo>
                      <a:pt x="0" y="76109"/>
                      <a:pt x="76109" y="0"/>
                      <a:pt x="169995" y="0"/>
                    </a:cubicBezTo>
                    <a:cubicBezTo>
                      <a:pt x="263881" y="0"/>
                      <a:pt x="339990" y="76109"/>
                      <a:pt x="339990" y="169995"/>
                    </a:cubicBezTo>
                    <a:close/>
                  </a:path>
                </a:pathLst>
              </a:custGeom>
              <a:solidFill>
                <a:srgbClr val="FDF8F3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48210F4D-8B41-99AC-CC84-02B617ACBB0A}"/>
                  </a:ext>
                </a:extLst>
              </p:cNvPr>
              <p:cNvSpPr/>
              <p:nvPr/>
            </p:nvSpPr>
            <p:spPr>
              <a:xfrm>
                <a:off x="2131578" y="4084832"/>
                <a:ext cx="263116" cy="263098"/>
              </a:xfrm>
              <a:custGeom>
                <a:avLst/>
                <a:gdLst>
                  <a:gd name="connsiteX0" fmla="*/ 263117 w 263116"/>
                  <a:gd name="connsiteY0" fmla="*/ 131558 h 263098"/>
                  <a:gd name="connsiteX1" fmla="*/ 131558 w 263116"/>
                  <a:gd name="connsiteY1" fmla="*/ 263098 h 263098"/>
                  <a:gd name="connsiteX2" fmla="*/ 0 w 263116"/>
                  <a:gd name="connsiteY2" fmla="*/ 131558 h 263098"/>
                  <a:gd name="connsiteX3" fmla="*/ 131558 w 263116"/>
                  <a:gd name="connsiteY3" fmla="*/ 0 h 263098"/>
                  <a:gd name="connsiteX4" fmla="*/ 263117 w 263116"/>
                  <a:gd name="connsiteY4" fmla="*/ 131558 h 263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3116" h="263098">
                    <a:moveTo>
                      <a:pt x="263117" y="131558"/>
                    </a:moveTo>
                    <a:cubicBezTo>
                      <a:pt x="263117" y="204217"/>
                      <a:pt x="204217" y="263098"/>
                      <a:pt x="131558" y="263098"/>
                    </a:cubicBezTo>
                    <a:cubicBezTo>
                      <a:pt x="58899" y="263098"/>
                      <a:pt x="0" y="204199"/>
                      <a:pt x="0" y="131558"/>
                    </a:cubicBezTo>
                    <a:cubicBezTo>
                      <a:pt x="0" y="58899"/>
                      <a:pt x="58899" y="0"/>
                      <a:pt x="131558" y="0"/>
                    </a:cubicBezTo>
                    <a:cubicBezTo>
                      <a:pt x="204217" y="0"/>
                      <a:pt x="263117" y="58899"/>
                      <a:pt x="263117" y="131558"/>
                    </a:cubicBezTo>
                    <a:close/>
                  </a:path>
                </a:pathLst>
              </a:custGeom>
              <a:solidFill>
                <a:srgbClr val="E2CEB3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9E63FCB-B13C-D4C7-2CD1-DE74F2145BC2}"/>
                  </a:ext>
                </a:extLst>
              </p:cNvPr>
              <p:cNvSpPr/>
              <p:nvPr/>
            </p:nvSpPr>
            <p:spPr>
              <a:xfrm>
                <a:off x="2169681" y="4122934"/>
                <a:ext cx="186911" cy="186911"/>
              </a:xfrm>
              <a:custGeom>
                <a:avLst/>
                <a:gdLst>
                  <a:gd name="connsiteX0" fmla="*/ 186911 w 186911"/>
                  <a:gd name="connsiteY0" fmla="*/ 93456 h 186911"/>
                  <a:gd name="connsiteX1" fmla="*/ 93456 w 186911"/>
                  <a:gd name="connsiteY1" fmla="*/ 186911 h 186911"/>
                  <a:gd name="connsiteX2" fmla="*/ 0 w 186911"/>
                  <a:gd name="connsiteY2" fmla="*/ 93456 h 186911"/>
                  <a:gd name="connsiteX3" fmla="*/ 93456 w 186911"/>
                  <a:gd name="connsiteY3" fmla="*/ 0 h 186911"/>
                  <a:gd name="connsiteX4" fmla="*/ 186911 w 186911"/>
                  <a:gd name="connsiteY4" fmla="*/ 93456 h 186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911" h="186911">
                    <a:moveTo>
                      <a:pt x="186911" y="93456"/>
                    </a:moveTo>
                    <a:cubicBezTo>
                      <a:pt x="186911" y="145059"/>
                      <a:pt x="145078" y="186911"/>
                      <a:pt x="93456" y="186911"/>
                    </a:cubicBezTo>
                    <a:cubicBezTo>
                      <a:pt x="41852" y="186911"/>
                      <a:pt x="0" y="145078"/>
                      <a:pt x="0" y="93456"/>
                    </a:cubicBezTo>
                    <a:cubicBezTo>
                      <a:pt x="0" y="41852"/>
                      <a:pt x="41833" y="0"/>
                      <a:pt x="93456" y="0"/>
                    </a:cubicBezTo>
                    <a:cubicBezTo>
                      <a:pt x="145078" y="0"/>
                      <a:pt x="186911" y="41852"/>
                      <a:pt x="186911" y="93456"/>
                    </a:cubicBezTo>
                    <a:close/>
                  </a:path>
                </a:pathLst>
              </a:custGeom>
              <a:solidFill>
                <a:srgbClr val="FDF8F3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3A5297E1-2AB1-9818-45B2-37880468766A}"/>
                  </a:ext>
                </a:extLst>
              </p:cNvPr>
              <p:cNvSpPr/>
              <p:nvPr/>
            </p:nvSpPr>
            <p:spPr>
              <a:xfrm>
                <a:off x="2211902" y="4165137"/>
                <a:ext cx="102505" cy="102505"/>
              </a:xfrm>
              <a:custGeom>
                <a:avLst/>
                <a:gdLst>
                  <a:gd name="connsiteX0" fmla="*/ 102506 w 102505"/>
                  <a:gd name="connsiteY0" fmla="*/ 51253 h 102505"/>
                  <a:gd name="connsiteX1" fmla="*/ 51253 w 102505"/>
                  <a:gd name="connsiteY1" fmla="*/ 102506 h 102505"/>
                  <a:gd name="connsiteX2" fmla="*/ 0 w 102505"/>
                  <a:gd name="connsiteY2" fmla="*/ 51253 h 102505"/>
                  <a:gd name="connsiteX3" fmla="*/ 51253 w 102505"/>
                  <a:gd name="connsiteY3" fmla="*/ 0 h 102505"/>
                  <a:gd name="connsiteX4" fmla="*/ 102506 w 102505"/>
                  <a:gd name="connsiteY4" fmla="*/ 51253 h 102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2505" h="102505">
                    <a:moveTo>
                      <a:pt x="102506" y="51253"/>
                    </a:moveTo>
                    <a:cubicBezTo>
                      <a:pt x="102506" y="79559"/>
                      <a:pt x="79559" y="102506"/>
                      <a:pt x="51253" y="102506"/>
                    </a:cubicBezTo>
                    <a:cubicBezTo>
                      <a:pt x="22947" y="102506"/>
                      <a:pt x="0" y="79559"/>
                      <a:pt x="0" y="51253"/>
                    </a:cubicBezTo>
                    <a:cubicBezTo>
                      <a:pt x="0" y="22947"/>
                      <a:pt x="22947" y="0"/>
                      <a:pt x="51253" y="0"/>
                    </a:cubicBezTo>
                    <a:cubicBezTo>
                      <a:pt x="79559" y="0"/>
                      <a:pt x="102506" y="22947"/>
                      <a:pt x="102506" y="51253"/>
                    </a:cubicBezTo>
                    <a:close/>
                  </a:path>
                </a:pathLst>
              </a:custGeom>
              <a:solidFill>
                <a:srgbClr val="E2CEB3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4C3992C5-F531-FC1F-0DF6-45ECF71F8882}"/>
                  </a:ext>
                </a:extLst>
              </p:cNvPr>
              <p:cNvSpPr/>
              <p:nvPr/>
            </p:nvSpPr>
            <p:spPr>
              <a:xfrm>
                <a:off x="2243615" y="4196849"/>
                <a:ext cx="39081" cy="39081"/>
              </a:xfrm>
              <a:custGeom>
                <a:avLst/>
                <a:gdLst>
                  <a:gd name="connsiteX0" fmla="*/ 39081 w 39081"/>
                  <a:gd name="connsiteY0" fmla="*/ 19541 h 39081"/>
                  <a:gd name="connsiteX1" fmla="*/ 19541 w 39081"/>
                  <a:gd name="connsiteY1" fmla="*/ 39081 h 39081"/>
                  <a:gd name="connsiteX2" fmla="*/ 0 w 39081"/>
                  <a:gd name="connsiteY2" fmla="*/ 19541 h 39081"/>
                  <a:gd name="connsiteX3" fmla="*/ 19541 w 39081"/>
                  <a:gd name="connsiteY3" fmla="*/ 0 h 39081"/>
                  <a:gd name="connsiteX4" fmla="*/ 39081 w 39081"/>
                  <a:gd name="connsiteY4" fmla="*/ 19541 h 39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081" h="39081">
                    <a:moveTo>
                      <a:pt x="39081" y="19541"/>
                    </a:moveTo>
                    <a:cubicBezTo>
                      <a:pt x="39081" y="30345"/>
                      <a:pt x="30327" y="39081"/>
                      <a:pt x="19541" y="39081"/>
                    </a:cubicBezTo>
                    <a:cubicBezTo>
                      <a:pt x="8755" y="39081"/>
                      <a:pt x="0" y="30327"/>
                      <a:pt x="0" y="19541"/>
                    </a:cubicBezTo>
                    <a:cubicBezTo>
                      <a:pt x="0" y="8736"/>
                      <a:pt x="8755" y="0"/>
                      <a:pt x="19541" y="0"/>
                    </a:cubicBezTo>
                    <a:cubicBezTo>
                      <a:pt x="30327" y="0"/>
                      <a:pt x="39081" y="8736"/>
                      <a:pt x="39081" y="19541"/>
                    </a:cubicBezTo>
                    <a:close/>
                  </a:path>
                </a:pathLst>
              </a:custGeom>
              <a:solidFill>
                <a:srgbClr val="FDF8F3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08" name="Graphic 15">
                <a:extLst>
                  <a:ext uri="{FF2B5EF4-FFF2-40B4-BE49-F238E27FC236}">
                    <a16:creationId xmlns:a16="http://schemas.microsoft.com/office/drawing/2014/main" id="{46C1BCED-4C52-7E3E-AAA8-9DF67553A5E2}"/>
                  </a:ext>
                </a:extLst>
              </p:cNvPr>
              <p:cNvGrpSpPr/>
              <p:nvPr/>
            </p:nvGrpSpPr>
            <p:grpSpPr>
              <a:xfrm>
                <a:off x="2258547" y="3970986"/>
                <a:ext cx="251102" cy="251102"/>
                <a:chOff x="2258547" y="3970986"/>
                <a:chExt cx="251102" cy="251102"/>
              </a:xfrm>
            </p:grpSpPr>
            <p:sp>
              <p:nvSpPr>
                <p:cNvPr id="109" name="Freeform: Shape 108">
                  <a:extLst>
                    <a:ext uri="{FF2B5EF4-FFF2-40B4-BE49-F238E27FC236}">
                      <a16:creationId xmlns:a16="http://schemas.microsoft.com/office/drawing/2014/main" id="{372B99A0-9EDA-2F4B-CEAB-27B5D930726F}"/>
                    </a:ext>
                  </a:extLst>
                </p:cNvPr>
                <p:cNvSpPr/>
                <p:nvPr/>
              </p:nvSpPr>
              <p:spPr>
                <a:xfrm>
                  <a:off x="2404853" y="4016827"/>
                  <a:ext cx="104796" cy="67801"/>
                </a:xfrm>
                <a:custGeom>
                  <a:avLst/>
                  <a:gdLst>
                    <a:gd name="connsiteX0" fmla="*/ 47633 w 104796"/>
                    <a:gd name="connsiteY0" fmla="*/ 57145 h 67801"/>
                    <a:gd name="connsiteX1" fmla="*/ 0 w 104796"/>
                    <a:gd name="connsiteY1" fmla="*/ 67802 h 67801"/>
                    <a:gd name="connsiteX2" fmla="*/ 57163 w 104796"/>
                    <a:gd name="connsiteY2" fmla="*/ 10639 h 67801"/>
                    <a:gd name="connsiteX3" fmla="*/ 104796 w 104796"/>
                    <a:gd name="connsiteY3" fmla="*/ 0 h 678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4796" h="67801">
                      <a:moveTo>
                        <a:pt x="47633" y="57145"/>
                      </a:moveTo>
                      <a:lnTo>
                        <a:pt x="0" y="67802"/>
                      </a:lnTo>
                      <a:lnTo>
                        <a:pt x="57163" y="10639"/>
                      </a:lnTo>
                      <a:lnTo>
                        <a:pt x="104796" y="0"/>
                      </a:lnTo>
                      <a:close/>
                    </a:path>
                  </a:pathLst>
                </a:custGeom>
                <a:solidFill>
                  <a:srgbClr val="FFD35A"/>
                </a:solidFill>
                <a:ln w="184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" name="Freeform: Shape 109">
                  <a:extLst>
                    <a:ext uri="{FF2B5EF4-FFF2-40B4-BE49-F238E27FC236}">
                      <a16:creationId xmlns:a16="http://schemas.microsoft.com/office/drawing/2014/main" id="{48D35FC1-9F36-B9F2-0D11-1F9D34B9AE3F}"/>
                    </a:ext>
                  </a:extLst>
                </p:cNvPr>
                <p:cNvSpPr/>
                <p:nvPr/>
              </p:nvSpPr>
              <p:spPr>
                <a:xfrm>
                  <a:off x="2396006" y="3970986"/>
                  <a:ext cx="67801" cy="104796"/>
                </a:xfrm>
                <a:custGeom>
                  <a:avLst/>
                  <a:gdLst>
                    <a:gd name="connsiteX0" fmla="*/ 10657 w 67801"/>
                    <a:gd name="connsiteY0" fmla="*/ 57163 h 104796"/>
                    <a:gd name="connsiteX1" fmla="*/ 0 w 67801"/>
                    <a:gd name="connsiteY1" fmla="*/ 104796 h 104796"/>
                    <a:gd name="connsiteX2" fmla="*/ 57163 w 67801"/>
                    <a:gd name="connsiteY2" fmla="*/ 47633 h 104796"/>
                    <a:gd name="connsiteX3" fmla="*/ 67802 w 67801"/>
                    <a:gd name="connsiteY3" fmla="*/ 0 h 1047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7801" h="104796">
                      <a:moveTo>
                        <a:pt x="10657" y="57163"/>
                      </a:moveTo>
                      <a:lnTo>
                        <a:pt x="0" y="104796"/>
                      </a:lnTo>
                      <a:lnTo>
                        <a:pt x="57163" y="47633"/>
                      </a:lnTo>
                      <a:lnTo>
                        <a:pt x="67802" y="0"/>
                      </a:lnTo>
                      <a:close/>
                    </a:path>
                  </a:pathLst>
                </a:custGeom>
                <a:solidFill>
                  <a:srgbClr val="FFD35A"/>
                </a:solidFill>
                <a:ln w="184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" name="Freeform: Shape 110">
                  <a:extLst>
                    <a:ext uri="{FF2B5EF4-FFF2-40B4-BE49-F238E27FC236}">
                      <a16:creationId xmlns:a16="http://schemas.microsoft.com/office/drawing/2014/main" id="{FDAA2E4D-CF12-690E-B761-23E239E40617}"/>
                    </a:ext>
                  </a:extLst>
                </p:cNvPr>
                <p:cNvSpPr/>
                <p:nvPr/>
              </p:nvSpPr>
              <p:spPr>
                <a:xfrm>
                  <a:off x="2258547" y="4018508"/>
                  <a:ext cx="203580" cy="203580"/>
                </a:xfrm>
                <a:custGeom>
                  <a:avLst/>
                  <a:gdLst>
                    <a:gd name="connsiteX0" fmla="*/ 1856 w 203580"/>
                    <a:gd name="connsiteY0" fmla="*/ 201724 h 203580"/>
                    <a:gd name="connsiteX1" fmla="*/ 1856 w 203580"/>
                    <a:gd name="connsiteY1" fmla="*/ 201724 h 203580"/>
                    <a:gd name="connsiteX2" fmla="*/ 1856 w 203580"/>
                    <a:gd name="connsiteY2" fmla="*/ 192766 h 203580"/>
                    <a:gd name="connsiteX3" fmla="*/ 194622 w 203580"/>
                    <a:gd name="connsiteY3" fmla="*/ 0 h 203580"/>
                    <a:gd name="connsiteX4" fmla="*/ 203580 w 203580"/>
                    <a:gd name="connsiteY4" fmla="*/ 8958 h 203580"/>
                    <a:gd name="connsiteX5" fmla="*/ 10814 w 203580"/>
                    <a:gd name="connsiteY5" fmla="*/ 201724 h 203580"/>
                    <a:gd name="connsiteX6" fmla="*/ 1856 w 203580"/>
                    <a:gd name="connsiteY6" fmla="*/ 201724 h 203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03580" h="203580">
                      <a:moveTo>
                        <a:pt x="1856" y="201724"/>
                      </a:moveTo>
                      <a:lnTo>
                        <a:pt x="1856" y="201724"/>
                      </a:lnTo>
                      <a:cubicBezTo>
                        <a:pt x="-619" y="199249"/>
                        <a:pt x="-619" y="195241"/>
                        <a:pt x="1856" y="192766"/>
                      </a:cubicBezTo>
                      <a:lnTo>
                        <a:pt x="194622" y="0"/>
                      </a:lnTo>
                      <a:lnTo>
                        <a:pt x="203580" y="8958"/>
                      </a:lnTo>
                      <a:lnTo>
                        <a:pt x="10814" y="201724"/>
                      </a:lnTo>
                      <a:cubicBezTo>
                        <a:pt x="8339" y="204199"/>
                        <a:pt x="4331" y="204199"/>
                        <a:pt x="1856" y="201724"/>
                      </a:cubicBezTo>
                      <a:close/>
                    </a:path>
                  </a:pathLst>
                </a:custGeom>
                <a:solidFill>
                  <a:srgbClr val="EFA34B"/>
                </a:solidFill>
                <a:ln w="184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2" name="Graphic 15">
              <a:extLst>
                <a:ext uri="{FF2B5EF4-FFF2-40B4-BE49-F238E27FC236}">
                  <a16:creationId xmlns:a16="http://schemas.microsoft.com/office/drawing/2014/main" id="{96B49F3D-9D14-83BE-E5AA-D4B5F5E43647}"/>
                </a:ext>
              </a:extLst>
            </p:cNvPr>
            <p:cNvGrpSpPr/>
            <p:nvPr/>
          </p:nvGrpSpPr>
          <p:grpSpPr>
            <a:xfrm>
              <a:off x="1153618" y="4171491"/>
              <a:ext cx="117041" cy="12947"/>
              <a:chOff x="1153618" y="4171491"/>
              <a:chExt cx="117041" cy="12947"/>
            </a:xfrm>
            <a:solidFill>
              <a:srgbClr val="E2CEB3"/>
            </a:solidFill>
          </p:grpSpPr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858E4FC4-0ED5-3002-8688-5F4B5D06C146}"/>
                  </a:ext>
                </a:extLst>
              </p:cNvPr>
              <p:cNvSpPr/>
              <p:nvPr/>
            </p:nvSpPr>
            <p:spPr>
              <a:xfrm>
                <a:off x="1153618" y="4171491"/>
                <a:ext cx="77516" cy="12947"/>
              </a:xfrm>
              <a:custGeom>
                <a:avLst/>
                <a:gdLst>
                  <a:gd name="connsiteX0" fmla="*/ 6464 w 77516"/>
                  <a:gd name="connsiteY0" fmla="*/ 0 h 12947"/>
                  <a:gd name="connsiteX1" fmla="*/ 0 w 77516"/>
                  <a:gd name="connsiteY1" fmla="*/ 6501 h 12947"/>
                  <a:gd name="connsiteX2" fmla="*/ 6464 w 77516"/>
                  <a:gd name="connsiteY2" fmla="*/ 12947 h 12947"/>
                  <a:gd name="connsiteX3" fmla="*/ 71071 w 77516"/>
                  <a:gd name="connsiteY3" fmla="*/ 12947 h 12947"/>
                  <a:gd name="connsiteX4" fmla="*/ 77517 w 77516"/>
                  <a:gd name="connsiteY4" fmla="*/ 6501 h 12947"/>
                  <a:gd name="connsiteX5" fmla="*/ 71071 w 77516"/>
                  <a:gd name="connsiteY5" fmla="*/ 0 h 12947"/>
                  <a:gd name="connsiteX6" fmla="*/ 6464 w 77516"/>
                  <a:gd name="connsiteY6" fmla="*/ 0 h 12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7516" h="12947">
                    <a:moveTo>
                      <a:pt x="6464" y="0"/>
                    </a:moveTo>
                    <a:cubicBezTo>
                      <a:pt x="2863" y="0"/>
                      <a:pt x="0" y="2918"/>
                      <a:pt x="0" y="6501"/>
                    </a:cubicBezTo>
                    <a:cubicBezTo>
                      <a:pt x="0" y="10103"/>
                      <a:pt x="2863" y="12947"/>
                      <a:pt x="6464" y="12947"/>
                    </a:cubicBezTo>
                    <a:lnTo>
                      <a:pt x="71071" y="12947"/>
                    </a:lnTo>
                    <a:cubicBezTo>
                      <a:pt x="74635" y="12947"/>
                      <a:pt x="77517" y="10103"/>
                      <a:pt x="77517" y="6501"/>
                    </a:cubicBezTo>
                    <a:cubicBezTo>
                      <a:pt x="77517" y="2937"/>
                      <a:pt x="74635" y="0"/>
                      <a:pt x="71071" y="0"/>
                    </a:cubicBezTo>
                    <a:lnTo>
                      <a:pt x="6464" y="0"/>
                    </a:lnTo>
                    <a:close/>
                  </a:path>
                </a:pathLst>
              </a:custGeom>
              <a:solidFill>
                <a:srgbClr val="E2CEB3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97F10B96-E9ED-C2E8-7A16-D8629323C24E}"/>
                  </a:ext>
                </a:extLst>
              </p:cNvPr>
              <p:cNvSpPr/>
              <p:nvPr/>
            </p:nvSpPr>
            <p:spPr>
              <a:xfrm>
                <a:off x="1245910" y="4171491"/>
                <a:ext cx="24749" cy="12947"/>
              </a:xfrm>
              <a:custGeom>
                <a:avLst/>
                <a:gdLst>
                  <a:gd name="connsiteX0" fmla="*/ 6464 w 24749"/>
                  <a:gd name="connsiteY0" fmla="*/ 0 h 12947"/>
                  <a:gd name="connsiteX1" fmla="*/ 0 w 24749"/>
                  <a:gd name="connsiteY1" fmla="*/ 6501 h 12947"/>
                  <a:gd name="connsiteX2" fmla="*/ 6464 w 24749"/>
                  <a:gd name="connsiteY2" fmla="*/ 12947 h 12947"/>
                  <a:gd name="connsiteX3" fmla="*/ 18303 w 24749"/>
                  <a:gd name="connsiteY3" fmla="*/ 12947 h 12947"/>
                  <a:gd name="connsiteX4" fmla="*/ 24749 w 24749"/>
                  <a:gd name="connsiteY4" fmla="*/ 6501 h 12947"/>
                  <a:gd name="connsiteX5" fmla="*/ 18303 w 24749"/>
                  <a:gd name="connsiteY5" fmla="*/ 0 h 12947"/>
                  <a:gd name="connsiteX6" fmla="*/ 6464 w 24749"/>
                  <a:gd name="connsiteY6" fmla="*/ 0 h 12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749" h="12947">
                    <a:moveTo>
                      <a:pt x="6464" y="0"/>
                    </a:moveTo>
                    <a:cubicBezTo>
                      <a:pt x="2900" y="0"/>
                      <a:pt x="0" y="2918"/>
                      <a:pt x="0" y="6501"/>
                    </a:cubicBezTo>
                    <a:cubicBezTo>
                      <a:pt x="0" y="10103"/>
                      <a:pt x="2918" y="12947"/>
                      <a:pt x="6464" y="12947"/>
                    </a:cubicBezTo>
                    <a:lnTo>
                      <a:pt x="18303" y="12947"/>
                    </a:lnTo>
                    <a:cubicBezTo>
                      <a:pt x="21868" y="12947"/>
                      <a:pt x="24749" y="10103"/>
                      <a:pt x="24749" y="6501"/>
                    </a:cubicBezTo>
                    <a:cubicBezTo>
                      <a:pt x="24749" y="2937"/>
                      <a:pt x="21868" y="0"/>
                      <a:pt x="18303" y="0"/>
                    </a:cubicBezTo>
                    <a:lnTo>
                      <a:pt x="6464" y="0"/>
                    </a:lnTo>
                    <a:close/>
                  </a:path>
                </a:pathLst>
              </a:custGeom>
              <a:solidFill>
                <a:srgbClr val="E2CEB3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5" name="Graphic 15">
              <a:extLst>
                <a:ext uri="{FF2B5EF4-FFF2-40B4-BE49-F238E27FC236}">
                  <a16:creationId xmlns:a16="http://schemas.microsoft.com/office/drawing/2014/main" id="{655FC6D5-02BC-F96D-7792-3413BB046CEC}"/>
                </a:ext>
              </a:extLst>
            </p:cNvPr>
            <p:cNvGrpSpPr/>
            <p:nvPr/>
          </p:nvGrpSpPr>
          <p:grpSpPr>
            <a:xfrm>
              <a:off x="3124758" y="4646194"/>
              <a:ext cx="117041" cy="12947"/>
              <a:chOff x="3124758" y="4646194"/>
              <a:chExt cx="117041" cy="12947"/>
            </a:xfrm>
            <a:solidFill>
              <a:srgbClr val="E2CEB3"/>
            </a:solidFill>
          </p:grpSpPr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83EEC89E-A7B0-95B4-BB6C-C76536CCCEA0}"/>
                  </a:ext>
                </a:extLst>
              </p:cNvPr>
              <p:cNvSpPr/>
              <p:nvPr/>
            </p:nvSpPr>
            <p:spPr>
              <a:xfrm>
                <a:off x="3124758" y="4646194"/>
                <a:ext cx="77516" cy="12947"/>
              </a:xfrm>
              <a:custGeom>
                <a:avLst/>
                <a:gdLst>
                  <a:gd name="connsiteX0" fmla="*/ 6464 w 77516"/>
                  <a:gd name="connsiteY0" fmla="*/ 0 h 12947"/>
                  <a:gd name="connsiteX1" fmla="*/ 0 w 77516"/>
                  <a:gd name="connsiteY1" fmla="*/ 6501 h 12947"/>
                  <a:gd name="connsiteX2" fmla="*/ 6464 w 77516"/>
                  <a:gd name="connsiteY2" fmla="*/ 12947 h 12947"/>
                  <a:gd name="connsiteX3" fmla="*/ 71071 w 77516"/>
                  <a:gd name="connsiteY3" fmla="*/ 12947 h 12947"/>
                  <a:gd name="connsiteX4" fmla="*/ 77516 w 77516"/>
                  <a:gd name="connsiteY4" fmla="*/ 6501 h 12947"/>
                  <a:gd name="connsiteX5" fmla="*/ 71071 w 77516"/>
                  <a:gd name="connsiteY5" fmla="*/ 0 h 12947"/>
                  <a:gd name="connsiteX6" fmla="*/ 6464 w 77516"/>
                  <a:gd name="connsiteY6" fmla="*/ 0 h 12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7516" h="12947">
                    <a:moveTo>
                      <a:pt x="6464" y="0"/>
                    </a:moveTo>
                    <a:cubicBezTo>
                      <a:pt x="2863" y="0"/>
                      <a:pt x="0" y="2918"/>
                      <a:pt x="0" y="6501"/>
                    </a:cubicBezTo>
                    <a:cubicBezTo>
                      <a:pt x="0" y="10103"/>
                      <a:pt x="2881" y="12947"/>
                      <a:pt x="6464" y="12947"/>
                    </a:cubicBezTo>
                    <a:lnTo>
                      <a:pt x="71071" y="12947"/>
                    </a:lnTo>
                    <a:cubicBezTo>
                      <a:pt x="74635" y="12947"/>
                      <a:pt x="77516" y="10103"/>
                      <a:pt x="77516" y="6501"/>
                    </a:cubicBezTo>
                    <a:cubicBezTo>
                      <a:pt x="77516" y="2937"/>
                      <a:pt x="74635" y="0"/>
                      <a:pt x="71071" y="0"/>
                    </a:cubicBezTo>
                    <a:lnTo>
                      <a:pt x="6464" y="0"/>
                    </a:lnTo>
                    <a:close/>
                  </a:path>
                </a:pathLst>
              </a:custGeom>
              <a:solidFill>
                <a:srgbClr val="E2CEB3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3E5AA37A-C96E-4669-A9EC-34A8A9C20E89}"/>
                  </a:ext>
                </a:extLst>
              </p:cNvPr>
              <p:cNvSpPr/>
              <p:nvPr/>
            </p:nvSpPr>
            <p:spPr>
              <a:xfrm>
                <a:off x="3217032" y="4646194"/>
                <a:ext cx="24767" cy="12947"/>
              </a:xfrm>
              <a:custGeom>
                <a:avLst/>
                <a:gdLst>
                  <a:gd name="connsiteX0" fmla="*/ 6464 w 24767"/>
                  <a:gd name="connsiteY0" fmla="*/ 0 h 12947"/>
                  <a:gd name="connsiteX1" fmla="*/ 0 w 24767"/>
                  <a:gd name="connsiteY1" fmla="*/ 6501 h 12947"/>
                  <a:gd name="connsiteX2" fmla="*/ 6464 w 24767"/>
                  <a:gd name="connsiteY2" fmla="*/ 12947 h 12947"/>
                  <a:gd name="connsiteX3" fmla="*/ 18303 w 24767"/>
                  <a:gd name="connsiteY3" fmla="*/ 12947 h 12947"/>
                  <a:gd name="connsiteX4" fmla="*/ 24767 w 24767"/>
                  <a:gd name="connsiteY4" fmla="*/ 6501 h 12947"/>
                  <a:gd name="connsiteX5" fmla="*/ 18303 w 24767"/>
                  <a:gd name="connsiteY5" fmla="*/ 0 h 12947"/>
                  <a:gd name="connsiteX6" fmla="*/ 6464 w 24767"/>
                  <a:gd name="connsiteY6" fmla="*/ 0 h 12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767" h="12947">
                    <a:moveTo>
                      <a:pt x="6464" y="0"/>
                    </a:moveTo>
                    <a:cubicBezTo>
                      <a:pt x="2900" y="0"/>
                      <a:pt x="0" y="2918"/>
                      <a:pt x="0" y="6501"/>
                    </a:cubicBezTo>
                    <a:cubicBezTo>
                      <a:pt x="0" y="10103"/>
                      <a:pt x="2918" y="12947"/>
                      <a:pt x="6464" y="12947"/>
                    </a:cubicBezTo>
                    <a:lnTo>
                      <a:pt x="18303" y="12947"/>
                    </a:lnTo>
                    <a:cubicBezTo>
                      <a:pt x="21868" y="12947"/>
                      <a:pt x="24767" y="10103"/>
                      <a:pt x="24767" y="6501"/>
                    </a:cubicBezTo>
                    <a:cubicBezTo>
                      <a:pt x="24767" y="2937"/>
                      <a:pt x="21886" y="0"/>
                      <a:pt x="18303" y="0"/>
                    </a:cubicBezTo>
                    <a:lnTo>
                      <a:pt x="6464" y="0"/>
                    </a:lnTo>
                    <a:close/>
                  </a:path>
                </a:pathLst>
              </a:custGeom>
              <a:solidFill>
                <a:srgbClr val="E2CEB3"/>
              </a:solidFill>
              <a:ln w="18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1CF2518-C0DD-09AE-C01C-AAF62913DC0F}"/>
                </a:ext>
              </a:extLst>
            </p:cNvPr>
            <p:cNvSpPr/>
            <p:nvPr/>
          </p:nvSpPr>
          <p:spPr>
            <a:xfrm>
              <a:off x="2000851" y="3661123"/>
              <a:ext cx="63091" cy="63091"/>
            </a:xfrm>
            <a:custGeom>
              <a:avLst/>
              <a:gdLst>
                <a:gd name="connsiteX0" fmla="*/ 56166 w 63091"/>
                <a:gd name="connsiteY0" fmla="*/ 24638 h 63091"/>
                <a:gd name="connsiteX1" fmla="*/ 38454 w 63091"/>
                <a:gd name="connsiteY1" fmla="*/ 24638 h 63091"/>
                <a:gd name="connsiteX2" fmla="*/ 38454 w 63091"/>
                <a:gd name="connsiteY2" fmla="*/ 6889 h 63091"/>
                <a:gd name="connsiteX3" fmla="*/ 31527 w 63091"/>
                <a:gd name="connsiteY3" fmla="*/ 0 h 63091"/>
                <a:gd name="connsiteX4" fmla="*/ 24620 w 63091"/>
                <a:gd name="connsiteY4" fmla="*/ 6889 h 63091"/>
                <a:gd name="connsiteX5" fmla="*/ 24620 w 63091"/>
                <a:gd name="connsiteY5" fmla="*/ 24638 h 63091"/>
                <a:gd name="connsiteX6" fmla="*/ 6908 w 63091"/>
                <a:gd name="connsiteY6" fmla="*/ 24638 h 63091"/>
                <a:gd name="connsiteX7" fmla="*/ 0 w 63091"/>
                <a:gd name="connsiteY7" fmla="*/ 31527 h 63091"/>
                <a:gd name="connsiteX8" fmla="*/ 6908 w 63091"/>
                <a:gd name="connsiteY8" fmla="*/ 38454 h 63091"/>
                <a:gd name="connsiteX9" fmla="*/ 24620 w 63091"/>
                <a:gd name="connsiteY9" fmla="*/ 38454 h 63091"/>
                <a:gd name="connsiteX10" fmla="*/ 24620 w 63091"/>
                <a:gd name="connsiteY10" fmla="*/ 56147 h 63091"/>
                <a:gd name="connsiteX11" fmla="*/ 31527 w 63091"/>
                <a:gd name="connsiteY11" fmla="*/ 63092 h 63091"/>
                <a:gd name="connsiteX12" fmla="*/ 38454 w 63091"/>
                <a:gd name="connsiteY12" fmla="*/ 56147 h 63091"/>
                <a:gd name="connsiteX13" fmla="*/ 38454 w 63091"/>
                <a:gd name="connsiteY13" fmla="*/ 38454 h 63091"/>
                <a:gd name="connsiteX14" fmla="*/ 56166 w 63091"/>
                <a:gd name="connsiteY14" fmla="*/ 38454 h 63091"/>
                <a:gd name="connsiteX15" fmla="*/ 63092 w 63091"/>
                <a:gd name="connsiteY15" fmla="*/ 31527 h 63091"/>
                <a:gd name="connsiteX16" fmla="*/ 56166 w 63091"/>
                <a:gd name="connsiteY16" fmla="*/ 24638 h 63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091" h="63091">
                  <a:moveTo>
                    <a:pt x="56166" y="24638"/>
                  </a:moveTo>
                  <a:lnTo>
                    <a:pt x="38454" y="24638"/>
                  </a:lnTo>
                  <a:lnTo>
                    <a:pt x="38454" y="6889"/>
                  </a:lnTo>
                  <a:cubicBezTo>
                    <a:pt x="38454" y="3066"/>
                    <a:pt x="35351" y="0"/>
                    <a:pt x="31527" y="0"/>
                  </a:cubicBezTo>
                  <a:cubicBezTo>
                    <a:pt x="27704" y="0"/>
                    <a:pt x="24620" y="3066"/>
                    <a:pt x="24620" y="6889"/>
                  </a:cubicBezTo>
                  <a:lnTo>
                    <a:pt x="24620" y="24638"/>
                  </a:lnTo>
                  <a:lnTo>
                    <a:pt x="6908" y="24638"/>
                  </a:lnTo>
                  <a:cubicBezTo>
                    <a:pt x="3084" y="24638"/>
                    <a:pt x="0" y="27704"/>
                    <a:pt x="0" y="31527"/>
                  </a:cubicBezTo>
                  <a:cubicBezTo>
                    <a:pt x="0" y="35351"/>
                    <a:pt x="3084" y="38454"/>
                    <a:pt x="6908" y="38454"/>
                  </a:cubicBezTo>
                  <a:lnTo>
                    <a:pt x="24620" y="38454"/>
                  </a:lnTo>
                  <a:lnTo>
                    <a:pt x="24620" y="56147"/>
                  </a:lnTo>
                  <a:cubicBezTo>
                    <a:pt x="24620" y="59971"/>
                    <a:pt x="27686" y="63092"/>
                    <a:pt x="31527" y="63092"/>
                  </a:cubicBezTo>
                  <a:cubicBezTo>
                    <a:pt x="35351" y="63092"/>
                    <a:pt x="38454" y="59971"/>
                    <a:pt x="38454" y="56147"/>
                  </a:cubicBezTo>
                  <a:lnTo>
                    <a:pt x="38454" y="38454"/>
                  </a:lnTo>
                  <a:lnTo>
                    <a:pt x="56166" y="38454"/>
                  </a:lnTo>
                  <a:cubicBezTo>
                    <a:pt x="59989" y="38454"/>
                    <a:pt x="63092" y="35351"/>
                    <a:pt x="63092" y="31527"/>
                  </a:cubicBezTo>
                  <a:cubicBezTo>
                    <a:pt x="63092" y="27704"/>
                    <a:pt x="59989" y="24638"/>
                    <a:pt x="56166" y="24638"/>
                  </a:cubicBezTo>
                  <a:close/>
                </a:path>
              </a:pathLst>
            </a:custGeom>
            <a:solidFill>
              <a:srgbClr val="E2CEB3"/>
            </a:solidFill>
            <a:ln w="18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1C934AE-9015-1B64-D99B-7351350FC583}"/>
                </a:ext>
              </a:extLst>
            </p:cNvPr>
            <p:cNvSpPr/>
            <p:nvPr/>
          </p:nvSpPr>
          <p:spPr>
            <a:xfrm>
              <a:off x="3214317" y="4162219"/>
              <a:ext cx="63110" cy="63091"/>
            </a:xfrm>
            <a:custGeom>
              <a:avLst/>
              <a:gdLst>
                <a:gd name="connsiteX0" fmla="*/ 56184 w 63110"/>
                <a:gd name="connsiteY0" fmla="*/ 24638 h 63091"/>
                <a:gd name="connsiteX1" fmla="*/ 38472 w 63110"/>
                <a:gd name="connsiteY1" fmla="*/ 24638 h 63091"/>
                <a:gd name="connsiteX2" fmla="*/ 38472 w 63110"/>
                <a:gd name="connsiteY2" fmla="*/ 6889 h 63091"/>
                <a:gd name="connsiteX3" fmla="*/ 31546 w 63110"/>
                <a:gd name="connsiteY3" fmla="*/ 0 h 63091"/>
                <a:gd name="connsiteX4" fmla="*/ 24638 w 63110"/>
                <a:gd name="connsiteY4" fmla="*/ 6889 h 63091"/>
                <a:gd name="connsiteX5" fmla="*/ 24638 w 63110"/>
                <a:gd name="connsiteY5" fmla="*/ 24638 h 63091"/>
                <a:gd name="connsiteX6" fmla="*/ 6907 w 63110"/>
                <a:gd name="connsiteY6" fmla="*/ 24638 h 63091"/>
                <a:gd name="connsiteX7" fmla="*/ 0 w 63110"/>
                <a:gd name="connsiteY7" fmla="*/ 31527 h 63091"/>
                <a:gd name="connsiteX8" fmla="*/ 6907 w 63110"/>
                <a:gd name="connsiteY8" fmla="*/ 38454 h 63091"/>
                <a:gd name="connsiteX9" fmla="*/ 24638 w 63110"/>
                <a:gd name="connsiteY9" fmla="*/ 38454 h 63091"/>
                <a:gd name="connsiteX10" fmla="*/ 24638 w 63110"/>
                <a:gd name="connsiteY10" fmla="*/ 56147 h 63091"/>
                <a:gd name="connsiteX11" fmla="*/ 31546 w 63110"/>
                <a:gd name="connsiteY11" fmla="*/ 63092 h 63091"/>
                <a:gd name="connsiteX12" fmla="*/ 38472 w 63110"/>
                <a:gd name="connsiteY12" fmla="*/ 56147 h 63091"/>
                <a:gd name="connsiteX13" fmla="*/ 38472 w 63110"/>
                <a:gd name="connsiteY13" fmla="*/ 38454 h 63091"/>
                <a:gd name="connsiteX14" fmla="*/ 56184 w 63110"/>
                <a:gd name="connsiteY14" fmla="*/ 38454 h 63091"/>
                <a:gd name="connsiteX15" fmla="*/ 63110 w 63110"/>
                <a:gd name="connsiteY15" fmla="*/ 31527 h 63091"/>
                <a:gd name="connsiteX16" fmla="*/ 56184 w 63110"/>
                <a:gd name="connsiteY16" fmla="*/ 24638 h 63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110" h="63091">
                  <a:moveTo>
                    <a:pt x="56184" y="24638"/>
                  </a:moveTo>
                  <a:lnTo>
                    <a:pt x="38472" y="24638"/>
                  </a:lnTo>
                  <a:lnTo>
                    <a:pt x="38472" y="6889"/>
                  </a:lnTo>
                  <a:cubicBezTo>
                    <a:pt x="38472" y="3066"/>
                    <a:pt x="35369" y="0"/>
                    <a:pt x="31546" y="0"/>
                  </a:cubicBezTo>
                  <a:cubicBezTo>
                    <a:pt x="27704" y="0"/>
                    <a:pt x="24638" y="3066"/>
                    <a:pt x="24638" y="6889"/>
                  </a:cubicBezTo>
                  <a:lnTo>
                    <a:pt x="24638" y="24638"/>
                  </a:lnTo>
                  <a:lnTo>
                    <a:pt x="6907" y="24638"/>
                  </a:lnTo>
                  <a:cubicBezTo>
                    <a:pt x="3084" y="24638"/>
                    <a:pt x="0" y="27723"/>
                    <a:pt x="0" y="31527"/>
                  </a:cubicBezTo>
                  <a:cubicBezTo>
                    <a:pt x="0" y="35351"/>
                    <a:pt x="3084" y="38454"/>
                    <a:pt x="6907" y="38454"/>
                  </a:cubicBezTo>
                  <a:lnTo>
                    <a:pt x="24638" y="38454"/>
                  </a:lnTo>
                  <a:lnTo>
                    <a:pt x="24638" y="56147"/>
                  </a:lnTo>
                  <a:cubicBezTo>
                    <a:pt x="24638" y="59971"/>
                    <a:pt x="27704" y="63092"/>
                    <a:pt x="31546" y="63092"/>
                  </a:cubicBezTo>
                  <a:cubicBezTo>
                    <a:pt x="35369" y="63092"/>
                    <a:pt x="38472" y="59971"/>
                    <a:pt x="38472" y="56147"/>
                  </a:cubicBezTo>
                  <a:lnTo>
                    <a:pt x="38472" y="38454"/>
                  </a:lnTo>
                  <a:lnTo>
                    <a:pt x="56184" y="38454"/>
                  </a:lnTo>
                  <a:cubicBezTo>
                    <a:pt x="60007" y="38454"/>
                    <a:pt x="63110" y="35351"/>
                    <a:pt x="63110" y="31527"/>
                  </a:cubicBezTo>
                  <a:cubicBezTo>
                    <a:pt x="63110" y="27723"/>
                    <a:pt x="60007" y="24638"/>
                    <a:pt x="56184" y="24638"/>
                  </a:cubicBezTo>
                  <a:close/>
                </a:path>
              </a:pathLst>
            </a:custGeom>
            <a:solidFill>
              <a:srgbClr val="E2CEB3"/>
            </a:solidFill>
            <a:ln w="18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3B77980-22FA-B08D-D008-673A1EBBD393}"/>
                </a:ext>
              </a:extLst>
            </p:cNvPr>
            <p:cNvSpPr/>
            <p:nvPr/>
          </p:nvSpPr>
          <p:spPr>
            <a:xfrm>
              <a:off x="1257140" y="3724990"/>
              <a:ext cx="74838" cy="74875"/>
            </a:xfrm>
            <a:custGeom>
              <a:avLst/>
              <a:gdLst>
                <a:gd name="connsiteX0" fmla="*/ 0 w 74838"/>
                <a:gd name="connsiteY0" fmla="*/ 37456 h 74875"/>
                <a:gd name="connsiteX1" fmla="*/ 37419 w 74838"/>
                <a:gd name="connsiteY1" fmla="*/ 74875 h 74875"/>
                <a:gd name="connsiteX2" fmla="*/ 74838 w 74838"/>
                <a:gd name="connsiteY2" fmla="*/ 37456 h 74875"/>
                <a:gd name="connsiteX3" fmla="*/ 37419 w 74838"/>
                <a:gd name="connsiteY3" fmla="*/ 0 h 74875"/>
                <a:gd name="connsiteX4" fmla="*/ 0 w 74838"/>
                <a:gd name="connsiteY4" fmla="*/ 37456 h 74875"/>
                <a:gd name="connsiteX5" fmla="*/ 14351 w 74838"/>
                <a:gd name="connsiteY5" fmla="*/ 37456 h 74875"/>
                <a:gd name="connsiteX6" fmla="*/ 37419 w 74838"/>
                <a:gd name="connsiteY6" fmla="*/ 14369 h 74875"/>
                <a:gd name="connsiteX7" fmla="*/ 60488 w 74838"/>
                <a:gd name="connsiteY7" fmla="*/ 37456 h 74875"/>
                <a:gd name="connsiteX8" fmla="*/ 37419 w 74838"/>
                <a:gd name="connsiteY8" fmla="*/ 60525 h 74875"/>
                <a:gd name="connsiteX9" fmla="*/ 14351 w 74838"/>
                <a:gd name="connsiteY9" fmla="*/ 37456 h 74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4838" h="74875">
                  <a:moveTo>
                    <a:pt x="0" y="37456"/>
                  </a:moveTo>
                  <a:cubicBezTo>
                    <a:pt x="0" y="58105"/>
                    <a:pt x="16807" y="74875"/>
                    <a:pt x="37419" y="74875"/>
                  </a:cubicBezTo>
                  <a:cubicBezTo>
                    <a:pt x="58068" y="74875"/>
                    <a:pt x="74838" y="58105"/>
                    <a:pt x="74838" y="37456"/>
                  </a:cubicBezTo>
                  <a:cubicBezTo>
                    <a:pt x="74838" y="16826"/>
                    <a:pt x="58068" y="0"/>
                    <a:pt x="37419" y="0"/>
                  </a:cubicBezTo>
                  <a:cubicBezTo>
                    <a:pt x="16789" y="19"/>
                    <a:pt x="0" y="16844"/>
                    <a:pt x="0" y="37456"/>
                  </a:cubicBezTo>
                  <a:close/>
                  <a:moveTo>
                    <a:pt x="14351" y="37456"/>
                  </a:moveTo>
                  <a:cubicBezTo>
                    <a:pt x="14351" y="24731"/>
                    <a:pt x="24694" y="14369"/>
                    <a:pt x="37419" y="14369"/>
                  </a:cubicBezTo>
                  <a:cubicBezTo>
                    <a:pt x="50145" y="14369"/>
                    <a:pt x="60488" y="24731"/>
                    <a:pt x="60488" y="37456"/>
                  </a:cubicBezTo>
                  <a:cubicBezTo>
                    <a:pt x="60488" y="50200"/>
                    <a:pt x="50145" y="60525"/>
                    <a:pt x="37419" y="60525"/>
                  </a:cubicBezTo>
                  <a:cubicBezTo>
                    <a:pt x="24694" y="60525"/>
                    <a:pt x="14351" y="50219"/>
                    <a:pt x="14351" y="37456"/>
                  </a:cubicBezTo>
                  <a:close/>
                </a:path>
              </a:pathLst>
            </a:custGeom>
            <a:solidFill>
              <a:srgbClr val="E2CEB3"/>
            </a:solidFill>
            <a:ln w="18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B335E576-66BA-EBEC-6EDA-D7D31275E4C7}"/>
                </a:ext>
              </a:extLst>
            </p:cNvPr>
            <p:cNvSpPr/>
            <p:nvPr/>
          </p:nvSpPr>
          <p:spPr>
            <a:xfrm>
              <a:off x="3155953" y="3596110"/>
              <a:ext cx="74838" cy="74875"/>
            </a:xfrm>
            <a:custGeom>
              <a:avLst/>
              <a:gdLst>
                <a:gd name="connsiteX0" fmla="*/ 0 w 74838"/>
                <a:gd name="connsiteY0" fmla="*/ 37456 h 74875"/>
                <a:gd name="connsiteX1" fmla="*/ 37419 w 74838"/>
                <a:gd name="connsiteY1" fmla="*/ 74875 h 74875"/>
                <a:gd name="connsiteX2" fmla="*/ 74838 w 74838"/>
                <a:gd name="connsiteY2" fmla="*/ 37456 h 74875"/>
                <a:gd name="connsiteX3" fmla="*/ 37419 w 74838"/>
                <a:gd name="connsiteY3" fmla="*/ 0 h 74875"/>
                <a:gd name="connsiteX4" fmla="*/ 0 w 74838"/>
                <a:gd name="connsiteY4" fmla="*/ 37456 h 74875"/>
                <a:gd name="connsiteX5" fmla="*/ 14351 w 74838"/>
                <a:gd name="connsiteY5" fmla="*/ 37456 h 74875"/>
                <a:gd name="connsiteX6" fmla="*/ 37419 w 74838"/>
                <a:gd name="connsiteY6" fmla="*/ 14369 h 74875"/>
                <a:gd name="connsiteX7" fmla="*/ 60488 w 74838"/>
                <a:gd name="connsiteY7" fmla="*/ 37456 h 74875"/>
                <a:gd name="connsiteX8" fmla="*/ 37419 w 74838"/>
                <a:gd name="connsiteY8" fmla="*/ 60525 h 74875"/>
                <a:gd name="connsiteX9" fmla="*/ 14351 w 74838"/>
                <a:gd name="connsiteY9" fmla="*/ 37456 h 74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4838" h="74875">
                  <a:moveTo>
                    <a:pt x="0" y="37456"/>
                  </a:moveTo>
                  <a:cubicBezTo>
                    <a:pt x="0" y="58105"/>
                    <a:pt x="16807" y="74875"/>
                    <a:pt x="37419" y="74875"/>
                  </a:cubicBezTo>
                  <a:cubicBezTo>
                    <a:pt x="58068" y="74875"/>
                    <a:pt x="74838" y="58105"/>
                    <a:pt x="74838" y="37456"/>
                  </a:cubicBezTo>
                  <a:cubicBezTo>
                    <a:pt x="74838" y="16826"/>
                    <a:pt x="58068" y="0"/>
                    <a:pt x="37419" y="0"/>
                  </a:cubicBezTo>
                  <a:cubicBezTo>
                    <a:pt x="16789" y="0"/>
                    <a:pt x="0" y="16826"/>
                    <a:pt x="0" y="37456"/>
                  </a:cubicBezTo>
                  <a:close/>
                  <a:moveTo>
                    <a:pt x="14351" y="37456"/>
                  </a:moveTo>
                  <a:cubicBezTo>
                    <a:pt x="14351" y="24731"/>
                    <a:pt x="24694" y="14369"/>
                    <a:pt x="37419" y="14369"/>
                  </a:cubicBezTo>
                  <a:cubicBezTo>
                    <a:pt x="50145" y="14369"/>
                    <a:pt x="60488" y="24731"/>
                    <a:pt x="60488" y="37456"/>
                  </a:cubicBezTo>
                  <a:cubicBezTo>
                    <a:pt x="60488" y="50200"/>
                    <a:pt x="50145" y="60525"/>
                    <a:pt x="37419" y="60525"/>
                  </a:cubicBezTo>
                  <a:cubicBezTo>
                    <a:pt x="24694" y="60525"/>
                    <a:pt x="14351" y="50200"/>
                    <a:pt x="14351" y="37456"/>
                  </a:cubicBezTo>
                  <a:close/>
                </a:path>
              </a:pathLst>
            </a:custGeom>
            <a:solidFill>
              <a:srgbClr val="E2CEB3"/>
            </a:solidFill>
            <a:ln w="18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8551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DEB63D">
                <a:alpha val="10000"/>
              </a:srgbClr>
            </a:gs>
            <a:gs pos="1000">
              <a:srgbClr val="F2F3CC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63EEDA-10FC-7752-1899-8E29B1294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47AC25A-DEEC-079E-EEA8-51B760987E07}"/>
              </a:ext>
            </a:extLst>
          </p:cNvPr>
          <p:cNvGrpSpPr/>
          <p:nvPr/>
        </p:nvGrpSpPr>
        <p:grpSpPr>
          <a:xfrm>
            <a:off x="14310602" y="762648"/>
            <a:ext cx="490221" cy="3694958"/>
            <a:chOff x="11020425" y="1733550"/>
            <a:chExt cx="871504" cy="255804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0EFDCF3-3600-F65A-2D90-0FC8DF64FC29}"/>
                </a:ext>
              </a:extLst>
            </p:cNvPr>
            <p:cNvSpPr/>
            <p:nvPr/>
          </p:nvSpPr>
          <p:spPr>
            <a:xfrm>
              <a:off x="11020425" y="1733550"/>
              <a:ext cx="871504" cy="790808"/>
            </a:xfrm>
            <a:prstGeom prst="roundRect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64AC3FE-5F6C-D0EC-49ED-6D23C47A463E}"/>
                </a:ext>
              </a:extLst>
            </p:cNvPr>
            <p:cNvSpPr/>
            <p:nvPr/>
          </p:nvSpPr>
          <p:spPr>
            <a:xfrm>
              <a:off x="11020425" y="2617170"/>
              <a:ext cx="871504" cy="790808"/>
            </a:xfrm>
            <a:prstGeom prst="roundRect">
              <a:avLst/>
            </a:prstGeom>
            <a:solidFill>
              <a:srgbClr val="DEB6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61C5542-60C8-15A5-C761-54434FC404BB}"/>
                </a:ext>
              </a:extLst>
            </p:cNvPr>
            <p:cNvSpPr/>
            <p:nvPr/>
          </p:nvSpPr>
          <p:spPr>
            <a:xfrm>
              <a:off x="11020425" y="3500790"/>
              <a:ext cx="871504" cy="790808"/>
            </a:xfrm>
            <a:prstGeom prst="roundRect">
              <a:avLst/>
            </a:prstGeom>
            <a:solidFill>
              <a:srgbClr val="F2F3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pic>
        <p:nvPicPr>
          <p:cNvPr id="33" name="صورة 6">
            <a:extLst>
              <a:ext uri="{FF2B5EF4-FFF2-40B4-BE49-F238E27FC236}">
                <a16:creationId xmlns:a16="http://schemas.microsoft.com/office/drawing/2014/main" id="{65F54856-3B34-067C-80DB-5E755E9238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52" y="256083"/>
            <a:ext cx="705344" cy="7057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AE718BF-1CB0-E3D2-83DA-2A5267D3D8D8}"/>
              </a:ext>
            </a:extLst>
          </p:cNvPr>
          <p:cNvGrpSpPr/>
          <p:nvPr/>
        </p:nvGrpSpPr>
        <p:grpSpPr>
          <a:xfrm>
            <a:off x="1288142" y="1467848"/>
            <a:ext cx="9615716" cy="3694959"/>
            <a:chOff x="1288142" y="2741328"/>
            <a:chExt cx="9615716" cy="232512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FE2E9B1-7AD7-FE6B-923A-DB72AA8B97C9}"/>
                </a:ext>
              </a:extLst>
            </p:cNvPr>
            <p:cNvSpPr/>
            <p:nvPr/>
          </p:nvSpPr>
          <p:spPr>
            <a:xfrm>
              <a:off x="1288142" y="2741328"/>
              <a:ext cx="9615716" cy="2325121"/>
            </a:xfrm>
            <a:prstGeom prst="roundRect">
              <a:avLst>
                <a:gd name="adj" fmla="val 11223"/>
              </a:avLst>
            </a:prstGeom>
            <a:solidFill>
              <a:sysClr val="window" lastClr="FFFFFF"/>
            </a:solidFill>
            <a:ln w="15875" cap="flat" cmpd="sng" algn="ctr">
              <a:noFill/>
              <a:prstDash val="solid"/>
            </a:ln>
            <a:effectLst>
              <a:outerShdw blurRad="762000" dist="736600" dir="2700000" sx="97000" sy="97000" algn="tl" rotWithShape="0">
                <a:schemeClr val="tx1">
                  <a:lumMod val="95000"/>
                  <a:lumOff val="5000"/>
                  <a:alpha val="10000"/>
                </a:scheme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latin typeface="Tw Cen MT" panose="020B0602020104020603"/>
              </a:endParaRPr>
            </a:p>
          </p:txBody>
        </p:sp>
        <p:sp>
          <p:nvSpPr>
            <p:cNvPr id="9" name="مربع نص 24">
              <a:extLst>
                <a:ext uri="{FF2B5EF4-FFF2-40B4-BE49-F238E27FC236}">
                  <a16:creationId xmlns:a16="http://schemas.microsoft.com/office/drawing/2014/main" id="{9B1EDFF1-D631-50F8-0E9D-5201B273E44A}"/>
                </a:ext>
              </a:extLst>
            </p:cNvPr>
            <p:cNvSpPr txBox="1"/>
            <p:nvPr/>
          </p:nvSpPr>
          <p:spPr>
            <a:xfrm>
              <a:off x="1728486" y="2942781"/>
              <a:ext cx="8735028" cy="1922215"/>
            </a:xfrm>
            <a:prstGeom prst="rect">
              <a:avLst/>
            </a:prstGeom>
            <a:noFill/>
          </p:spPr>
          <p:txBody>
            <a:bodyPr wrap="square" lIns="91440" tIns="45720" rIns="91440" bIns="45720" rtlCol="1" anchor="t">
              <a:spAutoFit/>
            </a:bodyPr>
            <a:lstStyle/>
            <a:p>
              <a:pPr marL="0" marR="0" lvl="0" indent="0" algn="ctr" defTabSz="4572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EG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مبادرة</a:t>
              </a:r>
              <a:r>
                <a:rPr kumimoji="0" lang="ar-EG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DEB63D"/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 “المؤشر الذكي” </a:t>
              </a:r>
              <a:r>
                <a:rPr kumimoji="0" lang="ar-EG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تمثل خطوة نوعية لتحويل أعمال المراجعة الداخلية من شكلها التقليدي إلى شكل رقمي وتحليلي ذكي.</a:t>
              </a:r>
            </a:p>
            <a:p>
              <a:pPr marL="0" marR="0" lvl="0" indent="0" algn="ctr" defTabSz="4572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EG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هذه المبادرة ترفع الكفاءة، وتدعم الشفافية، وتضمن استباق المخاطر بدلاً من معالجتها بعد وقوعها.</a:t>
              </a:r>
            </a:p>
            <a:p>
              <a:pPr marL="0" marR="0" lvl="0" indent="0" algn="ctr" defTabSz="4572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EG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Tajawal" panose="00000500000000000000" pitchFamily="2" charset="-78"/>
                  <a:cs typeface="Tajawal" panose="00000500000000000000" pitchFamily="2" charset="-78"/>
                </a:rPr>
                <a:t>أتطلع اليوم للحصول على دعمكم لاعتماد المرحلة التجريبية للمبادرة بإذن الله.</a:t>
              </a:r>
            </a:p>
            <a:p>
              <a:pPr algn="ctr" rtl="1">
                <a:lnSpc>
                  <a:spcPct val="250000"/>
                </a:lnSpc>
                <a:defRPr/>
              </a:pPr>
              <a:r>
                <a:rPr lang="ar-EG" sz="2000" dirty="0">
                  <a:gradFill flip="none" rotWithShape="1">
                    <a:gsLst>
                      <a:gs pos="20000">
                        <a:srgbClr val="3B3F1E"/>
                      </a:gs>
                      <a:gs pos="100000">
                        <a:srgbClr val="DEB63D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  <a:latin typeface="Tajawal Black" panose="00000500000000000000" pitchFamily="2" charset="-78"/>
                  <a:cs typeface="Tajawal Black" panose="00000500000000000000" pitchFamily="2" charset="-78"/>
                </a:rPr>
                <a:t>وشكراً لكم على وقتكم واستماعكم، 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AF1404F-5D94-5C81-79D7-DD108C074392}"/>
              </a:ext>
            </a:extLst>
          </p:cNvPr>
          <p:cNvGrpSpPr/>
          <p:nvPr/>
        </p:nvGrpSpPr>
        <p:grpSpPr>
          <a:xfrm>
            <a:off x="10777652" y="413233"/>
            <a:ext cx="548640" cy="548640"/>
            <a:chOff x="9052560" y="274320"/>
            <a:chExt cx="548640" cy="5486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A31FC0F-CBAC-DFF4-B6C6-B8AF3421B54E}"/>
                </a:ext>
              </a:extLst>
            </p:cNvPr>
            <p:cNvSpPr/>
            <p:nvPr/>
          </p:nvSpPr>
          <p:spPr>
            <a:xfrm>
              <a:off x="9052560" y="274320"/>
              <a:ext cx="548640" cy="5486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1000" dist="1524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A82135A-8898-E4D3-A883-45FE04BE6166}"/>
                </a:ext>
              </a:extLst>
            </p:cNvPr>
            <p:cNvSpPr/>
            <p:nvPr/>
          </p:nvSpPr>
          <p:spPr>
            <a:xfrm>
              <a:off x="9178766" y="400526"/>
              <a:ext cx="296228" cy="296228"/>
            </a:xfrm>
            <a:prstGeom prst="ellipse">
              <a:avLst/>
            </a:prstGeom>
            <a:solidFill>
              <a:srgbClr val="3B3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مربع نص 12">
            <a:extLst>
              <a:ext uri="{FF2B5EF4-FFF2-40B4-BE49-F238E27FC236}">
                <a16:creationId xmlns:a16="http://schemas.microsoft.com/office/drawing/2014/main" id="{78B58ED6-BF50-B88C-69F5-57D880E10C89}"/>
              </a:ext>
            </a:extLst>
          </p:cNvPr>
          <p:cNvSpPr txBox="1"/>
          <p:nvPr/>
        </p:nvSpPr>
        <p:spPr>
          <a:xfrm>
            <a:off x="2698964" y="434022"/>
            <a:ext cx="7986404" cy="544765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pPr marR="0" lvl="0" indent="0" algn="r" rtl="1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EG" sz="2400" dirty="0">
                <a:gradFill flip="none" rotWithShape="1">
                  <a:gsLst>
                    <a:gs pos="20000">
                      <a:srgbClr val="3B3F1E"/>
                    </a:gs>
                    <a:gs pos="100000">
                      <a:srgbClr val="DEB63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Tajawal Black" panose="00000500000000000000" pitchFamily="2" charset="-78"/>
                <a:cs typeface="Tajawal Black" panose="00000500000000000000" pitchFamily="2" charset="-78"/>
              </a:rPr>
              <a:t>الختـــــــــام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6639DA-95BF-8B0C-D5AA-8DB5C7864BDB}"/>
              </a:ext>
            </a:extLst>
          </p:cNvPr>
          <p:cNvSpPr txBox="1"/>
          <p:nvPr/>
        </p:nvSpPr>
        <p:spPr>
          <a:xfrm>
            <a:off x="2396413" y="5559786"/>
            <a:ext cx="7399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2095" indent="-252095" algn="ctr" rtl="1">
              <a:spcBef>
                <a:spcPts val="600"/>
              </a:spcBef>
              <a:spcAft>
                <a:spcPts val="300"/>
              </a:spcAft>
              <a:buNone/>
            </a:pPr>
            <a:br>
              <a:rPr lang="ar-SA" sz="1800" b="1" kern="100" dirty="0">
                <a:solidFill>
                  <a:srgbClr val="FFC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ajawal" panose="00000500000000000000" pitchFamily="2" charset="-78"/>
              </a:rPr>
            </a:br>
            <a:r>
              <a:rPr lang="ar-SA" sz="1800" b="1" kern="100" dirty="0">
                <a:solidFill>
                  <a:srgbClr val="FFC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ajawal" panose="00000500000000000000" pitchFamily="2" charset="-78"/>
              </a:rPr>
              <a:t>إعداد الموظفة / نوال سعد الأسمري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365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846</Words>
  <Application>Microsoft Office PowerPoint</Application>
  <PresentationFormat>Widescreen</PresentationFormat>
  <Paragraphs>94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7" baseType="lpstr">
      <vt:lpstr>Aptos</vt:lpstr>
      <vt:lpstr>RB</vt:lpstr>
      <vt:lpstr>Arial</vt:lpstr>
      <vt:lpstr>Tajawal</vt:lpstr>
      <vt:lpstr>Amasis MT Pro Medium</vt:lpstr>
      <vt:lpstr>Calibri</vt:lpstr>
      <vt:lpstr>Tw Cen MT</vt:lpstr>
      <vt:lpstr>Wingdings</vt:lpstr>
      <vt:lpstr>Tajawal Black</vt:lpstr>
      <vt:lpstr>Calibri Light</vt:lpstr>
      <vt:lpstr>Montserrat</vt:lpstr>
      <vt:lpstr>Tajawal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eslam ghanem</dc:creator>
  <cp:lastModifiedBy>osamaghanem</cp:lastModifiedBy>
  <cp:revision>8</cp:revision>
  <dcterms:created xsi:type="dcterms:W3CDTF">2025-10-27T23:51:08Z</dcterms:created>
  <dcterms:modified xsi:type="dcterms:W3CDTF">2025-10-28T18:51:58Z</dcterms:modified>
</cp:coreProperties>
</file>